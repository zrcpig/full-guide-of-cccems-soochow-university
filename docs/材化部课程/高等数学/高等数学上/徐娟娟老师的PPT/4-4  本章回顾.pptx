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25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4" Type="http://schemas.openxmlformats.org/officeDocument/2006/relationships/image" Target="../media/image30.wmf"/><Relationship Id="rId13" Type="http://schemas.openxmlformats.org/officeDocument/2006/relationships/image" Target="../media/image29.wmf"/><Relationship Id="rId12" Type="http://schemas.openxmlformats.org/officeDocument/2006/relationships/image" Target="../media/image28.wmf"/><Relationship Id="rId11" Type="http://schemas.openxmlformats.org/officeDocument/2006/relationships/image" Target="../media/image27.wmf"/><Relationship Id="rId10" Type="http://schemas.openxmlformats.org/officeDocument/2006/relationships/image" Target="../media/image26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e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2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slide" Target="slide1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hyperlink" Target="../&#30446;&#24405;&#20027;&#30028;&#38754;.pptx#8.%20&#24187;&#28783;&#29255;%208" TargetMode="Externa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slide" Target="slide11.xml"/><Relationship Id="rId5" Type="http://schemas.openxmlformats.org/officeDocument/2006/relationships/slide" Target="slide2.xml"/><Relationship Id="rId4" Type="http://schemas.openxmlformats.org/officeDocument/2006/relationships/slide" Target="slide4.xml"/><Relationship Id="rId3" Type="http://schemas.openxmlformats.org/officeDocument/2006/relationships/slide" Target="slide10.xml"/><Relationship Id="rId2" Type="http://schemas.openxmlformats.org/officeDocument/2006/relationships/slide" Target="slide1.xml"/><Relationship Id="rId1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9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30" Type="http://schemas.openxmlformats.org/officeDocument/2006/relationships/vmlDrawing" Target="../drawings/vmlDrawing4.vml"/><Relationship Id="rId3" Type="http://schemas.openxmlformats.org/officeDocument/2006/relationships/oleObject" Target="../embeddings/oleObject18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0.wmf"/><Relationship Id="rId27" Type="http://schemas.openxmlformats.org/officeDocument/2006/relationships/oleObject" Target="../embeddings/oleObject30.bin"/><Relationship Id="rId26" Type="http://schemas.openxmlformats.org/officeDocument/2006/relationships/image" Target="../media/image29.wmf"/><Relationship Id="rId25" Type="http://schemas.openxmlformats.org/officeDocument/2006/relationships/oleObject" Target="../embeddings/oleObject29.bin"/><Relationship Id="rId24" Type="http://schemas.openxmlformats.org/officeDocument/2006/relationships/image" Target="../media/image28.wmf"/><Relationship Id="rId23" Type="http://schemas.openxmlformats.org/officeDocument/2006/relationships/oleObject" Target="../embeddings/oleObject28.bin"/><Relationship Id="rId22" Type="http://schemas.openxmlformats.org/officeDocument/2006/relationships/image" Target="../media/image27.wmf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26.wmf"/><Relationship Id="rId2" Type="http://schemas.openxmlformats.org/officeDocument/2006/relationships/image" Target="../media/image17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2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3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39.bin"/><Relationship Id="rId16" Type="http://schemas.openxmlformats.org/officeDocument/2006/relationships/image" Target="../media/image38.emf"/><Relationship Id="rId15" Type="http://schemas.openxmlformats.org/officeDocument/2006/relationships/oleObject" Target="../embeddings/oleObject38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0.wmf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47.w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8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0" Type="http://schemas.openxmlformats.org/officeDocument/2006/relationships/vmlDrawing" Target="../drawings/vmlDrawing8.vml"/><Relationship Id="rId2" Type="http://schemas.openxmlformats.org/officeDocument/2006/relationships/image" Target="../media/image54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62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3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6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8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72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3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>
            <a:hlinkClick r:id="rId1" action="ppaction://hlinkpres?slideindex=8&amp;slidetitle=幻灯片 8"/>
          </p:cNvPr>
          <p:cNvSpPr/>
          <p:nvPr/>
        </p:nvSpPr>
        <p:spPr>
          <a:xfrm>
            <a:off x="9408368" y="6309320"/>
            <a:ext cx="1008112" cy="360040"/>
          </a:xfrm>
          <a:prstGeom prst="roundRect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返回</a:t>
            </a:r>
            <a:endParaRPr lang="zh-CN" alt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698671" y="1094527"/>
            <a:ext cx="712879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4.4    本章回顾</a:t>
            </a:r>
            <a:endParaRPr lang="zh-CN" altLang="en-US" sz="5400" b="1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2560549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  第4章知识要点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31445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  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4140369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  自测题和思考题解答 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1768461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 第4章逻辑框架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"/>
          <p:cNvSpPr>
            <a:spLocks noChangeArrowheads="1"/>
          </p:cNvSpPr>
          <p:nvPr/>
        </p:nvSpPr>
        <p:spPr bwMode="auto">
          <a:xfrm rot="2047094">
            <a:off x="5403850" y="3754438"/>
            <a:ext cx="274638" cy="665162"/>
          </a:xfrm>
          <a:prstGeom prst="upArrow">
            <a:avLst>
              <a:gd name="adj1" fmla="val 50000"/>
              <a:gd name="adj2" fmla="val 60549"/>
            </a:avLst>
          </a:prstGeom>
          <a:gradFill rotWithShape="0">
            <a:gsLst>
              <a:gs pos="0">
                <a:schemeClr val="accent2"/>
              </a:gs>
              <a:gs pos="100000">
                <a:srgbClr val="FF9933"/>
              </a:gs>
            </a:gsLst>
            <a:lin ang="5400000" scaled="1"/>
          </a:gradFill>
          <a:ln w="38100" cmpd="dbl">
            <a:solidFill>
              <a:srgbClr val="FF99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" name="Oval 2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5438775" y="2574925"/>
            <a:ext cx="1363663" cy="1295400"/>
          </a:xfrm>
          <a:prstGeom prst="ellipse">
            <a:avLst/>
          </a:prstGeom>
          <a:solidFill>
            <a:srgbClr val="0000FF"/>
          </a:solidFill>
          <a:ln w="76200" cmpd="tri">
            <a:solidFill>
              <a:srgbClr val="00CCFF"/>
            </a:solidFill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积分法</a:t>
            </a:r>
            <a:endParaRPr lang="zh-CN" altLang="en-US" sz="32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AutoShape 18"/>
          <p:cNvSpPr>
            <a:spLocks noChangeArrowheads="1"/>
          </p:cNvSpPr>
          <p:nvPr/>
        </p:nvSpPr>
        <p:spPr bwMode="auto">
          <a:xfrm rot="19610837">
            <a:off x="6629400" y="3760788"/>
            <a:ext cx="220663" cy="684212"/>
          </a:xfrm>
          <a:prstGeom prst="upArrow">
            <a:avLst>
              <a:gd name="adj1" fmla="val 50000"/>
              <a:gd name="adj2" fmla="val 77518"/>
            </a:avLst>
          </a:prstGeom>
          <a:gradFill rotWithShape="0">
            <a:gsLst>
              <a:gs pos="0">
                <a:schemeClr val="accent2"/>
              </a:gs>
              <a:gs pos="100000">
                <a:srgbClr val="FF9933"/>
              </a:gs>
            </a:gsLst>
            <a:lin ang="5400000" scaled="1"/>
          </a:gradFill>
          <a:ln w="38100" cmpd="dbl">
            <a:solidFill>
              <a:srgbClr val="FF99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619375" y="1279525"/>
            <a:ext cx="2895600" cy="838200"/>
          </a:xfrm>
          <a:prstGeom prst="rect">
            <a:avLst/>
          </a:prstGeom>
          <a:solidFill>
            <a:srgbClr val="7030A0"/>
          </a:solidFill>
          <a:ln w="76200" cmpd="tri">
            <a:solidFill>
              <a:schemeClr val="accent5">
                <a:lumMod val="20000"/>
                <a:lumOff val="80000"/>
              </a:schemeClr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 函  数</a:t>
            </a:r>
            <a:endParaRPr lang="zh-CN" altLang="en-US" sz="28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619375" y="2397125"/>
            <a:ext cx="762000" cy="3048000"/>
          </a:xfrm>
          <a:prstGeom prst="rect">
            <a:avLst/>
          </a:prstGeom>
          <a:solidFill>
            <a:srgbClr val="006600"/>
          </a:solidFill>
          <a:ln w="76200" cmpd="tri">
            <a:solidFill>
              <a:srgbClr val="99CC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择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en-US" altLang="zh-CN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u</a:t>
            </a:r>
            <a:endParaRPr lang="en-US" altLang="zh-CN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有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效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法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Rectangle 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929688" y="2493963"/>
            <a:ext cx="823912" cy="2992437"/>
          </a:xfrm>
          <a:prstGeom prst="rect">
            <a:avLst/>
          </a:prstGeom>
          <a:solidFill>
            <a:srgbClr val="005654"/>
          </a:solidFill>
          <a:ln w="76200" cmpd="tri">
            <a:solidFill>
              <a:srgbClr val="009999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积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分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Rectangle 6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3686175" y="4302125"/>
            <a:ext cx="236220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76200" cmpd="tri">
            <a:solidFill>
              <a:srgbClr val="FFCC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第一换元法 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第二换元法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Rectangle 7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7115175" y="2574925"/>
            <a:ext cx="1447800" cy="1295400"/>
          </a:xfrm>
          <a:prstGeom prst="rect">
            <a:avLst/>
          </a:prstGeom>
          <a:solidFill>
            <a:srgbClr val="008000"/>
          </a:solidFill>
          <a:ln w="76200" cmpd="tri">
            <a:solidFill>
              <a:srgbClr val="99CC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积分法</a:t>
            </a:r>
            <a:endParaRPr lang="zh-CN" altLang="en-US" sz="28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762375" y="2574925"/>
            <a:ext cx="1447800" cy="1295400"/>
          </a:xfrm>
          <a:prstGeom prst="rect">
            <a:avLst/>
          </a:prstGeom>
          <a:solidFill>
            <a:srgbClr val="008000"/>
          </a:solidFill>
          <a:ln w="76200" cmpd="tri">
            <a:solidFill>
              <a:srgbClr val="99CC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分部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积分法</a:t>
            </a:r>
            <a:endParaRPr lang="zh-CN" altLang="en-US" sz="28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Rectangle 1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748463" y="1279525"/>
            <a:ext cx="2976562" cy="838200"/>
          </a:xfrm>
          <a:prstGeom prst="rect">
            <a:avLst/>
          </a:prstGeom>
          <a:solidFill>
            <a:srgbClr val="7030A0"/>
          </a:solidFill>
          <a:ln w="76200" cmpd="tri">
            <a:solidFill>
              <a:schemeClr val="accent5">
                <a:lumMod val="20000"/>
                <a:lumOff val="80000"/>
              </a:schemeClr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 定 积 分</a:t>
            </a:r>
            <a:endParaRPr lang="zh-CN" altLang="en-US" sz="3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9248775" y="2193925"/>
            <a:ext cx="255588" cy="250825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chemeClr val="accent2"/>
              </a:gs>
              <a:gs pos="100000">
                <a:srgbClr val="005654"/>
              </a:gs>
            </a:gsLst>
            <a:lin ang="5400000" scaled="1"/>
          </a:gradFill>
          <a:ln w="38100" cmpd="dbl">
            <a:solidFill>
              <a:srgbClr val="3366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6865938" y="3128963"/>
            <a:ext cx="228600" cy="215900"/>
          </a:xfrm>
          <a:prstGeom prst="leftArrow">
            <a:avLst>
              <a:gd name="adj1" fmla="val 50000"/>
              <a:gd name="adj2" fmla="val 26471"/>
            </a:avLst>
          </a:prstGeom>
          <a:gradFill rotWithShape="0">
            <a:gsLst>
              <a:gs pos="0">
                <a:schemeClr val="accent2"/>
              </a:gs>
              <a:gs pos="100000">
                <a:srgbClr val="006600"/>
              </a:gs>
            </a:gsLst>
            <a:lin ang="0" scaled="1"/>
          </a:gradFill>
          <a:ln w="38100" cmpd="dbl">
            <a:solidFill>
              <a:srgbClr val="3366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13"/>
          <p:cNvSpPr>
            <a:spLocks noChangeArrowheads="1"/>
          </p:cNvSpPr>
          <p:nvPr/>
        </p:nvSpPr>
        <p:spPr bwMode="auto">
          <a:xfrm>
            <a:off x="5210175" y="3143250"/>
            <a:ext cx="228600" cy="215900"/>
          </a:xfrm>
          <a:prstGeom prst="rightArrow">
            <a:avLst>
              <a:gd name="adj1" fmla="val 50000"/>
              <a:gd name="adj2" fmla="val 26471"/>
            </a:avLst>
          </a:prstGeom>
          <a:gradFill rotWithShape="0">
            <a:gsLst>
              <a:gs pos="0">
                <a:srgbClr val="006600"/>
              </a:gs>
              <a:gs pos="100000">
                <a:schemeClr val="accent2"/>
              </a:gs>
            </a:gsLst>
            <a:lin ang="0" scaled="1"/>
          </a:gradFill>
          <a:ln w="38100" cmpd="dbl">
            <a:solidFill>
              <a:srgbClr val="3366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3381375" y="3184525"/>
            <a:ext cx="381000" cy="233363"/>
          </a:xfrm>
          <a:prstGeom prst="rightArrow">
            <a:avLst>
              <a:gd name="adj1" fmla="val 50000"/>
              <a:gd name="adj2" fmla="val 40816"/>
            </a:avLst>
          </a:prstGeom>
          <a:solidFill>
            <a:srgbClr val="339966"/>
          </a:solidFill>
          <a:ln w="38100" cmpd="dbl">
            <a:solidFill>
              <a:srgbClr val="99CC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5605780" y="1546225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solidFill>
            <a:schemeClr val="accent5">
              <a:lumMod val="20000"/>
              <a:lumOff val="80000"/>
            </a:schemeClr>
          </a:solidFill>
          <a:ln w="38100" cmpd="dbl">
            <a:solidFill>
              <a:srgbClr val="7030A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6318250" y="4302125"/>
            <a:ext cx="236220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76200" cmpd="tri">
            <a:solidFill>
              <a:srgbClr val="FFCC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几种特殊类型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函数的积分</a:t>
            </a:r>
            <a:endParaRPr lang="zh-CN" altLang="en-US" sz="2800" b="1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7877175" y="2152650"/>
            <a:ext cx="228600" cy="395288"/>
          </a:xfrm>
          <a:prstGeom prst="downArrow">
            <a:avLst>
              <a:gd name="adj1" fmla="val 50000"/>
              <a:gd name="adj2" fmla="val 43229"/>
            </a:avLst>
          </a:prstGeom>
          <a:gradFill rotWithShape="0">
            <a:gsLst>
              <a:gs pos="0">
                <a:schemeClr val="accent2"/>
              </a:gs>
              <a:gs pos="100000">
                <a:srgbClr val="009900"/>
              </a:gs>
            </a:gsLst>
            <a:lin ang="5400000" scaled="1"/>
          </a:gradFill>
          <a:ln w="38100" cmpd="dbl">
            <a:solidFill>
              <a:srgbClr val="3366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2270547" y="50296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第4章逻辑框架 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 autoUpdateAnimBg="0"/>
      <p:bldP spid="4" grpId="0" bldLvl="0" animBg="1"/>
      <p:bldP spid="5" grpId="0" bldLvl="0" animBg="1" autoUpdateAnimBg="0"/>
      <p:bldP spid="6" grpId="0" bldLvl="0" animBg="1" autoUpdateAnimBg="0"/>
      <p:bldP spid="7" grpId="0" bldLvl="0" animBg="1" autoUpdateAnimBg="0"/>
      <p:bldP spid="8" grpId="0" bldLvl="0" animBg="1" autoUpdateAnimBg="0"/>
      <p:bldP spid="9" grpId="0" bldLvl="0" animBg="1" autoUpdateAnimBg="0"/>
      <p:bldP spid="10" grpId="0" bldLvl="0" animBg="1" autoUpdateAnimBg="0"/>
      <p:bldP spid="11" grpId="0" bldLvl="0" animBg="1" autoUpdateAnimBg="0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 autoUpdateAnimBg="0"/>
      <p:bldP spid="1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624242" y="46994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第4章知识要点 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4386" y="1053235"/>
            <a:ext cx="34512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1.基本概念和性质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83205" y="1747917"/>
            <a:ext cx="5008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）原函数与不定积分的概念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83448" y="3167757"/>
            <a:ext cx="3427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 不定积分性质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37089" y="3725416"/>
          <a:ext cx="3302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79248000" imgH="20116800" progId="Equation.DSMT4">
                  <p:embed/>
                </p:oleObj>
              </mc:Choice>
              <mc:Fallback>
                <p:oleObj name="Equation" r:id="rId1" imgW="79248000" imgH="20116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37089" y="3725416"/>
                        <a:ext cx="330200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36828" y="4707875"/>
          <a:ext cx="27368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3" imgW="65532000" imgH="20116800" progId="Equation.DSMT4">
                  <p:embed/>
                </p:oleObj>
              </mc:Choice>
              <mc:Fallback>
                <p:oleObj name="Equation" r:id="rId3" imgW="65532000" imgH="20116800" progId="Equation.DSMT4">
                  <p:embed/>
                  <p:pic>
                    <p:nvPicPr>
                      <p:cNvPr id="0" name="图片 10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36828" y="4707875"/>
                        <a:ext cx="273685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537243" y="2479819"/>
          <a:ext cx="18589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5" imgW="44500800" imgH="9753600" progId="Equation.DSMT4">
                  <p:embed/>
                </p:oleObj>
              </mc:Choice>
              <mc:Fallback>
                <p:oleObj name="Equation" r:id="rId5" imgW="44500800" imgH="9753600" progId="Equation.DSMT4">
                  <p:embed/>
                  <p:pic>
                    <p:nvPicPr>
                      <p:cNvPr id="0" name="图片 106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7243" y="2479819"/>
                        <a:ext cx="1858962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147857" y="2391936"/>
          <a:ext cx="29035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7" imgW="69494400" imgH="14020800" progId="Equation.DSMT4">
                  <p:embed/>
                </p:oleObj>
              </mc:Choice>
              <mc:Fallback>
                <p:oleObj name="Equation" r:id="rId7" imgW="69494400" imgH="14020800" progId="Equation.DSMT4">
                  <p:embed/>
                  <p:pic>
                    <p:nvPicPr>
                      <p:cNvPr id="0" name="图片 106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47857" y="2391936"/>
                        <a:ext cx="2903537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左右箭头 22"/>
          <p:cNvSpPr/>
          <p:nvPr/>
        </p:nvSpPr>
        <p:spPr>
          <a:xfrm>
            <a:off x="5477014" y="2573035"/>
            <a:ext cx="504056" cy="216024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7994" y="686520"/>
            <a:ext cx="3042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2.主要积分方法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54938" y="1664995"/>
            <a:ext cx="3099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第一类换元法：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48126" y="1707163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9928800" imgH="10668000" progId="Equation.DSMT4">
                  <p:embed/>
                </p:oleObj>
              </mc:Choice>
              <mc:Fallback>
                <p:oleObj name="Equation" r:id="rId1" imgW="39928800" imgH="10668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8126" y="1707163"/>
                        <a:ext cx="167322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55199" y="2582059"/>
          <a:ext cx="77644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86537600" imgH="14020800" progId="Equation.DSMT4">
                  <p:embed/>
                </p:oleObj>
              </mc:Choice>
              <mc:Fallback>
                <p:oleObj name="Equation" r:id="rId3" imgW="186537600" imgH="140208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5199" y="2582059"/>
                        <a:ext cx="7764463" cy="5778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97757" y="3865394"/>
            <a:ext cx="3578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第二类换元法：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71959" y="3908425"/>
          <a:ext cx="15906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8404800" imgH="10668000" progId="Equation.DSMT4">
                  <p:embed/>
                </p:oleObj>
              </mc:Choice>
              <mc:Fallback>
                <p:oleObj name="Equation" r:id="rId5" imgW="38404800" imgH="106680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71959" y="3908425"/>
                        <a:ext cx="1590675" cy="436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55245" y="4809609"/>
          <a:ext cx="7835900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88061600" imgH="14020800" progId="Equation.DSMT4">
                  <p:embed/>
                </p:oleObj>
              </mc:Choice>
              <mc:Fallback>
                <p:oleObj name="Equation" r:id="rId7" imgW="188061600" imgH="14020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55245" y="4809609"/>
                        <a:ext cx="7835900" cy="57785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4156" y="602660"/>
            <a:ext cx="21977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Ⅰ.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被积函数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4126" y="2813867"/>
            <a:ext cx="6843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Ⅲ.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被积函数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中分母的最高幂次比分子高时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91771" y="586904"/>
          <a:ext cx="16430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39624000" imgH="11887200" progId="Equation.DSMT4">
                  <p:embed/>
                </p:oleObj>
              </mc:Choice>
              <mc:Fallback>
                <p:oleObj name="Equation" r:id="rId1" imgW="39624000" imgH="11887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1771" y="586904"/>
                        <a:ext cx="16430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34834" y="563290"/>
            <a:ext cx="629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665167" y="592460"/>
          <a:ext cx="161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3" imgW="38709600" imgH="10668000" progId="Equation.DSMT4">
                  <p:embed/>
                </p:oleObj>
              </mc:Choice>
              <mc:Fallback>
                <p:oleObj name="Equation" r:id="rId3" imgW="38709600" imgH="10668000" progId="Equation.DSMT4">
                  <p:embed/>
                  <p:pic>
                    <p:nvPicPr>
                      <p:cNvPr id="0" name="图片 31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65167" y="592460"/>
                        <a:ext cx="1612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93957" y="1394842"/>
            <a:ext cx="23310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Ⅱ.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被积函数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425513" y="1370712"/>
          <a:ext cx="55308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Equation" r:id="rId5" imgW="132892800" imgH="13106400" progId="Equation.DSMT4">
                  <p:embed/>
                </p:oleObj>
              </mc:Choice>
              <mc:Fallback>
                <p:oleObj name="Equation" r:id="rId5" imgW="132892800" imgH="13106400" progId="Equation.DSMT4">
                  <p:embed/>
                  <p:pic>
                    <p:nvPicPr>
                      <p:cNvPr id="0" name="图片 31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5513" y="1370712"/>
                        <a:ext cx="553085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094493" y="2051365"/>
            <a:ext cx="28035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作三角代换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97844" y="2143728"/>
          <a:ext cx="14271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Equation" r:id="rId7" imgW="34442400" imgH="7924800" progId="Equation.DSMT4">
                  <p:embed/>
                </p:oleObj>
              </mc:Choice>
              <mc:Fallback>
                <p:oleObj name="Equation" r:id="rId7" imgW="34442400" imgH="7924800" progId="Equation.DSMT4">
                  <p:embed/>
                  <p:pic>
                    <p:nvPicPr>
                      <p:cNvPr id="0" name="图片 31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97844" y="2143728"/>
                        <a:ext cx="14271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701810" y="2176113"/>
          <a:ext cx="14684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Equation" r:id="rId9" imgW="35052000" imgH="6705600" progId="Equation.DSMT4">
                  <p:embed/>
                </p:oleObj>
              </mc:Choice>
              <mc:Fallback>
                <p:oleObj name="Equation" r:id="rId9" imgW="35052000" imgH="6705600" progId="Equation.DSMT4">
                  <p:embed/>
                  <p:pic>
                    <p:nvPicPr>
                      <p:cNvPr id="0" name="图片 31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1810" y="2176113"/>
                        <a:ext cx="1468437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665160" y="2143569"/>
          <a:ext cx="14684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Equation" r:id="rId11" imgW="35052000" imgH="7010400" progId="Equation.DSMT4">
                  <p:embed/>
                </p:oleObj>
              </mc:Choice>
              <mc:Fallback>
                <p:oleObj name="Equation" r:id="rId11" imgW="35052000" imgH="7010400" progId="Equation.DSMT4">
                  <p:embed/>
                  <p:pic>
                    <p:nvPicPr>
                      <p:cNvPr id="0" name="图片 31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65160" y="2143569"/>
                        <a:ext cx="14684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094075" y="3429635"/>
            <a:ext cx="2076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倒代换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425100" y="3274840"/>
          <a:ext cx="8175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Equation" r:id="rId13" imgW="19812000" imgH="20116800" progId="Equation.DSMT4">
                  <p:embed/>
                </p:oleObj>
              </mc:Choice>
              <mc:Fallback>
                <p:oleObj name="Equation" r:id="rId13" imgW="19812000" imgH="20116800" progId="Equation.DSMT4">
                  <p:embed/>
                  <p:pic>
                    <p:nvPicPr>
                      <p:cNvPr id="0" name="图片 31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25100" y="3274840"/>
                        <a:ext cx="8175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094324" y="4082354"/>
            <a:ext cx="2741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分部积分法：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897802" y="4377836"/>
          <a:ext cx="29130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Equation" r:id="rId15" imgW="70104000" imgH="14020800" progId="Equation.DSMT4">
                  <p:embed/>
                </p:oleObj>
              </mc:Choice>
              <mc:Fallback>
                <p:oleObj name="Equation" r:id="rId15" imgW="70104000" imgH="14020800" progId="Equation.DSMT4">
                  <p:embed/>
                  <p:pic>
                    <p:nvPicPr>
                      <p:cNvPr id="0" name="图片 31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97802" y="4377836"/>
                        <a:ext cx="2913062" cy="5778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694610" y="553745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作根式代换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36755" y="1394842"/>
            <a:ext cx="629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94470" y="5023828"/>
            <a:ext cx="44729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3.特殊类型函数的积分</a:t>
            </a:r>
            <a:r>
              <a:rPr lang="zh-CN" altLang="en-US" sz="32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94142" y="5599537"/>
            <a:ext cx="4830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有理函数的积分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，更特殊地：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07974" y="5338920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三角有理函数的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积分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7494" y="5861147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简单无理函数的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积分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左大括号 33"/>
          <p:cNvSpPr/>
          <p:nvPr/>
        </p:nvSpPr>
        <p:spPr>
          <a:xfrm>
            <a:off x="6694571" y="5599260"/>
            <a:ext cx="117727" cy="571122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9" grpId="0"/>
      <p:bldP spid="12" grpId="0"/>
      <p:bldP spid="19" grpId="0"/>
      <p:bldP spid="22" grpId="0"/>
      <p:bldP spid="28" grpId="0"/>
      <p:bldP spid="29" grpId="0"/>
      <p:bldP spid="30" grpId="0"/>
      <p:bldP spid="31" grpId="0"/>
      <p:bldP spid="32" grpId="0"/>
      <p:bldP spid="33" grpId="0"/>
      <p:bldP spid="3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63954" y="184195"/>
            <a:ext cx="81534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4.常用的已知积分（基本积分表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(P192)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外） 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59013" y="775018"/>
          <a:ext cx="2886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60045600" imgH="20116800" progId="Equation.DSMT4">
                  <p:embed/>
                </p:oleObj>
              </mc:Choice>
              <mc:Fallback>
                <p:oleObj name="Equation" r:id="rId1" imgW="60045600" imgH="2011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9013" y="775018"/>
                        <a:ext cx="288607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165725" y="784225"/>
          <a:ext cx="18605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3" imgW="38709600" imgH="19812000" progId="Equation.DSMT4">
                  <p:embed/>
                </p:oleObj>
              </mc:Choice>
              <mc:Fallback>
                <p:oleObj name="Equation" r:id="rId3" imgW="38709600" imgH="19812000" progId="Equation.DSMT4">
                  <p:embed/>
                  <p:pic>
                    <p:nvPicPr>
                      <p:cNvPr id="0" name="图片 41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784225"/>
                        <a:ext cx="186055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380298" y="3339148"/>
          <a:ext cx="20939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5" imgW="43586400" imgH="14020800" progId="Equation.DSMT4">
                  <p:embed/>
                </p:oleObj>
              </mc:Choice>
              <mc:Fallback>
                <p:oleObj name="Equation" r:id="rId5" imgW="43586400" imgH="14020800" progId="Equation.DSMT4">
                  <p:embed/>
                  <p:pic>
                    <p:nvPicPr>
                      <p:cNvPr id="0" name="图片 41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80298" y="3339148"/>
                        <a:ext cx="20939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606290" y="3396933"/>
          <a:ext cx="2373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7" imgW="49377600" imgH="10972800" progId="Equation.DSMT4">
                  <p:embed/>
                </p:oleObj>
              </mc:Choice>
              <mc:Fallback>
                <p:oleObj name="Equation" r:id="rId7" imgW="49377600" imgH="10972800" progId="Equation.DSMT4">
                  <p:embed/>
                  <p:pic>
                    <p:nvPicPr>
                      <p:cNvPr id="0" name="图片 41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06290" y="3396933"/>
                        <a:ext cx="23733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17558" y="4005263"/>
          <a:ext cx="13477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9" imgW="28041600" imgH="14020800" progId="Equation.DSMT4">
                  <p:embed/>
                </p:oleObj>
              </mc:Choice>
              <mc:Fallback>
                <p:oleObj name="Equation" r:id="rId9" imgW="28041600" imgH="14020800" progId="Equation.DSMT4">
                  <p:embed/>
                  <p:pic>
                    <p:nvPicPr>
                      <p:cNvPr id="0" name="图片 41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17558" y="4005263"/>
                        <a:ext cx="134778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72978" y="4069398"/>
          <a:ext cx="276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11" imgW="57607200" imgH="10972800" progId="Equation.DSMT4">
                  <p:embed/>
                </p:oleObj>
              </mc:Choice>
              <mc:Fallback>
                <p:oleObj name="Equation" r:id="rId11" imgW="57607200" imgH="10972800" progId="Equation.DSMT4">
                  <p:embed/>
                  <p:pic>
                    <p:nvPicPr>
                      <p:cNvPr id="0" name="图片 41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2978" y="4069398"/>
                        <a:ext cx="2768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459038" y="4723448"/>
          <a:ext cx="28273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Equation" r:id="rId13" imgW="58826400" imgH="22250400" progId="Equation.DSMT4">
                  <p:embed/>
                </p:oleObj>
              </mc:Choice>
              <mc:Fallback>
                <p:oleObj name="Equation" r:id="rId13" imgW="58826400" imgH="22250400" progId="Equation.DSMT4">
                  <p:embed/>
                  <p:pic>
                    <p:nvPicPr>
                      <p:cNvPr id="0" name="图片 41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59038" y="4723448"/>
                        <a:ext cx="2827337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352733" y="4871085"/>
          <a:ext cx="2446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15" imgW="50901600" imgH="11887200" progId="Equation.DSMT4">
                  <p:embed/>
                </p:oleObj>
              </mc:Choice>
              <mc:Fallback>
                <p:oleObj name="Equation" r:id="rId15" imgW="50901600" imgH="11887200" progId="Equation.DSMT4">
                  <p:embed/>
                  <p:pic>
                    <p:nvPicPr>
                      <p:cNvPr id="0" name="图片 41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52733" y="4871085"/>
                        <a:ext cx="2446337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317558" y="5847715"/>
          <a:ext cx="20351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17" imgW="42367200" imgH="15240000" progId="Equation.DSMT4">
                  <p:embed/>
                </p:oleObj>
              </mc:Choice>
              <mc:Fallback>
                <p:oleObj name="Equation" r:id="rId17" imgW="42367200" imgH="15240000" progId="Equation.DSMT4">
                  <p:embed/>
                  <p:pic>
                    <p:nvPicPr>
                      <p:cNvPr id="0" name="图片 41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7558" y="5847715"/>
                        <a:ext cx="2035175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351463" y="5672138"/>
          <a:ext cx="29733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Equation" r:id="rId19" imgW="61874400" imgH="21336000" progId="Equation.DSMT4">
                  <p:embed/>
                </p:oleObj>
              </mc:Choice>
              <mc:Fallback>
                <p:oleObj name="Equation" r:id="rId19" imgW="61874400" imgH="21336000" progId="Equation.DSMT4">
                  <p:embed/>
                  <p:pic>
                    <p:nvPicPr>
                      <p:cNvPr id="0" name="图片 41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51463" y="5672138"/>
                        <a:ext cx="2973387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055938" y="1620838"/>
          <a:ext cx="20653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Equation" r:id="rId21" imgW="42976800" imgH="20116800" progId="Equation.DSMT4">
                  <p:embed/>
                </p:oleObj>
              </mc:Choice>
              <mc:Fallback>
                <p:oleObj name="Equation" r:id="rId21" imgW="42976800" imgH="20116800" progId="Equation.DSMT4">
                  <p:embed/>
                  <p:pic>
                    <p:nvPicPr>
                      <p:cNvPr id="0" name="图片 41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55938" y="1620838"/>
                        <a:ext cx="2065337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094673" y="2425383"/>
          <a:ext cx="17938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Equation" r:id="rId23" imgW="42976800" imgH="20116800" progId="Equation.DSMT4">
                  <p:embed/>
                </p:oleObj>
              </mc:Choice>
              <mc:Fallback>
                <p:oleObj name="Equation" r:id="rId23" imgW="42976800" imgH="20116800" progId="Equation.DSMT4">
                  <p:embed/>
                  <p:pic>
                    <p:nvPicPr>
                      <p:cNvPr id="0" name="图片 415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94673" y="2425383"/>
                        <a:ext cx="17938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165408" y="1758633"/>
          <a:ext cx="2832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Equation" r:id="rId25" imgW="67970400" imgH="11582400" progId="Equation.DSMT4">
                  <p:embed/>
                </p:oleObj>
              </mc:Choice>
              <mc:Fallback>
                <p:oleObj name="Equation" r:id="rId25" imgW="67970400" imgH="11582400" progId="Equation.DSMT4">
                  <p:embed/>
                  <p:pic>
                    <p:nvPicPr>
                      <p:cNvPr id="0" name="图片 415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65408" y="1758633"/>
                        <a:ext cx="2832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957128" y="2390775"/>
          <a:ext cx="3543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Equation" r:id="rId27" imgW="85039200" imgH="22555200" progId="Equation.DSMT4">
                  <p:embed/>
                </p:oleObj>
              </mc:Choice>
              <mc:Fallback>
                <p:oleObj name="Equation" r:id="rId27" imgW="85039200" imgH="22555200" progId="Equation.DSMT4">
                  <p:embed/>
                  <p:pic>
                    <p:nvPicPr>
                      <p:cNvPr id="0" name="图片 415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957128" y="2390775"/>
                        <a:ext cx="35433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820337" y="289987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综合例题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820337" y="1112361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3295596" y="2064023"/>
          <a:ext cx="233203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69494400" imgH="39624000" progId="Equation.DSMT4">
                  <p:embed/>
                </p:oleObj>
              </mc:Choice>
              <mc:Fallback>
                <p:oleObj name="Equation" r:id="rId1" imgW="69494400" imgH="39624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95596" y="2064023"/>
                        <a:ext cx="2332038" cy="1327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1820642" y="2419825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zh-CN" altLang="en-US" sz="2800" b="1" dirty="0">
                <a:solidFill>
                  <a:srgbClr val="7030A0"/>
                </a:solidFill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2617639" y="907097"/>
          <a:ext cx="3009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3" imgW="72237600" imgH="22555200" progId="Equation.DSMT4">
                  <p:embed/>
                </p:oleObj>
              </mc:Choice>
              <mc:Fallback>
                <p:oleObj name="Equation" r:id="rId3" imgW="72237600" imgH="22555200" progId="Equation.DSMT4">
                  <p:embed/>
                  <p:pic>
                    <p:nvPicPr>
                      <p:cNvPr id="0" name="图片 520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7639" y="907097"/>
                        <a:ext cx="30099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/>
        </p:nvGraphicFramePr>
        <p:xfrm>
          <a:off x="5702246" y="2060848"/>
          <a:ext cx="192405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Equation" r:id="rId5" imgW="57302400" imgH="39624000" progId="Equation.DSMT4">
                  <p:embed/>
                </p:oleObj>
              </mc:Choice>
              <mc:Fallback>
                <p:oleObj name="Equation" r:id="rId5" imgW="57302400" imgH="39624000" progId="Equation.DSMT4">
                  <p:embed/>
                  <p:pic>
                    <p:nvPicPr>
                      <p:cNvPr id="0" name="图片 520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02246" y="2060848"/>
                        <a:ext cx="1924050" cy="1330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8951859" y="2325961"/>
          <a:ext cx="13096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0" name="Equation" r:id="rId7" imgW="39014400" imgH="30175200" progId="Equation.DSMT4">
                  <p:embed/>
                </p:oleObj>
              </mc:Choice>
              <mc:Fallback>
                <p:oleObj name="Equation" r:id="rId7" imgW="39014400" imgH="30175200" progId="Equation.DSMT4">
                  <p:embed/>
                  <p:pic>
                    <p:nvPicPr>
                      <p:cNvPr id="0" name="图片 520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51859" y="2325961"/>
                        <a:ext cx="1309687" cy="1008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3935760" y="3573016"/>
          <a:ext cx="27670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1" name="Equation" r:id="rId9" imgW="82296000" imgH="30175200" progId="Equation.DSMT4">
                  <p:embed/>
                </p:oleObj>
              </mc:Choice>
              <mc:Fallback>
                <p:oleObj name="Equation" r:id="rId9" imgW="82296000" imgH="30175200" progId="Equation.DSMT4">
                  <p:embed/>
                  <p:pic>
                    <p:nvPicPr>
                      <p:cNvPr id="0" name="图片 52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35760" y="3573016"/>
                        <a:ext cx="2767012" cy="1012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6898035" y="3546029"/>
          <a:ext cx="301148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name="Equation" r:id="rId11" imgW="89611200" imgH="22555200" progId="Equation.DSMT4">
                  <p:embed/>
                </p:oleObj>
              </mc:Choice>
              <mc:Fallback>
                <p:oleObj name="Equation" r:id="rId11" imgW="89611200" imgH="22555200" progId="Equation.DSMT4">
                  <p:embed/>
                  <p:pic>
                    <p:nvPicPr>
                      <p:cNvPr id="0" name="图片 521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98035" y="3546029"/>
                        <a:ext cx="3011487" cy="757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3863752" y="4581128"/>
          <a:ext cx="337978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3" name="Equation" r:id="rId13" imgW="100584000" imgH="24384000" progId="Equation.DSMT4">
                  <p:embed/>
                </p:oleObj>
              </mc:Choice>
              <mc:Fallback>
                <p:oleObj name="Equation" r:id="rId13" imgW="100584000" imgH="24384000" progId="Equation.DSMT4">
                  <p:embed/>
                  <p:pic>
                    <p:nvPicPr>
                      <p:cNvPr id="0" name="图片 521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63752" y="4581128"/>
                        <a:ext cx="3379787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19"/>
          <p:cNvGrpSpPr/>
          <p:nvPr/>
        </p:nvGrpSpPr>
        <p:grpSpPr bwMode="auto">
          <a:xfrm>
            <a:off x="7733403" y="2044179"/>
            <a:ext cx="1066800" cy="698500"/>
            <a:chOff x="3744" y="1554"/>
            <a:chExt cx="672" cy="440"/>
          </a:xfrm>
        </p:grpSpPr>
        <p:graphicFrame>
          <p:nvGraphicFramePr>
            <p:cNvPr id="27" name="Object 14"/>
            <p:cNvGraphicFramePr>
              <a:graphicFrameLocks noChangeAspect="1"/>
            </p:cNvGraphicFramePr>
            <p:nvPr/>
          </p:nvGraphicFramePr>
          <p:xfrm>
            <a:off x="3744" y="1554"/>
            <a:ext cx="672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4" name="Equation" r:id="rId15" imgW="1772920" imgH="970280" progId="Equation.DSMT4">
                    <p:embed/>
                  </p:oleObj>
                </mc:Choice>
                <mc:Fallback>
                  <p:oleObj name="Equation" r:id="rId15" imgW="1772920" imgH="970280" progId="Equation.DSMT4">
                    <p:embed/>
                    <p:pic>
                      <p:nvPicPr>
                        <p:cNvPr id="0" name="图片 52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44" y="1554"/>
                          <a:ext cx="672" cy="36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Group 18"/>
            <p:cNvGrpSpPr/>
            <p:nvPr/>
          </p:nvGrpSpPr>
          <p:grpSpPr bwMode="auto">
            <a:xfrm>
              <a:off x="3744" y="1955"/>
              <a:ext cx="672" cy="39"/>
              <a:chOff x="3696" y="1955"/>
              <a:chExt cx="672" cy="39"/>
            </a:xfrm>
          </p:grpSpPr>
          <p:sp>
            <p:nvSpPr>
              <p:cNvPr id="29" name="Line 15"/>
              <p:cNvSpPr>
                <a:spLocks noChangeShapeType="1"/>
              </p:cNvSpPr>
              <p:nvPr/>
            </p:nvSpPr>
            <p:spPr bwMode="auto">
              <a:xfrm>
                <a:off x="3696" y="1955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16"/>
              <p:cNvSpPr>
                <a:spLocks noChangeShapeType="1"/>
              </p:cNvSpPr>
              <p:nvPr/>
            </p:nvSpPr>
            <p:spPr bwMode="auto">
              <a:xfrm>
                <a:off x="3696" y="199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978649" y="929957"/>
          <a:ext cx="34178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17" imgW="81686400" imgH="24079200" progId="Equation.DSMT4">
                  <p:embed/>
                </p:oleObj>
              </mc:Choice>
              <mc:Fallback>
                <p:oleObj name="Equation" r:id="rId17" imgW="81686400" imgH="24079200" progId="Equation.DSMT4">
                  <p:embed/>
                  <p:pic>
                    <p:nvPicPr>
                      <p:cNvPr id="0" name="图片 521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78649" y="929957"/>
                        <a:ext cx="3417887" cy="1009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426385" y="2419825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 autoUpdateAnimBg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07568" y="692696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dirty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31704" y="430431"/>
          <a:ext cx="53530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35636000" imgH="26517600" progId="Equation.DSMT4">
                  <p:embed/>
                </p:oleObj>
              </mc:Choice>
              <mc:Fallback>
                <p:oleObj name="Equation" r:id="rId1" imgW="135636000" imgH="26517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1704" y="430431"/>
                        <a:ext cx="5353050" cy="1047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832100" y="1501775"/>
          <a:ext cx="16351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41452800" imgH="20116800" progId="Equation.DSMT4">
                  <p:embed/>
                </p:oleObj>
              </mc:Choice>
              <mc:Fallback>
                <p:oleObj name="Equation" r:id="rId3" imgW="41452800" imgH="20116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2100" y="1501775"/>
                        <a:ext cx="1635125" cy="79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727848" y="1556792"/>
          <a:ext cx="25019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63398400" imgH="21640800" progId="Equation.DSMT4">
                  <p:embed/>
                </p:oleObj>
              </mc:Choice>
              <mc:Fallback>
                <p:oleObj name="Equation" r:id="rId5" imgW="63398400" imgH="21640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7848" y="1556792"/>
                        <a:ext cx="2501900" cy="854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35535" y="2642394"/>
          <a:ext cx="10096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公式" r:id="rId7" imgW="25603200" imgH="9753600" progId="Equation.3">
                  <p:embed/>
                </p:oleObj>
              </mc:Choice>
              <mc:Fallback>
                <p:oleObj name="公式" r:id="rId7" imgW="25603200" imgH="9753600" progId="Equation.3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5535" y="2642394"/>
                        <a:ext cx="1009650" cy="382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979863" y="2374900"/>
          <a:ext cx="2767012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70104000" imgH="36880800" progId="Equation.DSMT4">
                  <p:embed/>
                </p:oleObj>
              </mc:Choice>
              <mc:Fallback>
                <p:oleObj name="Equation" r:id="rId9" imgW="70104000" imgH="36880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79863" y="2374900"/>
                        <a:ext cx="2767012" cy="1455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888088" y="2420888"/>
          <a:ext cx="13827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35052000" imgH="21336000" progId="Equation.DSMT4">
                  <p:embed/>
                </p:oleObj>
              </mc:Choice>
              <mc:Fallback>
                <p:oleObj name="Equation" r:id="rId11" imgW="35052000" imgH="213360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88088" y="2420888"/>
                        <a:ext cx="138271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590925" y="3905250"/>
          <a:ext cx="17684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44805600" imgH="21336000" progId="Equation.DSMT4">
                  <p:embed/>
                </p:oleObj>
              </mc:Choice>
              <mc:Fallback>
                <p:oleObj name="Equation" r:id="rId13" imgW="44805600" imgH="213360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90925" y="3905250"/>
                        <a:ext cx="1768475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580063" y="3876675"/>
          <a:ext cx="22987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58216800" imgH="22860000" progId="Equation.DSMT4">
                  <p:embed/>
                </p:oleObj>
              </mc:Choice>
              <mc:Fallback>
                <p:oleObj name="Equation" r:id="rId15" imgW="58216800" imgH="228600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80063" y="3876675"/>
                        <a:ext cx="2298700" cy="903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95600" y="639912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309664" y="1844824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509963" y="371475"/>
          <a:ext cx="3695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88696800" imgH="25603200" progId="Equation.DSMT4">
                  <p:embed/>
                </p:oleObj>
              </mc:Choice>
              <mc:Fallback>
                <p:oleObj name="Equation" r:id="rId1" imgW="88696800" imgH="25603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9963" y="371475"/>
                        <a:ext cx="36957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43263" y="1827213"/>
          <a:ext cx="28336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75590400" imgH="13106400" progId="Equation.DSMT4">
                  <p:embed/>
                </p:oleObj>
              </mc:Choice>
              <mc:Fallback>
                <p:oleObj name="Equation" r:id="rId3" imgW="75590400" imgH="131064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43263" y="1827213"/>
                        <a:ext cx="28336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337425" y="2447925"/>
          <a:ext cx="13716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36576000" imgH="22250400" progId="Equation.DSMT4">
                  <p:embed/>
                </p:oleObj>
              </mc:Choice>
              <mc:Fallback>
                <p:oleObj name="Equation" r:id="rId5" imgW="36576000" imgH="22250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37425" y="2447925"/>
                        <a:ext cx="1371600" cy="835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925763" y="3708400"/>
          <a:ext cx="60690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161848800" imgH="15849600" progId="Equation.DSMT4">
                  <p:embed/>
                </p:oleObj>
              </mc:Choice>
              <mc:Fallback>
                <p:oleObj name="Equation" r:id="rId7" imgW="161848800" imgH="158496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5763" y="3708400"/>
                        <a:ext cx="6069012" cy="592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575720" y="4509120"/>
          <a:ext cx="37242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99364800" imgH="21640800" progId="Equation.DSMT4">
                  <p:embed/>
                </p:oleObj>
              </mc:Choice>
              <mc:Fallback>
                <p:oleObj name="Equation" r:id="rId9" imgW="99364800" imgH="21640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5720" y="4509120"/>
                        <a:ext cx="3724275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48025" y="2413000"/>
          <a:ext cx="37290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99364800" imgH="24993600" progId="Equation.DSMT4">
                  <p:embed/>
                </p:oleObj>
              </mc:Choice>
              <mc:Fallback>
                <p:oleObj name="Equation" r:id="rId11" imgW="99364800" imgH="24993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48025" y="2413000"/>
                        <a:ext cx="3729038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86000" y="225426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552" y="876301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98522" y="254569"/>
          <a:ext cx="3683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88392000" imgH="14020800" progId="Equation.DSMT4">
                  <p:embed/>
                </p:oleObj>
              </mc:Choice>
              <mc:Fallback>
                <p:oleObj name="Equation" r:id="rId1" imgW="88392000" imgH="14020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98522" y="254569"/>
                        <a:ext cx="3683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07051" y="942976"/>
          <a:ext cx="23415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62484000" imgH="14325600" progId="Equation.DSMT4">
                  <p:embed/>
                </p:oleObj>
              </mc:Choice>
              <mc:Fallback>
                <p:oleObj name="Equation" r:id="rId3" imgW="62484000" imgH="143256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7051" y="942976"/>
                        <a:ext cx="2341563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476875" y="863600"/>
          <a:ext cx="296227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78943200" imgH="19812000" progId="Equation.DSMT4">
                  <p:embed/>
                </p:oleObj>
              </mc:Choice>
              <mc:Fallback>
                <p:oleObj name="Equation" r:id="rId5" imgW="78943200" imgH="198120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76875" y="863600"/>
                        <a:ext cx="2962275" cy="744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447928" y="1628800"/>
          <a:ext cx="40243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07289600" imgH="19812000" progId="Equation.DSMT4">
                  <p:embed/>
                </p:oleObj>
              </mc:Choice>
              <mc:Fallback>
                <p:oleObj name="Equation" r:id="rId7" imgW="107289600" imgH="198120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7928" y="1628800"/>
                        <a:ext cx="4024312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1775520" y="2420888"/>
          <a:ext cx="57927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154533600" imgH="22555200" progId="Equation.DSMT4">
                  <p:embed/>
                </p:oleObj>
              </mc:Choice>
              <mc:Fallback>
                <p:oleObj name="Equation" r:id="rId9" imgW="154533600" imgH="22555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5520" y="2420888"/>
                        <a:ext cx="5792788" cy="847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2063552" y="3356992"/>
          <a:ext cx="45148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20396000" imgH="19812000" progId="Equation.DSMT4">
                  <p:embed/>
                </p:oleObj>
              </mc:Choice>
              <mc:Fallback>
                <p:oleObj name="Equation" r:id="rId11" imgW="120396000" imgH="198120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3552" y="3356992"/>
                        <a:ext cx="4514850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6600056" y="3284984"/>
          <a:ext cx="3463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92354400" imgH="24384000" progId="Equation.DSMT4">
                  <p:embed/>
                </p:oleObj>
              </mc:Choice>
              <mc:Fallback>
                <p:oleObj name="Equation" r:id="rId13" imgW="92354400" imgH="243840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00056" y="3284984"/>
                        <a:ext cx="34639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56371" y="4293741"/>
          <a:ext cx="4927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131368800" imgH="19812000" progId="Equation.DSMT4">
                  <p:embed/>
                </p:oleObj>
              </mc:Choice>
              <mc:Fallback>
                <p:oleObj name="Equation" r:id="rId15" imgW="131368800" imgH="198120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56371" y="4293741"/>
                        <a:ext cx="4927600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16080" y="4293096"/>
          <a:ext cx="3136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75285600" imgH="19812000" progId="Equation.DSMT4">
                  <p:embed/>
                </p:oleObj>
              </mc:Choice>
              <mc:Fallback>
                <p:oleObj name="Equation" r:id="rId17" imgW="75285600" imgH="198120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16080" y="4293096"/>
                        <a:ext cx="3136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567608" y="479371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23592" y="1713335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43275" y="1562100"/>
          <a:ext cx="49657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126492000" imgH="22860000" progId="Equation.DSMT4">
                  <p:embed/>
                </p:oleObj>
              </mc:Choice>
              <mc:Fallback>
                <p:oleObj name="Equation" r:id="rId1" imgW="126492000" imgH="228600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3275" y="1562100"/>
                        <a:ext cx="4965700" cy="898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46463" y="238125"/>
          <a:ext cx="4241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3" imgW="101803200" imgH="24384000" progId="Equation.DSMT4">
                  <p:embed/>
                </p:oleObj>
              </mc:Choice>
              <mc:Fallback>
                <p:oleObj name="Equation" r:id="rId3" imgW="101803200" imgH="24384000" progId="Equation.DSMT4">
                  <p:embed/>
                  <p:pic>
                    <p:nvPicPr>
                      <p:cNvPr id="0" name="图片 923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6463" y="238125"/>
                        <a:ext cx="42418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963988" y="2630488"/>
          <a:ext cx="43767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quation" r:id="rId5" imgW="111556800" imgH="22860000" progId="Equation.DSMT4">
                  <p:embed/>
                </p:oleObj>
              </mc:Choice>
              <mc:Fallback>
                <p:oleObj name="Equation" r:id="rId5" imgW="111556800" imgH="22860000" progId="Equation.DSMT4">
                  <p:embed/>
                  <p:pic>
                    <p:nvPicPr>
                      <p:cNvPr id="0" name="图片 923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3988" y="2630488"/>
                        <a:ext cx="4376737" cy="898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944938" y="3721100"/>
          <a:ext cx="24161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7" imgW="61569600" imgH="21640800" progId="Equation.DSMT4">
                  <p:embed/>
                </p:oleObj>
              </mc:Choice>
              <mc:Fallback>
                <p:oleObj name="Equation" r:id="rId7" imgW="61569600" imgH="21640800" progId="Equation.DSMT4">
                  <p:embed/>
                  <p:pic>
                    <p:nvPicPr>
                      <p:cNvPr id="0" name="图片 924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44938" y="3721100"/>
                        <a:ext cx="2416175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951288" y="4806950"/>
          <a:ext cx="22494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9" imgW="57302400" imgH="21640800" progId="Equation.DSMT4">
                  <p:embed/>
                </p:oleObj>
              </mc:Choice>
              <mc:Fallback>
                <p:oleObj name="Equation" r:id="rId9" imgW="57302400" imgH="21640800" progId="Equation.DSMT4">
                  <p:embed/>
                  <p:pic>
                    <p:nvPicPr>
                      <p:cNvPr id="0" name="图片 924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1288" y="4806950"/>
                        <a:ext cx="2249487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033"/>
          <p:cNvSpPr txBox="1">
            <a:spLocks noChangeArrowheads="1"/>
          </p:cNvSpPr>
          <p:nvPr/>
        </p:nvSpPr>
        <p:spPr bwMode="auto">
          <a:xfrm>
            <a:off x="2135560" y="476672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 </a:t>
            </a:r>
            <a:r>
              <a:rPr lang="zh-CN" altLang="en-US" sz="2800" b="1" dirty="0"/>
              <a:t>求</a:t>
            </a:r>
            <a:endParaRPr lang="zh-CN" altLang="en-US" sz="2800" b="1" dirty="0"/>
          </a:p>
        </p:txBody>
      </p:sp>
      <p:graphicFrame>
        <p:nvGraphicFramePr>
          <p:cNvPr id="10" name="Object 1034"/>
          <p:cNvGraphicFramePr>
            <a:graphicFrameLocks noChangeAspect="1"/>
          </p:cNvGraphicFramePr>
          <p:nvPr/>
        </p:nvGraphicFramePr>
        <p:xfrm>
          <a:off x="3860800" y="284163"/>
          <a:ext cx="28892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69189600" imgH="22250400" progId="Equation.DSMT4">
                  <p:embed/>
                </p:oleObj>
              </mc:Choice>
              <mc:Fallback>
                <p:oleObj name="Equation" r:id="rId1" imgW="69189600" imgH="22250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60800" y="284163"/>
                        <a:ext cx="2889250" cy="930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35"/>
          <p:cNvSpPr>
            <a:spLocks noChangeArrowheads="1"/>
          </p:cNvSpPr>
          <p:nvPr/>
        </p:nvSpPr>
        <p:spPr bwMode="auto">
          <a:xfrm>
            <a:off x="1991544" y="1543472"/>
            <a:ext cx="901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2" name="Object 1045"/>
          <p:cNvGraphicFramePr>
            <a:graphicFrameLocks noChangeAspect="1"/>
          </p:cNvGraphicFramePr>
          <p:nvPr/>
        </p:nvGraphicFramePr>
        <p:xfrm>
          <a:off x="2711624" y="1510928"/>
          <a:ext cx="60388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45084800" imgH="26517600" progId="Equation.DSMT4">
                  <p:embed/>
                </p:oleObj>
              </mc:Choice>
              <mc:Fallback>
                <p:oleObj name="Equation" r:id="rId3" imgW="145084800" imgH="265176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624" y="1510928"/>
                        <a:ext cx="6038850" cy="1103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11624" y="3212976"/>
          <a:ext cx="6286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50876000" imgH="21640800" progId="Equation.DSMT4">
                  <p:embed/>
                </p:oleObj>
              </mc:Choice>
              <mc:Fallback>
                <p:oleObj name="Equation" r:id="rId5" imgW="150876000" imgH="21640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3212976"/>
                        <a:ext cx="6286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83632" y="2636912"/>
          <a:ext cx="3771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90525600" imgH="10363200" progId="Equation.DSMT4">
                  <p:embed/>
                </p:oleObj>
              </mc:Choice>
              <mc:Fallback>
                <p:oleObj name="Equation" r:id="rId7" imgW="90525600" imgH="10363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3632" y="2636912"/>
                        <a:ext cx="3771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503712" y="4653136"/>
          <a:ext cx="3238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77724000" imgH="22555200" progId="Equation.DSMT4">
                  <p:embed/>
                </p:oleObj>
              </mc:Choice>
              <mc:Fallback>
                <p:oleObj name="Equation" r:id="rId9" imgW="77724000" imgH="225552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3712" y="4653136"/>
                        <a:ext cx="32385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27648" y="2924944"/>
          <a:ext cx="387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92964000" imgH="19812000" progId="Equation.DSMT4">
                  <p:embed/>
                </p:oleObj>
              </mc:Choice>
              <mc:Fallback>
                <p:oleObj name="Equation" r:id="rId1" imgW="92964000" imgH="198120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648" y="2924944"/>
                        <a:ext cx="3873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27648" y="4005064"/>
          <a:ext cx="6692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60629600" imgH="23164800" progId="Equation.DSMT4">
                  <p:embed/>
                </p:oleObj>
              </mc:Choice>
              <mc:Fallback>
                <p:oleObj name="Equation" r:id="rId3" imgW="160629600" imgH="23164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7648" y="4005064"/>
                        <a:ext cx="66929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27648" y="1268760"/>
          <a:ext cx="32766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78638400" imgH="41452800" progId="Equation.DSMT4">
                  <p:embed/>
                </p:oleObj>
              </mc:Choice>
              <mc:Fallback>
                <p:oleObj name="Equation" r:id="rId5" imgW="78638400" imgH="414528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648" y="1268760"/>
                        <a:ext cx="3276600" cy="172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27648" y="249602"/>
          <a:ext cx="3238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77724000" imgH="22555200" progId="Equation.DSMT4">
                  <p:embed/>
                </p:oleObj>
              </mc:Choice>
              <mc:Fallback>
                <p:oleObj name="Equation" r:id="rId7" imgW="77724000" imgH="225552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648" y="249602"/>
                        <a:ext cx="32385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1524000" y="1196752"/>
            <a:ext cx="914400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888154" y="1706161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3103171" y="2602136"/>
            <a:ext cx="23317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扫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P233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二维码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WPS 演示</Application>
  <PresentationFormat>宽屏</PresentationFormat>
  <Paragraphs>118</Paragraphs>
  <Slides>14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76</vt:i4>
      </vt:variant>
      <vt:variant>
        <vt:lpstr>幻灯片标题</vt:lpstr>
      </vt:variant>
      <vt:variant>
        <vt:i4>14</vt:i4>
      </vt:variant>
    </vt:vector>
  </HeadingPairs>
  <TitlesOfParts>
    <vt:vector size="105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华文新魏</vt:lpstr>
      <vt:lpstr>黑体</vt:lpstr>
      <vt:lpstr>隶书</vt:lpstr>
      <vt:lpstr>楷体</vt:lpstr>
      <vt:lpstr>Times New Roman</vt:lpstr>
      <vt:lpstr>Times New Roman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180</cp:revision>
  <dcterms:created xsi:type="dcterms:W3CDTF">2019-06-19T02:08:00Z</dcterms:created>
  <dcterms:modified xsi:type="dcterms:W3CDTF">2022-11-27T06:44:01Z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6909354E56D849EE93082E403969DB0A</vt:lpwstr>
  </property>
</Properties>
</file>