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60" r:id="rId5"/>
    <p:sldId id="261" r:id="rId6"/>
    <p:sldId id="262" r:id="rId7"/>
    <p:sldId id="293" r:id="rId8"/>
    <p:sldId id="264" r:id="rId9"/>
    <p:sldId id="265" r:id="rId10"/>
    <p:sldId id="266" r:id="rId11"/>
    <p:sldId id="294" r:id="rId12"/>
    <p:sldId id="268" r:id="rId13"/>
    <p:sldId id="269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25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2" Type="http://schemas.openxmlformats.org/officeDocument/2006/relationships/image" Target="../media/image22.wmf"/><Relationship Id="rId21" Type="http://schemas.openxmlformats.org/officeDocument/2006/relationships/image" Target="../media/image21.wmf"/><Relationship Id="rId20" Type="http://schemas.openxmlformats.org/officeDocument/2006/relationships/image" Target="../media/image20.wmf"/><Relationship Id="rId2" Type="http://schemas.openxmlformats.org/officeDocument/2006/relationships/image" Target="../media/image2.wmf"/><Relationship Id="rId19" Type="http://schemas.openxmlformats.org/officeDocument/2006/relationships/image" Target="../media/image19.wmf"/><Relationship Id="rId18" Type="http://schemas.openxmlformats.org/officeDocument/2006/relationships/image" Target="../media/image18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4" Type="http://schemas.openxmlformats.org/officeDocument/2006/relationships/image" Target="../media/image9.wmf"/><Relationship Id="rId13" Type="http://schemas.openxmlformats.org/officeDocument/2006/relationships/image" Target="../media/image8.wmf"/><Relationship Id="rId12" Type="http://schemas.openxmlformats.org/officeDocument/2006/relationships/image" Target="../media/image7.wmf"/><Relationship Id="rId11" Type="http://schemas.openxmlformats.org/officeDocument/2006/relationships/image" Target="../media/image33.wmf"/><Relationship Id="rId10" Type="http://schemas.openxmlformats.org/officeDocument/2006/relationships/image" Target="../media/image32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7" Type="http://schemas.openxmlformats.org/officeDocument/2006/relationships/image" Target="../media/image50.emf"/><Relationship Id="rId16" Type="http://schemas.openxmlformats.org/officeDocument/2006/relationships/image" Target="../media/image49.wmf"/><Relationship Id="rId15" Type="http://schemas.openxmlformats.org/officeDocument/2006/relationships/image" Target="../media/image48.wmf"/><Relationship Id="rId14" Type="http://schemas.openxmlformats.org/officeDocument/2006/relationships/image" Target="../media/image47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9.emf"/><Relationship Id="rId8" Type="http://schemas.openxmlformats.org/officeDocument/2006/relationships/image" Target="../media/image58.emf"/><Relationship Id="rId7" Type="http://schemas.openxmlformats.org/officeDocument/2006/relationships/image" Target="../media/image57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0" Type="http://schemas.openxmlformats.org/officeDocument/2006/relationships/image" Target="../media/image60.wmf"/><Relationship Id="rId1" Type="http://schemas.openxmlformats.org/officeDocument/2006/relationships/image" Target="../media/image5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0" Type="http://schemas.openxmlformats.org/officeDocument/2006/relationships/image" Target="../media/image78.wmf"/><Relationship Id="rId1" Type="http://schemas.openxmlformats.org/officeDocument/2006/relationships/image" Target="../media/image69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6" Type="http://schemas.openxmlformats.org/officeDocument/2006/relationships/image" Target="../media/image94.wmf"/><Relationship Id="rId15" Type="http://schemas.openxmlformats.org/officeDocument/2006/relationships/image" Target="../media/image93.wmf"/><Relationship Id="rId14" Type="http://schemas.openxmlformats.org/officeDocument/2006/relationships/image" Target="../media/image92.wmf"/><Relationship Id="rId13" Type="http://schemas.openxmlformats.org/officeDocument/2006/relationships/image" Target="../media/image91.wmf"/><Relationship Id="rId12" Type="http://schemas.openxmlformats.org/officeDocument/2006/relationships/image" Target="../media/image90.wmf"/><Relationship Id="rId11" Type="http://schemas.openxmlformats.org/officeDocument/2006/relationships/image" Target="../media/image89.wmf"/><Relationship Id="rId10" Type="http://schemas.openxmlformats.org/officeDocument/2006/relationships/image" Target="../media/image88.wmf"/><Relationship Id="rId1" Type="http://schemas.openxmlformats.org/officeDocument/2006/relationships/image" Target="../media/image79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7.wmf"/><Relationship Id="rId8" Type="http://schemas.openxmlformats.org/officeDocument/2006/relationships/image" Target="../media/image106.wmf"/><Relationship Id="rId7" Type="http://schemas.openxmlformats.org/officeDocument/2006/relationships/image" Target="../media/image105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8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wmf"/><Relationship Id="rId8" Type="http://schemas.openxmlformats.org/officeDocument/2006/relationships/image" Target="../media/image128.wmf"/><Relationship Id="rId7" Type="http://schemas.openxmlformats.org/officeDocument/2006/relationships/image" Target="../media/image127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8" Type="http://schemas.openxmlformats.org/officeDocument/2006/relationships/image" Target="../media/image138.wmf"/><Relationship Id="rId17" Type="http://schemas.openxmlformats.org/officeDocument/2006/relationships/image" Target="../media/image137.wmf"/><Relationship Id="rId16" Type="http://schemas.openxmlformats.org/officeDocument/2006/relationships/image" Target="../media/image136.wmf"/><Relationship Id="rId15" Type="http://schemas.openxmlformats.org/officeDocument/2006/relationships/image" Target="../media/image135.wmf"/><Relationship Id="rId14" Type="http://schemas.openxmlformats.org/officeDocument/2006/relationships/image" Target="../media/image134.wmf"/><Relationship Id="rId13" Type="http://schemas.openxmlformats.org/officeDocument/2006/relationships/image" Target="../media/image133.wmf"/><Relationship Id="rId12" Type="http://schemas.openxmlformats.org/officeDocument/2006/relationships/image" Target="../media/image132.wmf"/><Relationship Id="rId11" Type="http://schemas.openxmlformats.org/officeDocument/2006/relationships/image" Target="../media/image131.wmf"/><Relationship Id="rId10" Type="http://schemas.openxmlformats.org/officeDocument/2006/relationships/image" Target="../media/image130.wmf"/><Relationship Id="rId1" Type="http://schemas.openxmlformats.org/officeDocument/2006/relationships/image" Target="../media/image121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wmf"/><Relationship Id="rId8" Type="http://schemas.openxmlformats.org/officeDocument/2006/relationships/image" Target="../media/image155.wmf"/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3" Type="http://schemas.openxmlformats.org/officeDocument/2006/relationships/image" Target="../media/image160.wmf"/><Relationship Id="rId12" Type="http://schemas.openxmlformats.org/officeDocument/2006/relationships/image" Target="../media/image159.wmf"/><Relationship Id="rId11" Type="http://schemas.openxmlformats.org/officeDocument/2006/relationships/image" Target="../media/image158.wmf"/><Relationship Id="rId10" Type="http://schemas.openxmlformats.org/officeDocument/2006/relationships/image" Target="../media/image157.wmf"/><Relationship Id="rId1" Type="http://schemas.openxmlformats.org/officeDocument/2006/relationships/image" Target="../media/image148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wmf"/><Relationship Id="rId8" Type="http://schemas.openxmlformats.org/officeDocument/2006/relationships/image" Target="../media/image168.wmf"/><Relationship Id="rId7" Type="http://schemas.openxmlformats.org/officeDocument/2006/relationships/image" Target="../media/image167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4" Type="http://schemas.openxmlformats.org/officeDocument/2006/relationships/image" Target="../media/image174.wmf"/><Relationship Id="rId13" Type="http://schemas.openxmlformats.org/officeDocument/2006/relationships/image" Target="../media/image173.wmf"/><Relationship Id="rId12" Type="http://schemas.openxmlformats.org/officeDocument/2006/relationships/image" Target="../media/image172.wmf"/><Relationship Id="rId11" Type="http://schemas.openxmlformats.org/officeDocument/2006/relationships/image" Target="../media/image171.wmf"/><Relationship Id="rId10" Type="http://schemas.openxmlformats.org/officeDocument/2006/relationships/image" Target="../media/image170.wmf"/><Relationship Id="rId1" Type="http://schemas.openxmlformats.org/officeDocument/2006/relationships/image" Target="../media/image16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7" Type="http://schemas.openxmlformats.org/officeDocument/2006/relationships/image" Target="../media/image181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7" Type="http://schemas.openxmlformats.org/officeDocument/2006/relationships/image" Target="../media/image189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9.wmf"/><Relationship Id="rId8" Type="http://schemas.openxmlformats.org/officeDocument/2006/relationships/image" Target="../media/image198.wmf"/><Relationship Id="rId7" Type="http://schemas.openxmlformats.org/officeDocument/2006/relationships/image" Target="../media/image197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1" Type="http://schemas.openxmlformats.org/officeDocument/2006/relationships/image" Target="../media/image201.wmf"/><Relationship Id="rId10" Type="http://schemas.openxmlformats.org/officeDocument/2006/relationships/image" Target="../media/image200.wmf"/><Relationship Id="rId1" Type="http://schemas.openxmlformats.org/officeDocument/2006/relationships/image" Target="../media/image191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9.wmf"/><Relationship Id="rId8" Type="http://schemas.openxmlformats.org/officeDocument/2006/relationships/image" Target="../media/image208.wmf"/><Relationship Id="rId7" Type="http://schemas.openxmlformats.org/officeDocument/2006/relationships/image" Target="../media/image207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0" Type="http://schemas.openxmlformats.org/officeDocument/2006/relationships/image" Target="../media/image210.wmf"/><Relationship Id="rId1" Type="http://schemas.openxmlformats.org/officeDocument/2006/relationships/image" Target="../media/image186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wmf"/><Relationship Id="rId8" Type="http://schemas.openxmlformats.org/officeDocument/2006/relationships/image" Target="../media/image218.wmf"/><Relationship Id="rId7" Type="http://schemas.openxmlformats.org/officeDocument/2006/relationships/image" Target="../media/image217.wmf"/><Relationship Id="rId6" Type="http://schemas.openxmlformats.org/officeDocument/2006/relationships/image" Target="../media/image216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2" Type="http://schemas.openxmlformats.org/officeDocument/2006/relationships/image" Target="../media/image222.wmf"/><Relationship Id="rId11" Type="http://schemas.openxmlformats.org/officeDocument/2006/relationships/image" Target="../media/image221.wmf"/><Relationship Id="rId10" Type="http://schemas.openxmlformats.org/officeDocument/2006/relationships/image" Target="../media/image220.wmf"/><Relationship Id="rId1" Type="http://schemas.openxmlformats.org/officeDocument/2006/relationships/image" Target="../media/image211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0.wmf"/><Relationship Id="rId8" Type="http://schemas.openxmlformats.org/officeDocument/2006/relationships/image" Target="../media/image229.wmf"/><Relationship Id="rId7" Type="http://schemas.openxmlformats.org/officeDocument/2006/relationships/image" Target="../media/image228.wmf"/><Relationship Id="rId6" Type="http://schemas.openxmlformats.org/officeDocument/2006/relationships/image" Target="../media/image227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Relationship Id="rId3" Type="http://schemas.openxmlformats.org/officeDocument/2006/relationships/image" Target="../media/image224.wmf"/><Relationship Id="rId2" Type="http://schemas.openxmlformats.org/officeDocument/2006/relationships/image" Target="../media/image107.wmf"/><Relationship Id="rId1" Type="http://schemas.openxmlformats.org/officeDocument/2006/relationships/image" Target="../media/image22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7" Type="http://schemas.openxmlformats.org/officeDocument/2006/relationships/image" Target="../media/image237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8.wmf"/><Relationship Id="rId8" Type="http://schemas.openxmlformats.org/officeDocument/2006/relationships/image" Target="../media/image247.wmf"/><Relationship Id="rId7" Type="http://schemas.openxmlformats.org/officeDocument/2006/relationships/image" Target="../media/image246.wmf"/><Relationship Id="rId6" Type="http://schemas.openxmlformats.org/officeDocument/2006/relationships/image" Target="../media/image245.wmf"/><Relationship Id="rId5" Type="http://schemas.openxmlformats.org/officeDocument/2006/relationships/image" Target="../media/image244.wmf"/><Relationship Id="rId4" Type="http://schemas.openxmlformats.org/officeDocument/2006/relationships/image" Target="../media/image243.wmf"/><Relationship Id="rId3" Type="http://schemas.openxmlformats.org/officeDocument/2006/relationships/image" Target="../media/image242.wmf"/><Relationship Id="rId2" Type="http://schemas.openxmlformats.org/officeDocument/2006/relationships/image" Target="../media/image241.wmf"/><Relationship Id="rId13" Type="http://schemas.openxmlformats.org/officeDocument/2006/relationships/image" Target="../media/image252.emf"/><Relationship Id="rId12" Type="http://schemas.openxmlformats.org/officeDocument/2006/relationships/image" Target="../media/image251.emf"/><Relationship Id="rId11" Type="http://schemas.openxmlformats.org/officeDocument/2006/relationships/image" Target="../media/image250.wmf"/><Relationship Id="rId10" Type="http://schemas.openxmlformats.org/officeDocument/2006/relationships/image" Target="../media/image249.wmf"/><Relationship Id="rId1" Type="http://schemas.openxmlformats.org/officeDocument/2006/relationships/image" Target="../media/image240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1.wmf"/><Relationship Id="rId8" Type="http://schemas.openxmlformats.org/officeDocument/2006/relationships/image" Target="../media/image260.wmf"/><Relationship Id="rId7" Type="http://schemas.openxmlformats.org/officeDocument/2006/relationships/image" Target="../media/image259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3" Type="http://schemas.openxmlformats.org/officeDocument/2006/relationships/image" Target="../media/image265.emf"/><Relationship Id="rId12" Type="http://schemas.openxmlformats.org/officeDocument/2006/relationships/image" Target="../media/image264.wmf"/><Relationship Id="rId11" Type="http://schemas.openxmlformats.org/officeDocument/2006/relationships/image" Target="../media/image263.wmf"/><Relationship Id="rId10" Type="http://schemas.openxmlformats.org/officeDocument/2006/relationships/image" Target="../media/image262.wmf"/><Relationship Id="rId1" Type="http://schemas.openxmlformats.org/officeDocument/2006/relationships/image" Target="../media/image253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4.wmf"/><Relationship Id="rId8" Type="http://schemas.openxmlformats.org/officeDocument/2006/relationships/image" Target="../media/image273.wmf"/><Relationship Id="rId7" Type="http://schemas.openxmlformats.org/officeDocument/2006/relationships/image" Target="../media/image272.wmf"/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0" Type="http://schemas.openxmlformats.org/officeDocument/2006/relationships/image" Target="../media/image275.wmf"/><Relationship Id="rId1" Type="http://schemas.openxmlformats.org/officeDocument/2006/relationships/image" Target="../media/image266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4.wmf"/><Relationship Id="rId8" Type="http://schemas.openxmlformats.org/officeDocument/2006/relationships/image" Target="../media/image283.emf"/><Relationship Id="rId7" Type="http://schemas.openxmlformats.org/officeDocument/2006/relationships/image" Target="../media/image282.wmf"/><Relationship Id="rId6" Type="http://schemas.openxmlformats.org/officeDocument/2006/relationships/image" Target="../media/image281.wmf"/><Relationship Id="rId5" Type="http://schemas.openxmlformats.org/officeDocument/2006/relationships/image" Target="../media/image280.wmf"/><Relationship Id="rId4" Type="http://schemas.openxmlformats.org/officeDocument/2006/relationships/image" Target="../media/image279.wmf"/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0" Type="http://schemas.openxmlformats.org/officeDocument/2006/relationships/image" Target="../media/image285.wmf"/><Relationship Id="rId1" Type="http://schemas.openxmlformats.org/officeDocument/2006/relationships/image" Target="../media/image276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9.wmf"/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9.wmf"/><Relationship Id="rId8" Type="http://schemas.openxmlformats.org/officeDocument/2006/relationships/image" Target="../media/image298.wmf"/><Relationship Id="rId7" Type="http://schemas.openxmlformats.org/officeDocument/2006/relationships/image" Target="../media/image297.wmf"/><Relationship Id="rId6" Type="http://schemas.openxmlformats.org/officeDocument/2006/relationships/image" Target="../media/image296.wmf"/><Relationship Id="rId5" Type="http://schemas.openxmlformats.org/officeDocument/2006/relationships/image" Target="../media/image295.wmf"/><Relationship Id="rId4" Type="http://schemas.openxmlformats.org/officeDocument/2006/relationships/image" Target="../media/image294.wmf"/><Relationship Id="rId3" Type="http://schemas.openxmlformats.org/officeDocument/2006/relationships/image" Target="../media/image293.wmf"/><Relationship Id="rId2" Type="http://schemas.openxmlformats.org/officeDocument/2006/relationships/image" Target="../media/image292.wmf"/><Relationship Id="rId18" Type="http://schemas.openxmlformats.org/officeDocument/2006/relationships/image" Target="../media/image308.wmf"/><Relationship Id="rId17" Type="http://schemas.openxmlformats.org/officeDocument/2006/relationships/image" Target="../media/image307.wmf"/><Relationship Id="rId16" Type="http://schemas.openxmlformats.org/officeDocument/2006/relationships/image" Target="../media/image306.wmf"/><Relationship Id="rId15" Type="http://schemas.openxmlformats.org/officeDocument/2006/relationships/image" Target="../media/image305.wmf"/><Relationship Id="rId14" Type="http://schemas.openxmlformats.org/officeDocument/2006/relationships/image" Target="../media/image304.wmf"/><Relationship Id="rId13" Type="http://schemas.openxmlformats.org/officeDocument/2006/relationships/image" Target="../media/image303.wmf"/><Relationship Id="rId12" Type="http://schemas.openxmlformats.org/officeDocument/2006/relationships/image" Target="../media/image302.wmf"/><Relationship Id="rId11" Type="http://schemas.openxmlformats.org/officeDocument/2006/relationships/image" Target="../media/image301.wmf"/><Relationship Id="rId10" Type="http://schemas.openxmlformats.org/officeDocument/2006/relationships/image" Target="../media/image300.wmf"/><Relationship Id="rId1" Type="http://schemas.openxmlformats.org/officeDocument/2006/relationships/image" Target="../media/image291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8.wmf"/><Relationship Id="rId8" Type="http://schemas.openxmlformats.org/officeDocument/2006/relationships/image" Target="../media/image317.wmf"/><Relationship Id="rId7" Type="http://schemas.openxmlformats.org/officeDocument/2006/relationships/image" Target="../media/image316.wmf"/><Relationship Id="rId6" Type="http://schemas.openxmlformats.org/officeDocument/2006/relationships/image" Target="../media/image315.wmf"/><Relationship Id="rId5" Type="http://schemas.openxmlformats.org/officeDocument/2006/relationships/image" Target="../media/image314.wmf"/><Relationship Id="rId4" Type="http://schemas.openxmlformats.org/officeDocument/2006/relationships/image" Target="../media/image313.wmf"/><Relationship Id="rId3" Type="http://schemas.openxmlformats.org/officeDocument/2006/relationships/image" Target="../media/image312.wmf"/><Relationship Id="rId27" Type="http://schemas.openxmlformats.org/officeDocument/2006/relationships/image" Target="../media/image336.emf"/><Relationship Id="rId26" Type="http://schemas.openxmlformats.org/officeDocument/2006/relationships/image" Target="../media/image335.emf"/><Relationship Id="rId25" Type="http://schemas.openxmlformats.org/officeDocument/2006/relationships/image" Target="../media/image334.emf"/><Relationship Id="rId24" Type="http://schemas.openxmlformats.org/officeDocument/2006/relationships/image" Target="../media/image333.emf"/><Relationship Id="rId23" Type="http://schemas.openxmlformats.org/officeDocument/2006/relationships/image" Target="../media/image332.wmf"/><Relationship Id="rId22" Type="http://schemas.openxmlformats.org/officeDocument/2006/relationships/image" Target="../media/image331.emf"/><Relationship Id="rId21" Type="http://schemas.openxmlformats.org/officeDocument/2006/relationships/image" Target="../media/image330.emf"/><Relationship Id="rId20" Type="http://schemas.openxmlformats.org/officeDocument/2006/relationships/image" Target="../media/image329.emf"/><Relationship Id="rId2" Type="http://schemas.openxmlformats.org/officeDocument/2006/relationships/image" Target="../media/image311.wmf"/><Relationship Id="rId19" Type="http://schemas.openxmlformats.org/officeDocument/2006/relationships/image" Target="../media/image328.emf"/><Relationship Id="rId18" Type="http://schemas.openxmlformats.org/officeDocument/2006/relationships/image" Target="../media/image327.wmf"/><Relationship Id="rId17" Type="http://schemas.openxmlformats.org/officeDocument/2006/relationships/image" Target="../media/image326.wmf"/><Relationship Id="rId16" Type="http://schemas.openxmlformats.org/officeDocument/2006/relationships/image" Target="../media/image325.wmf"/><Relationship Id="rId15" Type="http://schemas.openxmlformats.org/officeDocument/2006/relationships/image" Target="../media/image324.wmf"/><Relationship Id="rId14" Type="http://schemas.openxmlformats.org/officeDocument/2006/relationships/image" Target="../media/image323.wmf"/><Relationship Id="rId13" Type="http://schemas.openxmlformats.org/officeDocument/2006/relationships/image" Target="../media/image322.wmf"/><Relationship Id="rId12" Type="http://schemas.openxmlformats.org/officeDocument/2006/relationships/image" Target="../media/image321.wmf"/><Relationship Id="rId11" Type="http://schemas.openxmlformats.org/officeDocument/2006/relationships/image" Target="../media/image320.wmf"/><Relationship Id="rId10" Type="http://schemas.openxmlformats.org/officeDocument/2006/relationships/image" Target="../media/image319.wmf"/><Relationship Id="rId1" Type="http://schemas.openxmlformats.org/officeDocument/2006/relationships/image" Target="../media/image310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5.wmf"/><Relationship Id="rId8" Type="http://schemas.openxmlformats.org/officeDocument/2006/relationships/image" Target="../media/image344.wmf"/><Relationship Id="rId7" Type="http://schemas.openxmlformats.org/officeDocument/2006/relationships/image" Target="../media/image343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Relationship Id="rId3" Type="http://schemas.openxmlformats.org/officeDocument/2006/relationships/image" Target="../media/image339.wmf"/><Relationship Id="rId2" Type="http://schemas.openxmlformats.org/officeDocument/2006/relationships/image" Target="../media/image338.wmf"/><Relationship Id="rId12" Type="http://schemas.openxmlformats.org/officeDocument/2006/relationships/image" Target="../media/image348.wmf"/><Relationship Id="rId11" Type="http://schemas.openxmlformats.org/officeDocument/2006/relationships/image" Target="../media/image347.wmf"/><Relationship Id="rId10" Type="http://schemas.openxmlformats.org/officeDocument/2006/relationships/image" Target="../media/image346.wmf"/><Relationship Id="rId1" Type="http://schemas.openxmlformats.org/officeDocument/2006/relationships/image" Target="../media/image337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7.wmf"/><Relationship Id="rId8" Type="http://schemas.openxmlformats.org/officeDocument/2006/relationships/image" Target="../media/image356.wmf"/><Relationship Id="rId7" Type="http://schemas.openxmlformats.org/officeDocument/2006/relationships/image" Target="../media/image355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4" Type="http://schemas.openxmlformats.org/officeDocument/2006/relationships/image" Target="../media/image352.wmf"/><Relationship Id="rId3" Type="http://schemas.openxmlformats.org/officeDocument/2006/relationships/image" Target="../media/image351.wmf"/><Relationship Id="rId2" Type="http://schemas.openxmlformats.org/officeDocument/2006/relationships/image" Target="../media/image350.wmf"/><Relationship Id="rId10" Type="http://schemas.openxmlformats.org/officeDocument/2006/relationships/image" Target="../media/image358.wmf"/><Relationship Id="rId1" Type="http://schemas.openxmlformats.org/officeDocument/2006/relationships/image" Target="../media/image349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7.wmf"/><Relationship Id="rId8" Type="http://schemas.openxmlformats.org/officeDocument/2006/relationships/image" Target="../media/image366.wmf"/><Relationship Id="rId7" Type="http://schemas.openxmlformats.org/officeDocument/2006/relationships/image" Target="../media/image365.wmf"/><Relationship Id="rId6" Type="http://schemas.openxmlformats.org/officeDocument/2006/relationships/image" Target="../media/image364.wmf"/><Relationship Id="rId5" Type="http://schemas.openxmlformats.org/officeDocument/2006/relationships/image" Target="../media/image363.wmf"/><Relationship Id="rId4" Type="http://schemas.openxmlformats.org/officeDocument/2006/relationships/image" Target="../media/image362.wmf"/><Relationship Id="rId3" Type="http://schemas.openxmlformats.org/officeDocument/2006/relationships/image" Target="../media/image361.wmf"/><Relationship Id="rId2" Type="http://schemas.openxmlformats.org/officeDocument/2006/relationships/image" Target="../media/image360.wmf"/><Relationship Id="rId13" Type="http://schemas.openxmlformats.org/officeDocument/2006/relationships/image" Target="../media/image371.wmf"/><Relationship Id="rId12" Type="http://schemas.openxmlformats.org/officeDocument/2006/relationships/image" Target="../media/image370.wmf"/><Relationship Id="rId11" Type="http://schemas.openxmlformats.org/officeDocument/2006/relationships/image" Target="../media/image369.wmf"/><Relationship Id="rId10" Type="http://schemas.openxmlformats.org/officeDocument/2006/relationships/image" Target="../media/image368.wmf"/><Relationship Id="rId1" Type="http://schemas.openxmlformats.org/officeDocument/2006/relationships/image" Target="../media/image359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3.wmf"/><Relationship Id="rId1" Type="http://schemas.openxmlformats.org/officeDocument/2006/relationships/image" Target="../media/image372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6" Type="http://schemas.openxmlformats.org/officeDocument/2006/relationships/vmlDrawing" Target="../drawings/vmlDrawing1.vml"/><Relationship Id="rId45" Type="http://schemas.openxmlformats.org/officeDocument/2006/relationships/slideLayout" Target="../slideLayouts/slideLayout18.xml"/><Relationship Id="rId44" Type="http://schemas.openxmlformats.org/officeDocument/2006/relationships/image" Target="../media/image22.wmf"/><Relationship Id="rId43" Type="http://schemas.openxmlformats.org/officeDocument/2006/relationships/oleObject" Target="../embeddings/oleObject22.bin"/><Relationship Id="rId42" Type="http://schemas.openxmlformats.org/officeDocument/2006/relationships/image" Target="../media/image21.wmf"/><Relationship Id="rId41" Type="http://schemas.openxmlformats.org/officeDocument/2006/relationships/oleObject" Target="../embeddings/oleObject21.bin"/><Relationship Id="rId40" Type="http://schemas.openxmlformats.org/officeDocument/2006/relationships/image" Target="../media/image20.wmf"/><Relationship Id="rId4" Type="http://schemas.openxmlformats.org/officeDocument/2006/relationships/image" Target="../media/image2.wmf"/><Relationship Id="rId39" Type="http://schemas.openxmlformats.org/officeDocument/2006/relationships/oleObject" Target="../embeddings/oleObject20.bin"/><Relationship Id="rId38" Type="http://schemas.openxmlformats.org/officeDocument/2006/relationships/image" Target="../media/image19.wmf"/><Relationship Id="rId37" Type="http://schemas.openxmlformats.org/officeDocument/2006/relationships/oleObject" Target="../embeddings/oleObject19.bin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8.bin"/><Relationship Id="rId34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4.wmf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18.xml"/><Relationship Id="rId3" Type="http://schemas.openxmlformats.org/officeDocument/2006/relationships/oleObject" Target="../embeddings/oleObject24.bin"/><Relationship Id="rId29" Type="http://schemas.openxmlformats.org/officeDocument/2006/relationships/image" Target="../media/image9.wmf"/><Relationship Id="rId28" Type="http://schemas.openxmlformats.org/officeDocument/2006/relationships/oleObject" Target="../embeddings/oleObject37.bin"/><Relationship Id="rId27" Type="http://schemas.openxmlformats.org/officeDocument/2006/relationships/image" Target="../media/image8.wmf"/><Relationship Id="rId26" Type="http://schemas.openxmlformats.org/officeDocument/2006/relationships/oleObject" Target="../embeddings/oleObject36.bin"/><Relationship Id="rId25" Type="http://schemas.openxmlformats.org/officeDocument/2006/relationships/image" Target="../media/image7.wmf"/><Relationship Id="rId24" Type="http://schemas.openxmlformats.org/officeDocument/2006/relationships/oleObject" Target="../embeddings/oleObject35.bin"/><Relationship Id="rId23" Type="http://schemas.openxmlformats.org/officeDocument/2006/relationships/image" Target="../media/image33.wmf"/><Relationship Id="rId22" Type="http://schemas.openxmlformats.org/officeDocument/2006/relationships/oleObject" Target="../embeddings/oleObject34.bin"/><Relationship Id="rId21" Type="http://schemas.openxmlformats.org/officeDocument/2006/relationships/image" Target="../media/image32.wmf"/><Relationship Id="rId20" Type="http://schemas.openxmlformats.org/officeDocument/2006/relationships/oleObject" Target="../embeddings/oleObject33.bin"/><Relationship Id="rId2" Type="http://schemas.openxmlformats.org/officeDocument/2006/relationships/image" Target="../media/image23.wmf"/><Relationship Id="rId19" Type="http://schemas.openxmlformats.org/officeDocument/2006/relationships/image" Target="../media/image31.wmf"/><Relationship Id="rId18" Type="http://schemas.openxmlformats.org/officeDocument/2006/relationships/oleObject" Target="../embeddings/oleObject32.bin"/><Relationship Id="rId17" Type="http://schemas.openxmlformats.org/officeDocument/2006/relationships/oleObject" Target="../embeddings/oleObject31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5.wmf"/><Relationship Id="rId36" Type="http://schemas.openxmlformats.org/officeDocument/2006/relationships/vmlDrawing" Target="../drawings/vmlDrawing3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50.emf"/><Relationship Id="rId33" Type="http://schemas.openxmlformats.org/officeDocument/2006/relationships/oleObject" Target="../embeddings/oleObject54.bin"/><Relationship Id="rId32" Type="http://schemas.openxmlformats.org/officeDocument/2006/relationships/image" Target="../media/image49.wmf"/><Relationship Id="rId31" Type="http://schemas.openxmlformats.org/officeDocument/2006/relationships/oleObject" Target="../embeddings/oleObject53.bin"/><Relationship Id="rId30" Type="http://schemas.openxmlformats.org/officeDocument/2006/relationships/image" Target="../media/image48.wmf"/><Relationship Id="rId3" Type="http://schemas.openxmlformats.org/officeDocument/2006/relationships/oleObject" Target="../embeddings/oleObject39.bin"/><Relationship Id="rId29" Type="http://schemas.openxmlformats.org/officeDocument/2006/relationships/oleObject" Target="../embeddings/oleObject52.bin"/><Relationship Id="rId28" Type="http://schemas.openxmlformats.org/officeDocument/2006/relationships/image" Target="../media/image47.wmf"/><Relationship Id="rId27" Type="http://schemas.openxmlformats.org/officeDocument/2006/relationships/oleObject" Target="../embeddings/oleObject51.bin"/><Relationship Id="rId26" Type="http://schemas.openxmlformats.org/officeDocument/2006/relationships/image" Target="../media/image46.wmf"/><Relationship Id="rId25" Type="http://schemas.openxmlformats.org/officeDocument/2006/relationships/oleObject" Target="../embeddings/oleObject50.bin"/><Relationship Id="rId24" Type="http://schemas.openxmlformats.org/officeDocument/2006/relationships/image" Target="../media/image45.wmf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8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54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56.bin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60.wmf"/><Relationship Id="rId2" Type="http://schemas.openxmlformats.org/officeDocument/2006/relationships/image" Target="../media/image51.wmf"/><Relationship Id="rId19" Type="http://schemas.openxmlformats.org/officeDocument/2006/relationships/oleObject" Target="../embeddings/oleObject64.bin"/><Relationship Id="rId18" Type="http://schemas.openxmlformats.org/officeDocument/2006/relationships/image" Target="../media/image59.emf"/><Relationship Id="rId17" Type="http://schemas.openxmlformats.org/officeDocument/2006/relationships/oleObject" Target="../embeddings/oleObject63.bin"/><Relationship Id="rId16" Type="http://schemas.openxmlformats.org/officeDocument/2006/relationships/image" Target="../media/image58.emf"/><Relationship Id="rId15" Type="http://schemas.openxmlformats.org/officeDocument/2006/relationships/oleObject" Target="../embeddings/oleObject62.bin"/><Relationship Id="rId14" Type="http://schemas.openxmlformats.org/officeDocument/2006/relationships/image" Target="../media/image57.e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56.e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55.emf"/><Relationship Id="rId1" Type="http://schemas.openxmlformats.org/officeDocument/2006/relationships/oleObject" Target="../embeddings/oleObject5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61.wmf"/><Relationship Id="rId18" Type="http://schemas.openxmlformats.org/officeDocument/2006/relationships/vmlDrawing" Target="../drawings/vmlDrawing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67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6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74.bin"/><Relationship Id="rId22" Type="http://schemas.openxmlformats.org/officeDocument/2006/relationships/vmlDrawing" Target="../drawings/vmlDrawing6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78.wmf"/><Relationship Id="rId2" Type="http://schemas.openxmlformats.org/officeDocument/2006/relationships/image" Target="../media/image69.wmf"/><Relationship Id="rId19" Type="http://schemas.openxmlformats.org/officeDocument/2006/relationships/oleObject" Target="../embeddings/oleObject82.bin"/><Relationship Id="rId18" Type="http://schemas.openxmlformats.org/officeDocument/2006/relationships/image" Target="../media/image77.wmf"/><Relationship Id="rId17" Type="http://schemas.openxmlformats.org/officeDocument/2006/relationships/oleObject" Target="../embeddings/oleObject81.bin"/><Relationship Id="rId16" Type="http://schemas.openxmlformats.org/officeDocument/2006/relationships/image" Target="../media/image76.wmf"/><Relationship Id="rId15" Type="http://schemas.openxmlformats.org/officeDocument/2006/relationships/oleObject" Target="../embeddings/oleObject80.bin"/><Relationship Id="rId14" Type="http://schemas.openxmlformats.org/officeDocument/2006/relationships/image" Target="../media/image75.wmf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7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0.wmf"/><Relationship Id="rId34" Type="http://schemas.openxmlformats.org/officeDocument/2006/relationships/vmlDrawing" Target="../drawings/vmlDrawing7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94.wmf"/><Relationship Id="rId31" Type="http://schemas.openxmlformats.org/officeDocument/2006/relationships/oleObject" Target="../embeddings/oleObject98.bin"/><Relationship Id="rId30" Type="http://schemas.openxmlformats.org/officeDocument/2006/relationships/image" Target="../media/image93.wmf"/><Relationship Id="rId3" Type="http://schemas.openxmlformats.org/officeDocument/2006/relationships/oleObject" Target="../embeddings/oleObject84.bin"/><Relationship Id="rId29" Type="http://schemas.openxmlformats.org/officeDocument/2006/relationships/oleObject" Target="../embeddings/oleObject97.bin"/><Relationship Id="rId28" Type="http://schemas.openxmlformats.org/officeDocument/2006/relationships/image" Target="../media/image92.wmf"/><Relationship Id="rId27" Type="http://schemas.openxmlformats.org/officeDocument/2006/relationships/oleObject" Target="../embeddings/oleObject96.bin"/><Relationship Id="rId26" Type="http://schemas.openxmlformats.org/officeDocument/2006/relationships/image" Target="../media/image91.wmf"/><Relationship Id="rId25" Type="http://schemas.openxmlformats.org/officeDocument/2006/relationships/oleObject" Target="../embeddings/oleObject95.bin"/><Relationship Id="rId24" Type="http://schemas.openxmlformats.org/officeDocument/2006/relationships/image" Target="../media/image90.wmf"/><Relationship Id="rId23" Type="http://schemas.openxmlformats.org/officeDocument/2006/relationships/oleObject" Target="../embeddings/oleObject94.bin"/><Relationship Id="rId22" Type="http://schemas.openxmlformats.org/officeDocument/2006/relationships/image" Target="../media/image89.wmf"/><Relationship Id="rId21" Type="http://schemas.openxmlformats.org/officeDocument/2006/relationships/oleObject" Target="../embeddings/oleObject93.bin"/><Relationship Id="rId20" Type="http://schemas.openxmlformats.org/officeDocument/2006/relationships/image" Target="../media/image88.wmf"/><Relationship Id="rId2" Type="http://schemas.openxmlformats.org/officeDocument/2006/relationships/image" Target="../media/image79.wmf"/><Relationship Id="rId19" Type="http://schemas.openxmlformats.org/officeDocument/2006/relationships/oleObject" Target="../embeddings/oleObject92.bin"/><Relationship Id="rId18" Type="http://schemas.openxmlformats.org/officeDocument/2006/relationships/image" Target="../media/image87.wmf"/><Relationship Id="rId17" Type="http://schemas.openxmlformats.org/officeDocument/2006/relationships/oleObject" Target="../embeddings/oleObject91.bin"/><Relationship Id="rId16" Type="http://schemas.openxmlformats.org/officeDocument/2006/relationships/image" Target="../media/image86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8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98.wmf"/><Relationship Id="rId7" Type="http://schemas.openxmlformats.org/officeDocument/2006/relationships/oleObject" Target="../embeddings/oleObject101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6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95.e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Document1.doc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03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9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07.wmf"/><Relationship Id="rId17" Type="http://schemas.openxmlformats.org/officeDocument/2006/relationships/oleObject" Target="../embeddings/oleObject110.bin"/><Relationship Id="rId16" Type="http://schemas.openxmlformats.org/officeDocument/2006/relationships/image" Target="../media/image106.wmf"/><Relationship Id="rId15" Type="http://schemas.openxmlformats.org/officeDocument/2006/relationships/oleObject" Target="../embeddings/oleObject109.bin"/><Relationship Id="rId14" Type="http://schemas.openxmlformats.org/officeDocument/2006/relationships/image" Target="../media/image105.w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10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5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14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12.bin"/><Relationship Id="rId28" Type="http://schemas.openxmlformats.org/officeDocument/2006/relationships/vmlDrawing" Target="../drawings/vmlDrawing10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20.wmf"/><Relationship Id="rId25" Type="http://schemas.openxmlformats.org/officeDocument/2006/relationships/oleObject" Target="../embeddings/oleObject123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122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121.bin"/><Relationship Id="rId20" Type="http://schemas.openxmlformats.org/officeDocument/2006/relationships/image" Target="../media/image117.wmf"/><Relationship Id="rId2" Type="http://schemas.openxmlformats.org/officeDocument/2006/relationships/image" Target="../media/image108.wmf"/><Relationship Id="rId19" Type="http://schemas.openxmlformats.org/officeDocument/2006/relationships/oleObject" Target="../embeddings/oleObject120.bin"/><Relationship Id="rId18" Type="http://schemas.openxmlformats.org/officeDocument/2006/relationships/image" Target="../media/image116.wmf"/><Relationship Id="rId17" Type="http://schemas.openxmlformats.org/officeDocument/2006/relationships/oleObject" Target="../embeddings/oleObject119.bin"/><Relationship Id="rId16" Type="http://schemas.openxmlformats.org/officeDocument/2006/relationships/image" Target="../media/image115.wmf"/><Relationship Id="rId15" Type="http://schemas.openxmlformats.org/officeDocument/2006/relationships/oleObject" Target="../embeddings/oleObject118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117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16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1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8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2.wmf"/><Relationship Id="rId38" Type="http://schemas.openxmlformats.org/officeDocument/2006/relationships/vmlDrawing" Target="../drawings/vmlDrawing11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38.wmf"/><Relationship Id="rId35" Type="http://schemas.openxmlformats.org/officeDocument/2006/relationships/oleObject" Target="../embeddings/oleObject141.bin"/><Relationship Id="rId34" Type="http://schemas.openxmlformats.org/officeDocument/2006/relationships/image" Target="../media/image137.wmf"/><Relationship Id="rId33" Type="http://schemas.openxmlformats.org/officeDocument/2006/relationships/oleObject" Target="../embeddings/oleObject140.bin"/><Relationship Id="rId32" Type="http://schemas.openxmlformats.org/officeDocument/2006/relationships/image" Target="../media/image136.wmf"/><Relationship Id="rId31" Type="http://schemas.openxmlformats.org/officeDocument/2006/relationships/oleObject" Target="../embeddings/oleObject139.bin"/><Relationship Id="rId30" Type="http://schemas.openxmlformats.org/officeDocument/2006/relationships/image" Target="../media/image135.wmf"/><Relationship Id="rId3" Type="http://schemas.openxmlformats.org/officeDocument/2006/relationships/oleObject" Target="../embeddings/oleObject125.bin"/><Relationship Id="rId29" Type="http://schemas.openxmlformats.org/officeDocument/2006/relationships/oleObject" Target="../embeddings/oleObject138.bin"/><Relationship Id="rId28" Type="http://schemas.openxmlformats.org/officeDocument/2006/relationships/image" Target="../media/image134.wmf"/><Relationship Id="rId27" Type="http://schemas.openxmlformats.org/officeDocument/2006/relationships/oleObject" Target="../embeddings/oleObject137.bin"/><Relationship Id="rId26" Type="http://schemas.openxmlformats.org/officeDocument/2006/relationships/image" Target="../media/image133.wmf"/><Relationship Id="rId25" Type="http://schemas.openxmlformats.org/officeDocument/2006/relationships/oleObject" Target="../embeddings/oleObject136.bin"/><Relationship Id="rId24" Type="http://schemas.openxmlformats.org/officeDocument/2006/relationships/image" Target="../media/image132.wmf"/><Relationship Id="rId23" Type="http://schemas.openxmlformats.org/officeDocument/2006/relationships/oleObject" Target="../embeddings/oleObject135.bin"/><Relationship Id="rId22" Type="http://schemas.openxmlformats.org/officeDocument/2006/relationships/image" Target="../media/image131.wmf"/><Relationship Id="rId21" Type="http://schemas.openxmlformats.org/officeDocument/2006/relationships/oleObject" Target="../embeddings/oleObject134.bin"/><Relationship Id="rId20" Type="http://schemas.openxmlformats.org/officeDocument/2006/relationships/image" Target="../media/image130.wmf"/><Relationship Id="rId2" Type="http://schemas.openxmlformats.org/officeDocument/2006/relationships/image" Target="../media/image121.wmf"/><Relationship Id="rId19" Type="http://schemas.openxmlformats.org/officeDocument/2006/relationships/oleObject" Target="../embeddings/oleObject133.bin"/><Relationship Id="rId18" Type="http://schemas.openxmlformats.org/officeDocument/2006/relationships/image" Target="../media/image129.wmf"/><Relationship Id="rId17" Type="http://schemas.openxmlformats.org/officeDocument/2006/relationships/oleObject" Target="../embeddings/oleObject132.bin"/><Relationship Id="rId16" Type="http://schemas.openxmlformats.org/officeDocument/2006/relationships/image" Target="../media/image128.wmf"/><Relationship Id="rId15" Type="http://schemas.openxmlformats.org/officeDocument/2006/relationships/oleObject" Target="../embeddings/oleObject131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30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29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2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6.bin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145.bin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43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13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47.wmf"/><Relationship Id="rId17" Type="http://schemas.openxmlformats.org/officeDocument/2006/relationships/oleObject" Target="../embeddings/oleObject150.bin"/><Relationship Id="rId16" Type="http://schemas.openxmlformats.org/officeDocument/2006/relationships/image" Target="../media/image146.wmf"/><Relationship Id="rId15" Type="http://schemas.openxmlformats.org/officeDocument/2006/relationships/oleObject" Target="../embeddings/oleObject149.bin"/><Relationship Id="rId14" Type="http://schemas.openxmlformats.org/officeDocument/2006/relationships/image" Target="../media/image145.wmf"/><Relationship Id="rId13" Type="http://schemas.openxmlformats.org/officeDocument/2006/relationships/oleObject" Target="../embeddings/oleObject148.bin"/><Relationship Id="rId12" Type="http://schemas.openxmlformats.org/officeDocument/2006/relationships/image" Target="../media/image144.wmf"/><Relationship Id="rId11" Type="http://schemas.openxmlformats.org/officeDocument/2006/relationships/oleObject" Target="../embeddings/oleObject147.bin"/><Relationship Id="rId10" Type="http://schemas.openxmlformats.org/officeDocument/2006/relationships/image" Target="../media/image143.wmf"/><Relationship Id="rId1" Type="http://schemas.openxmlformats.org/officeDocument/2006/relationships/oleObject" Target="../embeddings/oleObject14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151.w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50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52.bin"/><Relationship Id="rId28" Type="http://schemas.openxmlformats.org/officeDocument/2006/relationships/vmlDrawing" Target="../drawings/vmlDrawing13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60.wmf"/><Relationship Id="rId25" Type="http://schemas.openxmlformats.org/officeDocument/2006/relationships/oleObject" Target="../embeddings/oleObject163.bin"/><Relationship Id="rId24" Type="http://schemas.openxmlformats.org/officeDocument/2006/relationships/image" Target="../media/image159.wmf"/><Relationship Id="rId23" Type="http://schemas.openxmlformats.org/officeDocument/2006/relationships/oleObject" Target="../embeddings/oleObject162.bin"/><Relationship Id="rId22" Type="http://schemas.openxmlformats.org/officeDocument/2006/relationships/image" Target="../media/image158.wmf"/><Relationship Id="rId21" Type="http://schemas.openxmlformats.org/officeDocument/2006/relationships/oleObject" Target="../embeddings/oleObject161.bin"/><Relationship Id="rId20" Type="http://schemas.openxmlformats.org/officeDocument/2006/relationships/image" Target="../media/image157.wmf"/><Relationship Id="rId2" Type="http://schemas.openxmlformats.org/officeDocument/2006/relationships/image" Target="../media/image148.wmf"/><Relationship Id="rId19" Type="http://schemas.openxmlformats.org/officeDocument/2006/relationships/oleObject" Target="../embeddings/oleObject160.bin"/><Relationship Id="rId18" Type="http://schemas.openxmlformats.org/officeDocument/2006/relationships/image" Target="../media/image156.wmf"/><Relationship Id="rId17" Type="http://schemas.openxmlformats.org/officeDocument/2006/relationships/oleObject" Target="../embeddings/oleObject159.bin"/><Relationship Id="rId16" Type="http://schemas.openxmlformats.org/officeDocument/2006/relationships/image" Target="../media/image155.wmf"/><Relationship Id="rId15" Type="http://schemas.openxmlformats.org/officeDocument/2006/relationships/oleObject" Target="../embeddings/oleObject158.bin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57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52.wmf"/><Relationship Id="rId1" Type="http://schemas.openxmlformats.org/officeDocument/2006/relationships/oleObject" Target="../embeddings/oleObject151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8.bin"/><Relationship Id="rId8" Type="http://schemas.openxmlformats.org/officeDocument/2006/relationships/image" Target="../media/image164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62.wmf"/><Relationship Id="rId30" Type="http://schemas.openxmlformats.org/officeDocument/2006/relationships/vmlDrawing" Target="../drawings/vmlDrawing14.vml"/><Relationship Id="rId3" Type="http://schemas.openxmlformats.org/officeDocument/2006/relationships/oleObject" Target="../embeddings/oleObject165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74.wmf"/><Relationship Id="rId27" Type="http://schemas.openxmlformats.org/officeDocument/2006/relationships/oleObject" Target="../embeddings/oleObject177.bin"/><Relationship Id="rId26" Type="http://schemas.openxmlformats.org/officeDocument/2006/relationships/image" Target="../media/image173.wmf"/><Relationship Id="rId25" Type="http://schemas.openxmlformats.org/officeDocument/2006/relationships/oleObject" Target="../embeddings/oleObject176.bin"/><Relationship Id="rId24" Type="http://schemas.openxmlformats.org/officeDocument/2006/relationships/image" Target="../media/image172.wmf"/><Relationship Id="rId23" Type="http://schemas.openxmlformats.org/officeDocument/2006/relationships/oleObject" Target="../embeddings/oleObject175.bin"/><Relationship Id="rId22" Type="http://schemas.openxmlformats.org/officeDocument/2006/relationships/image" Target="../media/image171.wmf"/><Relationship Id="rId21" Type="http://schemas.openxmlformats.org/officeDocument/2006/relationships/oleObject" Target="../embeddings/oleObject174.bin"/><Relationship Id="rId20" Type="http://schemas.openxmlformats.org/officeDocument/2006/relationships/image" Target="../media/image170.wmf"/><Relationship Id="rId2" Type="http://schemas.openxmlformats.org/officeDocument/2006/relationships/image" Target="../media/image161.wmf"/><Relationship Id="rId19" Type="http://schemas.openxmlformats.org/officeDocument/2006/relationships/oleObject" Target="../embeddings/oleObject173.bin"/><Relationship Id="rId18" Type="http://schemas.openxmlformats.org/officeDocument/2006/relationships/image" Target="../media/image169.wmf"/><Relationship Id="rId17" Type="http://schemas.openxmlformats.org/officeDocument/2006/relationships/oleObject" Target="../embeddings/oleObject172.bin"/><Relationship Id="rId16" Type="http://schemas.openxmlformats.org/officeDocument/2006/relationships/image" Target="../media/image168.wmf"/><Relationship Id="rId15" Type="http://schemas.openxmlformats.org/officeDocument/2006/relationships/oleObject" Target="../embeddings/oleObject171.bin"/><Relationship Id="rId14" Type="http://schemas.openxmlformats.org/officeDocument/2006/relationships/image" Target="../media/image167.wmf"/><Relationship Id="rId13" Type="http://schemas.openxmlformats.org/officeDocument/2006/relationships/oleObject" Target="../embeddings/oleObject170.bin"/><Relationship Id="rId12" Type="http://schemas.openxmlformats.org/officeDocument/2006/relationships/image" Target="../media/image166.wmf"/><Relationship Id="rId11" Type="http://schemas.openxmlformats.org/officeDocument/2006/relationships/oleObject" Target="../embeddings/oleObject169.bin"/><Relationship Id="rId10" Type="http://schemas.openxmlformats.org/officeDocument/2006/relationships/image" Target="../media/image165.wmf"/><Relationship Id="rId1" Type="http://schemas.openxmlformats.org/officeDocument/2006/relationships/oleObject" Target="../embeddings/oleObject16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78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76.wmf"/><Relationship Id="rId3" Type="http://schemas.openxmlformats.org/officeDocument/2006/relationships/oleObject" Target="../embeddings/oleObject179.bin"/><Relationship Id="rId2" Type="http://schemas.openxmlformats.org/officeDocument/2006/relationships/image" Target="../media/image175.wmf"/><Relationship Id="rId18" Type="http://schemas.openxmlformats.org/officeDocument/2006/relationships/vmlDrawing" Target="../drawings/vmlDrawing1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82.wmf"/><Relationship Id="rId15" Type="http://schemas.openxmlformats.org/officeDocument/2006/relationships/oleObject" Target="../embeddings/oleObject185.bin"/><Relationship Id="rId14" Type="http://schemas.openxmlformats.org/officeDocument/2006/relationships/image" Target="../media/image181.wmf"/><Relationship Id="rId13" Type="http://schemas.openxmlformats.org/officeDocument/2006/relationships/oleObject" Target="../embeddings/oleObject184.bin"/><Relationship Id="rId12" Type="http://schemas.openxmlformats.org/officeDocument/2006/relationships/image" Target="../media/image180.wmf"/><Relationship Id="rId11" Type="http://schemas.openxmlformats.org/officeDocument/2006/relationships/oleObject" Target="../embeddings/oleObject183.bin"/><Relationship Id="rId10" Type="http://schemas.openxmlformats.org/officeDocument/2006/relationships/image" Target="../media/image179.wmf"/><Relationship Id="rId1" Type="http://schemas.openxmlformats.org/officeDocument/2006/relationships/oleObject" Target="../embeddings/oleObject17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0.bin"/><Relationship Id="rId8" Type="http://schemas.openxmlformats.org/officeDocument/2006/relationships/image" Target="../media/image186.wmf"/><Relationship Id="rId7" Type="http://schemas.openxmlformats.org/officeDocument/2006/relationships/oleObject" Target="../embeddings/oleObject189.bin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187.bin"/><Relationship Id="rId2" Type="http://schemas.openxmlformats.org/officeDocument/2006/relationships/image" Target="../media/image183.wmf"/><Relationship Id="rId18" Type="http://schemas.openxmlformats.org/officeDocument/2006/relationships/vmlDrawing" Target="../drawings/vmlDrawing16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90.wmf"/><Relationship Id="rId15" Type="http://schemas.openxmlformats.org/officeDocument/2006/relationships/oleObject" Target="../embeddings/oleObject193.bin"/><Relationship Id="rId14" Type="http://schemas.openxmlformats.org/officeDocument/2006/relationships/image" Target="../media/image189.wmf"/><Relationship Id="rId13" Type="http://schemas.openxmlformats.org/officeDocument/2006/relationships/oleObject" Target="../embeddings/oleObject192.bin"/><Relationship Id="rId12" Type="http://schemas.openxmlformats.org/officeDocument/2006/relationships/image" Target="../media/image188.wmf"/><Relationship Id="rId11" Type="http://schemas.openxmlformats.org/officeDocument/2006/relationships/oleObject" Target="../embeddings/oleObject191.bin"/><Relationship Id="rId10" Type="http://schemas.openxmlformats.org/officeDocument/2006/relationships/image" Target="../media/image187.wmf"/><Relationship Id="rId1" Type="http://schemas.openxmlformats.org/officeDocument/2006/relationships/oleObject" Target="../embeddings/oleObject18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8.bin"/><Relationship Id="rId8" Type="http://schemas.openxmlformats.org/officeDocument/2006/relationships/image" Target="../media/image194.w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92.wmf"/><Relationship Id="rId3" Type="http://schemas.openxmlformats.org/officeDocument/2006/relationships/oleObject" Target="../embeddings/oleObject195.bin"/><Relationship Id="rId24" Type="http://schemas.openxmlformats.org/officeDocument/2006/relationships/vmlDrawing" Target="../drawings/vmlDrawing17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01.wmf"/><Relationship Id="rId21" Type="http://schemas.openxmlformats.org/officeDocument/2006/relationships/oleObject" Target="../embeddings/oleObject204.bin"/><Relationship Id="rId20" Type="http://schemas.openxmlformats.org/officeDocument/2006/relationships/image" Target="../media/image200.wmf"/><Relationship Id="rId2" Type="http://schemas.openxmlformats.org/officeDocument/2006/relationships/image" Target="../media/image191.wmf"/><Relationship Id="rId19" Type="http://schemas.openxmlformats.org/officeDocument/2006/relationships/oleObject" Target="../embeddings/oleObject203.bin"/><Relationship Id="rId18" Type="http://schemas.openxmlformats.org/officeDocument/2006/relationships/image" Target="../media/image199.wmf"/><Relationship Id="rId17" Type="http://schemas.openxmlformats.org/officeDocument/2006/relationships/oleObject" Target="../embeddings/oleObject202.bin"/><Relationship Id="rId16" Type="http://schemas.openxmlformats.org/officeDocument/2006/relationships/image" Target="../media/image198.wmf"/><Relationship Id="rId15" Type="http://schemas.openxmlformats.org/officeDocument/2006/relationships/oleObject" Target="../embeddings/oleObject201.bin"/><Relationship Id="rId14" Type="http://schemas.openxmlformats.org/officeDocument/2006/relationships/image" Target="../media/image197.wmf"/><Relationship Id="rId13" Type="http://schemas.openxmlformats.org/officeDocument/2006/relationships/oleObject" Target="../embeddings/oleObject200.bin"/><Relationship Id="rId12" Type="http://schemas.openxmlformats.org/officeDocument/2006/relationships/image" Target="../media/image196.wmf"/><Relationship Id="rId11" Type="http://schemas.openxmlformats.org/officeDocument/2006/relationships/oleObject" Target="../embeddings/oleObject199.bin"/><Relationship Id="rId10" Type="http://schemas.openxmlformats.org/officeDocument/2006/relationships/image" Target="../media/image195.wmf"/><Relationship Id="rId1" Type="http://schemas.openxmlformats.org/officeDocument/2006/relationships/oleObject" Target="../embeddings/oleObject194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204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203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02.wmf"/><Relationship Id="rId3" Type="http://schemas.openxmlformats.org/officeDocument/2006/relationships/oleObject" Target="../embeddings/oleObject206.bin"/><Relationship Id="rId22" Type="http://schemas.openxmlformats.org/officeDocument/2006/relationships/vmlDrawing" Target="../drawings/vmlDrawing18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10.wmf"/><Relationship Id="rId2" Type="http://schemas.openxmlformats.org/officeDocument/2006/relationships/image" Target="../media/image186.wmf"/><Relationship Id="rId19" Type="http://schemas.openxmlformats.org/officeDocument/2006/relationships/oleObject" Target="../embeddings/oleObject214.bin"/><Relationship Id="rId18" Type="http://schemas.openxmlformats.org/officeDocument/2006/relationships/image" Target="../media/image209.wmf"/><Relationship Id="rId17" Type="http://schemas.openxmlformats.org/officeDocument/2006/relationships/oleObject" Target="../embeddings/oleObject213.bin"/><Relationship Id="rId16" Type="http://schemas.openxmlformats.org/officeDocument/2006/relationships/image" Target="../media/image208.wmf"/><Relationship Id="rId15" Type="http://schemas.openxmlformats.org/officeDocument/2006/relationships/oleObject" Target="../embeddings/oleObject212.bin"/><Relationship Id="rId14" Type="http://schemas.openxmlformats.org/officeDocument/2006/relationships/image" Target="../media/image207.wmf"/><Relationship Id="rId13" Type="http://schemas.openxmlformats.org/officeDocument/2006/relationships/oleObject" Target="../embeddings/oleObject211.bin"/><Relationship Id="rId12" Type="http://schemas.openxmlformats.org/officeDocument/2006/relationships/image" Target="../media/image206.wmf"/><Relationship Id="rId11" Type="http://schemas.openxmlformats.org/officeDocument/2006/relationships/oleObject" Target="../embeddings/oleObject210.bin"/><Relationship Id="rId10" Type="http://schemas.openxmlformats.org/officeDocument/2006/relationships/image" Target="../media/image205.wmf"/><Relationship Id="rId1" Type="http://schemas.openxmlformats.org/officeDocument/2006/relationships/oleObject" Target="../embeddings/oleObject205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9.bin"/><Relationship Id="rId8" Type="http://schemas.openxmlformats.org/officeDocument/2006/relationships/image" Target="../media/image214.wmf"/><Relationship Id="rId7" Type="http://schemas.openxmlformats.org/officeDocument/2006/relationships/oleObject" Target="../embeddings/oleObject218.bin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17.bin"/><Relationship Id="rId4" Type="http://schemas.openxmlformats.org/officeDocument/2006/relationships/image" Target="../media/image212.wmf"/><Relationship Id="rId3" Type="http://schemas.openxmlformats.org/officeDocument/2006/relationships/oleObject" Target="../embeddings/oleObject216.bin"/><Relationship Id="rId26" Type="http://schemas.openxmlformats.org/officeDocument/2006/relationships/vmlDrawing" Target="../drawings/vmlDrawing19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22.wmf"/><Relationship Id="rId23" Type="http://schemas.openxmlformats.org/officeDocument/2006/relationships/oleObject" Target="../embeddings/oleObject226.bin"/><Relationship Id="rId22" Type="http://schemas.openxmlformats.org/officeDocument/2006/relationships/image" Target="../media/image221.wmf"/><Relationship Id="rId21" Type="http://schemas.openxmlformats.org/officeDocument/2006/relationships/oleObject" Target="../embeddings/oleObject225.bin"/><Relationship Id="rId20" Type="http://schemas.openxmlformats.org/officeDocument/2006/relationships/image" Target="../media/image220.wmf"/><Relationship Id="rId2" Type="http://schemas.openxmlformats.org/officeDocument/2006/relationships/image" Target="../media/image211.wmf"/><Relationship Id="rId19" Type="http://schemas.openxmlformats.org/officeDocument/2006/relationships/oleObject" Target="../embeddings/oleObject224.bin"/><Relationship Id="rId18" Type="http://schemas.openxmlformats.org/officeDocument/2006/relationships/image" Target="../media/image219.wmf"/><Relationship Id="rId17" Type="http://schemas.openxmlformats.org/officeDocument/2006/relationships/oleObject" Target="../embeddings/oleObject223.bin"/><Relationship Id="rId16" Type="http://schemas.openxmlformats.org/officeDocument/2006/relationships/image" Target="../media/image218.wmf"/><Relationship Id="rId15" Type="http://schemas.openxmlformats.org/officeDocument/2006/relationships/oleObject" Target="../embeddings/oleObject222.bin"/><Relationship Id="rId14" Type="http://schemas.openxmlformats.org/officeDocument/2006/relationships/image" Target="../media/image217.wmf"/><Relationship Id="rId13" Type="http://schemas.openxmlformats.org/officeDocument/2006/relationships/oleObject" Target="../embeddings/oleObject221.bin"/><Relationship Id="rId12" Type="http://schemas.openxmlformats.org/officeDocument/2006/relationships/image" Target="../media/image216.wmf"/><Relationship Id="rId11" Type="http://schemas.openxmlformats.org/officeDocument/2006/relationships/oleObject" Target="../embeddings/oleObject220.bin"/><Relationship Id="rId10" Type="http://schemas.openxmlformats.org/officeDocument/2006/relationships/image" Target="../media/image215.wmf"/><Relationship Id="rId1" Type="http://schemas.openxmlformats.org/officeDocument/2006/relationships/oleObject" Target="../embeddings/oleObject215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5.wmf"/><Relationship Id="rId8" Type="http://schemas.openxmlformats.org/officeDocument/2006/relationships/oleObject" Target="../embeddings/oleObject230.bin"/><Relationship Id="rId7" Type="http://schemas.openxmlformats.org/officeDocument/2006/relationships/image" Target="../media/image224.wmf"/><Relationship Id="rId6" Type="http://schemas.openxmlformats.org/officeDocument/2006/relationships/oleObject" Target="../embeddings/oleObject229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228.bin"/><Relationship Id="rId3" Type="http://schemas.openxmlformats.org/officeDocument/2006/relationships/slide" Target="slide1.xml"/><Relationship Id="rId21" Type="http://schemas.openxmlformats.org/officeDocument/2006/relationships/vmlDrawing" Target="../drawings/vmlDrawing20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223.wmf"/><Relationship Id="rId19" Type="http://schemas.openxmlformats.org/officeDocument/2006/relationships/image" Target="../media/image230.wmf"/><Relationship Id="rId18" Type="http://schemas.openxmlformats.org/officeDocument/2006/relationships/oleObject" Target="../embeddings/oleObject235.bin"/><Relationship Id="rId17" Type="http://schemas.openxmlformats.org/officeDocument/2006/relationships/image" Target="../media/image229.wmf"/><Relationship Id="rId16" Type="http://schemas.openxmlformats.org/officeDocument/2006/relationships/oleObject" Target="../embeddings/oleObject234.bin"/><Relationship Id="rId15" Type="http://schemas.openxmlformats.org/officeDocument/2006/relationships/image" Target="../media/image228.wmf"/><Relationship Id="rId14" Type="http://schemas.openxmlformats.org/officeDocument/2006/relationships/oleObject" Target="../embeddings/oleObject233.bin"/><Relationship Id="rId13" Type="http://schemas.openxmlformats.org/officeDocument/2006/relationships/image" Target="../media/image227.wmf"/><Relationship Id="rId12" Type="http://schemas.openxmlformats.org/officeDocument/2006/relationships/oleObject" Target="../embeddings/oleObject232.bin"/><Relationship Id="rId11" Type="http://schemas.openxmlformats.org/officeDocument/2006/relationships/image" Target="../media/image226.wmf"/><Relationship Id="rId10" Type="http://schemas.openxmlformats.org/officeDocument/2006/relationships/oleObject" Target="../embeddings/oleObject231.bin"/><Relationship Id="rId1" Type="http://schemas.openxmlformats.org/officeDocument/2006/relationships/oleObject" Target="../embeddings/oleObject22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0.bin"/><Relationship Id="rId8" Type="http://schemas.openxmlformats.org/officeDocument/2006/relationships/image" Target="../media/image234.wmf"/><Relationship Id="rId7" Type="http://schemas.openxmlformats.org/officeDocument/2006/relationships/oleObject" Target="../embeddings/oleObject239.bin"/><Relationship Id="rId6" Type="http://schemas.openxmlformats.org/officeDocument/2006/relationships/image" Target="../media/image233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232.wmf"/><Relationship Id="rId3" Type="http://schemas.openxmlformats.org/officeDocument/2006/relationships/oleObject" Target="../embeddings/oleObject237.bin"/><Relationship Id="rId2" Type="http://schemas.openxmlformats.org/officeDocument/2006/relationships/image" Target="../media/image231.wmf"/><Relationship Id="rId19" Type="http://schemas.openxmlformats.org/officeDocument/2006/relationships/vmlDrawing" Target="../drawings/vmlDrawing21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239.png"/><Relationship Id="rId16" Type="http://schemas.openxmlformats.org/officeDocument/2006/relationships/image" Target="../media/image238.wmf"/><Relationship Id="rId15" Type="http://schemas.openxmlformats.org/officeDocument/2006/relationships/oleObject" Target="../embeddings/oleObject243.bin"/><Relationship Id="rId14" Type="http://schemas.openxmlformats.org/officeDocument/2006/relationships/image" Target="../media/image237.wmf"/><Relationship Id="rId13" Type="http://schemas.openxmlformats.org/officeDocument/2006/relationships/oleObject" Target="../embeddings/oleObject242.bin"/><Relationship Id="rId12" Type="http://schemas.openxmlformats.org/officeDocument/2006/relationships/image" Target="../media/image236.wmf"/><Relationship Id="rId11" Type="http://schemas.openxmlformats.org/officeDocument/2006/relationships/oleObject" Target="../embeddings/oleObject241.bin"/><Relationship Id="rId10" Type="http://schemas.openxmlformats.org/officeDocument/2006/relationships/image" Target="../media/image235.wmf"/><Relationship Id="rId1" Type="http://schemas.openxmlformats.org/officeDocument/2006/relationships/oleObject" Target="../embeddings/oleObject236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8.bin"/><Relationship Id="rId8" Type="http://schemas.openxmlformats.org/officeDocument/2006/relationships/image" Target="../media/image243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242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241.wmf"/><Relationship Id="rId3" Type="http://schemas.openxmlformats.org/officeDocument/2006/relationships/oleObject" Target="../embeddings/oleObject245.bin"/><Relationship Id="rId28" Type="http://schemas.openxmlformats.org/officeDocument/2006/relationships/vmlDrawing" Target="../drawings/vmlDrawing2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52.emf"/><Relationship Id="rId25" Type="http://schemas.openxmlformats.org/officeDocument/2006/relationships/oleObject" Target="../embeddings/oleObject256.bin"/><Relationship Id="rId24" Type="http://schemas.openxmlformats.org/officeDocument/2006/relationships/image" Target="../media/image251.emf"/><Relationship Id="rId23" Type="http://schemas.openxmlformats.org/officeDocument/2006/relationships/oleObject" Target="../embeddings/oleObject255.bin"/><Relationship Id="rId22" Type="http://schemas.openxmlformats.org/officeDocument/2006/relationships/image" Target="../media/image250.wmf"/><Relationship Id="rId21" Type="http://schemas.openxmlformats.org/officeDocument/2006/relationships/oleObject" Target="../embeddings/oleObject254.bin"/><Relationship Id="rId20" Type="http://schemas.openxmlformats.org/officeDocument/2006/relationships/image" Target="../media/image249.wmf"/><Relationship Id="rId2" Type="http://schemas.openxmlformats.org/officeDocument/2006/relationships/image" Target="../media/image240.wmf"/><Relationship Id="rId19" Type="http://schemas.openxmlformats.org/officeDocument/2006/relationships/oleObject" Target="../embeddings/oleObject253.bin"/><Relationship Id="rId18" Type="http://schemas.openxmlformats.org/officeDocument/2006/relationships/image" Target="../media/image248.wmf"/><Relationship Id="rId17" Type="http://schemas.openxmlformats.org/officeDocument/2006/relationships/oleObject" Target="../embeddings/oleObject252.bin"/><Relationship Id="rId16" Type="http://schemas.openxmlformats.org/officeDocument/2006/relationships/image" Target="../media/image247.wmf"/><Relationship Id="rId15" Type="http://schemas.openxmlformats.org/officeDocument/2006/relationships/oleObject" Target="../embeddings/oleObject251.bin"/><Relationship Id="rId14" Type="http://schemas.openxmlformats.org/officeDocument/2006/relationships/image" Target="../media/image246.wmf"/><Relationship Id="rId13" Type="http://schemas.openxmlformats.org/officeDocument/2006/relationships/oleObject" Target="../embeddings/oleObject250.bin"/><Relationship Id="rId12" Type="http://schemas.openxmlformats.org/officeDocument/2006/relationships/image" Target="../media/image245.wmf"/><Relationship Id="rId11" Type="http://schemas.openxmlformats.org/officeDocument/2006/relationships/oleObject" Target="../embeddings/oleObject249.bin"/><Relationship Id="rId10" Type="http://schemas.openxmlformats.org/officeDocument/2006/relationships/image" Target="../media/image244.wmf"/><Relationship Id="rId1" Type="http://schemas.openxmlformats.org/officeDocument/2006/relationships/oleObject" Target="../embeddings/oleObject24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1.bin"/><Relationship Id="rId8" Type="http://schemas.openxmlformats.org/officeDocument/2006/relationships/image" Target="../media/image256.wmf"/><Relationship Id="rId7" Type="http://schemas.openxmlformats.org/officeDocument/2006/relationships/oleObject" Target="../embeddings/oleObject260.bin"/><Relationship Id="rId6" Type="http://schemas.openxmlformats.org/officeDocument/2006/relationships/image" Target="../media/image255.wmf"/><Relationship Id="rId5" Type="http://schemas.openxmlformats.org/officeDocument/2006/relationships/oleObject" Target="../embeddings/oleObject259.bin"/><Relationship Id="rId4" Type="http://schemas.openxmlformats.org/officeDocument/2006/relationships/image" Target="../media/image254.wmf"/><Relationship Id="rId3" Type="http://schemas.openxmlformats.org/officeDocument/2006/relationships/oleObject" Target="../embeddings/oleObject258.bin"/><Relationship Id="rId28" Type="http://schemas.openxmlformats.org/officeDocument/2006/relationships/vmlDrawing" Target="../drawings/vmlDrawing23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65.emf"/><Relationship Id="rId25" Type="http://schemas.openxmlformats.org/officeDocument/2006/relationships/oleObject" Target="../embeddings/oleObject269.bin"/><Relationship Id="rId24" Type="http://schemas.openxmlformats.org/officeDocument/2006/relationships/image" Target="../media/image264.wmf"/><Relationship Id="rId23" Type="http://schemas.openxmlformats.org/officeDocument/2006/relationships/oleObject" Target="../embeddings/oleObject268.bin"/><Relationship Id="rId22" Type="http://schemas.openxmlformats.org/officeDocument/2006/relationships/image" Target="../media/image263.wmf"/><Relationship Id="rId21" Type="http://schemas.openxmlformats.org/officeDocument/2006/relationships/oleObject" Target="../embeddings/oleObject267.bin"/><Relationship Id="rId20" Type="http://schemas.openxmlformats.org/officeDocument/2006/relationships/image" Target="../media/image262.wmf"/><Relationship Id="rId2" Type="http://schemas.openxmlformats.org/officeDocument/2006/relationships/image" Target="../media/image253.wmf"/><Relationship Id="rId19" Type="http://schemas.openxmlformats.org/officeDocument/2006/relationships/oleObject" Target="../embeddings/oleObject266.bin"/><Relationship Id="rId18" Type="http://schemas.openxmlformats.org/officeDocument/2006/relationships/image" Target="../media/image261.wmf"/><Relationship Id="rId17" Type="http://schemas.openxmlformats.org/officeDocument/2006/relationships/oleObject" Target="../embeddings/oleObject265.bin"/><Relationship Id="rId16" Type="http://schemas.openxmlformats.org/officeDocument/2006/relationships/image" Target="../media/image260.wmf"/><Relationship Id="rId15" Type="http://schemas.openxmlformats.org/officeDocument/2006/relationships/oleObject" Target="../embeddings/oleObject264.bin"/><Relationship Id="rId14" Type="http://schemas.openxmlformats.org/officeDocument/2006/relationships/image" Target="../media/image259.wmf"/><Relationship Id="rId13" Type="http://schemas.openxmlformats.org/officeDocument/2006/relationships/oleObject" Target="../embeddings/oleObject263.bin"/><Relationship Id="rId12" Type="http://schemas.openxmlformats.org/officeDocument/2006/relationships/image" Target="../media/image258.wmf"/><Relationship Id="rId11" Type="http://schemas.openxmlformats.org/officeDocument/2006/relationships/oleObject" Target="../embeddings/oleObject262.bin"/><Relationship Id="rId10" Type="http://schemas.openxmlformats.org/officeDocument/2006/relationships/image" Target="../media/image257.wmf"/><Relationship Id="rId1" Type="http://schemas.openxmlformats.org/officeDocument/2006/relationships/oleObject" Target="../embeddings/oleObject25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4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273.bin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72.bin"/><Relationship Id="rId4" Type="http://schemas.openxmlformats.org/officeDocument/2006/relationships/image" Target="../media/image267.wmf"/><Relationship Id="rId3" Type="http://schemas.openxmlformats.org/officeDocument/2006/relationships/oleObject" Target="../embeddings/oleObject271.bin"/><Relationship Id="rId22" Type="http://schemas.openxmlformats.org/officeDocument/2006/relationships/vmlDrawing" Target="../drawings/vmlDrawing24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75.wmf"/><Relationship Id="rId2" Type="http://schemas.openxmlformats.org/officeDocument/2006/relationships/image" Target="../media/image266.wmf"/><Relationship Id="rId19" Type="http://schemas.openxmlformats.org/officeDocument/2006/relationships/oleObject" Target="../embeddings/oleObject279.bin"/><Relationship Id="rId18" Type="http://schemas.openxmlformats.org/officeDocument/2006/relationships/image" Target="../media/image274.wmf"/><Relationship Id="rId17" Type="http://schemas.openxmlformats.org/officeDocument/2006/relationships/oleObject" Target="../embeddings/oleObject278.bin"/><Relationship Id="rId16" Type="http://schemas.openxmlformats.org/officeDocument/2006/relationships/image" Target="../media/image273.wmf"/><Relationship Id="rId15" Type="http://schemas.openxmlformats.org/officeDocument/2006/relationships/oleObject" Target="../embeddings/oleObject277.bin"/><Relationship Id="rId14" Type="http://schemas.openxmlformats.org/officeDocument/2006/relationships/image" Target="../media/image272.wmf"/><Relationship Id="rId13" Type="http://schemas.openxmlformats.org/officeDocument/2006/relationships/oleObject" Target="../embeddings/oleObject276.bin"/><Relationship Id="rId12" Type="http://schemas.openxmlformats.org/officeDocument/2006/relationships/image" Target="../media/image271.wmf"/><Relationship Id="rId11" Type="http://schemas.openxmlformats.org/officeDocument/2006/relationships/oleObject" Target="../embeddings/oleObject275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270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4.bin"/><Relationship Id="rId8" Type="http://schemas.openxmlformats.org/officeDocument/2006/relationships/image" Target="../media/image279.wmf"/><Relationship Id="rId7" Type="http://schemas.openxmlformats.org/officeDocument/2006/relationships/oleObject" Target="../embeddings/oleObject283.bin"/><Relationship Id="rId6" Type="http://schemas.openxmlformats.org/officeDocument/2006/relationships/image" Target="../media/image278.wmf"/><Relationship Id="rId5" Type="http://schemas.openxmlformats.org/officeDocument/2006/relationships/oleObject" Target="../embeddings/oleObject282.bin"/><Relationship Id="rId4" Type="http://schemas.openxmlformats.org/officeDocument/2006/relationships/image" Target="../media/image277.wmf"/><Relationship Id="rId3" Type="http://schemas.openxmlformats.org/officeDocument/2006/relationships/oleObject" Target="../embeddings/oleObject281.bin"/><Relationship Id="rId22" Type="http://schemas.openxmlformats.org/officeDocument/2006/relationships/vmlDrawing" Target="../drawings/vmlDrawing25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85.wmf"/><Relationship Id="rId2" Type="http://schemas.openxmlformats.org/officeDocument/2006/relationships/image" Target="../media/image276.wmf"/><Relationship Id="rId19" Type="http://schemas.openxmlformats.org/officeDocument/2006/relationships/oleObject" Target="../embeddings/oleObject289.bin"/><Relationship Id="rId18" Type="http://schemas.openxmlformats.org/officeDocument/2006/relationships/image" Target="../media/image284.wmf"/><Relationship Id="rId17" Type="http://schemas.openxmlformats.org/officeDocument/2006/relationships/oleObject" Target="../embeddings/oleObject288.bin"/><Relationship Id="rId16" Type="http://schemas.openxmlformats.org/officeDocument/2006/relationships/image" Target="../media/image283.emf"/><Relationship Id="rId15" Type="http://schemas.openxmlformats.org/officeDocument/2006/relationships/oleObject" Target="../embeddings/oleObject287.bin"/><Relationship Id="rId14" Type="http://schemas.openxmlformats.org/officeDocument/2006/relationships/image" Target="../media/image282.wmf"/><Relationship Id="rId13" Type="http://schemas.openxmlformats.org/officeDocument/2006/relationships/oleObject" Target="../embeddings/oleObject286.bin"/><Relationship Id="rId12" Type="http://schemas.openxmlformats.org/officeDocument/2006/relationships/image" Target="../media/image281.wmf"/><Relationship Id="rId11" Type="http://schemas.openxmlformats.org/officeDocument/2006/relationships/oleObject" Target="../embeddings/oleObject285.bin"/><Relationship Id="rId10" Type="http://schemas.openxmlformats.org/officeDocument/2006/relationships/image" Target="../media/image280.wmf"/><Relationship Id="rId1" Type="http://schemas.openxmlformats.org/officeDocument/2006/relationships/oleObject" Target="../embeddings/oleObject280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89.wmf"/><Relationship Id="rId7" Type="http://schemas.openxmlformats.org/officeDocument/2006/relationships/oleObject" Target="../embeddings/oleObject293.bin"/><Relationship Id="rId6" Type="http://schemas.openxmlformats.org/officeDocument/2006/relationships/image" Target="../media/image288.wmf"/><Relationship Id="rId5" Type="http://schemas.openxmlformats.org/officeDocument/2006/relationships/oleObject" Target="../embeddings/oleObject292.bin"/><Relationship Id="rId4" Type="http://schemas.openxmlformats.org/officeDocument/2006/relationships/image" Target="../media/image287.wmf"/><Relationship Id="rId3" Type="http://schemas.openxmlformats.org/officeDocument/2006/relationships/oleObject" Target="../embeddings/oleObject291.bin"/><Relationship Id="rId2" Type="http://schemas.openxmlformats.org/officeDocument/2006/relationships/image" Target="../media/image286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29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4.wmf"/><Relationship Id="rId8" Type="http://schemas.openxmlformats.org/officeDocument/2006/relationships/oleObject" Target="../embeddings/oleObject297.bin"/><Relationship Id="rId7" Type="http://schemas.openxmlformats.org/officeDocument/2006/relationships/image" Target="../media/image293.wmf"/><Relationship Id="rId6" Type="http://schemas.openxmlformats.org/officeDocument/2006/relationships/oleObject" Target="../embeddings/oleObject296.bin"/><Relationship Id="rId5" Type="http://schemas.openxmlformats.org/officeDocument/2006/relationships/image" Target="../media/image292.wmf"/><Relationship Id="rId40" Type="http://schemas.openxmlformats.org/officeDocument/2006/relationships/vmlDrawing" Target="../drawings/vmlDrawing27.vml"/><Relationship Id="rId4" Type="http://schemas.openxmlformats.org/officeDocument/2006/relationships/oleObject" Target="../embeddings/oleObject295.bin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309.png"/><Relationship Id="rId37" Type="http://schemas.openxmlformats.org/officeDocument/2006/relationships/image" Target="../media/image308.wmf"/><Relationship Id="rId36" Type="http://schemas.openxmlformats.org/officeDocument/2006/relationships/oleObject" Target="../embeddings/oleObject311.bin"/><Relationship Id="rId35" Type="http://schemas.openxmlformats.org/officeDocument/2006/relationships/image" Target="../media/image307.wmf"/><Relationship Id="rId34" Type="http://schemas.openxmlformats.org/officeDocument/2006/relationships/oleObject" Target="../embeddings/oleObject310.bin"/><Relationship Id="rId33" Type="http://schemas.openxmlformats.org/officeDocument/2006/relationships/image" Target="../media/image306.wmf"/><Relationship Id="rId32" Type="http://schemas.openxmlformats.org/officeDocument/2006/relationships/oleObject" Target="../embeddings/oleObject309.bin"/><Relationship Id="rId31" Type="http://schemas.openxmlformats.org/officeDocument/2006/relationships/image" Target="../media/image305.wmf"/><Relationship Id="rId30" Type="http://schemas.openxmlformats.org/officeDocument/2006/relationships/oleObject" Target="../embeddings/oleObject308.bin"/><Relationship Id="rId3" Type="http://schemas.openxmlformats.org/officeDocument/2006/relationships/image" Target="../media/image291.wmf"/><Relationship Id="rId29" Type="http://schemas.openxmlformats.org/officeDocument/2006/relationships/image" Target="../media/image304.wmf"/><Relationship Id="rId28" Type="http://schemas.openxmlformats.org/officeDocument/2006/relationships/oleObject" Target="../embeddings/oleObject307.bin"/><Relationship Id="rId27" Type="http://schemas.openxmlformats.org/officeDocument/2006/relationships/image" Target="../media/image303.wmf"/><Relationship Id="rId26" Type="http://schemas.openxmlformats.org/officeDocument/2006/relationships/oleObject" Target="../embeddings/oleObject306.bin"/><Relationship Id="rId25" Type="http://schemas.openxmlformats.org/officeDocument/2006/relationships/image" Target="../media/image302.wmf"/><Relationship Id="rId24" Type="http://schemas.openxmlformats.org/officeDocument/2006/relationships/oleObject" Target="../embeddings/oleObject305.bin"/><Relationship Id="rId23" Type="http://schemas.openxmlformats.org/officeDocument/2006/relationships/image" Target="../media/image301.wmf"/><Relationship Id="rId22" Type="http://schemas.openxmlformats.org/officeDocument/2006/relationships/oleObject" Target="../embeddings/oleObject304.bin"/><Relationship Id="rId21" Type="http://schemas.openxmlformats.org/officeDocument/2006/relationships/image" Target="../media/image300.wmf"/><Relationship Id="rId20" Type="http://schemas.openxmlformats.org/officeDocument/2006/relationships/oleObject" Target="../embeddings/oleObject303.bin"/><Relationship Id="rId2" Type="http://schemas.openxmlformats.org/officeDocument/2006/relationships/oleObject" Target="../embeddings/oleObject294.bin"/><Relationship Id="rId19" Type="http://schemas.openxmlformats.org/officeDocument/2006/relationships/image" Target="../media/image299.wmf"/><Relationship Id="rId18" Type="http://schemas.openxmlformats.org/officeDocument/2006/relationships/oleObject" Target="../embeddings/oleObject302.bin"/><Relationship Id="rId17" Type="http://schemas.openxmlformats.org/officeDocument/2006/relationships/image" Target="../media/image298.wmf"/><Relationship Id="rId16" Type="http://schemas.openxmlformats.org/officeDocument/2006/relationships/oleObject" Target="../embeddings/oleObject301.bin"/><Relationship Id="rId15" Type="http://schemas.openxmlformats.org/officeDocument/2006/relationships/image" Target="../media/image297.wmf"/><Relationship Id="rId14" Type="http://schemas.openxmlformats.org/officeDocument/2006/relationships/oleObject" Target="../embeddings/oleObject300.bin"/><Relationship Id="rId13" Type="http://schemas.openxmlformats.org/officeDocument/2006/relationships/image" Target="../media/image296.wmf"/><Relationship Id="rId12" Type="http://schemas.openxmlformats.org/officeDocument/2006/relationships/oleObject" Target="../embeddings/oleObject299.bin"/><Relationship Id="rId11" Type="http://schemas.openxmlformats.org/officeDocument/2006/relationships/image" Target="../media/image295.wmf"/><Relationship Id="rId10" Type="http://schemas.openxmlformats.org/officeDocument/2006/relationships/oleObject" Target="../embeddings/oleObject298.bin"/><Relationship Id="rId1" Type="http://schemas.openxmlformats.org/officeDocument/2006/relationships/image" Target="../media/image290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6.bin"/><Relationship Id="rId8" Type="http://schemas.openxmlformats.org/officeDocument/2006/relationships/image" Target="../media/image313.wmf"/><Relationship Id="rId7" Type="http://schemas.openxmlformats.org/officeDocument/2006/relationships/oleObject" Target="../embeddings/oleObject315.bin"/><Relationship Id="rId6" Type="http://schemas.openxmlformats.org/officeDocument/2006/relationships/image" Target="../media/image312.wmf"/><Relationship Id="rId56" Type="http://schemas.openxmlformats.org/officeDocument/2006/relationships/vmlDrawing" Target="../drawings/vmlDrawing28.vml"/><Relationship Id="rId55" Type="http://schemas.openxmlformats.org/officeDocument/2006/relationships/slideLayout" Target="../slideLayouts/slideLayout18.xml"/><Relationship Id="rId54" Type="http://schemas.openxmlformats.org/officeDocument/2006/relationships/image" Target="../media/image336.emf"/><Relationship Id="rId53" Type="http://schemas.openxmlformats.org/officeDocument/2006/relationships/oleObject" Target="../embeddings/oleObject338.bin"/><Relationship Id="rId52" Type="http://schemas.openxmlformats.org/officeDocument/2006/relationships/image" Target="../media/image335.emf"/><Relationship Id="rId51" Type="http://schemas.openxmlformats.org/officeDocument/2006/relationships/oleObject" Target="../embeddings/oleObject337.bin"/><Relationship Id="rId50" Type="http://schemas.openxmlformats.org/officeDocument/2006/relationships/image" Target="../media/image334.emf"/><Relationship Id="rId5" Type="http://schemas.openxmlformats.org/officeDocument/2006/relationships/oleObject" Target="../embeddings/oleObject314.bin"/><Relationship Id="rId49" Type="http://schemas.openxmlformats.org/officeDocument/2006/relationships/oleObject" Target="../embeddings/oleObject336.bin"/><Relationship Id="rId48" Type="http://schemas.openxmlformats.org/officeDocument/2006/relationships/image" Target="../media/image333.emf"/><Relationship Id="rId47" Type="http://schemas.openxmlformats.org/officeDocument/2006/relationships/oleObject" Target="../embeddings/oleObject335.bin"/><Relationship Id="rId46" Type="http://schemas.openxmlformats.org/officeDocument/2006/relationships/image" Target="../media/image332.wmf"/><Relationship Id="rId45" Type="http://schemas.openxmlformats.org/officeDocument/2006/relationships/oleObject" Target="../embeddings/oleObject334.bin"/><Relationship Id="rId44" Type="http://schemas.openxmlformats.org/officeDocument/2006/relationships/image" Target="../media/image331.emf"/><Relationship Id="rId43" Type="http://schemas.openxmlformats.org/officeDocument/2006/relationships/oleObject" Target="../embeddings/oleObject333.bin"/><Relationship Id="rId42" Type="http://schemas.openxmlformats.org/officeDocument/2006/relationships/image" Target="../media/image330.emf"/><Relationship Id="rId41" Type="http://schemas.openxmlformats.org/officeDocument/2006/relationships/oleObject" Target="../embeddings/oleObject332.bin"/><Relationship Id="rId40" Type="http://schemas.openxmlformats.org/officeDocument/2006/relationships/image" Target="../media/image329.emf"/><Relationship Id="rId4" Type="http://schemas.openxmlformats.org/officeDocument/2006/relationships/image" Target="../media/image311.wmf"/><Relationship Id="rId39" Type="http://schemas.openxmlformats.org/officeDocument/2006/relationships/oleObject" Target="../embeddings/oleObject331.bin"/><Relationship Id="rId38" Type="http://schemas.openxmlformats.org/officeDocument/2006/relationships/image" Target="../media/image328.emf"/><Relationship Id="rId37" Type="http://schemas.openxmlformats.org/officeDocument/2006/relationships/oleObject" Target="../embeddings/oleObject330.bin"/><Relationship Id="rId36" Type="http://schemas.openxmlformats.org/officeDocument/2006/relationships/image" Target="../media/image327.wmf"/><Relationship Id="rId35" Type="http://schemas.openxmlformats.org/officeDocument/2006/relationships/oleObject" Target="../embeddings/oleObject329.bin"/><Relationship Id="rId34" Type="http://schemas.openxmlformats.org/officeDocument/2006/relationships/image" Target="../media/image326.wmf"/><Relationship Id="rId33" Type="http://schemas.openxmlformats.org/officeDocument/2006/relationships/oleObject" Target="../embeddings/oleObject328.bin"/><Relationship Id="rId32" Type="http://schemas.openxmlformats.org/officeDocument/2006/relationships/image" Target="../media/image325.wmf"/><Relationship Id="rId31" Type="http://schemas.openxmlformats.org/officeDocument/2006/relationships/oleObject" Target="../embeddings/oleObject327.bin"/><Relationship Id="rId30" Type="http://schemas.openxmlformats.org/officeDocument/2006/relationships/image" Target="../media/image324.wmf"/><Relationship Id="rId3" Type="http://schemas.openxmlformats.org/officeDocument/2006/relationships/oleObject" Target="../embeddings/oleObject313.bin"/><Relationship Id="rId29" Type="http://schemas.openxmlformats.org/officeDocument/2006/relationships/oleObject" Target="../embeddings/oleObject326.bin"/><Relationship Id="rId28" Type="http://schemas.openxmlformats.org/officeDocument/2006/relationships/image" Target="../media/image323.wmf"/><Relationship Id="rId27" Type="http://schemas.openxmlformats.org/officeDocument/2006/relationships/oleObject" Target="../embeddings/oleObject325.bin"/><Relationship Id="rId26" Type="http://schemas.openxmlformats.org/officeDocument/2006/relationships/image" Target="../media/image322.wmf"/><Relationship Id="rId25" Type="http://schemas.openxmlformats.org/officeDocument/2006/relationships/oleObject" Target="../embeddings/oleObject324.bin"/><Relationship Id="rId24" Type="http://schemas.openxmlformats.org/officeDocument/2006/relationships/image" Target="../media/image321.wmf"/><Relationship Id="rId23" Type="http://schemas.openxmlformats.org/officeDocument/2006/relationships/oleObject" Target="../embeddings/oleObject323.bin"/><Relationship Id="rId22" Type="http://schemas.openxmlformats.org/officeDocument/2006/relationships/image" Target="../media/image320.wmf"/><Relationship Id="rId21" Type="http://schemas.openxmlformats.org/officeDocument/2006/relationships/oleObject" Target="../embeddings/oleObject322.bin"/><Relationship Id="rId20" Type="http://schemas.openxmlformats.org/officeDocument/2006/relationships/image" Target="../media/image319.wmf"/><Relationship Id="rId2" Type="http://schemas.openxmlformats.org/officeDocument/2006/relationships/image" Target="../media/image310.wmf"/><Relationship Id="rId19" Type="http://schemas.openxmlformats.org/officeDocument/2006/relationships/oleObject" Target="../embeddings/oleObject321.bin"/><Relationship Id="rId18" Type="http://schemas.openxmlformats.org/officeDocument/2006/relationships/image" Target="../media/image318.wmf"/><Relationship Id="rId17" Type="http://schemas.openxmlformats.org/officeDocument/2006/relationships/oleObject" Target="../embeddings/oleObject320.bin"/><Relationship Id="rId16" Type="http://schemas.openxmlformats.org/officeDocument/2006/relationships/image" Target="../media/image317.wmf"/><Relationship Id="rId15" Type="http://schemas.openxmlformats.org/officeDocument/2006/relationships/oleObject" Target="../embeddings/oleObject319.bin"/><Relationship Id="rId14" Type="http://schemas.openxmlformats.org/officeDocument/2006/relationships/image" Target="../media/image316.wmf"/><Relationship Id="rId13" Type="http://schemas.openxmlformats.org/officeDocument/2006/relationships/oleObject" Target="../embeddings/oleObject318.bin"/><Relationship Id="rId12" Type="http://schemas.openxmlformats.org/officeDocument/2006/relationships/image" Target="../media/image315.wmf"/><Relationship Id="rId11" Type="http://schemas.openxmlformats.org/officeDocument/2006/relationships/oleObject" Target="../embeddings/oleObject317.bin"/><Relationship Id="rId10" Type="http://schemas.openxmlformats.org/officeDocument/2006/relationships/image" Target="../media/image314.wmf"/><Relationship Id="rId1" Type="http://schemas.openxmlformats.org/officeDocument/2006/relationships/oleObject" Target="../embeddings/oleObject31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3.bin"/><Relationship Id="rId8" Type="http://schemas.openxmlformats.org/officeDocument/2006/relationships/image" Target="../media/image340.wmf"/><Relationship Id="rId7" Type="http://schemas.openxmlformats.org/officeDocument/2006/relationships/oleObject" Target="../embeddings/oleObject342.bin"/><Relationship Id="rId6" Type="http://schemas.openxmlformats.org/officeDocument/2006/relationships/image" Target="../media/image339.wmf"/><Relationship Id="rId5" Type="http://schemas.openxmlformats.org/officeDocument/2006/relationships/oleObject" Target="../embeddings/oleObject341.bin"/><Relationship Id="rId4" Type="http://schemas.openxmlformats.org/officeDocument/2006/relationships/image" Target="../media/image338.wmf"/><Relationship Id="rId3" Type="http://schemas.openxmlformats.org/officeDocument/2006/relationships/oleObject" Target="../embeddings/oleObject340.bin"/><Relationship Id="rId26" Type="http://schemas.openxmlformats.org/officeDocument/2006/relationships/vmlDrawing" Target="../drawings/vmlDrawing29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48.wmf"/><Relationship Id="rId23" Type="http://schemas.openxmlformats.org/officeDocument/2006/relationships/oleObject" Target="../embeddings/oleObject350.bin"/><Relationship Id="rId22" Type="http://schemas.openxmlformats.org/officeDocument/2006/relationships/image" Target="../media/image347.wmf"/><Relationship Id="rId21" Type="http://schemas.openxmlformats.org/officeDocument/2006/relationships/oleObject" Target="../embeddings/oleObject349.bin"/><Relationship Id="rId20" Type="http://schemas.openxmlformats.org/officeDocument/2006/relationships/image" Target="../media/image346.wmf"/><Relationship Id="rId2" Type="http://schemas.openxmlformats.org/officeDocument/2006/relationships/image" Target="../media/image337.wmf"/><Relationship Id="rId19" Type="http://schemas.openxmlformats.org/officeDocument/2006/relationships/oleObject" Target="../embeddings/oleObject348.bin"/><Relationship Id="rId18" Type="http://schemas.openxmlformats.org/officeDocument/2006/relationships/image" Target="../media/image345.wmf"/><Relationship Id="rId17" Type="http://schemas.openxmlformats.org/officeDocument/2006/relationships/oleObject" Target="../embeddings/oleObject347.bin"/><Relationship Id="rId16" Type="http://schemas.openxmlformats.org/officeDocument/2006/relationships/image" Target="../media/image344.wmf"/><Relationship Id="rId15" Type="http://schemas.openxmlformats.org/officeDocument/2006/relationships/oleObject" Target="../embeddings/oleObject346.bin"/><Relationship Id="rId14" Type="http://schemas.openxmlformats.org/officeDocument/2006/relationships/image" Target="../media/image343.wmf"/><Relationship Id="rId13" Type="http://schemas.openxmlformats.org/officeDocument/2006/relationships/oleObject" Target="../embeddings/oleObject345.bin"/><Relationship Id="rId12" Type="http://schemas.openxmlformats.org/officeDocument/2006/relationships/image" Target="../media/image342.wmf"/><Relationship Id="rId11" Type="http://schemas.openxmlformats.org/officeDocument/2006/relationships/oleObject" Target="../embeddings/oleObject344.bin"/><Relationship Id="rId10" Type="http://schemas.openxmlformats.org/officeDocument/2006/relationships/image" Target="../media/image341.wmf"/><Relationship Id="rId1" Type="http://schemas.openxmlformats.org/officeDocument/2006/relationships/oleObject" Target="../embeddings/oleObject339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5.bin"/><Relationship Id="rId8" Type="http://schemas.openxmlformats.org/officeDocument/2006/relationships/image" Target="../media/image352.wmf"/><Relationship Id="rId7" Type="http://schemas.openxmlformats.org/officeDocument/2006/relationships/oleObject" Target="../embeddings/oleObject354.bin"/><Relationship Id="rId6" Type="http://schemas.openxmlformats.org/officeDocument/2006/relationships/image" Target="../media/image351.wmf"/><Relationship Id="rId5" Type="http://schemas.openxmlformats.org/officeDocument/2006/relationships/oleObject" Target="../embeddings/oleObject353.bin"/><Relationship Id="rId4" Type="http://schemas.openxmlformats.org/officeDocument/2006/relationships/image" Target="../media/image350.wmf"/><Relationship Id="rId3" Type="http://schemas.openxmlformats.org/officeDocument/2006/relationships/oleObject" Target="../embeddings/oleObject352.bin"/><Relationship Id="rId22" Type="http://schemas.openxmlformats.org/officeDocument/2006/relationships/vmlDrawing" Target="../drawings/vmlDrawing30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358.wmf"/><Relationship Id="rId2" Type="http://schemas.openxmlformats.org/officeDocument/2006/relationships/image" Target="../media/image349.wmf"/><Relationship Id="rId19" Type="http://schemas.openxmlformats.org/officeDocument/2006/relationships/oleObject" Target="../embeddings/oleObject360.bin"/><Relationship Id="rId18" Type="http://schemas.openxmlformats.org/officeDocument/2006/relationships/image" Target="../media/image357.wmf"/><Relationship Id="rId17" Type="http://schemas.openxmlformats.org/officeDocument/2006/relationships/oleObject" Target="../embeddings/oleObject359.bin"/><Relationship Id="rId16" Type="http://schemas.openxmlformats.org/officeDocument/2006/relationships/image" Target="../media/image356.wmf"/><Relationship Id="rId15" Type="http://schemas.openxmlformats.org/officeDocument/2006/relationships/oleObject" Target="../embeddings/oleObject358.bin"/><Relationship Id="rId14" Type="http://schemas.openxmlformats.org/officeDocument/2006/relationships/image" Target="../media/image355.wmf"/><Relationship Id="rId13" Type="http://schemas.openxmlformats.org/officeDocument/2006/relationships/oleObject" Target="../embeddings/oleObject357.bin"/><Relationship Id="rId12" Type="http://schemas.openxmlformats.org/officeDocument/2006/relationships/image" Target="../media/image354.wmf"/><Relationship Id="rId11" Type="http://schemas.openxmlformats.org/officeDocument/2006/relationships/oleObject" Target="../embeddings/oleObject356.bin"/><Relationship Id="rId10" Type="http://schemas.openxmlformats.org/officeDocument/2006/relationships/image" Target="../media/image353.wmf"/><Relationship Id="rId1" Type="http://schemas.openxmlformats.org/officeDocument/2006/relationships/oleObject" Target="../embeddings/oleObject351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5.bin"/><Relationship Id="rId8" Type="http://schemas.openxmlformats.org/officeDocument/2006/relationships/image" Target="../media/image362.wmf"/><Relationship Id="rId7" Type="http://schemas.openxmlformats.org/officeDocument/2006/relationships/oleObject" Target="../embeddings/oleObject364.bin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363.bin"/><Relationship Id="rId4" Type="http://schemas.openxmlformats.org/officeDocument/2006/relationships/image" Target="../media/image360.wmf"/><Relationship Id="rId3" Type="http://schemas.openxmlformats.org/officeDocument/2006/relationships/oleObject" Target="../embeddings/oleObject362.bin"/><Relationship Id="rId28" Type="http://schemas.openxmlformats.org/officeDocument/2006/relationships/vmlDrawing" Target="../drawings/vmlDrawing3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371.wmf"/><Relationship Id="rId25" Type="http://schemas.openxmlformats.org/officeDocument/2006/relationships/oleObject" Target="../embeddings/oleObject373.bin"/><Relationship Id="rId24" Type="http://schemas.openxmlformats.org/officeDocument/2006/relationships/image" Target="../media/image370.wmf"/><Relationship Id="rId23" Type="http://schemas.openxmlformats.org/officeDocument/2006/relationships/oleObject" Target="../embeddings/oleObject372.bin"/><Relationship Id="rId22" Type="http://schemas.openxmlformats.org/officeDocument/2006/relationships/image" Target="../media/image369.wmf"/><Relationship Id="rId21" Type="http://schemas.openxmlformats.org/officeDocument/2006/relationships/oleObject" Target="../embeddings/oleObject371.bin"/><Relationship Id="rId20" Type="http://schemas.openxmlformats.org/officeDocument/2006/relationships/image" Target="../media/image368.wmf"/><Relationship Id="rId2" Type="http://schemas.openxmlformats.org/officeDocument/2006/relationships/image" Target="../media/image359.wmf"/><Relationship Id="rId19" Type="http://schemas.openxmlformats.org/officeDocument/2006/relationships/oleObject" Target="../embeddings/oleObject370.bin"/><Relationship Id="rId18" Type="http://schemas.openxmlformats.org/officeDocument/2006/relationships/image" Target="../media/image367.wmf"/><Relationship Id="rId17" Type="http://schemas.openxmlformats.org/officeDocument/2006/relationships/oleObject" Target="../embeddings/oleObject369.bin"/><Relationship Id="rId16" Type="http://schemas.openxmlformats.org/officeDocument/2006/relationships/image" Target="../media/image366.wmf"/><Relationship Id="rId15" Type="http://schemas.openxmlformats.org/officeDocument/2006/relationships/oleObject" Target="../embeddings/oleObject368.bin"/><Relationship Id="rId14" Type="http://schemas.openxmlformats.org/officeDocument/2006/relationships/image" Target="../media/image365.wmf"/><Relationship Id="rId13" Type="http://schemas.openxmlformats.org/officeDocument/2006/relationships/oleObject" Target="../embeddings/oleObject367.bin"/><Relationship Id="rId12" Type="http://schemas.openxmlformats.org/officeDocument/2006/relationships/image" Target="../media/image364.wmf"/><Relationship Id="rId11" Type="http://schemas.openxmlformats.org/officeDocument/2006/relationships/oleObject" Target="../embeddings/oleObject366.bin"/><Relationship Id="rId10" Type="http://schemas.openxmlformats.org/officeDocument/2006/relationships/image" Target="../media/image363.wmf"/><Relationship Id="rId1" Type="http://schemas.openxmlformats.org/officeDocument/2006/relationships/oleObject" Target="../embeddings/oleObject361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73.wmf"/><Relationship Id="rId3" Type="http://schemas.openxmlformats.org/officeDocument/2006/relationships/oleObject" Target="../embeddings/oleObject375.bin"/><Relationship Id="rId2" Type="http://schemas.openxmlformats.org/officeDocument/2006/relationships/image" Target="../media/image372.wmf"/><Relationship Id="rId1" Type="http://schemas.openxmlformats.org/officeDocument/2006/relationships/oleObject" Target="../embeddings/oleObject37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466215" y="1334135"/>
            <a:ext cx="9259570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400" b="1" dirty="0">
                <a:solidFill>
                  <a:srgbClr val="FF00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§5.3   定积分的换元法和分部积分法</a:t>
            </a:r>
            <a:endParaRPr lang="zh-CN" altLang="en-US" sz="4400" b="1" dirty="0">
              <a:solidFill>
                <a:srgbClr val="FF00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8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024152" y="2707104"/>
            <a:ext cx="77019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5.3.1  定积分的换元积分法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024128" y="3525942"/>
            <a:ext cx="7557967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5.3.2  定积分的分部积分法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069892" y="194681"/>
            <a:ext cx="571992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定积分的换元积分公式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12178" y="782686"/>
            <a:ext cx="405314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5.3.1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（换元法）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867400" y="828358"/>
          <a:ext cx="2132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51816000" imgH="9448800" progId="Equation.DSMT4">
                  <p:embed/>
                </p:oleObj>
              </mc:Choice>
              <mc:Fallback>
                <p:oleObj name="Equation" r:id="rId1" imgW="51816000" imgH="9448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828358"/>
                        <a:ext cx="213201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8180388" y="833438"/>
          <a:ext cx="11541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28041600" imgH="9448800" progId="Equation.DSMT4">
                  <p:embed/>
                </p:oleObj>
              </mc:Choice>
              <mc:Fallback>
                <p:oleObj name="Equation" r:id="rId3" imgW="28041600" imgH="94488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180388" y="833438"/>
                        <a:ext cx="115411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309130" y="755650"/>
            <a:ext cx="10540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满足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804912" y="1289050"/>
            <a:ext cx="9034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35338" y="1295400"/>
          <a:ext cx="2259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54864000" imgH="10972800" progId="Equation.DSMT4">
                  <p:embed/>
                </p:oleObj>
              </mc:Choice>
              <mc:Fallback>
                <p:oleObj name="Equation" r:id="rId5" imgW="54864000" imgH="10972800" progId="Equation.DSMT4">
                  <p:embed/>
                  <p:pic>
                    <p:nvPicPr>
                      <p:cNvPr id="0" name="图片 10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35338" y="1295400"/>
                        <a:ext cx="2259012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833948" y="1893888"/>
            <a:ext cx="120465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675063" y="1981200"/>
          <a:ext cx="8778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21336000" imgH="9448800" progId="Equation.DSMT4">
                  <p:embed/>
                </p:oleObj>
              </mc:Choice>
              <mc:Fallback>
                <p:oleObj name="Equation" r:id="rId7" imgW="21336000" imgH="9448800" progId="Equation.DSMT4">
                  <p:embed/>
                  <p:pic>
                    <p:nvPicPr>
                      <p:cNvPr id="0" name="图片 10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75063" y="1981200"/>
                        <a:ext cx="877887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582002" y="1878013"/>
            <a:ext cx="82819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上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121275" y="1987550"/>
          <a:ext cx="17811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9" imgW="43281600" imgH="9448800" progId="Equation.DSMT4">
                  <p:embed/>
                </p:oleObj>
              </mc:Choice>
              <mc:Fallback>
                <p:oleObj name="Equation" r:id="rId9" imgW="43281600" imgH="9448800" progId="Equation.DSMT4">
                  <p:embed/>
                  <p:pic>
                    <p:nvPicPr>
                      <p:cNvPr id="0" name="图片 102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21275" y="1987550"/>
                        <a:ext cx="178117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867400" y="1333500"/>
          <a:ext cx="28003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1" imgW="68275200" imgH="9448800" progId="Equation.DSMT4">
                  <p:embed/>
                </p:oleObj>
              </mc:Choice>
              <mc:Fallback>
                <p:oleObj name="Equation" r:id="rId11" imgW="68275200" imgH="9448800" progId="Equation.DSMT4">
                  <p:embed/>
                  <p:pic>
                    <p:nvPicPr>
                      <p:cNvPr id="0" name="图片 10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67400" y="1333500"/>
                        <a:ext cx="2800350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5"/>
          <p:cNvGrpSpPr/>
          <p:nvPr/>
        </p:nvGrpSpPr>
        <p:grpSpPr bwMode="auto">
          <a:xfrm>
            <a:off x="3325854" y="2526030"/>
            <a:ext cx="4175496" cy="736600"/>
            <a:chOff x="1122" y="1596"/>
            <a:chExt cx="2662" cy="464"/>
          </a:xfrm>
        </p:grpSpPr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1122" y="1596"/>
            <a:ext cx="2662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name="Equation" r:id="rId13" imgW="101498400" imgH="17678400" progId="Equation.DSMT4">
                    <p:embed/>
                  </p:oleObj>
                </mc:Choice>
                <mc:Fallback>
                  <p:oleObj name="Equation" r:id="rId13" imgW="101498400" imgH="17678400" progId="Equation.DSMT4">
                    <p:embed/>
                    <p:pic>
                      <p:nvPicPr>
                        <p:cNvPr id="0" name="图片 103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22" y="1596"/>
                          <a:ext cx="2662" cy="4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2629" y="1661"/>
            <a:ext cx="44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name="Equation" r:id="rId15" imgW="7010400" imgH="4876800" progId="Equation.DSMT4">
                    <p:embed/>
                  </p:oleObj>
                </mc:Choice>
                <mc:Fallback>
                  <p:oleObj name="Equation" r:id="rId15" imgW="7010400" imgH="4876800" progId="Equation.DSMT4">
                    <p:embed/>
                    <p:pic>
                      <p:nvPicPr>
                        <p:cNvPr id="0" name="图片 103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29" y="1661"/>
                          <a:ext cx="448" cy="31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3089" y="1651"/>
            <a:ext cx="5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name="Equation" r:id="rId17" imgW="7924800" imgH="4876800" progId="Equation.DSMT4">
                    <p:embed/>
                  </p:oleObj>
                </mc:Choice>
                <mc:Fallback>
                  <p:oleObj name="Equation" r:id="rId17" imgW="7924800" imgH="4876800" progId="Equation.DSMT4">
                    <p:embed/>
                    <p:pic>
                      <p:nvPicPr>
                        <p:cNvPr id="0" name="图片 10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89" y="1651"/>
                          <a:ext cx="524" cy="3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130962" y="3352800"/>
            <a:ext cx="55652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所证等式两边被积函数都连续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7502154" y="3352800"/>
            <a:ext cx="286104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因此积分都存在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726412" y="3900488"/>
            <a:ext cx="41409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且它们的原函数也存在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737225" y="3962400"/>
          <a:ext cx="44037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19" imgW="106984800" imgH="10668000" progId="Equation.DSMT4">
                  <p:embed/>
                </p:oleObj>
              </mc:Choice>
              <mc:Fallback>
                <p:oleObj name="Equation" r:id="rId19" imgW="106984800" imgH="10668000" progId="Equation.DSMT4">
                  <p:embed/>
                  <p:pic>
                    <p:nvPicPr>
                      <p:cNvPr id="0" name="图片 1033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37225" y="3962400"/>
                        <a:ext cx="4403725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363712" y="4495800"/>
            <a:ext cx="9034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5739550" y="4495800"/>
            <a:ext cx="203284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的原函数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7410494" y="4495800"/>
            <a:ext cx="15811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因此有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1686402" y="4495800"/>
            <a:ext cx="82819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001963" y="5048250"/>
          <a:ext cx="14303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21" imgW="34747200" imgH="17678400" progId="Equation.DSMT4">
                  <p:embed/>
                </p:oleObj>
              </mc:Choice>
              <mc:Fallback>
                <p:oleObj name="Equation" r:id="rId21" imgW="34747200" imgH="17678400" progId="Equation.DSMT4">
                  <p:embed/>
                  <p:pic>
                    <p:nvPicPr>
                      <p:cNvPr id="0" name="图片 103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01963" y="5048250"/>
                        <a:ext cx="1430337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4513263" y="5264150"/>
          <a:ext cx="20208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Equation" r:id="rId23" imgW="49072800" imgH="9448800" progId="Equation.DSMT4">
                  <p:embed/>
                </p:oleObj>
              </mc:Choice>
              <mc:Fallback>
                <p:oleObj name="Equation" r:id="rId23" imgW="49072800" imgH="9448800" progId="Equation.DSMT4">
                  <p:embed/>
                  <p:pic>
                    <p:nvPicPr>
                      <p:cNvPr id="0" name="图片 103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13263" y="5264150"/>
                        <a:ext cx="2020887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6643688" y="5264150"/>
          <a:ext cx="14922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Equation" r:id="rId25" imgW="36271200" imgH="9448800" progId="Equation.DSMT4">
                  <p:embed/>
                </p:oleObj>
              </mc:Choice>
              <mc:Fallback>
                <p:oleObj name="Equation" r:id="rId25" imgW="36271200" imgH="9448800" progId="Equation.DSMT4">
                  <p:embed/>
                  <p:pic>
                    <p:nvPicPr>
                      <p:cNvPr id="0" name="图片 103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43688" y="5264150"/>
                        <a:ext cx="149225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8296275" y="5264150"/>
          <a:ext cx="1419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27" imgW="34442400" imgH="9448800" progId="Equation.DSMT4">
                  <p:embed/>
                </p:oleObj>
              </mc:Choice>
              <mc:Fallback>
                <p:oleObj name="Equation" r:id="rId27" imgW="34442400" imgH="9448800" progId="Equation.DSMT4">
                  <p:embed/>
                  <p:pic>
                    <p:nvPicPr>
                      <p:cNvPr id="0" name="图片 103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296275" y="5264150"/>
                        <a:ext cx="14192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1"/>
          <p:cNvGrpSpPr/>
          <p:nvPr/>
        </p:nvGrpSpPr>
        <p:grpSpPr bwMode="auto">
          <a:xfrm>
            <a:off x="4556662" y="5734050"/>
            <a:ext cx="2835950" cy="736600"/>
            <a:chOff x="1920" y="3612"/>
            <a:chExt cx="1808" cy="464"/>
          </a:xfrm>
        </p:grpSpPr>
        <p:graphicFrame>
          <p:nvGraphicFramePr>
            <p:cNvPr id="32" name="Object 32"/>
            <p:cNvGraphicFramePr>
              <a:graphicFrameLocks noChangeAspect="1"/>
            </p:cNvGraphicFramePr>
            <p:nvPr/>
          </p:nvGraphicFramePr>
          <p:xfrm>
            <a:off x="1920" y="3612"/>
            <a:ext cx="1808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Equation" r:id="rId29" imgW="68884800" imgH="17678400" progId="Equation.DSMT4">
                    <p:embed/>
                  </p:oleObj>
                </mc:Choice>
                <mc:Fallback>
                  <p:oleObj name="Equation" r:id="rId29" imgW="68884800" imgH="17678400" progId="Equation.DSMT4">
                    <p:embed/>
                    <p:pic>
                      <p:nvPicPr>
                        <p:cNvPr id="0" name="图片 10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0" y="3612"/>
                          <a:ext cx="1808" cy="4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3"/>
            <p:cNvGraphicFramePr>
              <a:graphicFrameLocks noChangeAspect="1"/>
            </p:cNvGraphicFramePr>
            <p:nvPr/>
          </p:nvGraphicFramePr>
          <p:xfrm>
            <a:off x="2610" y="3699"/>
            <a:ext cx="393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Equation" r:id="rId31" imgW="7010400" imgH="4876800" progId="Equation.DSMT4">
                    <p:embed/>
                  </p:oleObj>
                </mc:Choice>
                <mc:Fallback>
                  <p:oleObj name="Equation" r:id="rId31" imgW="7010400" imgH="4876800" progId="Equation.DSMT4">
                    <p:embed/>
                    <p:pic>
                      <p:nvPicPr>
                        <p:cNvPr id="0" name="图片 10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610" y="3699"/>
                          <a:ext cx="393" cy="2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4"/>
            <p:cNvGraphicFramePr>
              <a:graphicFrameLocks noChangeAspect="1"/>
            </p:cNvGraphicFramePr>
            <p:nvPr/>
          </p:nvGraphicFramePr>
          <p:xfrm>
            <a:off x="3076" y="3696"/>
            <a:ext cx="44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Equation" r:id="rId33" imgW="7924800" imgH="4876800" progId="Equation.DSMT4">
                    <p:embed/>
                  </p:oleObj>
                </mc:Choice>
                <mc:Fallback>
                  <p:oleObj name="Equation" r:id="rId33" imgW="7924800" imgH="4876800" progId="Equation.DSMT4">
                    <p:embed/>
                    <p:pic>
                      <p:nvPicPr>
                        <p:cNvPr id="0" name="图片 10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3076" y="3696"/>
                          <a:ext cx="446" cy="27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35"/>
          <p:cNvGrpSpPr/>
          <p:nvPr/>
        </p:nvGrpSpPr>
        <p:grpSpPr bwMode="auto">
          <a:xfrm>
            <a:off x="2148149" y="4581525"/>
            <a:ext cx="1192103" cy="431800"/>
            <a:chOff x="360" y="2956"/>
            <a:chExt cx="760" cy="272"/>
          </a:xfrm>
        </p:grpSpPr>
        <p:graphicFrame>
          <p:nvGraphicFramePr>
            <p:cNvPr id="36" name="Object 36"/>
            <p:cNvGraphicFramePr>
              <a:graphicFrameLocks noChangeAspect="1"/>
            </p:cNvGraphicFramePr>
            <p:nvPr/>
          </p:nvGraphicFramePr>
          <p:xfrm>
            <a:off x="360" y="2980"/>
            <a:ext cx="76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Equation" r:id="rId35" imgW="28956000" imgH="9448800" progId="Equation.DSMT4">
                    <p:embed/>
                  </p:oleObj>
                </mc:Choice>
                <mc:Fallback>
                  <p:oleObj name="Equation" r:id="rId35" imgW="28956000" imgH="9448800" progId="Equation.DSMT4">
                    <p:embed/>
                    <p:pic>
                      <p:nvPicPr>
                        <p:cNvPr id="0" name="图片 10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" y="2980"/>
                          <a:ext cx="76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7"/>
            <p:cNvGraphicFramePr>
              <a:graphicFrameLocks noChangeAspect="1"/>
            </p:cNvGraphicFramePr>
            <p:nvPr/>
          </p:nvGraphicFramePr>
          <p:xfrm>
            <a:off x="619" y="2956"/>
            <a:ext cx="38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Equation" r:id="rId37" imgW="7010400" imgH="4876800" progId="Equation.DSMT4">
                    <p:embed/>
                  </p:oleObj>
                </mc:Choice>
                <mc:Fallback>
                  <p:oleObj name="Equation" r:id="rId37" imgW="7010400" imgH="4876800" progId="Equation.DSMT4">
                    <p:embed/>
                    <p:pic>
                      <p:nvPicPr>
                        <p:cNvPr id="0" name="图片 10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19" y="2956"/>
                          <a:ext cx="388" cy="27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38"/>
          <p:cNvGrpSpPr/>
          <p:nvPr/>
        </p:nvGrpSpPr>
        <p:grpSpPr bwMode="auto">
          <a:xfrm>
            <a:off x="3850954" y="4578350"/>
            <a:ext cx="1897954" cy="434975"/>
            <a:chOff x="1520" y="2966"/>
            <a:chExt cx="1210" cy="274"/>
          </a:xfrm>
        </p:grpSpPr>
        <p:graphicFrame>
          <p:nvGraphicFramePr>
            <p:cNvPr id="39" name="Object 39"/>
            <p:cNvGraphicFramePr>
              <a:graphicFrameLocks noChangeAspect="1"/>
            </p:cNvGraphicFramePr>
            <p:nvPr/>
          </p:nvGraphicFramePr>
          <p:xfrm>
            <a:off x="1520" y="2980"/>
            <a:ext cx="7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Equation" r:id="rId39" imgW="29260800" imgH="9448800" progId="Equation.DSMT4">
                    <p:embed/>
                  </p:oleObj>
                </mc:Choice>
                <mc:Fallback>
                  <p:oleObj name="Equation" r:id="rId39" imgW="29260800" imgH="9448800" progId="Equation.DSMT4">
                    <p:embed/>
                    <p:pic>
                      <p:nvPicPr>
                        <p:cNvPr id="0" name="图片 10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0" y="2980"/>
                          <a:ext cx="768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0"/>
            <p:cNvGraphicFramePr>
              <a:graphicFrameLocks noChangeAspect="1"/>
            </p:cNvGraphicFramePr>
            <p:nvPr/>
          </p:nvGraphicFramePr>
          <p:xfrm>
            <a:off x="1792" y="2966"/>
            <a:ext cx="38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Equation" r:id="rId41" imgW="7010400" imgH="4876800" progId="Equation.DSMT4">
                    <p:embed/>
                  </p:oleObj>
                </mc:Choice>
                <mc:Fallback>
                  <p:oleObj name="Equation" r:id="rId41" imgW="7010400" imgH="4876800" progId="Equation.DSMT4">
                    <p:embed/>
                    <p:pic>
                      <p:nvPicPr>
                        <p:cNvPr id="0" name="图片 10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792" y="2966"/>
                          <a:ext cx="388" cy="27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1"/>
            <p:cNvGraphicFramePr>
              <a:graphicFrameLocks noChangeAspect="1"/>
            </p:cNvGraphicFramePr>
            <p:nvPr/>
          </p:nvGraphicFramePr>
          <p:xfrm>
            <a:off x="2308" y="2968"/>
            <a:ext cx="42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Equation" r:id="rId43" imgW="7924800" imgH="4876800" progId="Equation.DSMT4">
                    <p:embed/>
                  </p:oleObj>
                </mc:Choice>
                <mc:Fallback>
                  <p:oleObj name="Equation" r:id="rId43" imgW="7924800" imgH="4876800" progId="Equation.DSMT4">
                    <p:embed/>
                    <p:pic>
                      <p:nvPicPr>
                        <p:cNvPr id="0" name="图片 10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2308" y="2968"/>
                          <a:ext cx="422" cy="2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Line 49"/>
          <p:cNvSpPr>
            <a:spLocks noChangeShapeType="1"/>
          </p:cNvSpPr>
          <p:nvPr/>
        </p:nvSpPr>
        <p:spPr bwMode="auto">
          <a:xfrm>
            <a:off x="5950026" y="1731645"/>
            <a:ext cx="2635174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43" name="Text Box 50"/>
          <p:cNvSpPr txBox="1">
            <a:spLocks noChangeArrowheads="1"/>
          </p:cNvSpPr>
          <p:nvPr/>
        </p:nvSpPr>
        <p:spPr bwMode="auto">
          <a:xfrm>
            <a:off x="2131218" y="2639060"/>
            <a:ext cx="53883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2122045" y="6021288"/>
            <a:ext cx="11346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证毕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7" grpId="0" advAuto="0" autoUpdateAnimBg="0" build="p"/>
      <p:bldP spid="8" grpId="0" autoUpdateAnimBg="0"/>
      <p:bldP spid="10" grpId="0" autoUpdateAnimBg="0"/>
      <p:bldP spid="12" grpId="0" autoUpdateAnimBg="0"/>
      <p:bldP spid="19" grpId="0" autoUpdateAnimBg="0"/>
      <p:bldP spid="20" grpId="0" autoUpdateAnimBg="0"/>
      <p:bldP spid="21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42" grpId="0" bldLvl="0" animBg="1"/>
      <p:bldP spid="43" grpId="0" autoUpdateAnimBg="0" build="p"/>
      <p:bldP spid="45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68525" y="1099820"/>
            <a:ext cx="1031875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楷体_GB2312" pitchFamily="49" charset="-122"/>
                <a:ea typeface="楷体_GB2312" pitchFamily="49" charset="-122"/>
              </a:rPr>
              <a:t>说明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57400" y="1655798"/>
            <a:ext cx="388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&lt;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即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区间换为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895132" y="1713741"/>
          <a:ext cx="14970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35356800" imgH="10363200" progId="Equation.DSMT4">
                  <p:embed/>
                </p:oleObj>
              </mc:Choice>
              <mc:Fallback>
                <p:oleObj name="Equation" r:id="rId1" imgW="35356800" imgH="103632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95132" y="1713741"/>
                        <a:ext cx="1497012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385050" y="1655798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定理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仍成立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57400" y="2351123"/>
            <a:ext cx="838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2)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必需注意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换元必换限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原函数中的变量不必代回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57400" y="3036923"/>
            <a:ext cx="533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3)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换元公式也可反过来使用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7880350" y="3861629"/>
          <a:ext cx="1816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43586400" imgH="10668000" progId="Equation.DSMT4">
                  <p:embed/>
                </p:oleObj>
              </mc:Choice>
              <mc:Fallback>
                <p:oleObj name="Equation" r:id="rId3" imgW="43586400" imgH="10668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80350" y="3861629"/>
                        <a:ext cx="1816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740400" y="3728279"/>
          <a:ext cx="175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42062400" imgH="17678400" progId="Equation.DSMT4">
                  <p:embed/>
                </p:oleObj>
              </mc:Choice>
              <mc:Fallback>
                <p:oleObj name="Equation" r:id="rId5" imgW="42062400" imgH="17678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40400" y="3728279"/>
                        <a:ext cx="1752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676400" y="4858544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或配元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5867403" y="4630773"/>
            <a:ext cx="2763839" cy="736600"/>
            <a:chOff x="2740" y="3125"/>
            <a:chExt cx="1741" cy="464"/>
          </a:xfrm>
        </p:grpSpPr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2740" y="3125"/>
            <a:ext cx="1216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7" imgW="46329600" imgH="17678400" progId="Equation.DSMT4">
                    <p:embed/>
                  </p:oleObj>
                </mc:Choice>
                <mc:Fallback>
                  <p:oleObj name="Equation" r:id="rId7" imgW="46329600" imgH="17678400" progId="Equation.DSMT4">
                    <p:embed/>
                    <p:pic>
                      <p:nvPicPr>
                        <p:cNvPr id="0" name="图片 205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0" y="3125"/>
                          <a:ext cx="1216" cy="4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3932" y="3210"/>
            <a:ext cx="54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Equation" r:id="rId9" imgW="9144000" imgH="4876800" progId="Equation.DSMT4">
                    <p:embed/>
                  </p:oleObj>
                </mc:Choice>
                <mc:Fallback>
                  <p:oleObj name="Equation" r:id="rId9" imgW="9144000" imgH="4876800" progId="Equation.DSMT4">
                    <p:embed/>
                    <p:pic>
                      <p:nvPicPr>
                        <p:cNvPr id="0" name="图片 20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32" y="3210"/>
                          <a:ext cx="549" cy="2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6927850" y="5319430"/>
            <a:ext cx="1905000" cy="533400"/>
          </a:xfrm>
          <a:prstGeom prst="rect">
            <a:avLst/>
          </a:prstGeom>
          <a:noFill/>
          <a:ln w="19050">
            <a:solidFill>
              <a:srgbClr val="7030A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配元不换限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Line 27"/>
          <p:cNvSpPr>
            <a:spLocks noChangeShapeType="1"/>
          </p:cNvSpPr>
          <p:nvPr/>
        </p:nvSpPr>
        <p:spPr bwMode="auto">
          <a:xfrm>
            <a:off x="4727575" y="5265708"/>
            <a:ext cx="990600" cy="0"/>
          </a:xfrm>
          <a:prstGeom prst="line">
            <a:avLst/>
          </a:prstGeom>
          <a:ln w="190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 b="1"/>
          </a:p>
        </p:txBody>
      </p:sp>
      <p:sp>
        <p:nvSpPr>
          <p:cNvPr id="29" name="Line 36"/>
          <p:cNvSpPr>
            <a:spLocks noChangeShapeType="1"/>
          </p:cNvSpPr>
          <p:nvPr/>
        </p:nvSpPr>
        <p:spPr bwMode="auto">
          <a:xfrm>
            <a:off x="2209800" y="1048544"/>
            <a:ext cx="7696200" cy="0"/>
          </a:xfrm>
          <a:prstGeom prst="line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graphicFrame>
        <p:nvGraphicFramePr>
          <p:cNvPr id="3369" name="Object 297"/>
          <p:cNvGraphicFramePr>
            <a:graphicFrameLocks noChangeAspect="1"/>
          </p:cNvGraphicFramePr>
          <p:nvPr/>
        </p:nvGraphicFramePr>
        <p:xfrm>
          <a:off x="3095377" y="3716338"/>
          <a:ext cx="25685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1" imgW="62484000" imgH="17678400" progId="Equation.DSMT4">
                  <p:embed/>
                </p:oleObj>
              </mc:Choice>
              <mc:Fallback>
                <p:oleObj name="Equation" r:id="rId11" imgW="62484000" imgH="176784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95377" y="3716338"/>
                        <a:ext cx="256857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0" name="Object 298"/>
          <p:cNvGraphicFramePr>
            <a:graphicFrameLocks noChangeAspect="1"/>
          </p:cNvGraphicFramePr>
          <p:nvPr/>
        </p:nvGraphicFramePr>
        <p:xfrm>
          <a:off x="3948113" y="3860800"/>
          <a:ext cx="6159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3" imgW="7010400" imgH="4876800" progId="Equation.DSMT4">
                  <p:embed/>
                </p:oleObj>
              </mc:Choice>
              <mc:Fallback>
                <p:oleObj name="Equation" r:id="rId13" imgW="7010400" imgH="48768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48113" y="3860800"/>
                        <a:ext cx="615950" cy="436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1" name="Object 299"/>
          <p:cNvGraphicFramePr>
            <a:graphicFrameLocks noChangeAspect="1"/>
          </p:cNvGraphicFramePr>
          <p:nvPr/>
        </p:nvGraphicFramePr>
        <p:xfrm>
          <a:off x="4679950" y="3856038"/>
          <a:ext cx="7000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5" imgW="7924800" imgH="4876800" progId="Equation.DSMT4">
                  <p:embed/>
                </p:oleObj>
              </mc:Choice>
              <mc:Fallback>
                <p:oleObj name="Equation" r:id="rId15" imgW="7924800" imgH="48768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79950" y="3856038"/>
                        <a:ext cx="700088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97"/>
          <p:cNvGraphicFramePr>
            <a:graphicFrameLocks noChangeAspect="1"/>
          </p:cNvGraphicFramePr>
          <p:nvPr/>
        </p:nvGraphicFramePr>
        <p:xfrm>
          <a:off x="3171612" y="4633441"/>
          <a:ext cx="25685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7" imgW="62484000" imgH="17678400" progId="Equation.DSMT4">
                  <p:embed/>
                </p:oleObj>
              </mc:Choice>
              <mc:Fallback>
                <p:oleObj name="Equation" r:id="rId17" imgW="62484000" imgH="17678400" progId="Equation.DSMT4">
                  <p:embed/>
                  <p:pic>
                    <p:nvPicPr>
                      <p:cNvPr id="0" name="Object 29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71612" y="4633441"/>
                        <a:ext cx="256857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98"/>
          <p:cNvGraphicFramePr>
            <a:graphicFrameLocks noChangeAspect="1"/>
          </p:cNvGraphicFramePr>
          <p:nvPr/>
        </p:nvGraphicFramePr>
        <p:xfrm>
          <a:off x="3995738" y="4782121"/>
          <a:ext cx="6159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8" imgW="7010400" imgH="4876800" progId="Equation.DSMT4">
                  <p:embed/>
                </p:oleObj>
              </mc:Choice>
              <mc:Fallback>
                <p:oleObj name="Equation" r:id="rId18" imgW="7010400" imgH="4876800" progId="Equation.DSMT4">
                  <p:embed/>
                  <p:pic>
                    <p:nvPicPr>
                      <p:cNvPr id="0" name="Object 29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95738" y="4782121"/>
                        <a:ext cx="615950" cy="436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99"/>
          <p:cNvGraphicFramePr>
            <a:graphicFrameLocks noChangeAspect="1"/>
          </p:cNvGraphicFramePr>
          <p:nvPr/>
        </p:nvGraphicFramePr>
        <p:xfrm>
          <a:off x="4727575" y="4777358"/>
          <a:ext cx="7000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20" imgW="7924800" imgH="4876800" progId="Equation.DSMT4">
                  <p:embed/>
                </p:oleObj>
              </mc:Choice>
              <mc:Fallback>
                <p:oleObj name="Equation" r:id="rId20" imgW="7924800" imgH="4876800" progId="Equation.DSMT4">
                  <p:embed/>
                  <p:pic>
                    <p:nvPicPr>
                      <p:cNvPr id="0" name="Object 299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727575" y="4777358"/>
                        <a:ext cx="700088" cy="441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5" name="Object 298"/>
          <p:cNvGraphicFramePr>
            <a:graphicFrameLocks noChangeAspect="1"/>
          </p:cNvGraphicFramePr>
          <p:nvPr/>
        </p:nvGraphicFramePr>
        <p:xfrm>
          <a:off x="6946900" y="4792663"/>
          <a:ext cx="6159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22" imgW="7010400" imgH="4876800" progId="Equation.DSMT4">
                  <p:embed/>
                </p:oleObj>
              </mc:Choice>
              <mc:Fallback>
                <p:oleObj name="Equation" r:id="rId22" imgW="7010400" imgH="4876800" progId="Equation.DSMT4">
                  <p:embed/>
                  <p:pic>
                    <p:nvPicPr>
                      <p:cNvPr id="0" name="图片 205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946900" y="4792663"/>
                        <a:ext cx="615950" cy="436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6" name="Object 304"/>
          <p:cNvGraphicFramePr>
            <a:graphicFrameLocks noChangeAspect="1"/>
          </p:cNvGraphicFramePr>
          <p:nvPr/>
        </p:nvGraphicFramePr>
        <p:xfrm>
          <a:off x="3647728" y="188640"/>
          <a:ext cx="416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4" imgW="101498400" imgH="17678400" progId="Equation.DSMT4">
                  <p:embed/>
                </p:oleObj>
              </mc:Choice>
              <mc:Fallback>
                <p:oleObj name="Equation" r:id="rId24" imgW="101498400" imgH="176784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2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47728" y="188640"/>
                        <a:ext cx="4165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7" name="Object 305"/>
          <p:cNvGraphicFramePr>
            <a:graphicFrameLocks noChangeAspect="1"/>
          </p:cNvGraphicFramePr>
          <p:nvPr/>
        </p:nvGraphicFramePr>
        <p:xfrm>
          <a:off x="6016278" y="298178"/>
          <a:ext cx="7032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6" imgW="7010400" imgH="4876800" progId="Equation.DSMT4">
                  <p:embed/>
                </p:oleObj>
              </mc:Choice>
              <mc:Fallback>
                <p:oleObj name="Equation" r:id="rId26" imgW="7010400" imgH="48768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016278" y="298178"/>
                        <a:ext cx="703263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8" name="Object 306"/>
          <p:cNvGraphicFramePr>
            <a:graphicFrameLocks noChangeAspect="1"/>
          </p:cNvGraphicFramePr>
          <p:nvPr/>
        </p:nvGraphicFramePr>
        <p:xfrm>
          <a:off x="6737003" y="282303"/>
          <a:ext cx="8223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8" imgW="7924800" imgH="4876800" progId="Equation.DSMT4">
                  <p:embed/>
                </p:oleObj>
              </mc:Choice>
              <mc:Fallback>
                <p:oleObj name="Equation" r:id="rId28" imgW="7924800" imgH="4876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737003" y="282303"/>
                        <a:ext cx="822325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6" grpId="0" autoUpdateAnimBg="0"/>
      <p:bldP spid="7" grpId="0" autoUpdateAnimBg="0"/>
      <p:bldP spid="10" grpId="0" autoUpdateAnimBg="0"/>
      <p:bldP spid="15" grpId="0" bldLvl="0" animBg="1" autoUpdateAnimBg="0"/>
      <p:bldP spid="2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20696" y="277019"/>
            <a:ext cx="2133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1. </a:t>
            </a:r>
            <a:r>
              <a:rPr lang="zh-CN" altLang="en-US" sz="2800" b="1" dirty="0" smtClean="0">
                <a:ea typeface="楷体_GB2312" pitchFamily="49" charset="-122"/>
              </a:rPr>
              <a:t>计算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154296" y="251619"/>
          <a:ext cx="323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77724000" imgH="17678400" progId="Equation.DSMT4">
                  <p:embed/>
                </p:oleObj>
              </mc:Choice>
              <mc:Fallback>
                <p:oleObj name="Equation" r:id="rId1" imgW="77724000" imgH="17678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4296" y="251619"/>
                        <a:ext cx="3238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20696" y="1113631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43672" y="1162844"/>
          <a:ext cx="165861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6154400" imgH="4876800" progId="Equation.DSMT4">
                  <p:embed/>
                </p:oleObj>
              </mc:Choice>
              <mc:Fallback>
                <p:oleObj name="Equation" r:id="rId3" imgW="16154400" imgH="48768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672" y="1162844"/>
                        <a:ext cx="1658619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723256" y="1132681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208588" y="1189038"/>
          <a:ext cx="220180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48158400" imgH="9448800" progId="Equation.DSMT4">
                  <p:embed/>
                </p:oleObj>
              </mc:Choice>
              <mc:Fallback>
                <p:oleObj name="Equation" r:id="rId5" imgW="48158400" imgH="9448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8588" y="1189038"/>
                        <a:ext cx="2201806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744788" y="1881188"/>
          <a:ext cx="267035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59131200" imgH="10363200" progId="Equation.DSMT4">
                  <p:embed/>
                </p:oleObj>
              </mc:Choice>
              <mc:Fallback>
                <p:oleObj name="Equation" r:id="rId7" imgW="59131200" imgH="103632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44788" y="1881188"/>
                        <a:ext cx="2670353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538788" y="1760538"/>
          <a:ext cx="2280000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52120800" imgH="16459200" progId="Equation.DSMT4">
                  <p:embed/>
                </p:oleObj>
              </mc:Choice>
              <mc:Fallback>
                <p:oleObj name="Equation" r:id="rId9" imgW="52120800" imgH="164592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38788" y="1760538"/>
                        <a:ext cx="2280000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319146" y="2637631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160838" y="2655888"/>
          <a:ext cx="390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9144000" imgH="10972800" progId="Equation.DSMT4">
                  <p:embed/>
                </p:oleObj>
              </mc:Choice>
              <mc:Fallback>
                <p:oleObj name="Equation" r:id="rId11" imgW="9144000" imgH="109728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60838" y="2655888"/>
                        <a:ext cx="390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744278" y="3372168"/>
          <a:ext cx="3026087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70713600" imgH="21031200" progId="Equation.DSMT4">
                  <p:embed/>
                </p:oleObj>
              </mc:Choice>
              <mc:Fallback>
                <p:oleObj name="Equation" r:id="rId13" imgW="70713600" imgH="210312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44278" y="3372168"/>
                        <a:ext cx="3026087" cy="90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805238" y="4297998"/>
          <a:ext cx="2661429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63093600" imgH="29870400" progId="Equation.DSMT4">
                  <p:embed/>
                </p:oleObj>
              </mc:Choice>
              <mc:Fallback>
                <p:oleObj name="Equation" r:id="rId15" imgW="63093600" imgH="298704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05238" y="4297998"/>
                        <a:ext cx="2661429" cy="12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6770688" y="4489768"/>
          <a:ext cx="939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7" imgW="22555200" imgH="21031200" progId="Equation.DSMT4">
                  <p:embed/>
                </p:oleObj>
              </mc:Choice>
              <mc:Fallback>
                <p:oleObj name="Equation" r:id="rId17" imgW="22555200" imgH="210312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70688" y="4489768"/>
                        <a:ext cx="9398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550728" y="2469198"/>
          <a:ext cx="538200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9" imgW="11887200" imgH="18288000" progId="Equation.DSMT4">
                  <p:embed/>
                </p:oleObj>
              </mc:Choice>
              <mc:Fallback>
                <p:oleObj name="Equation" r:id="rId19" imgW="11887200" imgH="182880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50728" y="2469198"/>
                        <a:ext cx="538200" cy="82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049838" y="2655888"/>
          <a:ext cx="1144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21" imgW="26822400" imgH="10972800" progId="Equation.DSMT4">
                  <p:embed/>
                </p:oleObj>
              </mc:Choice>
              <mc:Fallback>
                <p:oleObj name="Equation" r:id="rId21" imgW="26822400" imgH="109728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49838" y="2655888"/>
                        <a:ext cx="11440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9"/>
          <p:cNvGrpSpPr/>
          <p:nvPr/>
        </p:nvGrpSpPr>
        <p:grpSpPr bwMode="auto">
          <a:xfrm>
            <a:off x="8203691" y="2522696"/>
            <a:ext cx="2514600" cy="2070100"/>
            <a:chOff x="3980" y="1964"/>
            <a:chExt cx="1584" cy="1304"/>
          </a:xfrm>
        </p:grpSpPr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4388" y="1964"/>
            <a:ext cx="117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Equation" r:id="rId23" imgW="44805600" imgH="13106400" progId="Equation.DSMT4">
                    <p:embed/>
                  </p:oleObj>
                </mc:Choice>
                <mc:Fallback>
                  <p:oleObj name="Equation" r:id="rId23" imgW="44805600" imgH="13106400" progId="Equation.DSMT4">
                    <p:embed/>
                    <p:pic>
                      <p:nvPicPr>
                        <p:cNvPr id="0" name="图片 30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88" y="1964"/>
                          <a:ext cx="1176" cy="3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" name="Group 21"/>
            <p:cNvGrpSpPr/>
            <p:nvPr/>
          </p:nvGrpSpPr>
          <p:grpSpPr bwMode="auto">
            <a:xfrm>
              <a:off x="3980" y="2016"/>
              <a:ext cx="1300" cy="1252"/>
              <a:chOff x="3980" y="2016"/>
              <a:chExt cx="1300" cy="1252"/>
            </a:xfrm>
          </p:grpSpPr>
          <p:sp>
            <p:nvSpPr>
              <p:cNvPr id="22" name="Arc 22"/>
              <p:cNvSpPr/>
              <p:nvPr/>
            </p:nvSpPr>
            <p:spPr bwMode="auto">
              <a:xfrm>
                <a:off x="4198" y="2304"/>
                <a:ext cx="721" cy="72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66CC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4205" y="302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 flipV="1">
                <a:off x="4205" y="2016"/>
                <a:ext cx="0" cy="10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aphicFrame>
            <p:nvGraphicFramePr>
              <p:cNvPr id="25" name="Object 25"/>
              <p:cNvGraphicFramePr>
                <a:graphicFrameLocks noChangeAspect="1"/>
              </p:cNvGraphicFramePr>
              <p:nvPr/>
            </p:nvGraphicFramePr>
            <p:xfrm>
              <a:off x="5136" y="3076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name="Equation" r:id="rId25" imgW="5486400" imgH="7315200" progId="Equation.DSMT4">
                      <p:embed/>
                    </p:oleObj>
                  </mc:Choice>
                  <mc:Fallback>
                    <p:oleObj name="Equation" r:id="rId25" imgW="5486400" imgH="7315200" progId="Equation.DSMT4">
                      <p:embed/>
                      <p:pic>
                        <p:nvPicPr>
                          <p:cNvPr id="0" name="图片 308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136" y="3076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Object 26"/>
              <p:cNvGraphicFramePr>
                <a:graphicFrameLocks noChangeAspect="1"/>
              </p:cNvGraphicFramePr>
              <p:nvPr/>
            </p:nvGraphicFramePr>
            <p:xfrm>
              <a:off x="4100" y="3052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" name="Equation" r:id="rId27" imgW="7010400" imgH="7620000" progId="Equation.DSMT4">
                      <p:embed/>
                    </p:oleObj>
                  </mc:Choice>
                  <mc:Fallback>
                    <p:oleObj name="Equation" r:id="rId27" imgW="7010400" imgH="7620000" progId="Equation.DSMT4">
                      <p:embed/>
                      <p:pic>
                        <p:nvPicPr>
                          <p:cNvPr id="0" name="图片 308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100" y="3052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Object 27"/>
              <p:cNvGraphicFramePr>
                <a:graphicFrameLocks noChangeAspect="1"/>
              </p:cNvGraphicFramePr>
              <p:nvPr/>
            </p:nvGraphicFramePr>
            <p:xfrm>
              <a:off x="3980" y="2020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Equation" r:id="rId29" imgW="6096000" imgH="7315200" progId="Equation.DSMT4">
                      <p:embed/>
                    </p:oleObj>
                  </mc:Choice>
                  <mc:Fallback>
                    <p:oleObj name="Equation" r:id="rId29" imgW="6096000" imgH="7315200" progId="Equation.DSMT4">
                      <p:embed/>
                      <p:pic>
                        <p:nvPicPr>
                          <p:cNvPr id="0" name="图片 308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3980" y="2020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Object 28"/>
              <p:cNvGraphicFramePr>
                <a:graphicFrameLocks noChangeAspect="1"/>
              </p:cNvGraphicFramePr>
              <p:nvPr/>
            </p:nvGraphicFramePr>
            <p:xfrm>
              <a:off x="4844" y="3056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8" name="Equation" r:id="rId31" imgW="5791200" imgH="7315200" progId="Equation.DSMT4">
                      <p:embed/>
                    </p:oleObj>
                  </mc:Choice>
                  <mc:Fallback>
                    <p:oleObj name="Equation" r:id="rId31" imgW="5791200" imgH="7315200" progId="Equation.DSMT4">
                      <p:embed/>
                      <p:pic>
                        <p:nvPicPr>
                          <p:cNvPr id="0" name="图片 308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4844" y="3056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8820911" y="3478371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3" imgW="300990" imgH="368300" progId="Equation.3">
                  <p:embed/>
                </p:oleObj>
              </mc:Choice>
              <mc:Fallback>
                <p:oleObj name="Equation" r:id="rId33" imgW="300990" imgH="368300" progId="Equation.3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20911" y="3478371"/>
                        <a:ext cx="2540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Freeform 37"/>
          <p:cNvSpPr/>
          <p:nvPr/>
        </p:nvSpPr>
        <p:spPr bwMode="auto">
          <a:xfrm>
            <a:off x="8014335" y="3869055"/>
            <a:ext cx="894715" cy="1080135"/>
          </a:xfrm>
          <a:custGeom>
            <a:avLst/>
            <a:gdLst>
              <a:gd name="T0" fmla="*/ 0 w 528"/>
              <a:gd name="T1" fmla="*/ 768 h 768"/>
              <a:gd name="T2" fmla="*/ 432 w 528"/>
              <a:gd name="T3" fmla="*/ 528 h 768"/>
              <a:gd name="T4" fmla="*/ 528 w 528"/>
              <a:gd name="T5" fmla="*/ 0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28" h="768">
                <a:moveTo>
                  <a:pt x="0" y="768"/>
                </a:moveTo>
                <a:cubicBezTo>
                  <a:pt x="172" y="712"/>
                  <a:pt x="344" y="656"/>
                  <a:pt x="432" y="528"/>
                </a:cubicBezTo>
                <a:cubicBezTo>
                  <a:pt x="520" y="400"/>
                  <a:pt x="524" y="200"/>
                  <a:pt x="528" y="0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1" name="Text Box 38"/>
          <p:cNvSpPr txBox="1">
            <a:spLocks noChangeArrowheads="1"/>
          </p:cNvSpPr>
          <p:nvPr/>
        </p:nvSpPr>
        <p:spPr bwMode="auto">
          <a:xfrm>
            <a:off x="7410576" y="113363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0" grpId="0" autoUpdateAnimBg="0"/>
      <p:bldP spid="30" grpId="0" bldLvl="0" animBg="1"/>
      <p:bldP spid="31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170460" y="349250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043363" y="231775"/>
          <a:ext cx="25400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60960000" imgH="18288000" progId="Equation.DSMT4">
                  <p:embed/>
                </p:oleObj>
              </mc:Choice>
              <mc:Fallback>
                <p:oleObj name="Equation" r:id="rId1" imgW="60960000" imgH="182880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43363" y="231775"/>
                        <a:ext cx="2540000" cy="758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855640" y="1391583"/>
          <a:ext cx="23796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56997600" imgH="17373600" progId="Equation.DSMT4">
                  <p:embed/>
                </p:oleObj>
              </mc:Choice>
              <mc:Fallback>
                <p:oleObj name="Equation" r:id="rId3" imgW="56997600" imgH="173736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1391583"/>
                        <a:ext cx="2379663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534794" y="745540"/>
            <a:ext cx="129614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解法二：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762894" y="2364135"/>
          <a:ext cx="311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74676000" imgH="17373600" progId="Equation.DSMT4">
                  <p:embed/>
                </p:oleObj>
              </mc:Choice>
              <mc:Fallback>
                <p:oleObj name="Equation" r:id="rId5" imgW="74676000" imgH="173736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62894" y="2364135"/>
                        <a:ext cx="3111500" cy="7239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2685107" y="4469160"/>
          <a:ext cx="79216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7620000" imgH="9753600" progId="Equation.3">
                  <p:embed/>
                </p:oleObj>
              </mc:Choice>
              <mc:Fallback>
                <p:oleObj name="Equation" r:id="rId7" imgW="7620000" imgH="9753600" progId="Equation.3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85107" y="4469160"/>
                        <a:ext cx="792162" cy="1012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6534794" y="1268760"/>
            <a:ext cx="0" cy="419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7214244" y="1268760"/>
          <a:ext cx="25527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988310" imgH="847725" progId="Equation.DSMT4">
                  <p:embed/>
                </p:oleObj>
              </mc:Choice>
              <mc:Fallback>
                <p:oleObj name="Equation" r:id="rId9" imgW="2988310" imgH="847725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14244" y="1268760"/>
                        <a:ext cx="2552700" cy="722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6610994" y="2183160"/>
          <a:ext cx="10604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669290" imgH="189865" progId="Equation.3">
                  <p:embed/>
                </p:oleObj>
              </mc:Choice>
              <mc:Fallback>
                <p:oleObj name="Equation" r:id="rId11" imgW="669290" imgH="189865" progId="Equation.3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10994" y="2183160"/>
                        <a:ext cx="1060450" cy="30638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6941194" y="2468910"/>
          <a:ext cx="1447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1694815" imgH="814070" progId="Equation.DSMT4">
                  <p:embed/>
                </p:oleObj>
              </mc:Choice>
              <mc:Fallback>
                <p:oleObj name="Equation" r:id="rId13" imgW="1694815" imgH="81407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41194" y="2468910"/>
                        <a:ext cx="14478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/>
        </p:nvGraphicFramePr>
        <p:xfrm>
          <a:off x="6915794" y="3402360"/>
          <a:ext cx="8255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公式" r:id="rId15" imgW="970280" imgH="1349375" progId="Equation.3">
                  <p:embed/>
                </p:oleObj>
              </mc:Choice>
              <mc:Fallback>
                <p:oleObj name="公式" r:id="rId15" imgW="970280" imgH="1349375" progId="Equation.3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15794" y="3402360"/>
                        <a:ext cx="825500" cy="1155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/>
        </p:nvGraphicFramePr>
        <p:xfrm>
          <a:off x="6915794" y="4545360"/>
          <a:ext cx="8334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368300" imgH="479425" progId="Equation.3">
                  <p:embed/>
                </p:oleObj>
              </mc:Choice>
              <mc:Fallback>
                <p:oleObj name="Equation" r:id="rId17" imgW="368300" imgH="479425" progId="Equation.3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15794" y="4545360"/>
                        <a:ext cx="833438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6229994" y="1268760"/>
            <a:ext cx="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6458594" y="1268760"/>
            <a:ext cx="0" cy="419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2702569" y="3084860"/>
          <a:ext cx="235902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23774400" imgH="12801600" progId="Equation.DSMT4">
                  <p:embed/>
                </p:oleObj>
              </mc:Choice>
              <mc:Fallback>
                <p:oleObj name="Equation" r:id="rId19" imgW="23774400" imgH="128016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02569" y="3084860"/>
                        <a:ext cx="2359025" cy="12700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941116" y="868363"/>
            <a:ext cx="129614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解法一：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9264352" y="2996952"/>
            <a:ext cx="8978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7030A0"/>
            </a:solidFill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对应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7752184" y="2636912"/>
            <a:ext cx="1512168" cy="6216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 flipV="1">
            <a:off x="7665824" y="3084959"/>
            <a:ext cx="1512168" cy="202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8" grpId="0" bldLvl="0" animBg="1"/>
      <p:bldP spid="15" grpId="0" bldLvl="0" animBg="1"/>
      <p:bldP spid="17" grpId="0" bldLvl="0" animBg="1" autoUpdateAnimBg="0"/>
      <p:bldP spid="1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练习5.3.1(1)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81200" y="998022"/>
            <a:ext cx="3294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计算下列定积分：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33238" y="1521242"/>
          <a:ext cx="30353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72847200" imgH="22860000" progId="Equation.DSMT4">
                  <p:embed/>
                </p:oleObj>
              </mc:Choice>
              <mc:Fallback>
                <p:oleObj name="Equation" r:id="rId1" imgW="72847200" imgH="228600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238" y="1521242"/>
                        <a:ext cx="3035300" cy="960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446838" y="1436688"/>
          <a:ext cx="25368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60655200" imgH="24079200" progId="Equation.DSMT4">
                  <p:embed/>
                </p:oleObj>
              </mc:Choice>
              <mc:Fallback>
                <p:oleObj name="Equation" r:id="rId3" imgW="60655200" imgH="240792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6838" y="1436688"/>
                        <a:ext cx="2536825" cy="995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981200" y="3284984"/>
            <a:ext cx="11607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089275" y="3200400"/>
          <a:ext cx="1778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42672000" imgH="16459200" progId="Equation.DSMT4">
                  <p:embed/>
                </p:oleObj>
              </mc:Choice>
              <mc:Fallback>
                <p:oleObj name="Equation" r:id="rId5" imgW="42672000" imgH="164592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9275" y="3200400"/>
                        <a:ext cx="17780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5015880" y="3284984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546134" y="3200519"/>
          <a:ext cx="20018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47853600" imgH="16459200" progId="Equation.DSMT4">
                  <p:embed/>
                </p:oleObj>
              </mc:Choice>
              <mc:Fallback>
                <p:oleObj name="Equation" r:id="rId7" imgW="47853600" imgH="164592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46134" y="3200519"/>
                        <a:ext cx="2001837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174965" y="2564904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2133261" y="4391397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600056" y="2428902"/>
          <a:ext cx="12366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29260800" imgH="20116800" progId="Equation.DSMT4">
                  <p:embed/>
                </p:oleObj>
              </mc:Choice>
              <mc:Fallback>
                <p:oleObj name="Equation" r:id="rId9" imgW="29260800" imgH="20116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00056" y="2428902"/>
                        <a:ext cx="12366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651044" y="2581219"/>
          <a:ext cx="9398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22250400" imgH="11582400" progId="Equation.DSMT4">
                  <p:embed/>
                </p:oleObj>
              </mc:Choice>
              <mc:Fallback>
                <p:oleObj name="Equation" r:id="rId11" imgW="22250400" imgH="115824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1044" y="2581219"/>
                        <a:ext cx="939800" cy="477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424478" y="4495844"/>
          <a:ext cx="7731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8288000" imgH="7620000" progId="Equation.DSMT4">
                  <p:embed/>
                </p:oleObj>
              </mc:Choice>
              <mc:Fallback>
                <p:oleObj name="Equation" r:id="rId13" imgW="18288000" imgH="76200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24478" y="4495844"/>
                        <a:ext cx="773112" cy="314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573588" y="4159250"/>
          <a:ext cx="19764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47244000" imgH="22555200" progId="Equation.DSMT4">
                  <p:embed/>
                </p:oleObj>
              </mc:Choice>
              <mc:Fallback>
                <p:oleObj name="Equation" r:id="rId15" imgW="47244000" imgH="225552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73588" y="4159250"/>
                        <a:ext cx="1976437" cy="949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54240" y="431006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354240" y="1269206"/>
            <a:ext cx="1193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271963" y="341313"/>
          <a:ext cx="2882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69189600" imgH="16459200" progId="Equation.DSMT4">
                  <p:embed/>
                </p:oleObj>
              </mc:Choice>
              <mc:Fallback>
                <p:oleObj name="Equation" r:id="rId1" imgW="69189600" imgH="16459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71963" y="341313"/>
                        <a:ext cx="2882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289300" y="1179513"/>
          <a:ext cx="3035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Equation" r:id="rId3" imgW="72847200" imgH="16764000" progId="Equation.DSMT4">
                  <p:embed/>
                </p:oleObj>
              </mc:Choice>
              <mc:Fallback>
                <p:oleObj name="Equation" r:id="rId3" imgW="72847200" imgH="16764000" progId="Equation.DSMT4">
                  <p:embed/>
                  <p:pic>
                    <p:nvPicPr>
                      <p:cNvPr id="0" name="图片 62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9300" y="1179513"/>
                        <a:ext cx="30353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394872" y="1109662"/>
          <a:ext cx="3136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5" imgW="75285600" imgH="18592800" progId="Equation.DSMT4">
                  <p:embed/>
                </p:oleObj>
              </mc:Choice>
              <mc:Fallback>
                <p:oleObj name="Equation" r:id="rId5" imgW="75285600" imgH="18592800" progId="Equation.DSMT4">
                  <p:embed/>
                  <p:pic>
                    <p:nvPicPr>
                      <p:cNvPr id="0" name="图片 629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94872" y="1109662"/>
                        <a:ext cx="31369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061122" y="2024062"/>
          <a:ext cx="312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7" imgW="74980800" imgH="19812000" progId="Equation.DSMT4">
                  <p:embed/>
                </p:oleObj>
              </mc:Choice>
              <mc:Fallback>
                <p:oleObj name="Equation" r:id="rId7" imgW="74980800" imgH="19812000" progId="Equation.DSMT4">
                  <p:embed/>
                  <p:pic>
                    <p:nvPicPr>
                      <p:cNvPr id="0" name="图片 62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61122" y="2024062"/>
                        <a:ext cx="3124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115472" y="2093912"/>
          <a:ext cx="3009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9" imgW="72237600" imgH="22250400" progId="Equation.DSMT4">
                  <p:embed/>
                </p:oleObj>
              </mc:Choice>
              <mc:Fallback>
                <p:oleObj name="Equation" r:id="rId9" imgW="72237600" imgH="22250400" progId="Equation.DSMT4">
                  <p:embed/>
                  <p:pic>
                    <p:nvPicPr>
                      <p:cNvPr id="0" name="图片 629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15472" y="2093912"/>
                        <a:ext cx="30099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054772" y="2900362"/>
          <a:ext cx="289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11" imgW="69494400" imgH="19812000" progId="Equation.DSMT4">
                  <p:embed/>
                </p:oleObj>
              </mc:Choice>
              <mc:Fallback>
                <p:oleObj name="Equation" r:id="rId11" imgW="69494400" imgH="19812000" progId="Equation.DSMT4">
                  <p:embed/>
                  <p:pic>
                    <p:nvPicPr>
                      <p:cNvPr id="0" name="图片 630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54772" y="2900362"/>
                        <a:ext cx="2895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988472" y="2982912"/>
          <a:ext cx="2794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" name="Equation" r:id="rId13" imgW="67056000" imgH="22250400" progId="Equation.DSMT4">
                  <p:embed/>
                </p:oleObj>
              </mc:Choice>
              <mc:Fallback>
                <p:oleObj name="Equation" r:id="rId13" imgW="67056000" imgH="22250400" progId="Equation.DSMT4">
                  <p:embed/>
                  <p:pic>
                    <p:nvPicPr>
                      <p:cNvPr id="0" name="图片 630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88472" y="2982912"/>
                        <a:ext cx="27940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099222" y="3795712"/>
          <a:ext cx="1828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3" name="公式" r:id="rId15" imgW="43891200" imgH="24688800" progId="Equation.3">
                  <p:embed/>
                </p:oleObj>
              </mc:Choice>
              <mc:Fallback>
                <p:oleObj name="公式" r:id="rId15" imgW="43891200" imgH="24688800" progId="Equation.3">
                  <p:embed/>
                  <p:pic>
                    <p:nvPicPr>
                      <p:cNvPr id="0" name="图片 630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99222" y="3795712"/>
                        <a:ext cx="18288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105822" y="3821112"/>
          <a:ext cx="1816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4" name="公式" r:id="rId17" imgW="43586400" imgH="26212800" progId="Equation.3">
                  <p:embed/>
                </p:oleObj>
              </mc:Choice>
              <mc:Fallback>
                <p:oleObj name="公式" r:id="rId17" imgW="43586400" imgH="26212800" progId="Equation.3">
                  <p:embed/>
                  <p:pic>
                    <p:nvPicPr>
                      <p:cNvPr id="0" name="图片 630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05822" y="3821112"/>
                        <a:ext cx="18161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7017172" y="3890962"/>
          <a:ext cx="633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" name="公式" r:id="rId19" imgW="15240000" imgH="20116800" progId="Equation.3">
                  <p:embed/>
                </p:oleObj>
              </mc:Choice>
              <mc:Fallback>
                <p:oleObj name="公式" r:id="rId19" imgW="15240000" imgH="20116800" progId="Equation.3">
                  <p:embed/>
                  <p:pic>
                    <p:nvPicPr>
                      <p:cNvPr id="0" name="图片 630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17172" y="3890962"/>
                        <a:ext cx="6334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50616" y="534988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latin typeface="宋体" panose="02010600030101010101" pitchFamily="2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350616" y="1373188"/>
            <a:ext cx="977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281488" y="312738"/>
          <a:ext cx="411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98755200" imgH="22250400" progId="Equation.DSMT4">
                  <p:embed/>
                </p:oleObj>
              </mc:Choice>
              <mc:Fallback>
                <p:oleObj name="Equation" r:id="rId1" imgW="98755200" imgH="222504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81488" y="312738"/>
                        <a:ext cx="41148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417416" y="1373188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令</a:t>
            </a:r>
            <a:endParaRPr lang="zh-CN" altLang="en-US" sz="2800" b="1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963988" y="1476375"/>
          <a:ext cx="1460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" name="Equation" r:id="rId3" imgW="35052000" imgH="9448800" progId="Equation.DSMT4">
                  <p:embed/>
                </p:oleObj>
              </mc:Choice>
              <mc:Fallback>
                <p:oleObj name="Equation" r:id="rId3" imgW="35052000" imgH="9448800" progId="Equation.DSMT4">
                  <p:embed/>
                  <p:pic>
                    <p:nvPicPr>
                      <p:cNvPr id="0" name="图片 744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3988" y="1476375"/>
                        <a:ext cx="1460500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366616" y="2249488"/>
          <a:ext cx="86201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4" name="公式" r:id="rId5" imgW="20726400" imgH="6096000" progId="Equation.3">
                  <p:embed/>
                </p:oleObj>
              </mc:Choice>
              <mc:Fallback>
                <p:oleObj name="公式" r:id="rId5" imgW="20726400" imgH="6096000" progId="Equation.3">
                  <p:embed/>
                  <p:pic>
                    <p:nvPicPr>
                      <p:cNvPr id="0" name="图片 744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66616" y="2249488"/>
                        <a:ext cx="862013" cy="252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255616" y="2204864"/>
          <a:ext cx="850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5" name="Equation" r:id="rId7" imgW="20421600" imgH="6400800" progId="Equation.DSMT4">
                  <p:embed/>
                </p:oleObj>
              </mc:Choice>
              <mc:Fallback>
                <p:oleObj name="Equation" r:id="rId7" imgW="20421600" imgH="6400800" progId="Equation.DSMT4">
                  <p:embed/>
                  <p:pic>
                    <p:nvPicPr>
                      <p:cNvPr id="0" name="图片 744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5616" y="2204864"/>
                        <a:ext cx="850900" cy="266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109816" y="2171700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6" name="Equation" r:id="rId9" imgW="20116800" imgH="7924800" progId="Equation.DSMT4">
                  <p:embed/>
                </p:oleObj>
              </mc:Choice>
              <mc:Fallback>
                <p:oleObj name="Equation" r:id="rId9" imgW="20116800" imgH="7924800" progId="Equation.DSMT4">
                  <p:embed/>
                  <p:pic>
                    <p:nvPicPr>
                      <p:cNvPr id="0" name="图片 744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09816" y="2171700"/>
                        <a:ext cx="8382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176120" y="2204864"/>
          <a:ext cx="8509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7" name="Equation" r:id="rId11" imgW="20421600" imgH="6400800" progId="Equation.DSMT4">
                  <p:embed/>
                </p:oleObj>
              </mc:Choice>
              <mc:Fallback>
                <p:oleObj name="Equation" r:id="rId11" imgW="20421600" imgH="6400800" progId="Equation.DSMT4">
                  <p:embed/>
                  <p:pic>
                    <p:nvPicPr>
                      <p:cNvPr id="0" name="图片 744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76120" y="2204864"/>
                        <a:ext cx="850900" cy="265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168008" y="1512887"/>
          <a:ext cx="7239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8" name="Equation" r:id="rId13" imgW="17373600" imgH="9144000" progId="Equation.DSMT4">
                  <p:embed/>
                </p:oleObj>
              </mc:Choice>
              <mc:Fallback>
                <p:oleObj name="Equation" r:id="rId13" imgW="17373600" imgH="9144000" progId="Equation.DSMT4">
                  <p:embed/>
                  <p:pic>
                    <p:nvPicPr>
                      <p:cNvPr id="0" name="图片 744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68008" y="1512887"/>
                        <a:ext cx="723900" cy="3794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252316" y="293370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原式</a:t>
            </a:r>
            <a:endParaRPr lang="zh-CN" altLang="en-US" sz="2800" b="1" dirty="0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256088" y="2717800"/>
          <a:ext cx="4305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9" name="Equation" r:id="rId15" imgW="103327200" imgH="25603200" progId="Equation.DSMT4">
                  <p:embed/>
                </p:oleObj>
              </mc:Choice>
              <mc:Fallback>
                <p:oleObj name="Equation" r:id="rId15" imgW="103327200" imgH="25603200" progId="Equation.DSMT4">
                  <p:embed/>
                  <p:pic>
                    <p:nvPicPr>
                      <p:cNvPr id="0" name="图片 744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56088" y="2717800"/>
                        <a:ext cx="43053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049588" y="3879850"/>
          <a:ext cx="2679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0" name="Equation" r:id="rId17" imgW="64312800" imgH="21640800" progId="Equation.DSMT4">
                  <p:embed/>
                </p:oleObj>
              </mc:Choice>
              <mc:Fallback>
                <p:oleObj name="Equation" r:id="rId17" imgW="64312800" imgH="21640800" progId="Equation.DSMT4">
                  <p:embed/>
                  <p:pic>
                    <p:nvPicPr>
                      <p:cNvPr id="0" name="图片 744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49588" y="3879850"/>
                        <a:ext cx="26797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807968" y="3933056"/>
          <a:ext cx="3733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1" name="Equation" r:id="rId19" imgW="89611200" imgH="23164800" progId="Equation.DSMT4">
                  <p:embed/>
                </p:oleObj>
              </mc:Choice>
              <mc:Fallback>
                <p:oleObj name="Equation" r:id="rId19" imgW="89611200" imgH="23164800" progId="Equation.DSMT4">
                  <p:embed/>
                  <p:pic>
                    <p:nvPicPr>
                      <p:cNvPr id="0" name="图片 745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07968" y="3933056"/>
                        <a:ext cx="37338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041254" y="4941168"/>
          <a:ext cx="1244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2" name="Equation" r:id="rId21" imgW="29870400" imgH="19812000" progId="Equation.DSMT4">
                  <p:embed/>
                </p:oleObj>
              </mc:Choice>
              <mc:Fallback>
                <p:oleObj name="Equation" r:id="rId21" imgW="29870400" imgH="19812000" progId="Equation.DSMT4">
                  <p:embed/>
                  <p:pic>
                    <p:nvPicPr>
                      <p:cNvPr id="0" name="图片 745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41254" y="4941168"/>
                        <a:ext cx="1244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7032104" y="4941168"/>
          <a:ext cx="671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3" name="公式" r:id="rId23" imgW="16154400" imgH="20116800" progId="Equation.3">
                  <p:embed/>
                </p:oleObj>
              </mc:Choice>
              <mc:Fallback>
                <p:oleObj name="公式" r:id="rId23" imgW="16154400" imgH="20116800" progId="Equation.3">
                  <p:embed/>
                  <p:pic>
                    <p:nvPicPr>
                      <p:cNvPr id="0" name="图片 745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32104" y="4941168"/>
                        <a:ext cx="6715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881813" y="1524000"/>
          <a:ext cx="129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4" name="Equation" r:id="rId25" imgW="31089600" imgH="9144000" progId="Equation.DSMT4">
                  <p:embed/>
                </p:oleObj>
              </mc:Choice>
              <mc:Fallback>
                <p:oleObj name="Equation" r:id="rId25" imgW="31089600" imgH="9144000" progId="Equation.DSMT4">
                  <p:embed/>
                  <p:pic>
                    <p:nvPicPr>
                      <p:cNvPr id="0" name="图片 745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881813" y="1524000"/>
                        <a:ext cx="12954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178425" y="1919288"/>
          <a:ext cx="393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5" name="Equation" r:id="rId27" imgW="9448800" imgH="19812000" progId="Equation.DSMT4">
                  <p:embed/>
                </p:oleObj>
              </mc:Choice>
              <mc:Fallback>
                <p:oleObj name="Equation" r:id="rId27" imgW="9448800" imgH="19812000" progId="Equation.DSMT4">
                  <p:embed/>
                  <p:pic>
                    <p:nvPicPr>
                      <p:cNvPr id="0" name="图片 745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78425" y="1919288"/>
                        <a:ext cx="393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112224" y="2204864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" name="Equation" r:id="rId29" imgW="7010400" imgH="8839200" progId="Equation.DSMT4">
                  <p:embed/>
                </p:oleObj>
              </mc:Choice>
              <mc:Fallback>
                <p:oleObj name="Equation" r:id="rId29" imgW="7010400" imgH="8839200" progId="Equation.DSMT4">
                  <p:embed/>
                  <p:pic>
                    <p:nvPicPr>
                      <p:cNvPr id="0" name="图片 745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112224" y="2204864"/>
                        <a:ext cx="2921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255616" y="4869160"/>
          <a:ext cx="2781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7" name="Equation" r:id="rId31" imgW="66751200" imgH="21336000" progId="Equation.DSMT4">
                  <p:embed/>
                </p:oleObj>
              </mc:Choice>
              <mc:Fallback>
                <p:oleObj name="Equation" r:id="rId31" imgW="66751200" imgH="21336000" progId="Equation.DSMT4">
                  <p:embed/>
                  <p:pic>
                    <p:nvPicPr>
                      <p:cNvPr id="0" name="图片 745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255616" y="4869160"/>
                        <a:ext cx="2781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92799" y="545783"/>
            <a:ext cx="130052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注意</a:t>
            </a:r>
            <a:r>
              <a:rPr lang="en-US" altLang="zh-CN" sz="32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:</a:t>
            </a:r>
            <a:endParaRPr lang="en-US" altLang="zh-CN" sz="3200" b="1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58512" y="1192191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</a:t>
            </a:r>
            <a:endParaRPr lang="zh-CN" altLang="en-US" sz="2800" b="1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064510" y="3868960"/>
          <a:ext cx="6493857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Document" r:id="rId1" imgW="6355080" imgH="1764665" progId="Word.Document.8">
                  <p:embed/>
                </p:oleObj>
              </mc:Choice>
              <mc:Fallback>
                <p:oleObj name="Document" r:id="rId1" imgW="6355080" imgH="1764665" progId="Word.Document.8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4510" y="3868960"/>
                        <a:ext cx="6493857" cy="180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92774" y="3868961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endParaRPr lang="zh-CN" altLang="en-US" sz="2800" b="1"/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903974" y="2492896"/>
          <a:ext cx="42179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Equation" r:id="rId3" imgW="101498400" imgH="20116800" progId="Equation.DSMT4">
                  <p:embed/>
                </p:oleObj>
              </mc:Choice>
              <mc:Fallback>
                <p:oleObj name="Equation" r:id="rId3" imgW="101498400" imgH="20116800" progId="Equation.DSMT4">
                  <p:embed/>
                  <p:pic>
                    <p:nvPicPr>
                      <p:cNvPr id="0" name="图片 827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03974" y="2492896"/>
                        <a:ext cx="4217988" cy="835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10"/>
          <p:cNvSpPr>
            <a:spLocks noChangeArrowheads="1"/>
          </p:cNvSpPr>
          <p:nvPr/>
        </p:nvSpPr>
        <p:spPr bwMode="auto">
          <a:xfrm>
            <a:off x="7291824" y="2497138"/>
            <a:ext cx="2332568" cy="8598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rgbClr val="7030A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不可以！</a:t>
            </a:r>
            <a:endParaRPr lang="zh-CN" altLang="en-US" sz="2800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3225312" y="1192191"/>
            <a:ext cx="698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可以证明，换元函数          的条件可以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583832" y="1715411"/>
            <a:ext cx="468919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连续且可导的条件必须满足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639960" y="1316038"/>
          <a:ext cx="17176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Equation" r:id="rId5" imgW="41757600" imgH="9448800" progId="Equation.DSMT4">
                  <p:embed/>
                </p:oleObj>
              </mc:Choice>
              <mc:Fallback>
                <p:oleObj name="Equation" r:id="rId5" imgW="41757600" imgH="9448800" progId="Equation.DSMT4">
                  <p:embed/>
                  <p:pic>
                    <p:nvPicPr>
                      <p:cNvPr id="0" name="图片 8273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39960" y="1316038"/>
                        <a:ext cx="171767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057400" y="1711304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不考虑，但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974596" y="1776064"/>
          <a:ext cx="6778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Equation" r:id="rId7" imgW="16459200" imgH="9448800" progId="Equation.DSMT4">
                  <p:embed/>
                </p:oleObj>
              </mc:Choice>
              <mc:Fallback>
                <p:oleObj name="Equation" r:id="rId7" imgW="16459200" imgH="9448800" progId="Equation.DSMT4">
                  <p:embed/>
                  <p:pic>
                    <p:nvPicPr>
                      <p:cNvPr id="0" name="图片 8274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74596" y="1776064"/>
                        <a:ext cx="67786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utoUpdateAnimBg="0"/>
      <p:bldP spid="10" grpId="0" bldLvl="0" animBg="1" autoUpdateAnimBg="0"/>
      <p:bldP spid="11" grpId="0" bldLvl="0" animBg="1"/>
      <p:bldP spid="12" grpId="0"/>
      <p:bldP spid="1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16423" y="586476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01567" y="499163"/>
          <a:ext cx="24638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59131200" imgH="16459200" progId="Equation.DSMT4">
                  <p:embed/>
                </p:oleObj>
              </mc:Choice>
              <mc:Fallback>
                <p:oleObj name="Equation" r:id="rId1" imgW="59131200" imgH="16459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1567" y="499163"/>
                        <a:ext cx="2463800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176120" y="188640"/>
          <a:ext cx="3308350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5" name="Equation" r:id="rId3" imgW="79552800" imgH="35356800" progId="Equation.DSMT4">
                  <p:embed/>
                </p:oleObj>
              </mc:Choice>
              <mc:Fallback>
                <p:oleObj name="Equation" r:id="rId3" imgW="79552800" imgH="35356800" progId="Equation.DSMT4">
                  <p:embed/>
                  <p:pic>
                    <p:nvPicPr>
                      <p:cNvPr id="0" name="图片 936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6120" y="188640"/>
                        <a:ext cx="3308350" cy="1465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6312024" y="61428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其中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352286" y="1844675"/>
            <a:ext cx="977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97064" y="1844824"/>
          <a:ext cx="1574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6" name="Equation" r:id="rId5" imgW="37795200" imgH="9753600" progId="Equation.DSMT4">
                  <p:embed/>
                </p:oleObj>
              </mc:Choice>
              <mc:Fallback>
                <p:oleObj name="Equation" r:id="rId5" imgW="37795200" imgH="9753600" progId="Equation.DSMT4">
                  <p:embed/>
                  <p:pic>
                    <p:nvPicPr>
                      <p:cNvPr id="0" name="图片 936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7064" y="1844824"/>
                        <a:ext cx="1574800" cy="414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176838" y="1892300"/>
          <a:ext cx="4540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7" name="Equation" r:id="rId7" imgW="10972800" imgH="10363200" progId="Equation.DSMT4">
                  <p:embed/>
                </p:oleObj>
              </mc:Choice>
              <mc:Fallback>
                <p:oleObj name="Equation" r:id="rId7" imgW="10972800" imgH="10363200" progId="Equation.DSMT4">
                  <p:embed/>
                  <p:pic>
                    <p:nvPicPr>
                      <p:cNvPr id="0" name="图片 936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6838" y="1892300"/>
                        <a:ext cx="454025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719736" y="2420888"/>
          <a:ext cx="18542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9" name="Equation" r:id="rId9" imgW="44500800" imgH="16459200" progId="Equation.DSMT4">
                  <p:embed/>
                </p:oleObj>
              </mc:Choice>
              <mc:Fallback>
                <p:oleObj name="Equation" r:id="rId9" imgW="44500800" imgH="16459200" progId="Equation.DSMT4">
                  <p:embed/>
                  <p:pic>
                    <p:nvPicPr>
                      <p:cNvPr id="0" name="图片 93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9736" y="2420888"/>
                        <a:ext cx="1854200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007768" y="3212976"/>
          <a:ext cx="1485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0" name="Equation" r:id="rId11" imgW="35661600" imgH="16459200" progId="Equation.DSMT4">
                  <p:embed/>
                </p:oleObj>
              </mc:Choice>
              <mc:Fallback>
                <p:oleObj name="Equation" r:id="rId11" imgW="35661600" imgH="16459200" progId="Equation.DSMT4">
                  <p:embed/>
                  <p:pic>
                    <p:nvPicPr>
                      <p:cNvPr id="0" name="图片 93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7768" y="3212976"/>
                        <a:ext cx="1485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556250" y="3212976"/>
          <a:ext cx="107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1" name="Equation" r:id="rId13" imgW="25908000" imgH="20116800" progId="Equation.DSMT4">
                  <p:embed/>
                </p:oleObj>
              </mc:Choice>
              <mc:Fallback>
                <p:oleObj name="Equation" r:id="rId13" imgW="25908000" imgH="20116800" progId="Equation.DSMT4">
                  <p:embed/>
                  <p:pic>
                    <p:nvPicPr>
                      <p:cNvPr id="0" name="图片 93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56250" y="3212976"/>
                        <a:ext cx="1079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079776" y="4149080"/>
          <a:ext cx="1612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2" name="Equation" r:id="rId15" imgW="38709600" imgH="20116800" progId="Equation.DSMT4">
                  <p:embed/>
                </p:oleObj>
              </mc:Choice>
              <mc:Fallback>
                <p:oleObj name="Equation" r:id="rId15" imgW="38709600" imgH="20116800" progId="Equation.DSMT4">
                  <p:embed/>
                  <p:pic>
                    <p:nvPicPr>
                      <p:cNvPr id="0" name="图片 93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79776" y="4149080"/>
                        <a:ext cx="1612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3" name="Object 157">
            <a:hlinkClick r:id="" action="ppaction://noaction"/>
          </p:cNvPr>
          <p:cNvGraphicFramePr>
            <a:graphicFrameLocks noChangeAspect="1"/>
          </p:cNvGraphicFramePr>
          <p:nvPr/>
        </p:nvGraphicFramePr>
        <p:xfrm>
          <a:off x="2765276" y="5166196"/>
          <a:ext cx="4914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7" imgW="117957600" imgH="22250400" progId="Equation.DSMT4">
                  <p:embed/>
                </p:oleObj>
              </mc:Choice>
              <mc:Fallback>
                <p:oleObj name="Equation" r:id="rId17" imgW="117957600" imgH="22250400" progId="Equation.DSMT4">
                  <p:embed/>
                  <p:pic>
                    <p:nvPicPr>
                      <p:cNvPr id="0" name="图片 93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65276" y="5166196"/>
                        <a:ext cx="49149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2085256" y="5343599"/>
            <a:ext cx="914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 smtClean="0"/>
              <a:t>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68617" y="404664"/>
            <a:ext cx="91907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87688" y="404664"/>
            <a:ext cx="4608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可导，且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(0)=0,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1.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23389" y="980728"/>
          <a:ext cx="37004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89001600" imgH="16459200" progId="Equation.DSMT4">
                  <p:embed/>
                </p:oleObj>
              </mc:Choice>
              <mc:Fallback>
                <p:oleObj name="Equation" r:id="rId1" imgW="89001600" imgH="164592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23389" y="980728"/>
                        <a:ext cx="370046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5710247" y="1052736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求极限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976940" y="898421"/>
          <a:ext cx="1390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3223200" imgH="20116800" progId="Equation.DSMT4">
                  <p:embed/>
                </p:oleObj>
              </mc:Choice>
              <mc:Fallback>
                <p:oleObj name="Equation" r:id="rId3" imgW="33223200" imgH="201168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76940" y="898421"/>
                        <a:ext cx="13906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352286" y="1844675"/>
            <a:ext cx="977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999656" y="1879599"/>
          <a:ext cx="19907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47548800" imgH="10972800" progId="Equation.DSMT4">
                  <p:embed/>
                </p:oleObj>
              </mc:Choice>
              <mc:Fallback>
                <p:oleObj name="Equation" r:id="rId5" imgW="47548800" imgH="109728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9656" y="1879599"/>
                        <a:ext cx="1990725" cy="449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108325" y="2590800"/>
          <a:ext cx="438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105156000" imgH="20116800" progId="Equation.DSMT4">
                  <p:embed/>
                </p:oleObj>
              </mc:Choice>
              <mc:Fallback>
                <p:oleObj name="Equation" r:id="rId7" imgW="105156000" imgH="201168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08325" y="2590800"/>
                        <a:ext cx="4381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464152" y="2276872"/>
          <a:ext cx="2641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63398400" imgH="27432000" progId="Equation.DSMT4">
                  <p:embed/>
                </p:oleObj>
              </mc:Choice>
              <mc:Fallback>
                <p:oleObj name="Equation" r:id="rId9" imgW="63398400" imgH="274320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4152" y="2276872"/>
                        <a:ext cx="26416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5159896" y="1844675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375920" y="2276872"/>
          <a:ext cx="228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54864000" imgH="17678400" progId="Equation.DSMT4">
                  <p:embed/>
                </p:oleObj>
              </mc:Choice>
              <mc:Fallback>
                <p:oleObj name="Equation" r:id="rId11" imgW="54864000" imgH="176784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5920" y="2276872"/>
                        <a:ext cx="2286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476638" y="270892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5486400" imgH="6705600" progId="Equation.DSMT4">
                  <p:embed/>
                </p:oleObj>
              </mc:Choice>
              <mc:Fallback>
                <p:oleObj name="Equation" r:id="rId13" imgW="5486400" imgH="67056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76638" y="2708920"/>
                        <a:ext cx="2286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505450" y="2260600"/>
          <a:ext cx="139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3352800" imgH="5181600" progId="Equation.DSMT4">
                  <p:embed/>
                </p:oleObj>
              </mc:Choice>
              <mc:Fallback>
                <p:oleObj name="Equation" r:id="rId15" imgW="3352800" imgH="51816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05450" y="2260600"/>
                        <a:ext cx="139700" cy="21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263903" y="3501008"/>
          <a:ext cx="27130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64922400" imgH="23774400" progId="Equation.DSMT4">
                  <p:embed/>
                </p:oleObj>
              </mc:Choice>
              <mc:Fallback>
                <p:oleObj name="Equation" r:id="rId17" imgW="64922400" imgH="237744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63903" y="3501008"/>
                        <a:ext cx="2713037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295800" y="4581128"/>
          <a:ext cx="3263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9" imgW="78333600" imgH="23774400" progId="Equation.DSMT4">
                  <p:embed/>
                </p:oleObj>
              </mc:Choice>
              <mc:Fallback>
                <p:oleObj name="Equation" r:id="rId19" imgW="78333600" imgH="237744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95800" y="4581128"/>
                        <a:ext cx="32639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608168" y="4725144"/>
          <a:ext cx="16573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21" imgW="39624000" imgH="20116800" progId="Equation.DSMT4">
                  <p:embed/>
                </p:oleObj>
              </mc:Choice>
              <mc:Fallback>
                <p:oleObj name="Equation" r:id="rId21" imgW="39624000" imgH="20116800" progId="Equation.DSMT4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08168" y="4725144"/>
                        <a:ext cx="165735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253040" y="2420888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3" imgW="17373600" imgH="9448800" progId="Equation.DSMT4">
                  <p:embed/>
                </p:oleObj>
              </mc:Choice>
              <mc:Fallback>
                <p:oleObj name="Equation" r:id="rId23" imgW="17373600" imgH="94488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53040" y="2420888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710247" y="2204864"/>
          <a:ext cx="166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25" imgW="39928800" imgH="20116800" progId="Equation.DSMT4">
                  <p:embed/>
                </p:oleObj>
              </mc:Choice>
              <mc:Fallback>
                <p:oleObj name="Equation" r:id="rId25" imgW="39928800" imgH="20116800" progId="Equation.DSMT4">
                  <p:embed/>
                  <p:pic>
                    <p:nvPicPr>
                      <p:cNvPr id="0" name="图片 1025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10247" y="2204864"/>
                        <a:ext cx="1663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846977" y="26035"/>
            <a:ext cx="67280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用被积函数的特性计算定积分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847528" y="545908"/>
            <a:ext cx="1221057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7.</a:t>
            </a:r>
            <a:endParaRPr lang="en-US" altLang="zh-CN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989905" y="605031"/>
          <a:ext cx="279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67056000" imgH="10363200" progId="Equation.DSMT4">
                  <p:embed/>
                </p:oleObj>
              </mc:Choice>
              <mc:Fallback>
                <p:oleObj name="Equation" r:id="rId1" imgW="67056000" imgH="103632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89905" y="605031"/>
                        <a:ext cx="27940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00838" y="3189855"/>
            <a:ext cx="1441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490595" y="1825172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464745" y="1916680"/>
          <a:ext cx="209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50292000" imgH="9448800" progId="Equation.DSMT4">
                  <p:embed/>
                </p:oleObj>
              </mc:Choice>
              <mc:Fallback>
                <p:oleObj name="Equation" r:id="rId3" imgW="50292000" imgH="9448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64745" y="1916680"/>
                        <a:ext cx="2095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738045" y="1751580"/>
          <a:ext cx="3860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92659200" imgH="17678400" progId="Equation.DSMT4">
                  <p:embed/>
                </p:oleObj>
              </mc:Choice>
              <mc:Fallback>
                <p:oleObj name="Equation" r:id="rId5" imgW="92659200" imgH="176784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8045" y="1751580"/>
                        <a:ext cx="3860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894013" y="3101975"/>
          <a:ext cx="181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43586400" imgH="17678400" progId="Equation.DSMT4">
                  <p:embed/>
                </p:oleObj>
              </mc:Choice>
              <mc:Fallback>
                <p:oleObj name="Equation" r:id="rId7" imgW="43586400" imgH="176784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4013" y="3101975"/>
                        <a:ext cx="1816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501706" y="2460295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482206" y="2523228"/>
          <a:ext cx="229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55168800" imgH="9448800" progId="Equation.DSMT4">
                  <p:embed/>
                </p:oleObj>
              </mc:Choice>
              <mc:Fallback>
                <p:oleObj name="Equation" r:id="rId9" imgW="55168800" imgH="9448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82206" y="2523228"/>
                        <a:ext cx="229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5901556" y="2383528"/>
          <a:ext cx="2476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59436000" imgH="16459200" progId="Equation.DSMT4">
                  <p:embed/>
                </p:oleObj>
              </mc:Choice>
              <mc:Fallback>
                <p:oleObj name="Equation" r:id="rId11" imgW="59436000" imgH="164592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01556" y="2383528"/>
                        <a:ext cx="2476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856163" y="3101975"/>
          <a:ext cx="153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36880800" imgH="17678400" progId="Equation.DSMT4">
                  <p:embed/>
                </p:oleObj>
              </mc:Choice>
              <mc:Fallback>
                <p:oleObj name="Equation" r:id="rId13" imgW="36880800" imgH="176784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56163" y="3101975"/>
                        <a:ext cx="1536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6570663" y="3101975"/>
          <a:ext cx="170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40843200" imgH="17678400" progId="Equation.DSMT4">
                  <p:embed/>
                </p:oleObj>
              </mc:Choice>
              <mc:Fallback>
                <p:oleObj name="Equation" r:id="rId15" imgW="40843200" imgH="176784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70663" y="3101975"/>
                        <a:ext cx="1701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4"/>
          <p:cNvSpPr>
            <a:spLocks noChangeShapeType="1"/>
          </p:cNvSpPr>
          <p:nvPr/>
        </p:nvSpPr>
        <p:spPr bwMode="auto">
          <a:xfrm rot="13375064" flipV="1">
            <a:off x="6590288" y="3489892"/>
            <a:ext cx="1676400" cy="990600"/>
          </a:xfrm>
          <a:prstGeom prst="line">
            <a:avLst/>
          </a:prstGeom>
          <a:noFill/>
          <a:ln w="12700">
            <a:solidFill>
              <a:srgbClr val="68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515544" y="3861048"/>
          <a:ext cx="184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44196000" imgH="17678400" progId="Equation.DSMT4">
                  <p:embed/>
                </p:oleObj>
              </mc:Choice>
              <mc:Fallback>
                <p:oleObj name="Equation" r:id="rId17" imgW="44196000" imgH="176784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15544" y="3861048"/>
                        <a:ext cx="1841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5507857" y="3861048"/>
          <a:ext cx="170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40843200" imgH="17678400" progId="Equation.DSMT4">
                  <p:embed/>
                </p:oleObj>
              </mc:Choice>
              <mc:Fallback>
                <p:oleObj name="Equation" r:id="rId19" imgW="40843200" imgH="176784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07857" y="3861048"/>
                        <a:ext cx="1701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542183" y="4558453"/>
          <a:ext cx="325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78028800" imgH="17678400" progId="Equation.DSMT4">
                  <p:embed/>
                </p:oleObj>
              </mc:Choice>
              <mc:Fallback>
                <p:oleObj name="Equation" r:id="rId21" imgW="78028800" imgH="176784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42183" y="4558453"/>
                        <a:ext cx="3251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18"/>
          <p:cNvSpPr/>
          <p:nvPr/>
        </p:nvSpPr>
        <p:spPr bwMode="auto">
          <a:xfrm>
            <a:off x="3849251" y="5189049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4107438" y="5118632"/>
          <a:ext cx="182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23" imgW="43891200" imgH="17678400" progId="Equation.DSMT4">
                  <p:embed/>
                </p:oleObj>
              </mc:Choice>
              <mc:Fallback>
                <p:oleObj name="Equation" r:id="rId23" imgW="43891200" imgH="176784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07438" y="5118632"/>
                        <a:ext cx="1828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6437888" y="5283732"/>
          <a:ext cx="233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25" imgW="56083200" imgH="10363200" progId="Equation.DSMT4">
                  <p:embed/>
                </p:oleObj>
              </mc:Choice>
              <mc:Fallback>
                <p:oleObj name="Equation" r:id="rId25" imgW="56083200" imgH="103632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37888" y="5283732"/>
                        <a:ext cx="2336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6298188" y="5956832"/>
          <a:ext cx="255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27" imgW="61264800" imgH="10363200" progId="Equation.DSMT4">
                  <p:embed/>
                </p:oleObj>
              </mc:Choice>
              <mc:Fallback>
                <p:oleObj name="Equation" r:id="rId27" imgW="61264800" imgH="103632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98188" y="5956832"/>
                        <a:ext cx="2552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4312226" y="6026682"/>
          <a:ext cx="38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29" imgW="9144000" imgH="9448800" progId="Equation.DSMT4">
                  <p:embed/>
                </p:oleObj>
              </mc:Choice>
              <mc:Fallback>
                <p:oleObj name="Equation" r:id="rId29" imgW="9144000" imgH="9448800" progId="Equation.DSMT4">
                  <p:embed/>
                  <p:pic>
                    <p:nvPicPr>
                      <p:cNvPr id="0" name="图片 11278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2226" y="6026682"/>
                        <a:ext cx="381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8850630" y="2448560"/>
            <a:ext cx="1467485" cy="533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7030A0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偶倍奇零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>
            <a:off x="4913888" y="3794692"/>
            <a:ext cx="1524000" cy="0"/>
          </a:xfrm>
          <a:prstGeom prst="line">
            <a:avLst/>
          </a:prstGeom>
          <a:noFill/>
          <a:ln w="28575" cmpd="sng">
            <a:solidFill>
              <a:srgbClr val="6800FF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Object 32"/>
          <p:cNvGraphicFramePr>
            <a:graphicFrameLocks noChangeAspect="1"/>
          </p:cNvGraphicFramePr>
          <p:nvPr/>
        </p:nvGraphicFramePr>
        <p:xfrm>
          <a:off x="8443913" y="4035425"/>
          <a:ext cx="128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31" imgW="30784800" imgH="10668000" progId="Equation.DSMT4">
                  <p:embed/>
                </p:oleObj>
              </mc:Choice>
              <mc:Fallback>
                <p:oleObj name="Equation" r:id="rId31" imgW="30784800" imgH="10668000" progId="Equation.DSMT4">
                  <p:embed/>
                  <p:pic>
                    <p:nvPicPr>
                      <p:cNvPr id="0" name="图片 1127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443913" y="4035425"/>
                        <a:ext cx="1282700" cy="4445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4F81B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3"/>
          <p:cNvGraphicFramePr>
            <a:graphicFrameLocks noChangeAspect="1"/>
          </p:cNvGraphicFramePr>
          <p:nvPr/>
        </p:nvGraphicFramePr>
        <p:xfrm>
          <a:off x="3467676" y="5664732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33" imgW="5791200" imgH="6705600" progId="Equation.DSMT4">
                  <p:embed/>
                </p:oleObj>
              </mc:Choice>
              <mc:Fallback>
                <p:oleObj name="Equation" r:id="rId33" imgW="5791200" imgH="6705600" progId="Equation.DSMT4">
                  <p:embed/>
                  <p:pic>
                    <p:nvPicPr>
                      <p:cNvPr id="0" name="图片 1128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467676" y="5664732"/>
                        <a:ext cx="2413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2427228" y="110499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094453" y="1010851"/>
          <a:ext cx="46799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35" imgW="112166400" imgH="16459200" progId="Equation.DSMT4">
                  <p:embed/>
                </p:oleObj>
              </mc:Choice>
              <mc:Fallback>
                <p:oleObj name="Equation" r:id="rId35" imgW="112166400" imgH="16459200" progId="Equation.DSMT4">
                  <p:embed/>
                  <p:pic>
                    <p:nvPicPr>
                      <p:cNvPr id="0" name="图片 1128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094453" y="1010851"/>
                        <a:ext cx="46799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 bwMode="auto">
          <a:xfrm>
            <a:off x="3138533" y="111991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恒有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2207568" y="6237312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1740680" y="3919365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换字母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2990228" y="4120015"/>
            <a:ext cx="1906515" cy="718027"/>
          </a:xfrm>
          <a:prstGeom prst="straightConnector1">
            <a:avLst/>
          </a:prstGeom>
          <a:ln>
            <a:solidFill>
              <a:srgbClr val="68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10" grpId="0" autoUpdateAnimBg="0"/>
      <p:bldP spid="15" grpId="0" bldLvl="0" animBg="1"/>
      <p:bldP spid="19" grpId="0" bldLvl="0" animBg="1"/>
      <p:bldP spid="24" grpId="0" bldLvl="0" animBg="1" autoUpdateAnimBg="0"/>
      <p:bldP spid="25" grpId="0" bldLvl="0" animBg="1"/>
      <p:bldP spid="29" grpId="0"/>
      <p:bldP spid="32" grpId="0"/>
      <p:bldP spid="33" grpId="0"/>
      <p:bldP spid="3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52921" y="224936"/>
            <a:ext cx="1221057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8.</a:t>
            </a:r>
            <a:endParaRPr lang="en-US" altLang="zh-CN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3431704" y="744277"/>
          <a:ext cx="4191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100584000" imgH="16459200" progId="Equation.DSMT4">
                  <p:embed/>
                </p:oleObj>
              </mc:Choice>
              <mc:Fallback>
                <p:oleObj name="Equation" r:id="rId1" imgW="100584000" imgH="164592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31704" y="744277"/>
                        <a:ext cx="41910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3285894" y="260648"/>
          <a:ext cx="4902120" cy="44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17652800" imgH="10668000" progId="Equation.DSMT4">
                  <p:embed/>
                </p:oleObj>
              </mc:Choice>
              <mc:Fallback>
                <p:oleObj name="Equation" r:id="rId3" imgW="117652800" imgH="106680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85894" y="260648"/>
                        <a:ext cx="4902120" cy="444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19213" y="2411029"/>
            <a:ext cx="7207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561127" y="2325762"/>
          <a:ext cx="70278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68859200" imgH="16459200" progId="Equation.DSMT4">
                  <p:embed/>
                </p:oleObj>
              </mc:Choice>
              <mc:Fallback>
                <p:oleObj name="Equation" r:id="rId5" imgW="168859200" imgH="164592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1127" y="2325762"/>
                        <a:ext cx="702786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651814" y="3237622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20621" y="3137508"/>
          <a:ext cx="16637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39928800" imgH="16459200" progId="Equation.DSMT4">
                  <p:embed/>
                </p:oleObj>
              </mc:Choice>
              <mc:Fallback>
                <p:oleObj name="Equation" r:id="rId7" imgW="39928800" imgH="164592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20621" y="3137508"/>
                        <a:ext cx="16637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384043" y="3238091"/>
          <a:ext cx="1231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29565600" imgH="10972800" progId="Equation.DSMT4">
                  <p:embed/>
                </p:oleObj>
              </mc:Choice>
              <mc:Fallback>
                <p:oleObj name="Equation" r:id="rId9" imgW="29565600" imgH="109728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84043" y="3238091"/>
                        <a:ext cx="1231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616052" y="3176243"/>
          <a:ext cx="1828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43891200" imgH="16459200" progId="Equation.DSMT4">
                  <p:embed/>
                </p:oleObj>
              </mc:Choice>
              <mc:Fallback>
                <p:oleObj name="Equation" r:id="rId11" imgW="43891200" imgH="164592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16052" y="3176243"/>
                        <a:ext cx="1828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444698" y="3143858"/>
          <a:ext cx="1562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37490400" imgH="16459200" progId="Equation.DSMT4">
                  <p:embed/>
                </p:oleObj>
              </mc:Choice>
              <mc:Fallback>
                <p:oleObj name="Equation" r:id="rId13" imgW="37490400" imgH="164592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44698" y="3143858"/>
                        <a:ext cx="1562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091007" y="3144105"/>
          <a:ext cx="167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40233600" imgH="16459200" progId="Equation.DSMT4">
                  <p:embed/>
                </p:oleObj>
              </mc:Choice>
              <mc:Fallback>
                <p:oleObj name="Equation" r:id="rId15" imgW="40233600" imgH="164592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91007" y="3144105"/>
                        <a:ext cx="1676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3090850" y="5727188"/>
            <a:ext cx="37388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换字母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非常重要！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6819419" y="3748499"/>
            <a:ext cx="2381250" cy="1893570"/>
          </a:xfrm>
          <a:prstGeom prst="straightConnector1">
            <a:avLst/>
          </a:prstGeom>
          <a:ln>
            <a:solidFill>
              <a:srgbClr val="68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 bwMode="auto">
          <a:xfrm>
            <a:off x="1919192" y="4585703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证毕.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354388" y="1520508"/>
          <a:ext cx="4559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109423200" imgH="16459200" progId="Equation.DSMT4">
                  <p:embed/>
                </p:oleObj>
              </mc:Choice>
              <mc:Fallback>
                <p:oleObj name="Equation" r:id="rId17" imgW="109423200" imgH="164592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54388" y="1520508"/>
                        <a:ext cx="45593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2617713" y="2411029"/>
            <a:ext cx="1071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2559589" y="4019938"/>
            <a:ext cx="32188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由（1）立得.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/>
      <p:bldP spid="16" grpId="0" bldLvl="0" animBg="1"/>
      <p:bldP spid="21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2034059" y="188640"/>
            <a:ext cx="2335733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9.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pitchFamily="49" charset="-122"/>
              </a:rPr>
              <a:t> </a:t>
            </a:r>
            <a:endParaRPr lang="en-US" altLang="zh-CN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3215680" y="692696"/>
          <a:ext cx="458460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110032800" imgH="19507200" progId="Equation.DSMT4">
                  <p:embed/>
                </p:oleObj>
              </mc:Choice>
              <mc:Fallback>
                <p:oleObj name="Equation" r:id="rId1" imgW="110032800" imgH="195072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15680" y="692696"/>
                        <a:ext cx="4584600" cy="8125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6"/>
          <p:cNvGraphicFramePr>
            <a:graphicFrameLocks noChangeAspect="1"/>
          </p:cNvGraphicFramePr>
          <p:nvPr/>
        </p:nvGraphicFramePr>
        <p:xfrm>
          <a:off x="3431704" y="312019"/>
          <a:ext cx="27302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65532000" imgH="10363200" progId="Equation.DSMT4">
                  <p:embed/>
                </p:oleObj>
              </mc:Choice>
              <mc:Fallback>
                <p:oleObj name="Equation" r:id="rId3" imgW="65532000" imgH="103632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31704" y="312019"/>
                        <a:ext cx="27302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/>
          <p:cNvGraphicFramePr>
            <a:graphicFrameLocks noChangeAspect="1"/>
          </p:cNvGraphicFramePr>
          <p:nvPr/>
        </p:nvGraphicFramePr>
        <p:xfrm>
          <a:off x="3143672" y="1556792"/>
          <a:ext cx="500364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120091200" imgH="19812000" progId="Equation.DSMT4">
                  <p:embed/>
                </p:oleObj>
              </mc:Choice>
              <mc:Fallback>
                <p:oleObj name="Equation" r:id="rId5" imgW="120091200" imgH="198120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43672" y="1556792"/>
                        <a:ext cx="5003640" cy="825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034059" y="2490168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证：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716684" y="2475880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）设</a:t>
            </a:r>
            <a:endParaRPr lang="zh-CN" altLang="en-US" sz="2800" b="1" dirty="0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151784" y="2348880"/>
          <a:ext cx="129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31089600" imgH="20116800" progId="Equation.DSMT4">
                  <p:embed/>
                </p:oleObj>
              </mc:Choice>
              <mc:Fallback>
                <p:oleObj name="Equation" r:id="rId7" imgW="31089600" imgH="201168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51784" y="2348880"/>
                        <a:ext cx="1295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5808663" y="2609850"/>
          <a:ext cx="173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41757600" imgH="9448800" progId="Equation.DSMT4">
                  <p:embed/>
                </p:oleObj>
              </mc:Choice>
              <mc:Fallback>
                <p:oleObj name="Equation" r:id="rId9" imgW="41757600" imgH="94488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8663" y="2609850"/>
                        <a:ext cx="1739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3186485" y="3428956"/>
          <a:ext cx="838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公式" r:id="rId11" imgW="20116800" imgH="7924800" progId="Equation.3">
                  <p:embed/>
                </p:oleObj>
              </mc:Choice>
              <mc:Fallback>
                <p:oleObj name="公式" r:id="rId11" imgW="20116800" imgH="7924800" progId="Equation.3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86485" y="3428956"/>
                        <a:ext cx="8382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4079776" y="3219708"/>
          <a:ext cx="1282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30784800" imgH="19812000" progId="Equation.DSMT4">
                  <p:embed/>
                </p:oleObj>
              </mc:Choice>
              <mc:Fallback>
                <p:oleObj name="Equation" r:id="rId13" imgW="30784800" imgH="198120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79776" y="3219708"/>
                        <a:ext cx="1282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5902697" y="3196228"/>
          <a:ext cx="85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公式" r:id="rId15" imgW="20421600" imgH="20116800" progId="Equation.3">
                  <p:embed/>
                </p:oleObj>
              </mc:Choice>
              <mc:Fallback>
                <p:oleObj name="公式" r:id="rId15" imgW="20421600" imgH="20116800" progId="Equation.3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02697" y="3196228"/>
                        <a:ext cx="85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6880126" y="3429258"/>
          <a:ext cx="1193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28651200" imgH="9448800" progId="Equation.DSMT4">
                  <p:embed/>
                </p:oleObj>
              </mc:Choice>
              <mc:Fallback>
                <p:oleObj name="Equation" r:id="rId17" imgW="28651200" imgH="94488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80126" y="3429258"/>
                        <a:ext cx="1193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15323" y="4366895"/>
          <a:ext cx="1868487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44805600" imgH="17068800" progId="Equation.DSMT4">
                  <p:embed/>
                </p:oleObj>
              </mc:Choice>
              <mc:Fallback>
                <p:oleObj name="Equation" r:id="rId19" imgW="44805600" imgH="170688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15323" y="4366895"/>
                        <a:ext cx="1868487" cy="709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170170" y="4226560"/>
          <a:ext cx="3263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21" imgW="78333600" imgH="23774400" progId="Equation.DSMT4">
                  <p:embed/>
                </p:oleObj>
              </mc:Choice>
              <mc:Fallback>
                <p:oleObj name="Equation" r:id="rId21" imgW="78333600" imgH="23774400" progId="Equation.DSMT4">
                  <p:embed/>
                  <p:pic>
                    <p:nvPicPr>
                      <p:cNvPr id="0" name="图片 133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70170" y="4226560"/>
                        <a:ext cx="32639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293117" y="5322803"/>
          <a:ext cx="20701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49682400" imgH="17068800" progId="Equation.DSMT4">
                  <p:embed/>
                </p:oleObj>
              </mc:Choice>
              <mc:Fallback>
                <p:oleObj name="Equation" r:id="rId23" imgW="49682400" imgH="17068800" progId="Equation.DSMT4">
                  <p:embed/>
                  <p:pic>
                    <p:nvPicPr>
                      <p:cNvPr id="0" name="图片 133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93117" y="5322803"/>
                        <a:ext cx="2070100" cy="709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363569" y="5322803"/>
          <a:ext cx="22733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25" imgW="54559200" imgH="17068800" progId="Equation.DSMT4">
                  <p:embed/>
                </p:oleObj>
              </mc:Choice>
              <mc:Fallback>
                <p:oleObj name="Equation" r:id="rId25" imgW="54559200" imgH="17068800" progId="Equation.DSMT4">
                  <p:embed/>
                  <p:pic>
                    <p:nvPicPr>
                      <p:cNvPr id="0" name="图片 1332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63569" y="5322803"/>
                        <a:ext cx="2273300" cy="709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348524" y="384646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）设</a:t>
            </a:r>
            <a:endParaRPr lang="zh-CN" altLang="en-US" sz="2800" b="1" dirty="0"/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796324" y="535459"/>
          <a:ext cx="1270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30480000" imgH="6705600" progId="Equation.DSMT4">
                  <p:embed/>
                </p:oleObj>
              </mc:Choice>
              <mc:Fallback>
                <p:oleObj name="Equation" r:id="rId1" imgW="30480000" imgH="67056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6324" y="535459"/>
                        <a:ext cx="12700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364163" y="519113"/>
          <a:ext cx="1739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41757600" imgH="9448800" progId="Equation.DSMT4">
                  <p:embed/>
                </p:oleObj>
              </mc:Choice>
              <mc:Fallback>
                <p:oleObj name="Equation" r:id="rId3" imgW="41757600" imgH="94488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4163" y="519113"/>
                        <a:ext cx="1739900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73425" y="1116013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18288000" imgH="9448800" progId="Equation.DSMT4">
                  <p:embed/>
                </p:oleObj>
              </mc:Choice>
              <mc:Fallback>
                <p:oleObj name="Equation" r:id="rId5" imgW="18288000" imgH="9448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3425" y="1116013"/>
                        <a:ext cx="762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233863" y="1177925"/>
          <a:ext cx="1206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28956000" imgH="7620000" progId="Equation.DSMT4">
                  <p:embed/>
                </p:oleObj>
              </mc:Choice>
              <mc:Fallback>
                <p:oleObj name="Equation" r:id="rId7" imgW="28956000" imgH="76200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33863" y="1177925"/>
                        <a:ext cx="1206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462713" y="1241425"/>
          <a:ext cx="762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18288000" imgH="5486400" progId="Equation.DSMT4">
                  <p:embed/>
                </p:oleObj>
              </mc:Choice>
              <mc:Fallback>
                <p:oleObj name="Equation" r:id="rId9" imgW="18288000" imgH="54864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62713" y="1241425"/>
                        <a:ext cx="7620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7451725" y="1163638"/>
          <a:ext cx="1193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28651200" imgH="9448800" progId="Equation.DSMT4">
                  <p:embed/>
                </p:oleObj>
              </mc:Choice>
              <mc:Fallback>
                <p:oleObj name="Equation" r:id="rId11" imgW="28651200" imgH="9448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51725" y="1163638"/>
                        <a:ext cx="1193800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091474" y="1756246"/>
          <a:ext cx="2133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51206400" imgH="16764000" progId="Equation.DSMT4">
                  <p:embed/>
                </p:oleObj>
              </mc:Choice>
              <mc:Fallback>
                <p:oleObj name="Equation" r:id="rId13" imgW="51206400" imgH="167640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91474" y="1756246"/>
                        <a:ext cx="21336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470525" y="1779588"/>
          <a:ext cx="3759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15" imgW="90220800" imgH="16459200" progId="Equation.DSMT4">
                  <p:embed/>
                </p:oleObj>
              </mc:Choice>
              <mc:Fallback>
                <p:oleObj name="Equation" r:id="rId15" imgW="90220800" imgH="164592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70525" y="1779588"/>
                        <a:ext cx="37592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192463" y="2600325"/>
          <a:ext cx="2984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17" imgW="71628000" imgH="16459200" progId="Equation.DSMT4">
                  <p:embed/>
                </p:oleObj>
              </mc:Choice>
              <mc:Fallback>
                <p:oleObj name="Equation" r:id="rId17" imgW="71628000" imgH="16459200" progId="Equation.DSMT4">
                  <p:embed/>
                  <p:pic>
                    <p:nvPicPr>
                      <p:cNvPr id="0" name="图片 143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92463" y="2600325"/>
                        <a:ext cx="2984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192463" y="3363913"/>
          <a:ext cx="2222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19" imgW="53340000" imgH="16459200" progId="Equation.DSMT4">
                  <p:embed/>
                </p:oleObj>
              </mc:Choice>
              <mc:Fallback>
                <p:oleObj name="Equation" r:id="rId19" imgW="53340000" imgH="16459200" progId="Equation.DSMT4">
                  <p:embed/>
                  <p:pic>
                    <p:nvPicPr>
                      <p:cNvPr id="0" name="图片 1434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92463" y="3363913"/>
                        <a:ext cx="2222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91944" y="3356992"/>
          <a:ext cx="1968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21" imgW="47244000" imgH="16459200" progId="Equation.DSMT4">
                  <p:embed/>
                </p:oleObj>
              </mc:Choice>
              <mc:Fallback>
                <p:oleObj name="Equation" r:id="rId21" imgW="47244000" imgH="16459200" progId="Equation.DSMT4">
                  <p:embed/>
                  <p:pic>
                    <p:nvPicPr>
                      <p:cNvPr id="0" name="图片 1434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91944" y="3356992"/>
                        <a:ext cx="1968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268663" y="4156075"/>
          <a:ext cx="2349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23" imgW="56388000" imgH="16459200" progId="Equation.DSMT4">
                  <p:embed/>
                </p:oleObj>
              </mc:Choice>
              <mc:Fallback>
                <p:oleObj name="Equation" r:id="rId23" imgW="56388000" imgH="16459200" progId="Equation.DSMT4">
                  <p:embed/>
                  <p:pic>
                    <p:nvPicPr>
                      <p:cNvPr id="0" name="图片 1434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68663" y="4156075"/>
                        <a:ext cx="23495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735960" y="4149080"/>
          <a:ext cx="2260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25" imgW="54254400" imgH="16459200" progId="Equation.DSMT4">
                  <p:embed/>
                </p:oleObj>
              </mc:Choice>
              <mc:Fallback>
                <p:oleObj name="Equation" r:id="rId25" imgW="54254400" imgH="16459200" progId="Equation.DSMT4">
                  <p:embed/>
                  <p:pic>
                    <p:nvPicPr>
                      <p:cNvPr id="0" name="图片 1434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35960" y="4149080"/>
                        <a:ext cx="2260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767013" y="4948238"/>
          <a:ext cx="6045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Equation" r:id="rId27" imgW="145084800" imgH="19812000" progId="Equation.DSMT4">
                  <p:embed/>
                </p:oleObj>
              </mc:Choice>
              <mc:Fallback>
                <p:oleObj name="Equation" r:id="rId27" imgW="145084800" imgH="19812000" progId="Equation.DSMT4">
                  <p:embed/>
                  <p:pic>
                    <p:nvPicPr>
                      <p:cNvPr id="0" name="图片 1434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67013" y="4948238"/>
                        <a:ext cx="6045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2139877" y="5589240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8400256" y="3212976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换字母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7392144" y="3736196"/>
            <a:ext cx="1008112" cy="628908"/>
          </a:xfrm>
          <a:prstGeom prst="straightConnector1">
            <a:avLst/>
          </a:prstGeom>
          <a:ln>
            <a:solidFill>
              <a:srgbClr val="68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6765950" y="4094956"/>
            <a:ext cx="2286000" cy="762000"/>
          </a:xfrm>
          <a:prstGeom prst="rect">
            <a:avLst/>
          </a:prstGeom>
          <a:solidFill>
            <a:srgbClr val="93FFD3"/>
          </a:solidFill>
          <a:ln w="9525">
            <a:solidFill>
              <a:srgbClr val="339966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7496200" y="1383506"/>
            <a:ext cx="1752600" cy="1066800"/>
          </a:xfrm>
          <a:prstGeom prst="rect">
            <a:avLst/>
          </a:prstGeom>
          <a:solidFill>
            <a:srgbClr val="FFE7E7"/>
          </a:solidFill>
          <a:ln w="9525">
            <a:solidFill>
              <a:srgbClr val="FF99CC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8296275" y="2453640"/>
            <a:ext cx="952500" cy="3683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奇函数</a:t>
            </a:r>
            <a:endParaRPr lang="zh-CN" alt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448200" y="1383506"/>
            <a:ext cx="1752600" cy="1066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6800FF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060600" y="392906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 </a:t>
            </a:r>
            <a:r>
              <a:rPr lang="zh-CN" altLang="en-US" sz="2800" b="1" dirty="0">
                <a:latin typeface="宋体" panose="02010600030101010101" pitchFamily="2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162200" y="1626394"/>
            <a:ext cx="96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3940200" y="170656"/>
          <a:ext cx="2959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71018400" imgH="23774400" progId="Equation.DSMT4">
                  <p:embed/>
                </p:oleObj>
              </mc:Choice>
              <mc:Fallback>
                <p:oleObj name="Equation" r:id="rId1" imgW="71018400" imgH="237744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40200" y="170656"/>
                        <a:ext cx="29591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848000" y="1612106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原式</a:t>
            </a:r>
            <a:endParaRPr lang="zh-CN" altLang="en-US" sz="2800" b="1"/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3721125" y="1389856"/>
          <a:ext cx="2895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69494400" imgH="23774400" progId="Equation.DSMT4">
                  <p:embed/>
                </p:oleObj>
              </mc:Choice>
              <mc:Fallback>
                <p:oleObj name="Equation" r:id="rId3" imgW="69494400" imgH="237744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21125" y="1389856"/>
                        <a:ext cx="28956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6804050" y="1427956"/>
          <a:ext cx="2832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67970400" imgH="22555200" progId="Equation.DSMT4">
                  <p:embed/>
                </p:oleObj>
              </mc:Choice>
              <mc:Fallback>
                <p:oleObj name="Equation" r:id="rId5" imgW="67970400" imgH="225552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04050" y="1427956"/>
                        <a:ext cx="28321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5146040" y="2491740"/>
            <a:ext cx="883285" cy="3683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偶函数</a:t>
            </a:r>
            <a:endParaRPr lang="zh-CN" alt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2663850" y="2901156"/>
          <a:ext cx="2997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71932800" imgH="23774400" progId="Equation.DSMT4">
                  <p:embed/>
                </p:oleObj>
              </mc:Choice>
              <mc:Fallback>
                <p:oleObj name="Equation" r:id="rId7" imgW="71932800" imgH="23774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3850" y="2901156"/>
                        <a:ext cx="29972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5788050" y="2907506"/>
          <a:ext cx="3606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86563200" imgH="24993600" progId="Equation.DSMT4">
                  <p:embed/>
                </p:oleObj>
              </mc:Choice>
              <mc:Fallback>
                <p:oleObj name="Equation" r:id="rId9" imgW="86563200" imgH="249936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88050" y="2907506"/>
                        <a:ext cx="36068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2689250" y="4145756"/>
          <a:ext cx="3149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75590400" imgH="16764000" progId="Equation.DSMT4">
                  <p:embed/>
                </p:oleObj>
              </mc:Choice>
              <mc:Fallback>
                <p:oleObj name="Equation" r:id="rId11" imgW="75590400" imgH="167640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89250" y="4145756"/>
                        <a:ext cx="31496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5"/>
          <p:cNvGraphicFramePr>
            <a:graphicFrameLocks noChangeAspect="1"/>
          </p:cNvGraphicFramePr>
          <p:nvPr/>
        </p:nvGraphicFramePr>
        <p:xfrm>
          <a:off x="6029350" y="4152106"/>
          <a:ext cx="2908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69799200" imgH="16764000" progId="Equation.DSMT4">
                  <p:embed/>
                </p:oleObj>
              </mc:Choice>
              <mc:Fallback>
                <p:oleObj name="Equation" r:id="rId13" imgW="69799200" imgH="167640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29350" y="4152106"/>
                        <a:ext cx="2908300" cy="698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2670200" y="5180806"/>
          <a:ext cx="11049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公式" r:id="rId15" imgW="26517600" imgH="7315200" progId="Equation.3">
                  <p:embed/>
                </p:oleObj>
              </mc:Choice>
              <mc:Fallback>
                <p:oleObj name="公式" r:id="rId15" imgW="26517600" imgH="7315200" progId="Equation.3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70200" y="5180806"/>
                        <a:ext cx="1104900" cy="303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220446" y="4856956"/>
            <a:ext cx="1716980" cy="3683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单位圆的面积</a:t>
            </a:r>
            <a:endParaRPr lang="zh-CN" alt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 autoUpdateAnimBg="0"/>
      <p:bldP spid="11" grpId="0" bldLvl="0" animBg="1"/>
      <p:bldP spid="13" grpId="0" autoUpdateAnimBg="0"/>
      <p:bldP spid="15" grpId="0" autoUpdateAnimBg="0"/>
      <p:bldP spid="18" grpId="0" bldLvl="0" animBg="1" autoUpdateAnimBg="0"/>
      <p:bldP spid="24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834195" y="193985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11. </a:t>
            </a:r>
            <a:r>
              <a:rPr lang="zh-CN" altLang="en-US" sz="2800" b="1" dirty="0">
                <a:latin typeface="宋体" panose="02010600030101010101" pitchFamily="2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47528" y="764704"/>
          <a:ext cx="449103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107594400" imgH="17678400" progId="Equation.DSMT4">
                  <p:embed/>
                </p:oleObj>
              </mc:Choice>
              <mc:Fallback>
                <p:oleObj name="Equation" r:id="rId1" imgW="107594400" imgH="176784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7528" y="764704"/>
                        <a:ext cx="4491038" cy="730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744072" y="687360"/>
          <a:ext cx="24653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59436000" imgH="16459200" progId="Equation.DSMT4">
                  <p:embed/>
                </p:oleObj>
              </mc:Choice>
              <mc:Fallback>
                <p:oleObj name="Equation" r:id="rId3" imgW="59436000" imgH="164592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44072" y="687360"/>
                        <a:ext cx="2465388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47528" y="1683060"/>
          <a:ext cx="30734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73761600" imgH="16459200" progId="Equation.DSMT4">
                  <p:embed/>
                </p:oleObj>
              </mc:Choice>
              <mc:Fallback>
                <p:oleObj name="Equation" r:id="rId5" imgW="73761600" imgH="164592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528" y="1683060"/>
                        <a:ext cx="3073400" cy="693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847528" y="2582416"/>
          <a:ext cx="2743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65836800" imgH="23774400" progId="Equation.DSMT4">
                  <p:embed/>
                </p:oleObj>
              </mc:Choice>
              <mc:Fallback>
                <p:oleObj name="Equation" r:id="rId7" imgW="65836800" imgH="237744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7528" y="2582416"/>
                        <a:ext cx="27432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10375" y="1700213"/>
          <a:ext cx="30765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74066400" imgH="20116800" progId="Equation.DSMT4">
                  <p:embed/>
                </p:oleObj>
              </mc:Choice>
              <mc:Fallback>
                <p:oleObj name="Equation" r:id="rId9" imgW="74066400" imgH="201168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10375" y="1700213"/>
                        <a:ext cx="30765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810112" y="2532137"/>
          <a:ext cx="21621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52120800" imgH="23774400" progId="Equation.DSMT4">
                  <p:embed/>
                </p:oleObj>
              </mc:Choice>
              <mc:Fallback>
                <p:oleObj name="Equation" r:id="rId11" imgW="52120800" imgH="237744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10112" y="2532137"/>
                        <a:ext cx="2162175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991544" y="3573016"/>
            <a:ext cx="965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718466" y="3778868"/>
          <a:ext cx="215106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51816000" imgH="17678400" progId="Equation.DSMT4">
                  <p:embed/>
                </p:oleObj>
              </mc:Choice>
              <mc:Fallback>
                <p:oleObj name="Equation" r:id="rId13" imgW="51816000" imgH="176784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18466" y="3778868"/>
                        <a:ext cx="2151063" cy="728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588687" y="3835271"/>
            <a:ext cx="1071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5926837" y="3835271"/>
            <a:ext cx="34969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是奇函数，故原式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860990" y="4790554"/>
          <a:ext cx="49672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119786400" imgH="16459200" progId="Equation.DSMT4">
                  <p:embed/>
                </p:oleObj>
              </mc:Choice>
              <mc:Fallback>
                <p:oleObj name="Equation" r:id="rId15" imgW="119786400" imgH="164592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60990" y="4790554"/>
                        <a:ext cx="4967288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8493601" y="4357221"/>
            <a:ext cx="1249680" cy="52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周期性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>
            <a:stCxn id="21" idx="1"/>
          </p:cNvCxnSpPr>
          <p:nvPr/>
        </p:nvCxnSpPr>
        <p:spPr>
          <a:xfrm flipH="1">
            <a:off x="5973321" y="4618196"/>
            <a:ext cx="2520280" cy="3672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 bwMode="auto">
          <a:xfrm>
            <a:off x="8400256" y="5554791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奇函数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箭头连接符 25"/>
          <p:cNvCxnSpPr>
            <a:stCxn id="24" idx="1"/>
          </p:cNvCxnSpPr>
          <p:nvPr/>
        </p:nvCxnSpPr>
        <p:spPr>
          <a:xfrm flipH="1" flipV="1">
            <a:off x="7796272" y="5280640"/>
            <a:ext cx="603984" cy="535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8" grpId="0"/>
      <p:bldP spid="19" grpId="0"/>
      <p:bldP spid="21" grpId="0" bldLvl="0" animBg="1"/>
      <p:bldP spid="2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94941" y="260648"/>
            <a:ext cx="1071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43672" y="210150"/>
          <a:ext cx="21844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55473600" imgH="16459200" progId="Equation.DSMT4">
                  <p:embed/>
                </p:oleObj>
              </mc:Choice>
              <mc:Fallback>
                <p:oleObj name="Equation" r:id="rId1" imgW="55473600" imgH="164592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3672" y="210150"/>
                        <a:ext cx="21844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303912" y="179358"/>
          <a:ext cx="2679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64312800" imgH="16459200" progId="Equation.DSMT4">
                  <p:embed/>
                </p:oleObj>
              </mc:Choice>
              <mc:Fallback>
                <p:oleObj name="Equation" r:id="rId3" imgW="64312800" imgH="164592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912" y="179358"/>
                        <a:ext cx="2679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07928" y="1052736"/>
          <a:ext cx="297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71323200" imgH="16459200" progId="Equation.DSMT4">
                  <p:embed/>
                </p:oleObj>
              </mc:Choice>
              <mc:Fallback>
                <p:oleObj name="Equation" r:id="rId5" imgW="71323200" imgH="164592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7928" y="1052736"/>
                        <a:ext cx="2971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35920" y="1772816"/>
          <a:ext cx="31781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76200000" imgH="19507200" progId="Equation.DSMT4">
                  <p:embed/>
                </p:oleObj>
              </mc:Choice>
              <mc:Fallback>
                <p:oleObj name="Equation" r:id="rId7" imgW="76200000" imgH="195072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5920" y="1772816"/>
                        <a:ext cx="3178175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781675" y="1916113"/>
          <a:ext cx="307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73761600" imgH="20116800" progId="Equation.DSMT4">
                  <p:embed/>
                </p:oleObj>
              </mc:Choice>
              <mc:Fallback>
                <p:oleObj name="Equation" r:id="rId9" imgW="73761600" imgH="20116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81675" y="1916113"/>
                        <a:ext cx="307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807524" y="1989138"/>
          <a:ext cx="1104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26517600" imgH="10668000" progId="Equation.DSMT4">
                  <p:embed/>
                </p:oleObj>
              </mc:Choice>
              <mc:Fallback>
                <p:oleObj name="Equation" r:id="rId11" imgW="26517600" imgH="106680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807524" y="1989138"/>
                        <a:ext cx="11049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279576" y="2924944"/>
          <a:ext cx="30765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74066400" imgH="20116800" progId="Equation.DSMT4">
                  <p:embed/>
                </p:oleObj>
              </mc:Choice>
              <mc:Fallback>
                <p:oleObj name="Equation" r:id="rId13" imgW="74066400" imgH="201168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79576" y="2924944"/>
                        <a:ext cx="30765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79440" y="4089395"/>
          <a:ext cx="2273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5" imgW="54559200" imgH="20116800" progId="Equation.DSMT4">
                  <p:embed/>
                </p:oleObj>
              </mc:Choice>
              <mc:Fallback>
                <p:oleObj name="Equation" r:id="rId15" imgW="54559200" imgH="20116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79440" y="4089395"/>
                        <a:ext cx="2273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149354" y="4077712"/>
          <a:ext cx="279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67056000" imgH="24384000" progId="Equation.DSMT4">
                  <p:embed/>
                </p:oleObj>
              </mc:Choice>
              <mc:Fallback>
                <p:oleObj name="Equation" r:id="rId17" imgW="67056000" imgH="243840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49354" y="4077712"/>
                        <a:ext cx="27940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039581" y="4147815"/>
          <a:ext cx="711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9" imgW="17068800" imgH="21031200" progId="Equation.DSMT4">
                  <p:embed/>
                </p:oleObj>
              </mc:Choice>
              <mc:Fallback>
                <p:oleObj name="Equation" r:id="rId19" imgW="17068800" imgH="210312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039581" y="4147815"/>
                        <a:ext cx="7112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447928" y="2996952"/>
          <a:ext cx="2654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1" imgW="63703200" imgH="20116800" progId="Equation.DSMT4">
                  <p:embed/>
                </p:oleObj>
              </mc:Choice>
              <mc:Fallback>
                <p:oleObj name="Equation" r:id="rId21" imgW="63703200" imgH="201168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47928" y="2996952"/>
                        <a:ext cx="2654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639616" y="332656"/>
          <a:ext cx="2743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65836800" imgH="23774400" progId="Equation.DSMT4">
                  <p:embed/>
                </p:oleObj>
              </mc:Choice>
              <mc:Fallback>
                <p:oleObj name="Equation" r:id="rId1" imgW="65836800" imgH="237744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9616" y="332656"/>
                        <a:ext cx="27432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519936" y="332656"/>
          <a:ext cx="3987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95707200" imgH="23164800" progId="Equation.DSMT4">
                  <p:embed/>
                </p:oleObj>
              </mc:Choice>
              <mc:Fallback>
                <p:oleObj name="Equation" r:id="rId3" imgW="95707200" imgH="231648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9936" y="332656"/>
                        <a:ext cx="39878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99656" y="1412776"/>
          <a:ext cx="2336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56083200" imgH="21640800" progId="Equation.DSMT4">
                  <p:embed/>
                </p:oleObj>
              </mc:Choice>
              <mc:Fallback>
                <p:oleObj name="Equation" r:id="rId5" imgW="56083200" imgH="21640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9656" y="1412776"/>
                        <a:ext cx="23368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447928" y="1484784"/>
          <a:ext cx="2552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61264800" imgH="19507200" progId="Equation.DSMT4">
                  <p:embed/>
                </p:oleObj>
              </mc:Choice>
              <mc:Fallback>
                <p:oleObj name="Equation" r:id="rId7" imgW="61264800" imgH="19507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7928" y="1484784"/>
                        <a:ext cx="255270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39616" y="2734816"/>
          <a:ext cx="2478088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59436000" imgH="23774400" progId="Equation.DSMT4">
                  <p:embed/>
                </p:oleObj>
              </mc:Choice>
              <mc:Fallback>
                <p:oleObj name="Equation" r:id="rId9" imgW="59436000" imgH="237744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39616" y="2734816"/>
                        <a:ext cx="2478088" cy="998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159896" y="2734816"/>
          <a:ext cx="3848040" cy="1015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92354400" imgH="24384000" progId="Equation.DSMT4">
                  <p:embed/>
                </p:oleObj>
              </mc:Choice>
              <mc:Fallback>
                <p:oleObj name="Equation" r:id="rId11" imgW="92354400" imgH="243840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59896" y="2734816"/>
                        <a:ext cx="3848040" cy="1015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11624" y="3670920"/>
          <a:ext cx="4102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98450400" imgH="24384000" progId="Equation.DSMT4">
                  <p:embed/>
                </p:oleObj>
              </mc:Choice>
              <mc:Fallback>
                <p:oleObj name="Equation" r:id="rId13" imgW="98450400" imgH="243840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11624" y="3670920"/>
                        <a:ext cx="4102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83632" y="4751040"/>
          <a:ext cx="1803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43281600" imgH="19507200" progId="Equation.DSMT4">
                  <p:embed/>
                </p:oleObj>
              </mc:Choice>
              <mc:Fallback>
                <p:oleObj name="Equation" r:id="rId15" imgW="43281600" imgH="195072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83632" y="4751040"/>
                        <a:ext cx="180340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248128" y="4895056"/>
          <a:ext cx="1054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7" imgW="25298400" imgH="20116800" progId="Equation.DSMT4">
                  <p:embed/>
                </p:oleObj>
              </mc:Choice>
              <mc:Fallback>
                <p:oleObj name="Equation" r:id="rId17" imgW="25298400" imgH="20116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248128" y="4895056"/>
                        <a:ext cx="1054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67126" y="4823048"/>
          <a:ext cx="242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9" imgW="58216800" imgH="21336000" progId="Equation.DSMT4">
                  <p:embed/>
                </p:oleObj>
              </mc:Choice>
              <mc:Fallback>
                <p:oleObj name="Equation" r:id="rId19" imgW="58216800" imgH="213360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67126" y="4823048"/>
                        <a:ext cx="24257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078035" y="16414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3144835" y="164140"/>
            <a:ext cx="58712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为连续函数，证明下列各题：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79576" y="687360"/>
          <a:ext cx="5295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127101600" imgH="19507200" progId="Equation.DSMT4">
                  <p:embed/>
                </p:oleObj>
              </mc:Choice>
              <mc:Fallback>
                <p:oleObj name="Equation" r:id="rId1" imgW="127101600" imgH="195072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687360"/>
                        <a:ext cx="529590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35379" y="1550442"/>
          <a:ext cx="4889501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117348000" imgH="16459200" progId="Equation.DSMT4">
                  <p:embed/>
                </p:oleObj>
              </mc:Choice>
              <mc:Fallback>
                <p:oleObj name="Equation" r:id="rId3" imgW="117348000" imgH="164592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5379" y="1550442"/>
                        <a:ext cx="4889501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077609" y="2394899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证：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32891" y="2435687"/>
          <a:ext cx="13335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2004000" imgH="11582400" progId="Equation.DSMT4">
                  <p:embed/>
                </p:oleObj>
              </mc:Choice>
              <mc:Fallback>
                <p:oleObj name="Equation" r:id="rId5" imgW="32004000" imgH="115824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32891" y="2435687"/>
                        <a:ext cx="13335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2888013" y="2395047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5024505" y="2422987"/>
            <a:ext cx="40874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的周期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，且为偶函数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77909" y="3068960"/>
          <a:ext cx="21320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51206400" imgH="16459200" progId="Equation.DSMT4">
                  <p:embed/>
                </p:oleObj>
              </mc:Choice>
              <mc:Fallback>
                <p:oleObj name="Equation" r:id="rId7" imgW="51206400" imgH="164592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77909" y="3068960"/>
                        <a:ext cx="2132012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24505" y="3068960"/>
          <a:ext cx="2489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59740800" imgH="16459200" progId="Equation.DSMT4">
                  <p:embed/>
                </p:oleObj>
              </mc:Choice>
              <mc:Fallback>
                <p:oleObj name="Equation" r:id="rId9" imgW="59740800" imgH="164592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24505" y="3068960"/>
                        <a:ext cx="24892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024505" y="3768328"/>
          <a:ext cx="2400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57607200" imgH="19507200" progId="Equation.DSMT4">
                  <p:embed/>
                </p:oleObj>
              </mc:Choice>
              <mc:Fallback>
                <p:oleObj name="Equation" r:id="rId11" imgW="57607200" imgH="195072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4505" y="3768328"/>
                        <a:ext cx="2400300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472777" y="2924944"/>
          <a:ext cx="2578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61874400" imgH="23774400" progId="Equation.DSMT4">
                  <p:embed/>
                </p:oleObj>
              </mc:Choice>
              <mc:Fallback>
                <p:oleObj name="Equation" r:id="rId13" imgW="61874400" imgH="237744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72777" y="2924944"/>
                        <a:ext cx="25781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936421" y="4581128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633865" y="4580959"/>
          <a:ext cx="20923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49987200" imgH="9753600" progId="Equation.DSMT4">
                  <p:embed/>
                </p:oleObj>
              </mc:Choice>
              <mc:Fallback>
                <p:oleObj name="Equation" r:id="rId15" imgW="49987200" imgH="97536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33865" y="4580959"/>
                        <a:ext cx="2092325" cy="414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5998887" y="4581128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608707" y="5104348"/>
          <a:ext cx="16097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40233600" imgH="16459200" progId="Equation.DSMT4">
                  <p:embed/>
                </p:oleObj>
              </mc:Choice>
              <mc:Fallback>
                <p:oleObj name="Equation" r:id="rId17" imgW="40233600" imgH="164592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08707" y="5104348"/>
                        <a:ext cx="1609725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223792" y="5104348"/>
          <a:ext cx="2743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65836800" imgH="16459200" progId="Equation.DSMT4">
                  <p:embed/>
                </p:oleObj>
              </mc:Choice>
              <mc:Fallback>
                <p:oleObj name="Equation" r:id="rId19" imgW="65836800" imgH="16459200" progId="Equation.DSMT4">
                  <p:embed/>
                  <p:pic>
                    <p:nvPicPr>
                      <p:cNvPr id="0" name="图片 194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23792" y="5104348"/>
                        <a:ext cx="27432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095745" y="5104348"/>
          <a:ext cx="2552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61264800" imgH="16459200" progId="Equation.DSMT4">
                  <p:embed/>
                </p:oleObj>
              </mc:Choice>
              <mc:Fallback>
                <p:oleObj name="Equation" r:id="rId21" imgW="61264800" imgH="16459200" progId="Equation.DSMT4">
                  <p:embed/>
                  <p:pic>
                    <p:nvPicPr>
                      <p:cNvPr id="0" name="图片 194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95745" y="5104348"/>
                        <a:ext cx="2552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007768" y="5733256"/>
          <a:ext cx="2667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23" imgW="64008000" imgH="16459200" progId="Equation.DSMT4">
                  <p:embed/>
                </p:oleObj>
              </mc:Choice>
              <mc:Fallback>
                <p:oleObj name="Equation" r:id="rId23" imgW="64008000" imgH="16459200" progId="Equation.DSMT4">
                  <p:embed/>
                  <p:pic>
                    <p:nvPicPr>
                      <p:cNvPr id="0" name="图片 1946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07768" y="5733256"/>
                        <a:ext cx="26670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235139" y="6165304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8" grpId="0"/>
      <p:bldP spid="21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8" name="Text Box 24"/>
          <p:cNvSpPr txBox="1">
            <a:spLocks noChangeArrowheads="1"/>
          </p:cNvSpPr>
          <p:nvPr/>
        </p:nvSpPr>
        <p:spPr bwMode="auto">
          <a:xfrm>
            <a:off x="2652390" y="4623519"/>
            <a:ext cx="16700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133AF8"/>
                </a:solidFill>
              </a:rPr>
              <a:t>提示</a:t>
            </a:r>
            <a:r>
              <a:rPr lang="en-US" altLang="zh-CN" sz="2400" b="1" dirty="0">
                <a:solidFill>
                  <a:srgbClr val="133AF8"/>
                </a:solidFill>
              </a:rPr>
              <a:t>:</a:t>
            </a:r>
            <a:r>
              <a:rPr lang="en-US" altLang="zh-CN" sz="2400" dirty="0">
                <a:solidFill>
                  <a:srgbClr val="133AF8"/>
                </a:solidFill>
              </a:rPr>
              <a:t>  </a:t>
            </a:r>
            <a:r>
              <a:rPr lang="zh-CN" altLang="en-US" sz="2400" dirty="0"/>
              <a:t>令</a:t>
            </a:r>
            <a:endParaRPr lang="zh-CN" altLang="en-US" sz="2400" dirty="0"/>
          </a:p>
        </p:txBody>
      </p:sp>
      <p:graphicFrame>
        <p:nvGraphicFramePr>
          <p:cNvPr id="31769" name="Object 25"/>
          <p:cNvGraphicFramePr>
            <a:graphicFrameLocks noChangeAspect="1"/>
          </p:cNvGraphicFramePr>
          <p:nvPr/>
        </p:nvGraphicFramePr>
        <p:xfrm>
          <a:off x="4063995" y="4705607"/>
          <a:ext cx="1333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32004000" imgH="8534400" progId="Equation.3">
                  <p:embed/>
                </p:oleObj>
              </mc:Choice>
              <mc:Fallback>
                <p:oleObj name="Equation" r:id="rId1" imgW="32004000" imgH="8534400" progId="Equation.3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3995" y="4705607"/>
                        <a:ext cx="1333500" cy="355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0" name="Object 26">
            <a:hlinkClick r:id="rId3" action="ppaction://hlinksldjump"/>
          </p:cNvPr>
          <p:cNvGraphicFramePr>
            <a:graphicFrameLocks noChangeAspect="1"/>
          </p:cNvGraphicFramePr>
          <p:nvPr/>
        </p:nvGraphicFramePr>
        <p:xfrm>
          <a:off x="2567608" y="3581400"/>
          <a:ext cx="4914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4" imgW="117957600" imgH="22250400" progId="Equation.DSMT4">
                  <p:embed/>
                </p:oleObj>
              </mc:Choice>
              <mc:Fallback>
                <p:oleObj name="Equation" r:id="rId4" imgW="117957600" imgH="222504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67608" y="3581400"/>
                        <a:ext cx="49149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1" name="Text Box 27"/>
          <p:cNvSpPr txBox="1">
            <a:spLocks noChangeArrowheads="1"/>
          </p:cNvSpPr>
          <p:nvPr/>
        </p:nvSpPr>
        <p:spPr bwMode="auto">
          <a:xfrm>
            <a:off x="5541640" y="4623201"/>
            <a:ext cx="914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则</a:t>
            </a:r>
            <a:endParaRPr lang="zh-CN" altLang="en-US" sz="2400" dirty="0"/>
          </a:p>
        </p:txBody>
      </p:sp>
      <p:graphicFrame>
        <p:nvGraphicFramePr>
          <p:cNvPr id="31772" name="Object 28"/>
          <p:cNvGraphicFramePr>
            <a:graphicFrameLocks noChangeAspect="1"/>
          </p:cNvGraphicFramePr>
          <p:nvPr/>
        </p:nvGraphicFramePr>
        <p:xfrm>
          <a:off x="3435350" y="5257800"/>
          <a:ext cx="2590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6" imgW="62179200" imgH="18592800" progId="Equation.3">
                  <p:embed/>
                </p:oleObj>
              </mc:Choice>
              <mc:Fallback>
                <p:oleObj name="Equation" r:id="rId6" imgW="62179200" imgH="18592800" progId="Equation.3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35350" y="5257800"/>
                        <a:ext cx="25908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3" name="Object 29"/>
          <p:cNvGraphicFramePr>
            <a:graphicFrameLocks noChangeAspect="1"/>
          </p:cNvGraphicFramePr>
          <p:nvPr/>
        </p:nvGraphicFramePr>
        <p:xfrm>
          <a:off x="6337300" y="5486400"/>
          <a:ext cx="2197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8" imgW="52730400" imgH="9753600" progId="Equation.3">
                  <p:embed/>
                </p:oleObj>
              </mc:Choice>
              <mc:Fallback>
                <p:oleObj name="Equation" r:id="rId8" imgW="52730400" imgH="9753600" progId="Equation.3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9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37300" y="5486400"/>
                        <a:ext cx="2197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4" name="Object 30"/>
          <p:cNvGraphicFramePr>
            <a:graphicFrameLocks noChangeAspect="1"/>
          </p:cNvGraphicFramePr>
          <p:nvPr/>
        </p:nvGraphicFramePr>
        <p:xfrm>
          <a:off x="6076950" y="5257800"/>
          <a:ext cx="990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10" imgW="23774400" imgH="18592800" progId="Equation.3">
                  <p:embed/>
                </p:oleObj>
              </mc:Choice>
              <mc:Fallback>
                <p:oleObj name="Equation" r:id="rId10" imgW="23774400" imgH="18592800" progId="Equation.3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1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76950" y="5257800"/>
                        <a:ext cx="990600" cy="77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5" name="Object 31"/>
          <p:cNvGraphicFramePr>
            <a:graphicFrameLocks noChangeAspect="1"/>
          </p:cNvGraphicFramePr>
          <p:nvPr/>
        </p:nvGraphicFramePr>
        <p:xfrm>
          <a:off x="6991350" y="5397500"/>
          <a:ext cx="110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2" imgW="26517600" imgH="10363200" progId="Equation.3">
                  <p:embed/>
                </p:oleObj>
              </mc:Choice>
              <mc:Fallback>
                <p:oleObj name="Equation" r:id="rId12" imgW="26517600" imgH="10363200" progId="Equation.3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91350" y="5397500"/>
                        <a:ext cx="1104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6" name="Object 32"/>
          <p:cNvGraphicFramePr>
            <a:graphicFrameLocks noChangeAspect="1"/>
          </p:cNvGraphicFramePr>
          <p:nvPr/>
        </p:nvGraphicFramePr>
        <p:xfrm>
          <a:off x="6226175" y="3695700"/>
          <a:ext cx="1108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4" imgW="26517600" imgH="10363200" progId="Equation.3">
                  <p:embed/>
                </p:oleObj>
              </mc:Choice>
              <mc:Fallback>
                <p:oleObj name="Equation" r:id="rId14" imgW="26517600" imgH="10363200" progId="Equation.3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26175" y="3695700"/>
                        <a:ext cx="110807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/>
          <p:cNvGraphicFramePr>
            <a:graphicFrameLocks noChangeAspect="1"/>
          </p:cNvGraphicFramePr>
          <p:nvPr/>
        </p:nvGraphicFramePr>
        <p:xfrm>
          <a:off x="2567608" y="404813"/>
          <a:ext cx="5545138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6" imgW="52425600" imgH="10058400" progId="Equation.DSMT4">
                  <p:embed/>
                </p:oleObj>
              </mc:Choice>
              <mc:Fallback>
                <p:oleObj name="Equation" r:id="rId16" imgW="52425600" imgH="100584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567608" y="404813"/>
                        <a:ext cx="5545138" cy="1063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6"/>
          <p:cNvGraphicFramePr>
            <a:graphicFrameLocks noChangeAspect="1"/>
          </p:cNvGraphicFramePr>
          <p:nvPr/>
        </p:nvGraphicFramePr>
        <p:xfrm>
          <a:off x="2553791" y="1997075"/>
          <a:ext cx="72866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8" imgW="68884800" imgH="8534400" progId="Equation.DSMT4">
                  <p:embed/>
                </p:oleObj>
              </mc:Choice>
              <mc:Fallback>
                <p:oleObj name="Equation" r:id="rId18" imgW="68884800" imgH="85344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3791" y="1997075"/>
                        <a:ext cx="7286625" cy="903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1775520" y="692696"/>
            <a:ext cx="914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 smtClean="0"/>
              <a:t>证明</a:t>
            </a:r>
            <a:endParaRPr lang="zh-CN" altLang="en-US" sz="2400" b="1" dirty="0"/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1797224" y="2247255"/>
            <a:ext cx="914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 smtClean="0"/>
              <a:t>证明</a:t>
            </a:r>
            <a:endParaRPr lang="zh-CN" altLang="en-US" sz="2400" b="1" dirty="0"/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1775520" y="3645024"/>
            <a:ext cx="914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 smtClean="0"/>
              <a:t>求</a:t>
            </a:r>
            <a:endParaRPr lang="zh-CN" altLang="en-US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8" grpId="0" autoUpdateAnimBg="0"/>
      <p:bldP spid="3177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练习5.3.1（2）</a:t>
            </a:r>
            <a:endParaRPr lang="zh-CN" altLang="en-US" b="1" dirty="0">
              <a:solidFill>
                <a:srgbClr val="00B05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81200" y="908720"/>
            <a:ext cx="29387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计算下列定积分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75520" y="1461350"/>
          <a:ext cx="2057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49377600" imgH="23774400" progId="Equation.DSMT4">
                  <p:embed/>
                </p:oleObj>
              </mc:Choice>
              <mc:Fallback>
                <p:oleObj name="Equation" r:id="rId1" imgW="49377600" imgH="237744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5520" y="1461350"/>
                        <a:ext cx="20574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710113" y="1609781"/>
          <a:ext cx="23717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56692800" imgH="16459200" progId="Equation.DSMT4">
                  <p:embed/>
                </p:oleObj>
              </mc:Choice>
              <mc:Fallback>
                <p:oleObj name="Equation" r:id="rId3" imgW="56692800" imgH="164592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0113" y="1609781"/>
                        <a:ext cx="2371725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652494" y="1454642"/>
          <a:ext cx="30019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72237600" imgH="23774400" progId="Equation.DSMT4">
                  <p:embed/>
                </p:oleObj>
              </mc:Choice>
              <mc:Fallback>
                <p:oleObj name="Equation" r:id="rId5" imgW="72237600" imgH="237744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52494" y="1454642"/>
                        <a:ext cx="3001963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75520" y="2564904"/>
          <a:ext cx="28686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68580000" imgH="23774400" progId="Equation.DSMT4">
                  <p:embed/>
                </p:oleObj>
              </mc:Choice>
              <mc:Fallback>
                <p:oleObj name="Equation" r:id="rId7" imgW="68580000" imgH="237744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5520" y="2564904"/>
                        <a:ext cx="2868613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727848" y="2564904"/>
          <a:ext cx="31035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74676000" imgH="21336000" progId="Equation.DSMT4">
                  <p:embed/>
                </p:oleObj>
              </mc:Choice>
              <mc:Fallback>
                <p:oleObj name="Equation" r:id="rId9" imgW="74676000" imgH="213360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27848" y="2564904"/>
                        <a:ext cx="31035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775520" y="3573016"/>
          <a:ext cx="48688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11" imgW="117043200" imgH="23774400" progId="Equation.DSMT4">
                  <p:embed/>
                </p:oleObj>
              </mc:Choice>
              <mc:Fallback>
                <p:oleObj name="Equation" r:id="rId11" imgW="117043200" imgH="23774400" progId="Equation.DSMT4">
                  <p:embed/>
                  <p:pic>
                    <p:nvPicPr>
                      <p:cNvPr id="0" name="图片 215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75520" y="3573016"/>
                        <a:ext cx="4868863" cy="984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902575" y="2708275"/>
          <a:ext cx="15398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3" imgW="37185600" imgH="16459200" progId="Equation.DSMT4">
                  <p:embed/>
                </p:oleObj>
              </mc:Choice>
              <mc:Fallback>
                <p:oleObj name="Equation" r:id="rId13" imgW="37185600" imgH="16459200" progId="Equation.DSMT4">
                  <p:embed/>
                  <p:pic>
                    <p:nvPicPr>
                      <p:cNvPr id="0" name="图片 2151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02575" y="2708275"/>
                        <a:ext cx="1539875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063552" y="4653136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2063552" y="5176356"/>
            <a:ext cx="28486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4871864" y="5176356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）：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758113" y="3573463"/>
          <a:ext cx="23098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15" imgW="55778400" imgH="16459200" progId="Equation.DSMT4">
                  <p:embed/>
                </p:oleObj>
              </mc:Choice>
              <mc:Fallback>
                <p:oleObj name="Equation" r:id="rId15" imgW="55778400" imgH="16459200" progId="Equation.DSMT4">
                  <p:embed/>
                  <p:pic>
                    <p:nvPicPr>
                      <p:cNvPr id="0" name="图片 2151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58113" y="3573463"/>
                        <a:ext cx="230981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6585667" y="5176356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 bwMode="auto">
              <a:xfrm>
                <a:off x="8040216" y="5080624"/>
                <a:ext cx="1223645" cy="702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zh-CN" alt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40216" y="5080624"/>
                <a:ext cx="1223645" cy="702945"/>
              </a:xfrm>
              <a:prstGeom prst="rect">
                <a:avLst/>
              </a:prstGeom>
              <a:blipFill rotWithShape="1">
                <a:blip r:embed="rId17"/>
                <a:stretch>
                  <a:fillRect l="-39" t="-89" r="-583" b="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2" grpId="0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357165" y="260648"/>
            <a:ext cx="571992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定积分的分部积分公式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279576" y="878205"/>
            <a:ext cx="64087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5.3.2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（定积分的分部积分公式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800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82950" y="1400175"/>
          <a:ext cx="346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83210400" imgH="10972800" progId="Equation.DSMT4">
                  <p:embed/>
                </p:oleObj>
              </mc:Choice>
              <mc:Fallback>
                <p:oleObj name="Equation" r:id="rId1" imgW="83210400" imgH="10972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2950" y="1400175"/>
                        <a:ext cx="3467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858000" y="1335088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303270" y="2014538"/>
          <a:ext cx="367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88087200" imgH="17678400" progId="Equation.DSMT4">
                  <p:embed/>
                </p:oleObj>
              </mc:Choice>
              <mc:Fallback>
                <p:oleObj name="Equation" r:id="rId3" imgW="88087200" imgH="176784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03270" y="2014538"/>
                        <a:ext cx="3670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809991" y="1988840"/>
          <a:ext cx="40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9753600" imgH="16459200" progId="Equation.DSMT4">
                  <p:embed/>
                </p:oleObj>
              </mc:Choice>
              <mc:Fallback>
                <p:oleObj name="Equation" r:id="rId5" imgW="9753600" imgH="164592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09991" y="1988840"/>
                        <a:ext cx="406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216140" y="1988503"/>
          <a:ext cx="229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55168800" imgH="17678400" progId="Equation.DSMT4">
                  <p:embed/>
                </p:oleObj>
              </mc:Choice>
              <mc:Fallback>
                <p:oleObj name="Equation" r:id="rId7" imgW="55168800" imgH="176784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16140" y="1988503"/>
                        <a:ext cx="2298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063750" y="29860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889250" y="3068638"/>
          <a:ext cx="524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125882400" imgH="9753600" progId="Equation.DSMT4">
                  <p:embed/>
                </p:oleObj>
              </mc:Choice>
              <mc:Fallback>
                <p:oleObj name="Equation" r:id="rId9" imgW="125882400" imgH="97536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9250" y="3068638"/>
                        <a:ext cx="5245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3962400" y="3505200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952750" y="459105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31089600" imgH="9448800" progId="Equation.DSMT4">
                  <p:embed/>
                </p:oleObj>
              </mc:Choice>
              <mc:Fallback>
                <p:oleObj name="Equation" r:id="rId11" imgW="31089600" imgH="94488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52750" y="459105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822825" y="4400550"/>
          <a:ext cx="46704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112166400" imgH="17678400" progId="Equation.DSMT4">
                  <p:embed/>
                </p:oleObj>
              </mc:Choice>
              <mc:Fallback>
                <p:oleObj name="Equation" r:id="rId13" imgW="112166400" imgH="176784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22825" y="4400550"/>
                        <a:ext cx="467042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291232" y="5141218"/>
          <a:ext cx="262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5" imgW="63093600" imgH="17678400" progId="Equation.DSMT4">
                  <p:embed/>
                </p:oleObj>
              </mc:Choice>
              <mc:Fallback>
                <p:oleObj name="Equation" r:id="rId15" imgW="63093600" imgH="176784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91232" y="5141218"/>
                        <a:ext cx="2628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078882" y="5331718"/>
          <a:ext cx="1549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7" imgW="37185600" imgH="9448800" progId="Equation.DSMT4">
                  <p:embed/>
                </p:oleObj>
              </mc:Choice>
              <mc:Fallback>
                <p:oleObj name="Equation" r:id="rId17" imgW="37185600" imgH="94488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78882" y="5331718"/>
                        <a:ext cx="1549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7071244" y="5085184"/>
          <a:ext cx="229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19" imgW="55168800" imgH="17678400" progId="Equation.DSMT4">
                  <p:embed/>
                </p:oleObj>
              </mc:Choice>
              <mc:Fallback>
                <p:oleObj name="Equation" r:id="rId19" imgW="55168800" imgH="17678400" progId="Equation.DSMT4">
                  <p:embed/>
                  <p:pic>
                    <p:nvPicPr>
                      <p:cNvPr id="0" name="图片 2253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71244" y="5085184"/>
                        <a:ext cx="2298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/>
          <p:cNvGraphicFramePr>
            <a:graphicFrameLocks noChangeAspect="1"/>
          </p:cNvGraphicFramePr>
          <p:nvPr/>
        </p:nvGraphicFramePr>
        <p:xfrm>
          <a:off x="4152900" y="3740150"/>
          <a:ext cx="2997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21" imgW="71932800" imgH="10668000" progId="Equation.DSMT4">
                  <p:embed/>
                </p:oleObj>
              </mc:Choice>
              <mc:Fallback>
                <p:oleObj name="Equation" r:id="rId21" imgW="71932800" imgH="10668000" progId="Equation.DSMT4">
                  <p:embed/>
                  <p:pic>
                    <p:nvPicPr>
                      <p:cNvPr id="0" name="图片 2253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52900" y="3740150"/>
                        <a:ext cx="29972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151784" y="4437112"/>
          <a:ext cx="40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23" imgW="479425" imgH="802640" progId="Equation.DSMT4">
                  <p:embed/>
                </p:oleObj>
              </mc:Choice>
              <mc:Fallback>
                <p:oleObj name="Equation" r:id="rId23" imgW="479425" imgH="802640" progId="Equation.DSMT4">
                  <p:embed/>
                  <p:pic>
                    <p:nvPicPr>
                      <p:cNvPr id="0" name="图片 2253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51784" y="4437112"/>
                        <a:ext cx="406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567188" y="5157192"/>
          <a:ext cx="40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Equation" r:id="rId25" imgW="479425" imgH="802640" progId="Equation.DSMT4">
                  <p:embed/>
                </p:oleObj>
              </mc:Choice>
              <mc:Fallback>
                <p:oleObj name="Equation" r:id="rId25" imgW="479425" imgH="802640" progId="Equation.DSMT4">
                  <p:embed/>
                  <p:pic>
                    <p:nvPicPr>
                      <p:cNvPr id="0" name="图片 2254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567188" y="5157192"/>
                        <a:ext cx="406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2207568" y="6021288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10" grpId="0" autoUpdateAnimBg="0"/>
      <p:bldP spid="12" grpId="0" bldLvl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47850" y="247650"/>
            <a:ext cx="2087563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pitchFamily="49" charset="-122"/>
              </a:rPr>
              <a:t>13. </a:t>
            </a:r>
            <a:r>
              <a:rPr lang="zh-CN" altLang="en-US" sz="3200" b="1" dirty="0" smtClean="0">
                <a:ea typeface="楷体_GB2312" pitchFamily="49" charset="-122"/>
              </a:rPr>
              <a:t>计算</a:t>
            </a:r>
            <a:endParaRPr lang="zh-CN" altLang="en-US" sz="32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146550" y="147638"/>
          <a:ext cx="1943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46634400" imgH="18288000" progId="Equation.DSMT4">
                  <p:embed/>
                </p:oleObj>
              </mc:Choice>
              <mc:Fallback>
                <p:oleObj name="Equation" r:id="rId1" imgW="46634400" imgH="182880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46550" y="147638"/>
                        <a:ext cx="19431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847850" y="1279525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27300" y="1279525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765550" y="1370013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33528000" imgH="9448800" progId="Equation.DSMT4">
                  <p:embed/>
                </p:oleObj>
              </mc:Choice>
              <mc:Fallback>
                <p:oleObj name="Equation" r:id="rId3" imgW="33528000" imgH="94488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65550" y="1370013"/>
                        <a:ext cx="1397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015880" y="1145381"/>
          <a:ext cx="393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9448800" imgH="18897600" progId="Equation.DSMT4">
                  <p:embed/>
                </p:oleObj>
              </mc:Choice>
              <mc:Fallback>
                <p:oleObj name="Equation" r:id="rId5" imgW="9448800" imgH="188976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15880" y="1145381"/>
                        <a:ext cx="3937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683250" y="1144588"/>
          <a:ext cx="7239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17373600" imgH="18288000" progId="Equation.DSMT4">
                  <p:embed/>
                </p:oleObj>
              </mc:Choice>
              <mc:Fallback>
                <p:oleObj name="Equation" r:id="rId7" imgW="17373600" imgH="182880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3250" y="1144588"/>
                        <a:ext cx="723900" cy="755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362700" y="1076325"/>
          <a:ext cx="1511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36271200" imgH="22250400" progId="Equation.DSMT4">
                  <p:embed/>
                </p:oleObj>
              </mc:Choice>
              <mc:Fallback>
                <p:oleObj name="Equation" r:id="rId9" imgW="36271200" imgH="222504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62700" y="1076325"/>
                        <a:ext cx="15113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435350" y="2168525"/>
          <a:ext cx="685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1" imgW="16459200" imgH="19812000" progId="Equation.DSMT4">
                  <p:embed/>
                </p:oleObj>
              </mc:Choice>
              <mc:Fallback>
                <p:oleObj name="Equation" r:id="rId11" imgW="16459200" imgH="198120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35350" y="2168525"/>
                        <a:ext cx="685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203700" y="2185988"/>
          <a:ext cx="336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3" imgW="80772000" imgH="19812000" progId="Equation.DSMT4">
                  <p:embed/>
                </p:oleObj>
              </mc:Choice>
              <mc:Fallback>
                <p:oleObj name="Equation" r:id="rId13" imgW="80772000" imgH="198120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03700" y="2185988"/>
                        <a:ext cx="3365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427413" y="3144838"/>
          <a:ext cx="685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5" imgW="16459200" imgH="19812000" progId="Equation.DSMT4">
                  <p:embed/>
                </p:oleObj>
              </mc:Choice>
              <mc:Fallback>
                <p:oleObj name="Equation" r:id="rId15" imgW="16459200" imgH="198120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27413" y="3144838"/>
                        <a:ext cx="685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203383" y="3264853"/>
          <a:ext cx="1422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34137600" imgH="12496800" progId="Equation.DSMT4">
                  <p:embed/>
                </p:oleObj>
              </mc:Choice>
              <mc:Fallback>
                <p:oleObj name="Equation" r:id="rId17" imgW="34137600" imgH="124968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03383" y="3264853"/>
                        <a:ext cx="14224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422650" y="4183063"/>
          <a:ext cx="685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16459200" imgH="19812000" progId="Equation.DSMT4">
                  <p:embed/>
                </p:oleObj>
              </mc:Choice>
              <mc:Fallback>
                <p:oleObj name="Equation" r:id="rId19" imgW="16459200" imgH="198120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22650" y="4183063"/>
                        <a:ext cx="685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178300" y="4137025"/>
          <a:ext cx="774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18592800" imgH="21945600" progId="Equation.DSMT4">
                  <p:embed/>
                </p:oleObj>
              </mc:Choice>
              <mc:Fallback>
                <p:oleObj name="Equation" r:id="rId21" imgW="18592800" imgH="21945600" progId="Equation.DSMT4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78300" y="4137025"/>
                        <a:ext cx="7747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041900" y="4384675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23" imgW="9448800" imgH="9448800" progId="Equation.DSMT4">
                  <p:embed/>
                </p:oleObj>
              </mc:Choice>
              <mc:Fallback>
                <p:oleObj name="Equation" r:id="rId23" imgW="9448800" imgH="94488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41900" y="4384675"/>
                        <a:ext cx="39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1"/>
          <p:cNvSpPr txBox="1">
            <a:spLocks noChangeArrowheads="1"/>
          </p:cNvSpPr>
          <p:nvPr/>
        </p:nvSpPr>
        <p:spPr bwMode="auto">
          <a:xfrm>
            <a:off x="8076248" y="1801178"/>
            <a:ext cx="2427287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边积边代限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435863" y="3145160"/>
          <a:ext cx="393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25" imgW="457200" imgH="925830" progId="Equation.DSMT4">
                  <p:embed/>
                </p:oleObj>
              </mc:Choice>
              <mc:Fallback>
                <p:oleObj name="Equation" r:id="rId25" imgW="457200" imgH="925830" progId="Equation.DSMT4">
                  <p:embed/>
                  <p:pic>
                    <p:nvPicPr>
                      <p:cNvPr id="0" name="图片 2356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435863" y="3145160"/>
                        <a:ext cx="3937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24" grpId="0" bldLvl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79576" y="395287"/>
            <a:ext cx="236862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</a:t>
            </a:r>
            <a:r>
              <a:rPr lang="zh-CN" altLang="en-US" sz="2800" b="1" dirty="0"/>
              <a:t>计算</a:t>
            </a:r>
            <a:endParaRPr lang="zh-CN" altLang="en-US" sz="28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438400" y="1323975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165600" y="192087"/>
          <a:ext cx="193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46329600" imgH="20116800" progId="Equation.DSMT4">
                  <p:embed/>
                </p:oleObj>
              </mc:Choice>
              <mc:Fallback>
                <p:oleObj name="Equation" r:id="rId1" imgW="46329600" imgH="20116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65600" y="192087"/>
                        <a:ext cx="1930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302000" y="1355725"/>
          <a:ext cx="34798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公式" r:id="rId3" imgW="83515200" imgH="11582400" progId="Equation.3">
                  <p:embed/>
                </p:oleObj>
              </mc:Choice>
              <mc:Fallback>
                <p:oleObj name="公式" r:id="rId3" imgW="83515200" imgH="11582400" progId="Equation.3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2000" y="1355725"/>
                        <a:ext cx="3479800" cy="481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244850" y="2071687"/>
          <a:ext cx="213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51206400" imgH="20116800" progId="Equation.DSMT4">
                  <p:embed/>
                </p:oleObj>
              </mc:Choice>
              <mc:Fallback>
                <p:oleObj name="Equation" r:id="rId5" imgW="51206400" imgH="201168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4850" y="2071687"/>
                        <a:ext cx="2133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391150" y="2078037"/>
          <a:ext cx="182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43891200" imgH="20116800" progId="Equation.DSMT4">
                  <p:embed/>
                </p:oleObj>
              </mc:Choice>
              <mc:Fallback>
                <p:oleObj name="Equation" r:id="rId7" imgW="43891200" imgH="201168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1150" y="2078037"/>
                        <a:ext cx="1828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7258050" y="2071687"/>
          <a:ext cx="2273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54559200" imgH="20116800" progId="Equation.DSMT4">
                  <p:embed/>
                </p:oleObj>
              </mc:Choice>
              <mc:Fallback>
                <p:oleObj name="Equation" r:id="rId9" imgW="54559200" imgH="201168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58050" y="2071687"/>
                        <a:ext cx="2273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76600" y="3290887"/>
          <a:ext cx="194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公式" r:id="rId11" imgW="46634400" imgH="20116800" progId="Equation.3">
                  <p:embed/>
                </p:oleObj>
              </mc:Choice>
              <mc:Fallback>
                <p:oleObj name="公式" r:id="rId11" imgW="46634400" imgH="20116800" progId="Equation.3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76600" y="3290887"/>
                        <a:ext cx="1943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307013" y="3290887"/>
          <a:ext cx="215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51816000" imgH="20116800" progId="Equation.DSMT4">
                  <p:embed/>
                </p:oleObj>
              </mc:Choice>
              <mc:Fallback>
                <p:oleObj name="Equation" r:id="rId13" imgW="51816000" imgH="201168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07013" y="3290887"/>
                        <a:ext cx="2159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238620" y="4077072"/>
          <a:ext cx="2819160" cy="1104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5" imgW="67665600" imgH="26517600" progId="Equation.DSMT4">
                  <p:embed/>
                </p:oleObj>
              </mc:Choice>
              <mc:Fallback>
                <p:oleObj name="Equation" r:id="rId15" imgW="67665600" imgH="265176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38620" y="4077072"/>
                        <a:ext cx="2819160" cy="1104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240016" y="4149080"/>
          <a:ext cx="55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7" imgW="13411200" imgH="20116800" progId="Equation.DSMT4">
                  <p:embed/>
                </p:oleObj>
              </mc:Choice>
              <mc:Fallback>
                <p:oleObj name="Equation" r:id="rId17" imgW="13411200" imgH="201168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40016" y="4149080"/>
                        <a:ext cx="558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816080" y="4149080"/>
          <a:ext cx="927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9" imgW="22250400" imgH="19812000" progId="Equation.DSMT4">
                  <p:embed/>
                </p:oleObj>
              </mc:Choice>
              <mc:Fallback>
                <p:oleObj name="Equation" r:id="rId19" imgW="22250400" imgH="198120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16080" y="4149080"/>
                        <a:ext cx="927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/>
          <p:cNvGrpSpPr/>
          <p:nvPr/>
        </p:nvGrpSpPr>
        <p:grpSpPr bwMode="auto">
          <a:xfrm>
            <a:off x="4991100" y="3829472"/>
            <a:ext cx="2438400" cy="990600"/>
            <a:chOff x="2256" y="2688"/>
            <a:chExt cx="1584" cy="624"/>
          </a:xfrm>
        </p:grpSpPr>
        <p:sp>
          <p:nvSpPr>
            <p:cNvPr id="3" name="Rectangle 11"/>
            <p:cNvSpPr>
              <a:spLocks noChangeArrowheads="1"/>
            </p:cNvSpPr>
            <p:nvPr/>
          </p:nvSpPr>
          <p:spPr bwMode="auto">
            <a:xfrm>
              <a:off x="2256" y="2688"/>
              <a:ext cx="1104" cy="6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7030A0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12"/>
            <p:cNvSpPr>
              <a:spLocks noChangeShapeType="1"/>
            </p:cNvSpPr>
            <p:nvPr/>
          </p:nvSpPr>
          <p:spPr bwMode="auto">
            <a:xfrm>
              <a:off x="3360" y="3216"/>
              <a:ext cx="480" cy="0"/>
            </a:xfrm>
            <a:prstGeom prst="line">
              <a:avLst/>
            </a:prstGeom>
            <a:noFill/>
            <a:ln w="28575">
              <a:solidFill>
                <a:srgbClr val="68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400300" y="476672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15.</a:t>
            </a:r>
            <a:r>
              <a:rPr lang="zh-CN" altLang="en-US" sz="2800" b="1" dirty="0" smtClean="0"/>
              <a:t>计算</a:t>
            </a:r>
            <a:endParaRPr lang="zh-CN" altLang="en-US" sz="2800" b="1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00300" y="155776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210050" y="273472"/>
          <a:ext cx="223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53644800" imgH="21945600" progId="Equation.DSMT4">
                  <p:embed/>
                </p:oleObj>
              </mc:Choice>
              <mc:Fallback>
                <p:oleObj name="Equation" r:id="rId1" imgW="53644800" imgH="219456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0050" y="273472"/>
                        <a:ext cx="2235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3568700" y="1416472"/>
          <a:ext cx="2146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51511200" imgH="21945600" progId="Equation.DSMT4">
                  <p:embed/>
                </p:oleObj>
              </mc:Choice>
              <mc:Fallback>
                <p:oleObj name="Equation" r:id="rId3" imgW="51511200" imgH="219456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8700" y="1416472"/>
                        <a:ext cx="2146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6064250" y="1416472"/>
          <a:ext cx="320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76809600" imgH="20116800" progId="Equation.DSMT4">
                  <p:embed/>
                </p:oleObj>
              </mc:Choice>
              <mc:Fallback>
                <p:oleObj name="Equation" r:id="rId5" imgW="76809600" imgH="201168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64250" y="1416472"/>
                        <a:ext cx="3200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3162300" y="2648372"/>
          <a:ext cx="2260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公式" r:id="rId7" imgW="54254400" imgH="23774400" progId="Equation.3">
                  <p:embed/>
                </p:oleObj>
              </mc:Choice>
              <mc:Fallback>
                <p:oleObj name="公式" r:id="rId7" imgW="54254400" imgH="23774400" progId="Equation.3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62300" y="2648372"/>
                        <a:ext cx="22606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5524500" y="2711872"/>
          <a:ext cx="294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70713600" imgH="20116800" progId="Equation.DSMT4">
                  <p:embed/>
                </p:oleObj>
              </mc:Choice>
              <mc:Fallback>
                <p:oleObj name="Equation" r:id="rId9" imgW="70713600" imgH="201168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24500" y="2711872"/>
                        <a:ext cx="2946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3098800" y="3905672"/>
          <a:ext cx="1181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公式" r:id="rId11" imgW="28346400" imgH="21336000" progId="Equation.3">
                  <p:embed/>
                </p:oleObj>
              </mc:Choice>
              <mc:Fallback>
                <p:oleObj name="公式" r:id="rId11" imgW="28346400" imgH="21336000" progId="Equation.3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98800" y="3905672"/>
                        <a:ext cx="11811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4402138" y="3931072"/>
          <a:ext cx="2679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64312800" imgH="20116800" progId="Equation.DSMT4">
                  <p:embed/>
                </p:oleObj>
              </mc:Choice>
              <mc:Fallback>
                <p:oleObj name="Equation" r:id="rId13" imgW="64312800" imgH="201168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02138" y="3931072"/>
                        <a:ext cx="2679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505700" y="3905672"/>
          <a:ext cx="1968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公式" r:id="rId15" imgW="2308225" imgH="1036955" progId="Equation.3">
                  <p:embed/>
                </p:oleObj>
              </mc:Choice>
              <mc:Fallback>
                <p:oleObj name="公式" r:id="rId15" imgW="2308225" imgH="1036955" progId="Equation.3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05700" y="3905672"/>
                        <a:ext cx="1968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3111500" y="4972472"/>
          <a:ext cx="494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公式" r:id="rId17" imgW="118567200" imgH="21336000" progId="Equation.3">
                  <p:embed/>
                </p:oleObj>
              </mc:Choice>
              <mc:Fallback>
                <p:oleObj name="公式" r:id="rId17" imgW="118567200" imgH="21336000" progId="Equation.3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11500" y="4972472"/>
                        <a:ext cx="4940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8064500" y="4997872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公式" r:id="rId19" imgW="48463200" imgH="20116800" progId="Equation.3">
                  <p:embed/>
                </p:oleObj>
              </mc:Choice>
              <mc:Fallback>
                <p:oleObj name="公式" r:id="rId19" imgW="48463200" imgH="20116800" progId="Equation.3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064500" y="4997872"/>
                        <a:ext cx="2019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练习5.3.2（1）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81200" y="1196752"/>
            <a:ext cx="22275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计算定积分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95600" y="1844824"/>
          <a:ext cx="19700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47548800" imgH="16459200" progId="Equation.DSMT4">
                  <p:embed/>
                </p:oleObj>
              </mc:Choice>
              <mc:Fallback>
                <p:oleObj name="Equation" r:id="rId1" imgW="47548800" imgH="164592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95600" y="1844824"/>
                        <a:ext cx="1970088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79976" y="1719972"/>
          <a:ext cx="23764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57302400" imgH="19507200" progId="Equation.DSMT4">
                  <p:embed/>
                </p:oleObj>
              </mc:Choice>
              <mc:Fallback>
                <p:oleObj name="Equation" r:id="rId3" imgW="57302400" imgH="195072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79976" y="1719972"/>
                        <a:ext cx="2376488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135559" y="2708920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368862" y="2636912"/>
          <a:ext cx="140176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33832800" imgH="20116800" progId="Equation.DSMT4">
                  <p:embed/>
                </p:oleObj>
              </mc:Choice>
              <mc:Fallback>
                <p:oleObj name="Equation" r:id="rId5" imgW="33832800" imgH="201168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68862" y="2636912"/>
                        <a:ext cx="1401763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094413" y="2728913"/>
          <a:ext cx="9223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22250400" imgH="11582400" progId="Equation.DSMT4">
                  <p:embed/>
                </p:oleObj>
              </mc:Choice>
              <mc:Fallback>
                <p:oleObj name="Equation" r:id="rId7" imgW="22250400" imgH="115824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4413" y="2728913"/>
                        <a:ext cx="922337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2"/>
              <p:cNvSpPr txBox="1">
                <a:spLocks noChangeArrowheads="1"/>
              </p:cNvSpPr>
              <p:nvPr/>
            </p:nvSpPr>
            <p:spPr bwMode="auto">
              <a:xfrm>
                <a:off x="1954833" y="23948"/>
                <a:ext cx="6728036" cy="85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</m:sub>
                      <m:sup>
                        <m:f>
                          <m:fPr>
                            <m:ctrlPr>
                              <a:rPr lang="el-GR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l-GR" altLang="zh-CN" sz="3200" b="1" i="0" smtClean="0">
                                <a:solidFill>
                                  <a:srgbClr val="0070C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𝛑</m:t>
                            </m:r>
                          </m:num>
                          <m:den>
                            <m:r>
                              <a:rPr lang="el-GR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𝟐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𝒔𝒊𝒏</m:t>
                            </m:r>
                          </m:e>
                          <m:sup>
                            <m:r>
                              <a:rPr lang="en-US" altLang="zh-CN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𝒏</m:t>
                            </m:r>
                          </m:sup>
                        </m:sSup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  <m:r>
                          <a:rPr lang="en-US" altLang="zh-CN" sz="3200" b="1" i="0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𝐝</m:t>
                        </m:r>
                        <m:r>
                          <a:rPr lang="en-US" altLang="zh-CN" sz="3200" b="1" i="1" smtClean="0">
                            <a:solidFill>
                              <a:srgbClr val="0070C0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𝒙</m:t>
                        </m:r>
                      </m:e>
                    </m:nary>
                  </m:oMath>
                </a14:m>
                <a:r>
                  <a:rPr lang="zh-CN" altLang="en-US" sz="3200" b="1" dirty="0" smtClean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的</a:t>
                </a:r>
                <a:r>
                  <a:rPr lang="zh-CN" altLang="en-US" sz="3200" b="1" dirty="0">
                    <a:solidFill>
                      <a:srgbClr val="0070C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计算公式</a:t>
                </a:r>
                <a:endParaRPr lang="zh-CN" altLang="en-US" sz="3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4833" y="23948"/>
                <a:ext cx="6728036" cy="854075"/>
              </a:xfrm>
              <a:prstGeom prst="rect">
                <a:avLst/>
              </a:prstGeom>
              <a:blipFill rotWithShape="1">
                <a:blip r:embed="rId1"/>
                <a:stretch>
                  <a:fillRect l="-5" t="-53" r="8" b="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536160" y="3645024"/>
          <a:ext cx="1800200" cy="81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2" imgW="19507200" imgH="8839200" progId="Equation.DSMT4">
                  <p:embed/>
                </p:oleObj>
              </mc:Choice>
              <mc:Fallback>
                <p:oleObj name="Equation" r:id="rId2" imgW="19507200" imgH="88392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36160" y="3645024"/>
                        <a:ext cx="1800200" cy="8119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 bwMode="auto">
          <a:xfrm>
            <a:off x="7536160" y="3598912"/>
            <a:ext cx="2286000" cy="838200"/>
            <a:chOff x="3744" y="1920"/>
            <a:chExt cx="1440" cy="528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744" y="1920"/>
              <a:ext cx="1440" cy="528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3848" y="1948"/>
            <a:ext cx="119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0" name="Equation" r:id="rId4" imgW="45415200" imgH="18288000" progId="Equation.DSMT4">
                    <p:embed/>
                  </p:oleObj>
                </mc:Choice>
                <mc:Fallback>
                  <p:oleObj name="Equation" r:id="rId4" imgW="45415200" imgH="18288000" progId="Equation.DSMT4">
                    <p:embed/>
                    <p:pic>
                      <p:nvPicPr>
                        <p:cNvPr id="0" name="图片 276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48" y="1948"/>
                          <a:ext cx="1192" cy="4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6"/>
          <p:cNvSpPr txBox="1">
            <a:spLocks noChangeArrowheads="1"/>
          </p:cNvSpPr>
          <p:nvPr/>
        </p:nvSpPr>
        <p:spPr>
          <a:xfrm>
            <a:off x="1919536" y="899227"/>
            <a:ext cx="231137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rgbClr val="7030A0"/>
                </a:solidFill>
                <a:ea typeface="楷体_GB2312" pitchFamily="49" charset="-122"/>
              </a:rPr>
              <a:t>命题</a:t>
            </a:r>
            <a:r>
              <a:rPr lang="en-US" altLang="zh-CN" sz="3200" b="1" dirty="0" smtClean="0">
                <a:solidFill>
                  <a:srgbClr val="7030A0"/>
                </a:solidFill>
                <a:ea typeface="楷体_GB2312" pitchFamily="49" charset="-122"/>
              </a:rPr>
              <a:t>5.3.1. 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929063" y="827088"/>
          <a:ext cx="2222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6" imgW="53340000" imgH="18288000" progId="Equation.DSMT4">
                  <p:embed/>
                </p:oleObj>
              </mc:Choice>
              <mc:Fallback>
                <p:oleObj name="Equation" r:id="rId6" imgW="53340000" imgH="182880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29063" y="827088"/>
                        <a:ext cx="22225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94009" y="3068636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351588" y="827088"/>
          <a:ext cx="190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8" imgW="45720000" imgH="18288000" progId="Equation.DSMT4">
                  <p:embed/>
                </p:oleObj>
              </mc:Choice>
              <mc:Fallback>
                <p:oleObj name="Equation" r:id="rId8" imgW="45720000" imgH="182880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9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1588" y="827088"/>
                        <a:ext cx="19050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165350" y="2236788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10" imgW="5791200" imgH="6705600" progId="Equation.DSMT4">
                  <p:embed/>
                </p:oleObj>
              </mc:Choice>
              <mc:Fallback>
                <p:oleObj name="Equation" r:id="rId10" imgW="5791200" imgH="67056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1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65350" y="2236788"/>
                        <a:ext cx="2413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851150" y="1690688"/>
          <a:ext cx="32797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2" imgW="62788800" imgH="10363200" progId="Equation.DSMT4">
                  <p:embed/>
                </p:oleObj>
              </mc:Choice>
              <mc:Fallback>
                <p:oleObj name="Equation" r:id="rId12" imgW="62788800" imgH="103632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51150" y="1690688"/>
                        <a:ext cx="3279775" cy="541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521546" y="1725611"/>
            <a:ext cx="259878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为正偶数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851150" y="2459038"/>
          <a:ext cx="28384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4" imgW="54559200" imgH="10363200" progId="Equation.DSMT4">
                  <p:embed/>
                </p:oleObj>
              </mc:Choice>
              <mc:Fallback>
                <p:oleObj name="Equation" r:id="rId14" imgW="54559200" imgH="103632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51150" y="2459038"/>
                        <a:ext cx="28384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6521547" y="2411411"/>
            <a:ext cx="39258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为大于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的正奇数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3135313" y="3044825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6" imgW="32918400" imgH="16459200" progId="Equation.DSMT4">
                  <p:embed/>
                </p:oleObj>
              </mc:Choice>
              <mc:Fallback>
                <p:oleObj name="Equation" r:id="rId16" imgW="32918400" imgH="164592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35313" y="3044825"/>
                        <a:ext cx="1371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4449859" y="3068636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2982913" y="3659188"/>
          <a:ext cx="1562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18" imgW="37490400" imgH="18288000" progId="Equation.DSMT4">
                  <p:embed/>
                </p:oleObj>
              </mc:Choice>
              <mc:Fallback>
                <p:oleObj name="Equation" r:id="rId18" imgW="37490400" imgH="18288000" progId="Equation.DSMT4">
                  <p:embed/>
                  <p:pic>
                    <p:nvPicPr>
                      <p:cNvPr id="0" name="图片 27656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82913" y="3659188"/>
                        <a:ext cx="15621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4722813" y="3722688"/>
          <a:ext cx="2667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20" imgW="64008000" imgH="18288000" progId="Equation.DSMT4">
                  <p:embed/>
                </p:oleObj>
              </mc:Choice>
              <mc:Fallback>
                <p:oleObj name="Equation" r:id="rId20" imgW="64008000" imgH="18288000" progId="Equation.DSMT4">
                  <p:embed/>
                  <p:pic>
                    <p:nvPicPr>
                      <p:cNvPr id="0" name="图片 27657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722813" y="3722688"/>
                        <a:ext cx="26670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1770159" y="4519611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2322513" y="4567238"/>
          <a:ext cx="1676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22" imgW="40233600" imgH="10972800" progId="Equation.DSMT4">
                  <p:embed/>
                </p:oleObj>
              </mc:Choice>
              <mc:Fallback>
                <p:oleObj name="Equation" r:id="rId22" imgW="40233600" imgH="10972800" progId="Equation.DSMT4">
                  <p:embed/>
                  <p:pic>
                    <p:nvPicPr>
                      <p:cNvPr id="0" name="图片 27658"/>
                      <p:cNvPicPr>
                        <a:picLocks noChangeAspect="1"/>
                      </p:cNvPicPr>
                      <p:nvPr/>
                    </p:nvPicPr>
                    <p:blipFill>
                      <a:blip r:embed="rId2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22513" y="4567238"/>
                        <a:ext cx="1676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4151313" y="4637088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24" imgW="33223200" imgH="9753600" progId="Equation.DSMT4">
                  <p:embed/>
                </p:oleObj>
              </mc:Choice>
              <mc:Fallback>
                <p:oleObj name="Equation" r:id="rId24" imgW="33223200" imgH="9753600" progId="Equation.DSMT4">
                  <p:embed/>
                  <p:pic>
                    <p:nvPicPr>
                      <p:cNvPr id="0" name="图片 27659"/>
                      <p:cNvPicPr>
                        <a:picLocks noChangeAspect="1"/>
                      </p:cNvPicPr>
                      <p:nvPr/>
                    </p:nvPicPr>
                    <p:blipFill>
                      <a:blip r:embed="rId2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1313" y="4637088"/>
                        <a:ext cx="1384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503959" y="4530724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6126163" y="4541838"/>
          <a:ext cx="341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26" imgW="81991200" imgH="10972800" progId="Equation.DSMT4">
                  <p:embed/>
                </p:oleObj>
              </mc:Choice>
              <mc:Fallback>
                <p:oleObj name="Equation" r:id="rId26" imgW="81991200" imgH="10972800" progId="Equation.DSMT4">
                  <p:embed/>
                  <p:pic>
                    <p:nvPicPr>
                      <p:cNvPr id="0" name="图片 27660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126163" y="4541838"/>
                        <a:ext cx="3416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1954213" y="5164138"/>
          <a:ext cx="1485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Equation" r:id="rId28" imgW="35661600" imgH="7620000" progId="Equation.DSMT4">
                  <p:embed/>
                </p:oleObj>
              </mc:Choice>
              <mc:Fallback>
                <p:oleObj name="Equation" r:id="rId28" imgW="35661600" imgH="7620000" progId="Equation.DSMT4">
                  <p:embed/>
                  <p:pic>
                    <p:nvPicPr>
                      <p:cNvPr id="0" name="图片 2766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954213" y="5164138"/>
                        <a:ext cx="1485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2377694" y="5506242"/>
          <a:ext cx="3530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Equation" r:id="rId30" imgW="84734400" imgH="11277600" progId="Equation.DSMT4">
                  <p:embed/>
                </p:oleObj>
              </mc:Choice>
              <mc:Fallback>
                <p:oleObj name="Equation" r:id="rId30" imgW="84734400" imgH="11277600" progId="Equation.DSMT4">
                  <p:embed/>
                  <p:pic>
                    <p:nvPicPr>
                      <p:cNvPr id="0" name="图片 2766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377694" y="5506242"/>
                        <a:ext cx="35306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5685786" y="5396221"/>
          <a:ext cx="47158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Equation" r:id="rId32" imgW="9144000" imgH="17068800" progId="Equation.DSMT4">
                  <p:embed/>
                </p:oleObj>
              </mc:Choice>
              <mc:Fallback>
                <p:oleObj name="Equation" r:id="rId32" imgW="9144000" imgH="17068800" progId="Equation.DSMT4">
                  <p:embed/>
                  <p:pic>
                    <p:nvPicPr>
                      <p:cNvPr id="0" name="图片 27663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685786" y="5396221"/>
                        <a:ext cx="471583" cy="711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6110488" y="5407381"/>
          <a:ext cx="3759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34" imgW="90220800" imgH="18288000" progId="Equation.DSMT4">
                  <p:embed/>
                </p:oleObj>
              </mc:Choice>
              <mc:Fallback>
                <p:oleObj name="Equation" r:id="rId34" imgW="90220800" imgH="18288000" progId="Equation.DSMT4">
                  <p:embed/>
                  <p:pic>
                    <p:nvPicPr>
                      <p:cNvPr id="0" name="图片 27664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110488" y="5407381"/>
                        <a:ext cx="37592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9"/>
          <p:cNvGrpSpPr/>
          <p:nvPr/>
        </p:nvGrpSpPr>
        <p:grpSpPr bwMode="auto">
          <a:xfrm>
            <a:off x="5115446" y="6040002"/>
            <a:ext cx="88900" cy="225425"/>
            <a:chOff x="1488" y="3744"/>
            <a:chExt cx="48" cy="144"/>
          </a:xfrm>
        </p:grpSpPr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1488" y="374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1536" y="374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aphicFrame>
        <p:nvGraphicFramePr>
          <p:cNvPr id="33" name="Object 32"/>
          <p:cNvGraphicFramePr>
            <a:graphicFrameLocks noChangeAspect="1"/>
          </p:cNvGraphicFramePr>
          <p:nvPr/>
        </p:nvGraphicFramePr>
        <p:xfrm>
          <a:off x="5054918" y="6308090"/>
          <a:ext cx="1936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Equation" r:id="rId36" imgW="5181600" imgH="9448800" progId="Equation.DSMT4">
                  <p:embed/>
                </p:oleObj>
              </mc:Choice>
              <mc:Fallback>
                <p:oleObj name="Equation" r:id="rId36" imgW="5181600" imgH="9448800" progId="Equation.DSMT4">
                  <p:embed/>
                  <p:pic>
                    <p:nvPicPr>
                      <p:cNvPr id="0" name="图片 27665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054918" y="6308090"/>
                        <a:ext cx="193675" cy="355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AutoShape 40"/>
          <p:cNvSpPr/>
          <p:nvPr/>
        </p:nvSpPr>
        <p:spPr bwMode="auto">
          <a:xfrm>
            <a:off x="2482947" y="1787524"/>
            <a:ext cx="228600" cy="1143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>
            <a:off x="3188426" y="5996778"/>
            <a:ext cx="27432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8"/>
          <a:srcRect l="18519" r="20741" b="4500"/>
          <a:stretch>
            <a:fillRect/>
          </a:stretch>
        </p:blipFill>
        <p:spPr>
          <a:xfrm>
            <a:off x="4231005" y="1720215"/>
            <a:ext cx="260350" cy="363855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8"/>
          <a:srcRect l="18519" r="20741" b="4500"/>
          <a:stretch>
            <a:fillRect/>
          </a:stretch>
        </p:blipFill>
        <p:spPr>
          <a:xfrm>
            <a:off x="4246880" y="251396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3" grpId="0" autoUpdateAnimBg="0"/>
      <p:bldP spid="15" grpId="0" autoUpdateAnimBg="0"/>
      <p:bldP spid="17" grpId="0" autoUpdateAnimBg="0"/>
      <p:bldP spid="20" grpId="0" autoUpdateAnimBg="0"/>
      <p:bldP spid="23" grpId="0" autoUpdateAnimBg="0"/>
      <p:bldP spid="34" grpId="0" bldLvl="0" animBg="1"/>
      <p:bldP spid="35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436393" y="3825528"/>
            <a:ext cx="762000" cy="53340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360193" y="2834928"/>
            <a:ext cx="990600" cy="533400"/>
          </a:xfrm>
          <a:prstGeom prst="rect">
            <a:avLst/>
          </a:prstGeom>
          <a:noFill/>
          <a:ln w="1270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922588" y="44450"/>
          <a:ext cx="38449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92354400" imgH="18288000" progId="Equation.DSMT4">
                  <p:embed/>
                </p:oleObj>
              </mc:Choice>
              <mc:Fallback>
                <p:oleObj name="Equation" r:id="rId1" imgW="92354400" imgH="182880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2588" y="44450"/>
                        <a:ext cx="3844925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922588" y="796925"/>
          <a:ext cx="44529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106984800" imgH="18288000" progId="Equation.DSMT4">
                  <p:embed/>
                </p:oleObj>
              </mc:Choice>
              <mc:Fallback>
                <p:oleObj name="Equation" r:id="rId3" imgW="106984800" imgH="182880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2588" y="796925"/>
                        <a:ext cx="4452937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22588" y="16288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41757600" imgH="10363200" progId="Equation.DSMT4">
                  <p:embed/>
                </p:oleObj>
              </mc:Choice>
              <mc:Fallback>
                <p:oleObj name="Equation" r:id="rId5" imgW="41757600" imgH="103632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2588" y="1628800"/>
                        <a:ext cx="1739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663281" y="1628800"/>
          <a:ext cx="143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34442400" imgH="10363200" progId="Equation.DSMT4">
                  <p:embed/>
                </p:oleObj>
              </mc:Choice>
              <mc:Fallback>
                <p:oleObj name="Equation" r:id="rId7" imgW="34442400" imgH="103632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63281" y="1628800"/>
                        <a:ext cx="1435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02593" y="2186593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由此得递推公式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432300" y="2212340"/>
          <a:ext cx="1748118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38709600" imgH="10363200" progId="Equation.DSMT4">
                  <p:embed/>
                </p:oleObj>
              </mc:Choice>
              <mc:Fallback>
                <p:oleObj name="Equation" r:id="rId9" imgW="38709600" imgH="103632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32300" y="2212340"/>
                        <a:ext cx="1748118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702593" y="2834928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440113" y="2917825"/>
          <a:ext cx="83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20116800" imgH="10363200" progId="Equation.DSMT4">
                  <p:embed/>
                </p:oleObj>
              </mc:Choice>
              <mc:Fallback>
                <p:oleObj name="Equation" r:id="rId11" imgW="20116800" imgH="103632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40113" y="2917825"/>
                        <a:ext cx="838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408488" y="2849563"/>
          <a:ext cx="7143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13716000" imgH="10363200" progId="Equation.DSMT4">
                  <p:embed/>
                </p:oleObj>
              </mc:Choice>
              <mc:Fallback>
                <p:oleObj name="Equation" r:id="rId13" imgW="13716000" imgH="103632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08488" y="2849563"/>
                        <a:ext cx="714375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282950" y="3832225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24688800" imgH="10363200" progId="Equation.DSMT4">
                  <p:embed/>
                </p:oleObj>
              </mc:Choice>
              <mc:Fallback>
                <p:oleObj name="Equation" r:id="rId15" imgW="24688800" imgH="103632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2950" y="3832225"/>
                        <a:ext cx="1028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476750" y="3763963"/>
          <a:ext cx="730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14020800" imgH="10363200" progId="Equation.DSMT4">
                  <p:embed/>
                </p:oleObj>
              </mc:Choice>
              <mc:Fallback>
                <p:oleObj name="Equation" r:id="rId17" imgW="14020800" imgH="10363200" progId="Equation.DSMT4">
                  <p:embed/>
                  <p:pic>
                    <p:nvPicPr>
                      <p:cNvPr id="0" name="图片 286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76750" y="3763963"/>
                        <a:ext cx="73025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778793" y="4587528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而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779838" y="4670425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Equation" r:id="rId19" imgW="14630400" imgH="10363200" progId="Equation.DSMT4">
                  <p:embed/>
                </p:oleObj>
              </mc:Choice>
              <mc:Fallback>
                <p:oleObj name="Equation" r:id="rId19" imgW="14630400" imgH="10363200" progId="Equation.DSMT4">
                  <p:embed/>
                  <p:pic>
                    <p:nvPicPr>
                      <p:cNvPr id="0" name="图片 2868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79838" y="4670425"/>
                        <a:ext cx="609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559300" y="4486275"/>
          <a:ext cx="736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21" imgW="17678400" imgH="18288000" progId="Equation.DSMT4">
                  <p:embed/>
                </p:oleObj>
              </mc:Choice>
              <mc:Fallback>
                <p:oleObj name="Equation" r:id="rId21" imgW="17678400" imgH="18288000" progId="Equation.DSMT4">
                  <p:embed/>
                  <p:pic>
                    <p:nvPicPr>
                      <p:cNvPr id="0" name="图片 286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59300" y="4486275"/>
                        <a:ext cx="7366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353050" y="4492625"/>
          <a:ext cx="749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23" imgW="17983200" imgH="18288000" progId="Equation.DSMT4">
                  <p:embed/>
                </p:oleObj>
              </mc:Choice>
              <mc:Fallback>
                <p:oleObj name="Equation" r:id="rId23" imgW="17983200" imgH="18288000" progId="Equation.DSMT4">
                  <p:embed/>
                  <p:pic>
                    <p:nvPicPr>
                      <p:cNvPr id="0" name="图片 286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353050" y="4492625"/>
                        <a:ext cx="7493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7951788" y="1685925"/>
          <a:ext cx="2209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25" imgW="53035200" imgH="18288000" progId="Equation.DSMT4">
                  <p:embed/>
                </p:oleObj>
              </mc:Choice>
              <mc:Fallback>
                <p:oleObj name="Equation" r:id="rId25" imgW="53035200" imgH="18288000" progId="Equation.DSMT4">
                  <p:embed/>
                  <p:pic>
                    <p:nvPicPr>
                      <p:cNvPr id="0" name="图片 28684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951788" y="1685925"/>
                        <a:ext cx="2209800" cy="7620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6718300" y="4556125"/>
          <a:ext cx="20193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Equation" r:id="rId27" imgW="48463200" imgH="18288000" progId="Equation.DSMT4">
                  <p:embed/>
                </p:oleObj>
              </mc:Choice>
              <mc:Fallback>
                <p:oleObj name="Equation" r:id="rId27" imgW="48463200" imgH="18288000" progId="Equation.DSMT4">
                  <p:embed/>
                  <p:pic>
                    <p:nvPicPr>
                      <p:cNvPr id="0" name="图片 2868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718300" y="4556125"/>
                        <a:ext cx="20193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8890000" y="4695825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29" imgW="10363200" imgH="9448800" progId="Equation.DSMT4">
                  <p:embed/>
                </p:oleObj>
              </mc:Choice>
              <mc:Fallback>
                <p:oleObj name="Equation" r:id="rId29" imgW="10363200" imgH="9448800" progId="Equation.DSMT4">
                  <p:embed/>
                  <p:pic>
                    <p:nvPicPr>
                      <p:cNvPr id="0" name="图片 2868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890000" y="4695825"/>
                        <a:ext cx="43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1778793" y="5287616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故所证结论成立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7824192" y="2852936"/>
          <a:ext cx="405675" cy="59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31" imgW="3657600" imgH="5486400" progId="Equation.DSMT4">
                  <p:embed/>
                </p:oleObj>
              </mc:Choice>
              <mc:Fallback>
                <p:oleObj name="Equation" r:id="rId31" imgW="3657600" imgH="5486400" progId="Equation.DSMT4">
                  <p:embed/>
                  <p:pic>
                    <p:nvPicPr>
                      <p:cNvPr id="0" name="图片 2868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24192" y="2852936"/>
                        <a:ext cx="405675" cy="5918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7887692" y="3767335"/>
          <a:ext cx="372268" cy="591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33" imgW="3352800" imgH="5486400" progId="Equation.DSMT4">
                  <p:embed/>
                </p:oleObj>
              </mc:Choice>
              <mc:Fallback>
                <p:oleObj name="Equation" r:id="rId33" imgW="3352800" imgH="5486400" progId="Equation.DSMT4">
                  <p:embed/>
                  <p:pic>
                    <p:nvPicPr>
                      <p:cNvPr id="0" name="图片 2868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887692" y="3767335"/>
                        <a:ext cx="372268" cy="59181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/>
        </p:nvGraphicFramePr>
        <p:xfrm>
          <a:off x="5273675" y="2895600"/>
          <a:ext cx="8731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5" imgW="21031200" imgH="10363200" progId="Equation.DSMT4">
                  <p:embed/>
                </p:oleObj>
              </mc:Choice>
              <mc:Fallback>
                <p:oleObj name="Equation" r:id="rId35" imgW="21031200" imgH="10363200" progId="Equation.DSMT4">
                  <p:embed/>
                  <p:pic>
                    <p:nvPicPr>
                      <p:cNvPr id="0" name="图片 2868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273675" y="2895600"/>
                        <a:ext cx="873125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33"/>
          <p:cNvGrpSpPr/>
          <p:nvPr/>
        </p:nvGrpSpPr>
        <p:grpSpPr bwMode="auto">
          <a:xfrm>
            <a:off x="5293518" y="2744441"/>
            <a:ext cx="1930400" cy="825500"/>
            <a:chOff x="4470" y="1767"/>
            <a:chExt cx="1216" cy="520"/>
          </a:xfrm>
          <a:solidFill>
            <a:srgbClr val="00B050"/>
          </a:solidFill>
        </p:grpSpPr>
        <p:sp>
          <p:nvSpPr>
            <p:cNvPr id="27" name="Rectangle 34"/>
            <p:cNvSpPr>
              <a:spLocks noChangeArrowheads="1"/>
            </p:cNvSpPr>
            <p:nvPr/>
          </p:nvSpPr>
          <p:spPr bwMode="auto">
            <a:xfrm>
              <a:off x="4470" y="1767"/>
              <a:ext cx="858" cy="520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8" name="Object 35"/>
            <p:cNvGraphicFramePr>
              <a:graphicFrameLocks noChangeAspect="1"/>
            </p:cNvGraphicFramePr>
            <p:nvPr/>
          </p:nvGraphicFramePr>
          <p:xfrm>
            <a:off x="4512" y="1798"/>
            <a:ext cx="530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1" name="Equation" r:id="rId37" imgW="791845" imgH="613410" progId="Equation.DSMT4">
                    <p:embed/>
                  </p:oleObj>
                </mc:Choice>
                <mc:Fallback>
                  <p:oleObj name="Equation" r:id="rId37" imgW="791845" imgH="613410" progId="Equation.DSMT4">
                    <p:embed/>
                    <p:pic>
                      <p:nvPicPr>
                        <p:cNvPr id="0" name="图片 286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512" y="1798"/>
                          <a:ext cx="530" cy="410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rgbClr val="FFFF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6"/>
            <p:cNvGraphicFramePr>
              <a:graphicFrameLocks noChangeAspect="1"/>
            </p:cNvGraphicFramePr>
            <p:nvPr/>
          </p:nvGraphicFramePr>
          <p:xfrm>
            <a:off x="5088" y="1872"/>
            <a:ext cx="59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2" name="Equation" r:id="rId39" imgW="1115060" imgH="523875" progId="Equation.3">
                    <p:embed/>
                  </p:oleObj>
                </mc:Choice>
                <mc:Fallback>
                  <p:oleObj name="Equation" r:id="rId39" imgW="1115060" imgH="523875" progId="Equation.3">
                    <p:embed/>
                    <p:pic>
                      <p:nvPicPr>
                        <p:cNvPr id="0" name="图片 286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5088" y="1872"/>
                          <a:ext cx="598" cy="279"/>
                        </a:xfrm>
                        <a:prstGeom prst="rect">
                          <a:avLst/>
                        </a:prstGeom>
                        <a:solidFill>
                          <a:srgbClr val="00B050"/>
                        </a:solidFill>
                        <a:ln w="9525" cap="flat" cmpd="sng">
                          <a:solidFill>
                            <a:srgbClr val="FFFF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37"/>
          <p:cNvGrpSpPr/>
          <p:nvPr/>
        </p:nvGrpSpPr>
        <p:grpSpPr bwMode="auto">
          <a:xfrm>
            <a:off x="6247923" y="2897158"/>
            <a:ext cx="762000" cy="457200"/>
            <a:chOff x="2880" y="2256"/>
            <a:chExt cx="480" cy="288"/>
          </a:xfrm>
          <a:solidFill>
            <a:srgbClr val="00B050"/>
          </a:solidFill>
        </p:grpSpPr>
        <p:sp>
          <p:nvSpPr>
            <p:cNvPr id="31" name="Rectangle 38"/>
            <p:cNvSpPr>
              <a:spLocks noChangeArrowheads="1"/>
            </p:cNvSpPr>
            <p:nvPr/>
          </p:nvSpPr>
          <p:spPr bwMode="auto">
            <a:xfrm>
              <a:off x="2880" y="2256"/>
              <a:ext cx="480" cy="288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32" name="Object 39"/>
            <p:cNvGraphicFramePr>
              <a:graphicFrameLocks noChangeAspect="1"/>
            </p:cNvGraphicFramePr>
            <p:nvPr/>
          </p:nvGraphicFramePr>
          <p:xfrm>
            <a:off x="2913" y="2373"/>
            <a:ext cx="207" cy="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3" name="Equation" r:id="rId41" imgW="401320" imgH="133985" progId="Equation.3">
                    <p:embed/>
                  </p:oleObj>
                </mc:Choice>
                <mc:Fallback>
                  <p:oleObj name="Equation" r:id="rId41" imgW="401320" imgH="133985" progId="Equation.3">
                    <p:embed/>
                    <p:pic>
                      <p:nvPicPr>
                        <p:cNvPr id="0" name="图片 286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2913" y="2373"/>
                          <a:ext cx="207" cy="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40"/>
          <p:cNvGraphicFramePr>
            <a:graphicFrameLocks noChangeAspect="1"/>
          </p:cNvGraphicFramePr>
          <p:nvPr/>
        </p:nvGraphicFramePr>
        <p:xfrm>
          <a:off x="6755765" y="2834640"/>
          <a:ext cx="9683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43" imgW="902970" imgH="613410" progId="Equation.3">
                  <p:embed/>
                </p:oleObj>
              </mc:Choice>
              <mc:Fallback>
                <p:oleObj name="Equation" r:id="rId43" imgW="902970" imgH="613410" progId="Equation.3">
                  <p:embed/>
                  <p:pic>
                    <p:nvPicPr>
                      <p:cNvPr id="0" name="图片 28693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755765" y="2834640"/>
                        <a:ext cx="968375" cy="64135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14CD68"/>
                          </a:gs>
                          <a:gs pos="100000">
                            <a:srgbClr val="0B6E38"/>
                          </a:gs>
                        </a:gsLst>
                        <a:lin ang="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1"/>
          <p:cNvGraphicFramePr>
            <a:graphicFrameLocks noChangeAspect="1"/>
          </p:cNvGraphicFramePr>
          <p:nvPr/>
        </p:nvGraphicFramePr>
        <p:xfrm>
          <a:off x="5314950" y="3846513"/>
          <a:ext cx="8366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45" imgW="20116800" imgH="10363200" progId="Equation.DSMT4">
                  <p:embed/>
                </p:oleObj>
              </mc:Choice>
              <mc:Fallback>
                <p:oleObj name="Equation" r:id="rId45" imgW="20116800" imgH="10363200" progId="Equation.DSMT4">
                  <p:embed/>
                  <p:pic>
                    <p:nvPicPr>
                      <p:cNvPr id="0" name="图片 28694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314950" y="3846513"/>
                        <a:ext cx="836613" cy="430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42"/>
          <p:cNvGrpSpPr/>
          <p:nvPr/>
        </p:nvGrpSpPr>
        <p:grpSpPr bwMode="auto">
          <a:xfrm>
            <a:off x="5360035" y="3634740"/>
            <a:ext cx="1982470" cy="800100"/>
            <a:chOff x="2208" y="2712"/>
            <a:chExt cx="1313" cy="504"/>
          </a:xfrm>
        </p:grpSpPr>
        <p:sp>
          <p:nvSpPr>
            <p:cNvPr id="36" name="Rectangle 43"/>
            <p:cNvSpPr>
              <a:spLocks noChangeArrowheads="1"/>
            </p:cNvSpPr>
            <p:nvPr/>
          </p:nvSpPr>
          <p:spPr bwMode="auto">
            <a:xfrm>
              <a:off x="2208" y="2712"/>
              <a:ext cx="1313" cy="504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37" name="Object 44"/>
            <p:cNvGraphicFramePr>
              <a:graphicFrameLocks noChangeAspect="1"/>
            </p:cNvGraphicFramePr>
            <p:nvPr/>
          </p:nvGraphicFramePr>
          <p:xfrm>
            <a:off x="2221" y="2760"/>
            <a:ext cx="52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6" name="Equation" r:id="rId47" imgW="791845" imgH="613410" progId="Equation.3">
                    <p:embed/>
                  </p:oleObj>
                </mc:Choice>
                <mc:Fallback>
                  <p:oleObj name="Equation" r:id="rId47" imgW="791845" imgH="613410" progId="Equation.3">
                    <p:embed/>
                    <p:pic>
                      <p:nvPicPr>
                        <p:cNvPr id="0" name="图片 286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2221" y="2760"/>
                          <a:ext cx="528" cy="4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45"/>
            <p:cNvGraphicFramePr>
              <a:graphicFrameLocks noChangeAspect="1"/>
            </p:cNvGraphicFramePr>
            <p:nvPr/>
          </p:nvGraphicFramePr>
          <p:xfrm>
            <a:off x="2777" y="2838"/>
            <a:ext cx="59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7" name="Equation" r:id="rId49" imgW="1104265" imgH="523875" progId="Equation.3">
                    <p:embed/>
                  </p:oleObj>
                </mc:Choice>
                <mc:Fallback>
                  <p:oleObj name="Equation" r:id="rId49" imgW="1104265" imgH="523875" progId="Equation.3">
                    <p:embed/>
                    <p:pic>
                      <p:nvPicPr>
                        <p:cNvPr id="0" name="图片 286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0"/>
                        <a:stretch>
                          <a:fillRect/>
                        </a:stretch>
                      </p:blipFill>
                      <p:spPr>
                        <a:xfrm>
                          <a:off x="2777" y="2838"/>
                          <a:ext cx="596" cy="2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Group 46"/>
          <p:cNvGrpSpPr/>
          <p:nvPr/>
        </p:nvGrpSpPr>
        <p:grpSpPr bwMode="auto">
          <a:xfrm>
            <a:off x="6426993" y="3749328"/>
            <a:ext cx="838200" cy="609600"/>
            <a:chOff x="2880" y="2784"/>
            <a:chExt cx="528" cy="384"/>
          </a:xfrm>
          <a:solidFill>
            <a:srgbClr val="0070C0"/>
          </a:solidFill>
        </p:grpSpPr>
        <p:sp>
          <p:nvSpPr>
            <p:cNvPr id="40" name="Rectangle 47"/>
            <p:cNvSpPr>
              <a:spLocks noChangeArrowheads="1"/>
            </p:cNvSpPr>
            <p:nvPr/>
          </p:nvSpPr>
          <p:spPr bwMode="auto">
            <a:xfrm>
              <a:off x="2880" y="2784"/>
              <a:ext cx="528" cy="384"/>
            </a:xfrm>
            <a:prstGeom prst="rect">
              <a:avLst/>
            </a:prstGeom>
            <a:grpFill/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41" name="Object 48"/>
            <p:cNvGraphicFramePr>
              <a:graphicFrameLocks noChangeAspect="1"/>
            </p:cNvGraphicFramePr>
            <p:nvPr/>
          </p:nvGraphicFramePr>
          <p:xfrm>
            <a:off x="2896" y="2935"/>
            <a:ext cx="224" cy="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8" name="Equation" r:id="rId51" imgW="401320" imgH="133985" progId="Equation.3">
                    <p:embed/>
                  </p:oleObj>
                </mc:Choice>
                <mc:Fallback>
                  <p:oleObj name="Equation" r:id="rId51" imgW="401320" imgH="133985" progId="Equation.3">
                    <p:embed/>
                    <p:pic>
                      <p:nvPicPr>
                        <p:cNvPr id="0" name="图片 286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2"/>
                        <a:stretch>
                          <a:fillRect/>
                        </a:stretch>
                      </p:blipFill>
                      <p:spPr>
                        <a:xfrm>
                          <a:off x="2896" y="2935"/>
                          <a:ext cx="224" cy="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Object 49"/>
          <p:cNvGraphicFramePr>
            <a:graphicFrameLocks noChangeAspect="1"/>
          </p:cNvGraphicFramePr>
          <p:nvPr/>
        </p:nvGraphicFramePr>
        <p:xfrm>
          <a:off x="6884193" y="3749328"/>
          <a:ext cx="965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9" name="Equation" r:id="rId53" imgW="902970" imgH="591185" progId="Equation.3">
                  <p:embed/>
                </p:oleObj>
              </mc:Choice>
              <mc:Fallback>
                <p:oleObj name="Equation" r:id="rId53" imgW="902970" imgH="591185" progId="Equation.3">
                  <p:embed/>
                  <p:pic>
                    <p:nvPicPr>
                      <p:cNvPr id="0" name="图片 28698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884193" y="3749328"/>
                        <a:ext cx="965200" cy="63341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007BD3"/>
                          </a:gs>
                          <a:gs pos="100000">
                            <a:srgbClr val="034373"/>
                          </a:gs>
                        </a:gsLst>
                        <a:lin ang="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 bwMode="auto">
          <a:xfrm>
            <a:off x="1814300" y="5806728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8" grpId="0" autoUpdateAnimBg="0"/>
      <p:bldP spid="10" grpId="0" autoUpdateAnimBg="0"/>
      <p:bldP spid="15" grpId="0" autoUpdateAnimBg="0"/>
      <p:bldP spid="22" grpId="0" autoUpdateAnimBg="0"/>
      <p:bldP spid="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35301" y="188640"/>
            <a:ext cx="16059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01902" y="2636912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3575720" y="188640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填空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118350" y="1484784"/>
          <a:ext cx="35496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85344000" imgH="19507200" progId="Equation.DSMT4">
                  <p:embed/>
                </p:oleObj>
              </mc:Choice>
              <mc:Fallback>
                <p:oleObj name="Equation" r:id="rId1" imgW="85344000" imgH="195072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18350" y="1484784"/>
                        <a:ext cx="3549650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638774" y="1556792"/>
          <a:ext cx="34988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84124800" imgH="19507200" progId="Equation.DSMT4">
                  <p:embed/>
                </p:oleObj>
              </mc:Choice>
              <mc:Fallback>
                <p:oleObj name="Equation" r:id="rId3" imgW="84124800" imgH="195072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8774" y="1556792"/>
                        <a:ext cx="3498850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104112" y="620688"/>
          <a:ext cx="34988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84124800" imgH="19507200" progId="Equation.DSMT4">
                  <p:embed/>
                </p:oleObj>
              </mc:Choice>
              <mc:Fallback>
                <p:oleObj name="Equation" r:id="rId5" imgW="84124800" imgH="195072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04112" y="620688"/>
                        <a:ext cx="3498850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38774" y="620688"/>
          <a:ext cx="52101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125272800" imgH="19507200" progId="Equation.DSMT4">
                  <p:embed/>
                </p:oleObj>
              </mc:Choice>
              <mc:Fallback>
                <p:oleObj name="Equation" r:id="rId7" imgW="125272800" imgH="195072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8774" y="620688"/>
                        <a:ext cx="5210175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83789" y="2452761"/>
          <a:ext cx="51974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124968000" imgH="21336000" progId="Equation.DSMT4">
                  <p:embed/>
                </p:oleObj>
              </mc:Choice>
              <mc:Fallback>
                <p:oleObj name="Equation" r:id="rId9" imgW="124968000" imgH="213360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3789" y="2452761"/>
                        <a:ext cx="5197475" cy="8874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83789" y="3389543"/>
          <a:ext cx="25209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60655200" imgH="21640800" progId="Equation.DSMT4">
                  <p:embed/>
                </p:oleObj>
              </mc:Choice>
              <mc:Fallback>
                <p:oleObj name="Equation" r:id="rId11" imgW="60655200" imgH="2164080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3789" y="3389543"/>
                        <a:ext cx="2520950" cy="900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83789" y="4339025"/>
          <a:ext cx="424656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102108000" imgH="21945600" progId="Equation.DSMT4">
                  <p:embed/>
                </p:oleObj>
              </mc:Choice>
              <mc:Fallback>
                <p:oleObj name="Equation" r:id="rId13" imgW="102108000" imgH="219456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83789" y="4339025"/>
                        <a:ext cx="4246562" cy="912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483789" y="5301208"/>
          <a:ext cx="382905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5" imgW="92049600" imgH="21945600" progId="Equation.DSMT4">
                  <p:embed/>
                </p:oleObj>
              </mc:Choice>
              <mc:Fallback>
                <p:oleObj name="Equation" r:id="rId15" imgW="92049600" imgH="21945600" progId="Equation.DSMT4">
                  <p:embed/>
                  <p:pic>
                    <p:nvPicPr>
                      <p:cNvPr id="0" name="图片 297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83789" y="5301208"/>
                        <a:ext cx="3829050" cy="912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023992" y="454432"/>
          <a:ext cx="279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7" imgW="6705600" imgH="19812000" progId="Equation.DSMT4">
                  <p:embed/>
                </p:oleObj>
              </mc:Choice>
              <mc:Fallback>
                <p:oleObj name="Equation" r:id="rId17" imgW="6705600" imgH="19812000" progId="Equation.DSMT4">
                  <p:embed/>
                  <p:pic>
                    <p:nvPicPr>
                      <p:cNvPr id="0" name="图片 297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23992" y="454432"/>
                        <a:ext cx="279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9696400" y="476385"/>
          <a:ext cx="26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19" imgW="6400800" imgH="20116800" progId="Equation.DSMT4">
                  <p:embed/>
                </p:oleObj>
              </mc:Choice>
              <mc:Fallback>
                <p:oleObj name="Equation" r:id="rId19" imgW="6400800" imgH="20116800" progId="Equation.DSMT4">
                  <p:embed/>
                  <p:pic>
                    <p:nvPicPr>
                      <p:cNvPr id="0" name="图片 297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696400" y="476385"/>
                        <a:ext cx="26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259487" y="1484784"/>
          <a:ext cx="44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1" imgW="10668000" imgH="20116800" progId="Equation.DSMT4">
                  <p:embed/>
                </p:oleObj>
              </mc:Choice>
              <mc:Fallback>
                <p:oleObj name="Equation" r:id="rId21" imgW="10668000" imgH="20116800" progId="Equation.DSMT4">
                  <p:embed/>
                  <p:pic>
                    <p:nvPicPr>
                      <p:cNvPr id="0" name="图片 297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59487" y="1484784"/>
                        <a:ext cx="444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9696400" y="1412776"/>
          <a:ext cx="40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23" imgW="9753600" imgH="20116800" progId="Equation.DSMT4">
                  <p:embed/>
                </p:oleObj>
              </mc:Choice>
              <mc:Fallback>
                <p:oleObj name="Equation" r:id="rId23" imgW="9753600" imgH="20116800" progId="Equation.DSMT4">
                  <p:embed/>
                  <p:pic>
                    <p:nvPicPr>
                      <p:cNvPr id="0" name="图片 297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696400" y="1412776"/>
                        <a:ext cx="406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906444" y="308908"/>
            <a:ext cx="571992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分部积分法综合题杂例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261483" y="1052736"/>
            <a:ext cx="16059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3359696" y="1052736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976688" y="898525"/>
          <a:ext cx="246856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59436000" imgH="20116800" progId="Equation.DSMT4">
                  <p:embed/>
                </p:oleObj>
              </mc:Choice>
              <mc:Fallback>
                <p:oleObj name="Equation" r:id="rId1" imgW="59436000" imgH="20116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76688" y="898525"/>
                        <a:ext cx="2468562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615113" y="989013"/>
          <a:ext cx="18240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43586400" imgH="16459200" progId="Equation.DSMT4">
                  <p:embed/>
                </p:oleObj>
              </mc:Choice>
              <mc:Fallback>
                <p:oleObj name="Equation" r:id="rId3" imgW="43586400" imgH="164592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5113" y="989013"/>
                        <a:ext cx="1824037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192968" y="198884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59366" y="1903750"/>
          <a:ext cx="140970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33832800" imgH="16459200" progId="Equation.DSMT4">
                  <p:embed/>
                </p:oleObj>
              </mc:Choice>
              <mc:Fallback>
                <p:oleObj name="Equation" r:id="rId5" imgW="33832800" imgH="164592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9366" y="1903750"/>
                        <a:ext cx="1409700" cy="690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737254" y="1821041"/>
          <a:ext cx="2717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65227200" imgH="22555200" progId="Equation.DSMT4">
                  <p:embed/>
                </p:oleObj>
              </mc:Choice>
              <mc:Fallback>
                <p:oleObj name="Equation" r:id="rId7" imgW="65227200" imgH="225552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37254" y="1821041"/>
                        <a:ext cx="27178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151784" y="2852936"/>
          <a:ext cx="2463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59131200" imgH="24384000" progId="Equation.DSMT4">
                  <p:embed/>
                </p:oleObj>
              </mc:Choice>
              <mc:Fallback>
                <p:oleObj name="Equation" r:id="rId9" imgW="59131200" imgH="24384000" progId="Equation.DSMT4">
                  <p:embed/>
                  <p:pic>
                    <p:nvPicPr>
                      <p:cNvPr id="0" name="图片 307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1784" y="2852936"/>
                        <a:ext cx="24638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744072" y="2996952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50901600" imgH="20116800" progId="Equation.DSMT4">
                  <p:embed/>
                </p:oleObj>
              </mc:Choice>
              <mc:Fallback>
                <p:oleObj name="Equation" r:id="rId11" imgW="50901600" imgH="20116800" progId="Equation.DSMT4">
                  <p:embed/>
                  <p:pic>
                    <p:nvPicPr>
                      <p:cNvPr id="0" name="图片 307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44072" y="2996952"/>
                        <a:ext cx="212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528048" y="4005064"/>
          <a:ext cx="166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39928800" imgH="20116800" progId="Equation.DSMT4">
                  <p:embed/>
                </p:oleObj>
              </mc:Choice>
              <mc:Fallback>
                <p:oleObj name="Equation" r:id="rId13" imgW="39928800" imgH="20116800" progId="Equation.DSMT4">
                  <p:embed/>
                  <p:pic>
                    <p:nvPicPr>
                      <p:cNvPr id="0" name="图片 307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28048" y="4005064"/>
                        <a:ext cx="1663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151784" y="4941168"/>
          <a:ext cx="2997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5" imgW="71932800" imgH="21640800" progId="Equation.DSMT4">
                  <p:embed/>
                </p:oleObj>
              </mc:Choice>
              <mc:Fallback>
                <p:oleObj name="Equation" r:id="rId15" imgW="71932800" imgH="21640800" progId="Equation.DSMT4">
                  <p:embed/>
                  <p:pic>
                    <p:nvPicPr>
                      <p:cNvPr id="0" name="图片 307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51784" y="4941168"/>
                        <a:ext cx="2997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151784" y="4005064"/>
          <a:ext cx="220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17" imgW="53035200" imgH="20116800" progId="Equation.DSMT4">
                  <p:embed/>
                </p:oleObj>
              </mc:Choice>
              <mc:Fallback>
                <p:oleObj name="Equation" r:id="rId17" imgW="53035200" imgH="20116800" progId="Equation.DSMT4">
                  <p:embed/>
                  <p:pic>
                    <p:nvPicPr>
                      <p:cNvPr id="0" name="图片 307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51784" y="4005064"/>
                        <a:ext cx="2209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176120" y="5085184"/>
          <a:ext cx="1816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19" imgW="43586400" imgH="16459200" progId="Equation.DSMT4">
                  <p:embed/>
                </p:oleObj>
              </mc:Choice>
              <mc:Fallback>
                <p:oleObj name="Equation" r:id="rId19" imgW="43586400" imgH="16459200" progId="Equation.DSMT4">
                  <p:embed/>
                  <p:pic>
                    <p:nvPicPr>
                      <p:cNvPr id="0" name="图片 307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76120" y="5085184"/>
                        <a:ext cx="1816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525360" y="366713"/>
            <a:ext cx="1676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 smtClean="0"/>
              <a:t>设</a:t>
            </a:r>
            <a:endParaRPr lang="zh-CN" altLang="en-US" sz="2800" b="1" dirty="0"/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029416" y="411293"/>
          <a:ext cx="2869920" cy="44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68884800" imgH="10668000" progId="Equation.DSMT4">
                  <p:embed/>
                </p:oleObj>
              </mc:Choice>
              <mc:Fallback>
                <p:oleObj name="Equation" r:id="rId1" imgW="68884800" imgH="106680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3029416" y="411293"/>
                        <a:ext cx="2869920" cy="4442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947960" y="409576"/>
          <a:ext cx="3022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72542400" imgH="10058400" progId="Equation.DSMT4">
                  <p:embed/>
                </p:oleObj>
              </mc:Choice>
              <mc:Fallback>
                <p:oleObj name="Equation" r:id="rId3" imgW="72542400" imgH="100584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5947960" y="409576"/>
                        <a:ext cx="30226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9034060" y="379413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34442400" imgH="9753600" progId="Equation.DSMT4">
                  <p:embed/>
                </p:oleObj>
              </mc:Choice>
              <mc:Fallback>
                <p:oleObj name="Equation" r:id="rId5" imgW="34442400" imgH="97536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9034060" y="379413"/>
                        <a:ext cx="1435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06160" y="1046163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201460" y="989013"/>
          <a:ext cx="207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49682400" imgH="17678400" progId="Equation.DSMT4">
                  <p:embed/>
                </p:oleObj>
              </mc:Choice>
              <mc:Fallback>
                <p:oleObj name="Equation" r:id="rId7" imgW="49682400" imgH="176784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2201460" y="989013"/>
                        <a:ext cx="2070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93510" y="1871663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039660" y="1763713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53035200" imgH="17678400" progId="Equation.DSMT4">
                  <p:embed/>
                </p:oleObj>
              </mc:Choice>
              <mc:Fallback>
                <p:oleObj name="Equation" r:id="rId9" imgW="53035200" imgH="17678400" progId="Equation.DSMT4">
                  <p:embed/>
                  <p:pic>
                    <p:nvPicPr>
                      <p:cNvPr id="0" name="图片 3174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3039660" y="1763713"/>
                        <a:ext cx="2209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344710" y="1681163"/>
          <a:ext cx="201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1" imgW="48463200" imgH="19812000" progId="Equation.DSMT4">
                  <p:embed/>
                </p:oleObj>
              </mc:Choice>
              <mc:Fallback>
                <p:oleObj name="Equation" r:id="rId11" imgW="48463200" imgH="19812000" progId="Equation.DSMT4">
                  <p:embed/>
                  <p:pic>
                    <p:nvPicPr>
                      <p:cNvPr id="0" name="图片 3174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5344710" y="1681163"/>
                        <a:ext cx="2019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376210" y="2695576"/>
          <a:ext cx="2197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13" imgW="52730400" imgH="26212800" progId="Equation.DSMT4">
                  <p:embed/>
                </p:oleObj>
              </mc:Choice>
              <mc:Fallback>
                <p:oleObj name="Equation" r:id="rId13" imgW="52730400" imgH="26212800" progId="Equation.DSMT4">
                  <p:embed/>
                  <p:pic>
                    <p:nvPicPr>
                      <p:cNvPr id="0" name="图片 3175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3376210" y="2695576"/>
                        <a:ext cx="21971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630460" y="2906713"/>
          <a:ext cx="209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15" imgW="50292000" imgH="17678400" progId="Equation.DSMT4">
                  <p:embed/>
                </p:oleObj>
              </mc:Choice>
              <mc:Fallback>
                <p:oleObj name="Equation" r:id="rId15" imgW="50292000" imgH="17678400" progId="Equation.DSMT4">
                  <p:embed/>
                  <p:pic>
                    <p:nvPicPr>
                      <p:cNvPr id="0" name="图片 31751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5630460" y="2906713"/>
                        <a:ext cx="2095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361922" y="4848647"/>
          <a:ext cx="81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17" imgW="19507200" imgH="19812000" progId="Equation.DSMT4">
                  <p:embed/>
                </p:oleObj>
              </mc:Choice>
              <mc:Fallback>
                <p:oleObj name="Equation" r:id="rId17" imgW="19507200" imgH="19812000" progId="Equation.DSMT4">
                  <p:embed/>
                  <p:pic>
                    <p:nvPicPr>
                      <p:cNvPr id="0" name="图片 31752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3361922" y="4848647"/>
                        <a:ext cx="812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200122" y="4685135"/>
          <a:ext cx="14859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Equation" r:id="rId19" imgW="35661600" imgH="26212800" progId="Equation.DSMT4">
                  <p:embed/>
                </p:oleObj>
              </mc:Choice>
              <mc:Fallback>
                <p:oleObj name="Equation" r:id="rId19" imgW="35661600" imgH="26212800" progId="Equation.DSMT4">
                  <p:embed/>
                  <p:pic>
                    <p:nvPicPr>
                      <p:cNvPr id="0" name="图片 31753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4200122" y="4685135"/>
                        <a:ext cx="14859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653395" y="5136679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5" name="Equation" r:id="rId21" imgW="12192000" imgH="9448800" progId="Equation.DSMT4">
                  <p:embed/>
                </p:oleObj>
              </mc:Choice>
              <mc:Fallback>
                <p:oleObj name="Equation" r:id="rId21" imgW="12192000" imgH="9448800" progId="Equation.DSMT4">
                  <p:embed/>
                  <p:pic>
                    <p:nvPicPr>
                      <p:cNvPr id="0" name="图片 31754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5653395" y="5136679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8259360" y="1857376"/>
            <a:ext cx="1752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分部积分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3611160" y="2354263"/>
            <a:ext cx="1447800" cy="0"/>
          </a:xfrm>
          <a:prstGeom prst="line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757655" y="376893"/>
            <a:ext cx="16059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18.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439710" y="3830638"/>
          <a:ext cx="2044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23" imgW="49072800" imgH="19812000" progId="Equation.DSMT4">
                  <p:embed/>
                </p:oleObj>
              </mc:Choice>
              <mc:Fallback>
                <p:oleObj name="Equation" r:id="rId23" imgW="49072800" imgH="19812000" progId="Equation.DSMT4">
                  <p:embed/>
                  <p:pic>
                    <p:nvPicPr>
                      <p:cNvPr id="0" name="图片 31755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3439710" y="3830638"/>
                        <a:ext cx="2044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682848" y="3700463"/>
          <a:ext cx="1828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Equation" r:id="rId25" imgW="43891200" imgH="24384000" progId="Equation.DSMT4">
                  <p:embed/>
                </p:oleObj>
              </mc:Choice>
              <mc:Fallback>
                <p:oleObj name="Equation" r:id="rId25" imgW="43891200" imgH="24384000" progId="Equation.DSMT4">
                  <p:embed/>
                  <p:pic>
                    <p:nvPicPr>
                      <p:cNvPr id="0" name="图片 3175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5682848" y="3700463"/>
                        <a:ext cx="18288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6" grpId="0" autoUpdateAnimBg="0"/>
      <p:bldP spid="17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练习5.3.2(2)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197683" y="2156830"/>
            <a:ext cx="3872731" cy="3072371"/>
            <a:chOff x="5420391" y="3251052"/>
            <a:chExt cx="2000378" cy="1517922"/>
          </a:xfrm>
        </p:grpSpPr>
        <p:sp>
          <p:nvSpPr>
            <p:cNvPr id="4" name="Text Box 2"/>
            <p:cNvSpPr txBox="1">
              <a:spLocks noChangeArrowheads="1"/>
            </p:cNvSpPr>
            <p:nvPr/>
          </p:nvSpPr>
          <p:spPr bwMode="auto">
            <a:xfrm>
              <a:off x="6148236" y="3618127"/>
              <a:ext cx="480290" cy="313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y=f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Line 3"/>
            <p:cNvSpPr>
              <a:spLocks noChangeShapeType="1"/>
            </p:cNvSpPr>
            <p:nvPr/>
          </p:nvSpPr>
          <p:spPr bwMode="auto">
            <a:xfrm flipV="1">
              <a:off x="5609388" y="4329237"/>
              <a:ext cx="14462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V="1">
              <a:off x="5898313" y="3391024"/>
              <a:ext cx="0" cy="13779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898313" y="3640261"/>
              <a:ext cx="990600" cy="635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6880975" y="3630737"/>
              <a:ext cx="1588" cy="695325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5896725" y="3645024"/>
              <a:ext cx="985838" cy="509588"/>
            </a:xfrm>
            <a:custGeom>
              <a:avLst/>
              <a:gdLst>
                <a:gd name="T0" fmla="*/ 0 w 1552"/>
                <a:gd name="T1" fmla="*/ 804 h 804"/>
                <a:gd name="T2" fmla="*/ 368 w 1552"/>
                <a:gd name="T3" fmla="*/ 309 h 804"/>
                <a:gd name="T4" fmla="*/ 1552 w 1552"/>
                <a:gd name="T5" fmla="*/ 0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2" h="804">
                  <a:moveTo>
                    <a:pt x="0" y="804"/>
                  </a:moveTo>
                  <a:cubicBezTo>
                    <a:pt x="54" y="623"/>
                    <a:pt x="109" y="443"/>
                    <a:pt x="368" y="309"/>
                  </a:cubicBezTo>
                  <a:cubicBezTo>
                    <a:pt x="627" y="175"/>
                    <a:pt x="1089" y="87"/>
                    <a:pt x="1552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V="1">
              <a:off x="5896725" y="3640262"/>
              <a:ext cx="990600" cy="523875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6732588" y="4437063"/>
              <a:ext cx="649287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a,0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5752122" y="4106987"/>
              <a:ext cx="2095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5919355" y="4329237"/>
              <a:ext cx="288925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endParaRPr lang="zh-CN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5420391" y="3530724"/>
              <a:ext cx="728556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(0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f</a:t>
              </a:r>
              <a:r>
                <a: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))</a:t>
              </a:r>
              <a:endPara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736557" y="3452664"/>
              <a:ext cx="684212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algn="just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800" i="1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))</a:t>
              </a:r>
              <a:endPara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7046840" y="4186415"/>
              <a:ext cx="288925" cy="312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5919355" y="3251052"/>
              <a:ext cx="288925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lang="zh-CN" altLang="zh-CN" sz="2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 bwMode="auto">
          <a:xfrm>
            <a:off x="2135560" y="980728"/>
            <a:ext cx="78003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曲线段的方程为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，函数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1703512" y="1503948"/>
            <a:ext cx="4450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上有连续的导数，则定积分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216286" y="1419483"/>
          <a:ext cx="16637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39928800" imgH="16459200" progId="Equation.DSMT4">
                  <p:embed/>
                </p:oleObj>
              </mc:Choice>
              <mc:Fallback>
                <p:oleObj name="Equation" r:id="rId1" imgW="39928800" imgH="164592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16286" y="1419483"/>
                        <a:ext cx="16637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7974013" y="1556792"/>
            <a:ext cx="2316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等于（    ）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1847528" y="2132856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面积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1847528" y="2656076"/>
            <a:ext cx="36893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）曲边梯形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ABOD 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1847528" y="3179296"/>
            <a:ext cx="287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）梯形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ABOD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47528" y="3719513"/>
            <a:ext cx="38760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曲边三角形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ACD 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1847528" y="4242733"/>
            <a:ext cx="30759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）三角形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ACD.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7122940" y="2957466"/>
            <a:ext cx="0" cy="138167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7128826" y="4332718"/>
            <a:ext cx="1877064" cy="642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 bwMode="auto">
          <a:xfrm>
            <a:off x="2135560" y="4941168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 bwMode="auto">
          <a:xfrm>
            <a:off x="3405807" y="4941168"/>
            <a:ext cx="7950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endParaRPr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286259" y="5515530"/>
          <a:ext cx="47879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114909600" imgH="16459200" progId="Equation.DSMT4">
                  <p:embed/>
                </p:oleObj>
              </mc:Choice>
              <mc:Fallback>
                <p:oleObj name="Equation" r:id="rId3" imgW="114909600" imgH="164592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86259" y="5515530"/>
                        <a:ext cx="47879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 bwMode="auto">
          <a:xfrm>
            <a:off x="2209966" y="5599995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提示：</a:t>
            </a:r>
            <a:endParaRPr lang="zh-CN" altLang="en-US" sz="28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f99592b8-b0d7-484b-9c62-91b21ba01efb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WPS 演示</Application>
  <PresentationFormat>宽屏</PresentationFormat>
  <Paragraphs>358</Paragraphs>
  <Slides>33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376</vt:i4>
      </vt:variant>
      <vt:variant>
        <vt:lpstr>幻灯片标题</vt:lpstr>
      </vt:variant>
      <vt:variant>
        <vt:i4>33</vt:i4>
      </vt:variant>
    </vt:vector>
  </HeadingPairs>
  <TitlesOfParts>
    <vt:vector size="429" baseType="lpstr">
      <vt:lpstr>Arial</vt:lpstr>
      <vt:lpstr>宋体</vt:lpstr>
      <vt:lpstr>Wingdings</vt:lpstr>
      <vt:lpstr>Wingdings</vt:lpstr>
      <vt:lpstr>华文隶书</vt:lpstr>
      <vt:lpstr>微软雅黑</vt:lpstr>
      <vt:lpstr>黑体</vt:lpstr>
      <vt:lpstr>Times New Roman</vt:lpstr>
      <vt:lpstr>楷体_GB2312</vt:lpstr>
      <vt:lpstr>新宋体</vt:lpstr>
      <vt:lpstr>Symbol</vt:lpstr>
      <vt:lpstr>幼圆</vt:lpstr>
      <vt:lpstr>隶书</vt:lpstr>
      <vt:lpstr>楷体</vt:lpstr>
      <vt:lpstr>Calibri</vt:lpstr>
      <vt:lpstr>Arial Unicode MS</vt:lpstr>
      <vt:lpstr>Symbol</vt:lpstr>
      <vt:lpstr>Cambria Math</vt:lpstr>
      <vt:lpstr>Office 主题​​</vt:lpstr>
      <vt:lpstr>1_Office 主题​​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182</cp:revision>
  <dcterms:created xsi:type="dcterms:W3CDTF">2019-06-19T02:08:00Z</dcterms:created>
  <dcterms:modified xsi:type="dcterms:W3CDTF">2022-12-11T03:40:18Z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1DC77482491549D08A3C9C799A76691F</vt:lpwstr>
  </property>
</Properties>
</file>