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wmf" ContentType="image/x-wmf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sldIdLst>
    <p:sldId id="402" r:id="rId4"/>
    <p:sldId id="343" r:id="rId5"/>
    <p:sldId id="344" r:id="rId6"/>
    <p:sldId id="345" r:id="rId7"/>
    <p:sldId id="346" r:id="rId8"/>
    <p:sldId id="299" r:id="rId9"/>
    <p:sldId id="300" r:id="rId10"/>
    <p:sldId id="301" r:id="rId11"/>
    <p:sldId id="347" r:id="rId12"/>
    <p:sldId id="348" r:id="rId13"/>
    <p:sldId id="258" r:id="rId14"/>
    <p:sldId id="259" r:id="rId15"/>
    <p:sldId id="260" r:id="rId16"/>
    <p:sldId id="261" r:id="rId17"/>
    <p:sldId id="262" r:id="rId18"/>
    <p:sldId id="263" r:id="rId19"/>
    <p:sldId id="264" r:id="rId20"/>
    <p:sldId id="349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  <p:sldId id="274" r:id="rId31"/>
    <p:sldId id="275" r:id="rId32"/>
    <p:sldId id="276" r:id="rId33"/>
    <p:sldId id="277" r:id="rId34"/>
    <p:sldId id="278" r:id="rId35"/>
    <p:sldId id="279" r:id="rId36"/>
    <p:sldId id="280" r:id="rId37"/>
    <p:sldId id="281" r:id="rId38"/>
    <p:sldId id="282" r:id="rId39"/>
    <p:sldId id="283" r:id="rId40"/>
    <p:sldId id="284" r:id="rId41"/>
    <p:sldId id="285" r:id="rId42"/>
    <p:sldId id="286" r:id="rId43"/>
    <p:sldId id="287" r:id="rId44"/>
    <p:sldId id="288" r:id="rId45"/>
    <p:sldId id="289" r:id="rId46"/>
    <p:sldId id="350" r:id="rId47"/>
    <p:sldId id="351" r:id="rId48"/>
    <p:sldId id="352" r:id="rId49"/>
    <p:sldId id="353" r:id="rId50"/>
    <p:sldId id="354" r:id="rId51"/>
    <p:sldId id="355" r:id="rId52"/>
    <p:sldId id="356" r:id="rId53"/>
    <p:sldId id="357" r:id="rId54"/>
    <p:sldId id="290" r:id="rId55"/>
    <p:sldId id="291" r:id="rId56"/>
    <p:sldId id="292" r:id="rId57"/>
    <p:sldId id="293" r:id="rId58"/>
    <p:sldId id="294" r:id="rId59"/>
    <p:sldId id="295" r:id="rId60"/>
    <p:sldId id="296" r:id="rId61"/>
    <p:sldId id="297" r:id="rId62"/>
    <p:sldId id="302" r:id="rId63"/>
  </p:sldIdLst>
  <p:sldSz cx="12192000" cy="6858000"/>
  <p:notesSz cx="6858000" cy="9144000"/>
  <p:custDataLst>
    <p:tags r:id="rId6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eyan" initials="k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D9D9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59"/>
        <p:guide pos="3837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8" Type="http://schemas.openxmlformats.org/officeDocument/2006/relationships/tags" Target="tags/tag127.xml"/><Relationship Id="rId67" Type="http://schemas.openxmlformats.org/officeDocument/2006/relationships/commentAuthors" Target="commentAuthors.xml"/><Relationship Id="rId66" Type="http://schemas.openxmlformats.org/officeDocument/2006/relationships/tableStyles" Target="tableStyles.xml"/><Relationship Id="rId65" Type="http://schemas.openxmlformats.org/officeDocument/2006/relationships/viewProps" Target="viewProps.xml"/><Relationship Id="rId64" Type="http://schemas.openxmlformats.org/officeDocument/2006/relationships/presProps" Target="presProps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4" Type="http://schemas.openxmlformats.org/officeDocument/2006/relationships/image" Target="../media/image4.wmf"/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9" Type="http://schemas.openxmlformats.org/officeDocument/2006/relationships/image" Target="../media/image13.wmf"/><Relationship Id="rId8" Type="http://schemas.openxmlformats.org/officeDocument/2006/relationships/image" Target="../media/image12.wmf"/><Relationship Id="rId7" Type="http://schemas.openxmlformats.org/officeDocument/2006/relationships/image" Target="../media/image11.wmf"/><Relationship Id="rId6" Type="http://schemas.openxmlformats.org/officeDocument/2006/relationships/image" Target="../media/image10.wmf"/><Relationship Id="rId5" Type="http://schemas.openxmlformats.org/officeDocument/2006/relationships/image" Target="../media/image9.wmf"/><Relationship Id="rId4" Type="http://schemas.openxmlformats.org/officeDocument/2006/relationships/image" Target="../media/image8.wmf"/><Relationship Id="rId3" Type="http://schemas.openxmlformats.org/officeDocument/2006/relationships/image" Target="../media/image7.wmf"/><Relationship Id="rId2" Type="http://schemas.openxmlformats.org/officeDocument/2006/relationships/image" Target="../media/image6.wmf"/><Relationship Id="rId15" Type="http://schemas.openxmlformats.org/officeDocument/2006/relationships/image" Target="../media/image19.wmf"/><Relationship Id="rId14" Type="http://schemas.openxmlformats.org/officeDocument/2006/relationships/image" Target="../media/image18.wmf"/><Relationship Id="rId13" Type="http://schemas.openxmlformats.org/officeDocument/2006/relationships/image" Target="../media/image17.wmf"/><Relationship Id="rId12" Type="http://schemas.openxmlformats.org/officeDocument/2006/relationships/image" Target="../media/image16.wmf"/><Relationship Id="rId11" Type="http://schemas.openxmlformats.org/officeDocument/2006/relationships/image" Target="../media/image15.wmf"/><Relationship Id="rId10" Type="http://schemas.openxmlformats.org/officeDocument/2006/relationships/image" Target="../media/image14.wmf"/><Relationship Id="rId1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9" Type="http://schemas.openxmlformats.org/officeDocument/2006/relationships/image" Target="../media/image28.wmf"/><Relationship Id="rId8" Type="http://schemas.openxmlformats.org/officeDocument/2006/relationships/image" Target="../media/image27.wmf"/><Relationship Id="rId7" Type="http://schemas.openxmlformats.org/officeDocument/2006/relationships/image" Target="../media/image26.wmf"/><Relationship Id="rId6" Type="http://schemas.openxmlformats.org/officeDocument/2006/relationships/image" Target="../media/image25.wmf"/><Relationship Id="rId5" Type="http://schemas.openxmlformats.org/officeDocument/2006/relationships/image" Target="../media/image24.wmf"/><Relationship Id="rId4" Type="http://schemas.openxmlformats.org/officeDocument/2006/relationships/image" Target="../media/image23.wmf"/><Relationship Id="rId32" Type="http://schemas.openxmlformats.org/officeDocument/2006/relationships/image" Target="../media/image51.wmf"/><Relationship Id="rId31" Type="http://schemas.openxmlformats.org/officeDocument/2006/relationships/image" Target="../media/image50.wmf"/><Relationship Id="rId30" Type="http://schemas.openxmlformats.org/officeDocument/2006/relationships/image" Target="../media/image49.wmf"/><Relationship Id="rId3" Type="http://schemas.openxmlformats.org/officeDocument/2006/relationships/image" Target="../media/image22.wmf"/><Relationship Id="rId29" Type="http://schemas.openxmlformats.org/officeDocument/2006/relationships/image" Target="../media/image48.wmf"/><Relationship Id="rId28" Type="http://schemas.openxmlformats.org/officeDocument/2006/relationships/image" Target="../media/image47.wmf"/><Relationship Id="rId27" Type="http://schemas.openxmlformats.org/officeDocument/2006/relationships/image" Target="../media/image46.wmf"/><Relationship Id="rId26" Type="http://schemas.openxmlformats.org/officeDocument/2006/relationships/image" Target="../media/image45.wmf"/><Relationship Id="rId25" Type="http://schemas.openxmlformats.org/officeDocument/2006/relationships/image" Target="../media/image44.wmf"/><Relationship Id="rId24" Type="http://schemas.openxmlformats.org/officeDocument/2006/relationships/image" Target="../media/image43.wmf"/><Relationship Id="rId23" Type="http://schemas.openxmlformats.org/officeDocument/2006/relationships/image" Target="../media/image42.wmf"/><Relationship Id="rId22" Type="http://schemas.openxmlformats.org/officeDocument/2006/relationships/image" Target="../media/image41.wmf"/><Relationship Id="rId21" Type="http://schemas.openxmlformats.org/officeDocument/2006/relationships/image" Target="../media/image40.wmf"/><Relationship Id="rId20" Type="http://schemas.openxmlformats.org/officeDocument/2006/relationships/image" Target="../media/image39.wmf"/><Relationship Id="rId2" Type="http://schemas.openxmlformats.org/officeDocument/2006/relationships/image" Target="../media/image21.wmf"/><Relationship Id="rId19" Type="http://schemas.openxmlformats.org/officeDocument/2006/relationships/image" Target="../media/image38.wmf"/><Relationship Id="rId18" Type="http://schemas.openxmlformats.org/officeDocument/2006/relationships/image" Target="../media/image37.wmf"/><Relationship Id="rId17" Type="http://schemas.openxmlformats.org/officeDocument/2006/relationships/image" Target="../media/image36.wmf"/><Relationship Id="rId16" Type="http://schemas.openxmlformats.org/officeDocument/2006/relationships/image" Target="../media/image35.wmf"/><Relationship Id="rId15" Type="http://schemas.openxmlformats.org/officeDocument/2006/relationships/image" Target="../media/image34.wmf"/><Relationship Id="rId14" Type="http://schemas.openxmlformats.org/officeDocument/2006/relationships/image" Target="../media/image33.wmf"/><Relationship Id="rId13" Type="http://schemas.openxmlformats.org/officeDocument/2006/relationships/image" Target="../media/image32.wmf"/><Relationship Id="rId12" Type="http://schemas.openxmlformats.org/officeDocument/2006/relationships/image" Target="../media/image31.wmf"/><Relationship Id="rId11" Type="http://schemas.openxmlformats.org/officeDocument/2006/relationships/image" Target="../media/image30.wmf"/><Relationship Id="rId10" Type="http://schemas.openxmlformats.org/officeDocument/2006/relationships/image" Target="../media/image29.wmf"/><Relationship Id="rId1" Type="http://schemas.openxmlformats.org/officeDocument/2006/relationships/image" Target="../media/image20.wmf"/></Relationships>
</file>

<file path=ppt/drawings/_rels/vmlDrawing4.vml.rels><?xml version="1.0" encoding="UTF-8" standalone="yes"?>
<Relationships xmlns="http://schemas.openxmlformats.org/package/2006/relationships"><Relationship Id="rId9" Type="http://schemas.openxmlformats.org/officeDocument/2006/relationships/image" Target="../media/image60.wmf"/><Relationship Id="rId8" Type="http://schemas.openxmlformats.org/officeDocument/2006/relationships/image" Target="../media/image59.wmf"/><Relationship Id="rId7" Type="http://schemas.openxmlformats.org/officeDocument/2006/relationships/image" Target="../media/image58.wmf"/><Relationship Id="rId6" Type="http://schemas.openxmlformats.org/officeDocument/2006/relationships/image" Target="../media/image57.wmf"/><Relationship Id="rId5" Type="http://schemas.openxmlformats.org/officeDocument/2006/relationships/image" Target="../media/image56.wmf"/><Relationship Id="rId4" Type="http://schemas.openxmlformats.org/officeDocument/2006/relationships/image" Target="../media/image55.wmf"/><Relationship Id="rId3" Type="http://schemas.openxmlformats.org/officeDocument/2006/relationships/image" Target="../media/image54.wmf"/><Relationship Id="rId2" Type="http://schemas.openxmlformats.org/officeDocument/2006/relationships/image" Target="../media/image53.wmf"/><Relationship Id="rId15" Type="http://schemas.openxmlformats.org/officeDocument/2006/relationships/image" Target="../media/image66.wmf"/><Relationship Id="rId14" Type="http://schemas.openxmlformats.org/officeDocument/2006/relationships/image" Target="../media/image65.wmf"/><Relationship Id="rId13" Type="http://schemas.openxmlformats.org/officeDocument/2006/relationships/image" Target="../media/image64.wmf"/><Relationship Id="rId12" Type="http://schemas.openxmlformats.org/officeDocument/2006/relationships/image" Target="../media/image63.wmf"/><Relationship Id="rId11" Type="http://schemas.openxmlformats.org/officeDocument/2006/relationships/image" Target="../media/image62.wmf"/><Relationship Id="rId10" Type="http://schemas.openxmlformats.org/officeDocument/2006/relationships/image" Target="../media/image61.wmf"/><Relationship Id="rId1" Type="http://schemas.openxmlformats.org/officeDocument/2006/relationships/image" Target="../media/image52.wmf"/></Relationships>
</file>

<file path=ppt/drawings/_rels/vmlDrawing5.vml.rels><?xml version="1.0" encoding="UTF-8" standalone="yes"?>
<Relationships xmlns="http://schemas.openxmlformats.org/package/2006/relationships"><Relationship Id="rId9" Type="http://schemas.openxmlformats.org/officeDocument/2006/relationships/image" Target="../media/image75.wmf"/><Relationship Id="rId8" Type="http://schemas.openxmlformats.org/officeDocument/2006/relationships/image" Target="../media/image74.wmf"/><Relationship Id="rId7" Type="http://schemas.openxmlformats.org/officeDocument/2006/relationships/image" Target="../media/image73.wmf"/><Relationship Id="rId6" Type="http://schemas.openxmlformats.org/officeDocument/2006/relationships/image" Target="../media/image72.wmf"/><Relationship Id="rId5" Type="http://schemas.openxmlformats.org/officeDocument/2006/relationships/image" Target="../media/image71.wmf"/><Relationship Id="rId4" Type="http://schemas.openxmlformats.org/officeDocument/2006/relationships/image" Target="../media/image70.wmf"/><Relationship Id="rId3" Type="http://schemas.openxmlformats.org/officeDocument/2006/relationships/image" Target="../media/image69.wmf"/><Relationship Id="rId2" Type="http://schemas.openxmlformats.org/officeDocument/2006/relationships/image" Target="../media/image68.wmf"/><Relationship Id="rId16" Type="http://schemas.openxmlformats.org/officeDocument/2006/relationships/image" Target="../media/image82.wmf"/><Relationship Id="rId15" Type="http://schemas.openxmlformats.org/officeDocument/2006/relationships/image" Target="../media/image81.wmf"/><Relationship Id="rId14" Type="http://schemas.openxmlformats.org/officeDocument/2006/relationships/image" Target="../media/image80.wmf"/><Relationship Id="rId13" Type="http://schemas.openxmlformats.org/officeDocument/2006/relationships/image" Target="../media/image79.wmf"/><Relationship Id="rId12" Type="http://schemas.openxmlformats.org/officeDocument/2006/relationships/image" Target="../media/image78.wmf"/><Relationship Id="rId11" Type="http://schemas.openxmlformats.org/officeDocument/2006/relationships/image" Target="../media/image77.wmf"/><Relationship Id="rId10" Type="http://schemas.openxmlformats.org/officeDocument/2006/relationships/image" Target="../media/image76.wmf"/><Relationship Id="rId1" Type="http://schemas.openxmlformats.org/officeDocument/2006/relationships/image" Target="../media/image67.wmf"/></Relationships>
</file>

<file path=ppt/drawings/_rels/vmlDrawing6.vml.rels><?xml version="1.0" encoding="UTF-8" standalone="yes"?>
<Relationships xmlns="http://schemas.openxmlformats.org/package/2006/relationships"><Relationship Id="rId9" Type="http://schemas.openxmlformats.org/officeDocument/2006/relationships/image" Target="../media/image91.wmf"/><Relationship Id="rId8" Type="http://schemas.openxmlformats.org/officeDocument/2006/relationships/image" Target="../media/image90.wmf"/><Relationship Id="rId7" Type="http://schemas.openxmlformats.org/officeDocument/2006/relationships/image" Target="../media/image89.wmf"/><Relationship Id="rId6" Type="http://schemas.openxmlformats.org/officeDocument/2006/relationships/image" Target="../media/image88.wmf"/><Relationship Id="rId5" Type="http://schemas.openxmlformats.org/officeDocument/2006/relationships/image" Target="../media/image87.wmf"/><Relationship Id="rId4" Type="http://schemas.openxmlformats.org/officeDocument/2006/relationships/image" Target="../media/image86.wmf"/><Relationship Id="rId3" Type="http://schemas.openxmlformats.org/officeDocument/2006/relationships/image" Target="../media/image85.wmf"/><Relationship Id="rId2" Type="http://schemas.openxmlformats.org/officeDocument/2006/relationships/image" Target="../media/image84.wmf"/><Relationship Id="rId14" Type="http://schemas.openxmlformats.org/officeDocument/2006/relationships/image" Target="../media/image96.wmf"/><Relationship Id="rId13" Type="http://schemas.openxmlformats.org/officeDocument/2006/relationships/image" Target="../media/image95.wmf"/><Relationship Id="rId12" Type="http://schemas.openxmlformats.org/officeDocument/2006/relationships/image" Target="../media/image94.wmf"/><Relationship Id="rId11" Type="http://schemas.openxmlformats.org/officeDocument/2006/relationships/image" Target="../media/image93.wmf"/><Relationship Id="rId10" Type="http://schemas.openxmlformats.org/officeDocument/2006/relationships/image" Target="../media/image92.wmf"/><Relationship Id="rId1" Type="http://schemas.openxmlformats.org/officeDocument/2006/relationships/image" Target="../media/image83.wmf"/></Relationships>
</file>

<file path=ppt/drawings/_rels/vmlDrawing7.vml.rels><?xml version="1.0" encoding="UTF-8" standalone="yes"?>
<Relationships xmlns="http://schemas.openxmlformats.org/package/2006/relationships"><Relationship Id="rId7" Type="http://schemas.openxmlformats.org/officeDocument/2006/relationships/image" Target="../media/image103.wmf"/><Relationship Id="rId6" Type="http://schemas.openxmlformats.org/officeDocument/2006/relationships/image" Target="../media/image102.wmf"/><Relationship Id="rId5" Type="http://schemas.openxmlformats.org/officeDocument/2006/relationships/image" Target="../media/image101.wmf"/><Relationship Id="rId4" Type="http://schemas.openxmlformats.org/officeDocument/2006/relationships/image" Target="../media/image100.wmf"/><Relationship Id="rId3" Type="http://schemas.openxmlformats.org/officeDocument/2006/relationships/image" Target="../media/image99.wmf"/><Relationship Id="rId2" Type="http://schemas.openxmlformats.org/officeDocument/2006/relationships/image" Target="../media/image98.wmf"/><Relationship Id="rId1" Type="http://schemas.openxmlformats.org/officeDocument/2006/relationships/image" Target="../media/image97.wmf"/></Relationships>
</file>

<file path=ppt/drawings/_rels/vmlDrawing8.vml.rels><?xml version="1.0" encoding="UTF-8" standalone="yes"?>
<Relationships xmlns="http://schemas.openxmlformats.org/package/2006/relationships"><Relationship Id="rId7" Type="http://schemas.openxmlformats.org/officeDocument/2006/relationships/image" Target="../media/image110.wmf"/><Relationship Id="rId6" Type="http://schemas.openxmlformats.org/officeDocument/2006/relationships/image" Target="../media/image109.wmf"/><Relationship Id="rId5" Type="http://schemas.openxmlformats.org/officeDocument/2006/relationships/image" Target="../media/image108.wmf"/><Relationship Id="rId4" Type="http://schemas.openxmlformats.org/officeDocument/2006/relationships/image" Target="../media/image107.wmf"/><Relationship Id="rId3" Type="http://schemas.openxmlformats.org/officeDocument/2006/relationships/image" Target="../media/image106.wmf"/><Relationship Id="rId2" Type="http://schemas.openxmlformats.org/officeDocument/2006/relationships/image" Target="../media/image105.wmf"/><Relationship Id="rId1" Type="http://schemas.openxmlformats.org/officeDocument/2006/relationships/image" Target="../media/image104.wmf"/></Relationships>
</file>

<file path=ppt/drawings/_rels/vmlDrawing9.vml.rels><?xml version="1.0" encoding="UTF-8" standalone="yes"?>
<Relationships xmlns="http://schemas.openxmlformats.org/package/2006/relationships"><Relationship Id="rId5" Type="http://schemas.openxmlformats.org/officeDocument/2006/relationships/image" Target="../media/image115.wmf"/><Relationship Id="rId4" Type="http://schemas.openxmlformats.org/officeDocument/2006/relationships/image" Target="../media/image114.wmf"/><Relationship Id="rId3" Type="http://schemas.openxmlformats.org/officeDocument/2006/relationships/image" Target="../media/image113.wmf"/><Relationship Id="rId2" Type="http://schemas.openxmlformats.org/officeDocument/2006/relationships/image" Target="../media/image112.wmf"/><Relationship Id="rId1" Type="http://schemas.openxmlformats.org/officeDocument/2006/relationships/image" Target="../media/image111.wmf"/></Relationships>
</file>

<file path=ppt/drawings/_rels/vmlDrawing10.vml.rels><?xml version="1.0" encoding="UTF-8" standalone="yes"?>
<Relationships xmlns="http://schemas.openxmlformats.org/package/2006/relationships"><Relationship Id="rId6" Type="http://schemas.openxmlformats.org/officeDocument/2006/relationships/image" Target="../media/image127.wmf"/><Relationship Id="rId5" Type="http://schemas.openxmlformats.org/officeDocument/2006/relationships/image" Target="../media/image126.wmf"/><Relationship Id="rId4" Type="http://schemas.openxmlformats.org/officeDocument/2006/relationships/image" Target="../media/image125.wmf"/><Relationship Id="rId3" Type="http://schemas.openxmlformats.org/officeDocument/2006/relationships/image" Target="../media/image124.wmf"/><Relationship Id="rId2" Type="http://schemas.openxmlformats.org/officeDocument/2006/relationships/image" Target="../media/image123.wmf"/><Relationship Id="rId1" Type="http://schemas.openxmlformats.org/officeDocument/2006/relationships/image" Target="../media/image122.wmf"/></Relationships>
</file>

<file path=ppt/drawings/_rels/vmlDrawing11.vml.rels><?xml version="1.0" encoding="UTF-8" standalone="yes"?>
<Relationships xmlns="http://schemas.openxmlformats.org/package/2006/relationships"><Relationship Id="rId9" Type="http://schemas.openxmlformats.org/officeDocument/2006/relationships/image" Target="../media/image136.wmf"/><Relationship Id="rId8" Type="http://schemas.openxmlformats.org/officeDocument/2006/relationships/image" Target="../media/image135.wmf"/><Relationship Id="rId7" Type="http://schemas.openxmlformats.org/officeDocument/2006/relationships/image" Target="../media/image134.wmf"/><Relationship Id="rId6" Type="http://schemas.openxmlformats.org/officeDocument/2006/relationships/image" Target="../media/image133.wmf"/><Relationship Id="rId5" Type="http://schemas.openxmlformats.org/officeDocument/2006/relationships/image" Target="../media/image132.wmf"/><Relationship Id="rId4" Type="http://schemas.openxmlformats.org/officeDocument/2006/relationships/image" Target="../media/image131.wmf"/><Relationship Id="rId3" Type="http://schemas.openxmlformats.org/officeDocument/2006/relationships/image" Target="../media/image130.wmf"/><Relationship Id="rId2" Type="http://schemas.openxmlformats.org/officeDocument/2006/relationships/image" Target="../media/image129.wmf"/><Relationship Id="rId15" Type="http://schemas.openxmlformats.org/officeDocument/2006/relationships/image" Target="../media/image142.wmf"/><Relationship Id="rId14" Type="http://schemas.openxmlformats.org/officeDocument/2006/relationships/image" Target="../media/image141.wmf"/><Relationship Id="rId13" Type="http://schemas.openxmlformats.org/officeDocument/2006/relationships/image" Target="../media/image140.wmf"/><Relationship Id="rId12" Type="http://schemas.openxmlformats.org/officeDocument/2006/relationships/image" Target="../media/image139.wmf"/><Relationship Id="rId11" Type="http://schemas.openxmlformats.org/officeDocument/2006/relationships/image" Target="../media/image138.wmf"/><Relationship Id="rId10" Type="http://schemas.openxmlformats.org/officeDocument/2006/relationships/image" Target="../media/image137.wmf"/><Relationship Id="rId1" Type="http://schemas.openxmlformats.org/officeDocument/2006/relationships/image" Target="../media/image128.wmf"/></Relationships>
</file>

<file path=ppt/drawings/_rels/vmlDrawing12.vml.rels><?xml version="1.0" encoding="UTF-8" standalone="yes"?>
<Relationships xmlns="http://schemas.openxmlformats.org/package/2006/relationships"><Relationship Id="rId7" Type="http://schemas.openxmlformats.org/officeDocument/2006/relationships/image" Target="../media/image149.wmf"/><Relationship Id="rId6" Type="http://schemas.openxmlformats.org/officeDocument/2006/relationships/image" Target="../media/image148.wmf"/><Relationship Id="rId5" Type="http://schemas.openxmlformats.org/officeDocument/2006/relationships/image" Target="../media/image147.wmf"/><Relationship Id="rId4" Type="http://schemas.openxmlformats.org/officeDocument/2006/relationships/image" Target="../media/image146.wmf"/><Relationship Id="rId3" Type="http://schemas.openxmlformats.org/officeDocument/2006/relationships/image" Target="../media/image145.wmf"/><Relationship Id="rId2" Type="http://schemas.openxmlformats.org/officeDocument/2006/relationships/image" Target="../media/image144.wmf"/><Relationship Id="rId1" Type="http://schemas.openxmlformats.org/officeDocument/2006/relationships/image" Target="../media/image143.wmf"/></Relationships>
</file>

<file path=ppt/drawings/_rels/vmlDrawing13.vml.rels><?xml version="1.0" encoding="UTF-8" standalone="yes"?>
<Relationships xmlns="http://schemas.openxmlformats.org/package/2006/relationships"><Relationship Id="rId9" Type="http://schemas.openxmlformats.org/officeDocument/2006/relationships/image" Target="../media/image158.wmf"/><Relationship Id="rId8" Type="http://schemas.openxmlformats.org/officeDocument/2006/relationships/image" Target="../media/image157.wmf"/><Relationship Id="rId7" Type="http://schemas.openxmlformats.org/officeDocument/2006/relationships/image" Target="../media/image156.wmf"/><Relationship Id="rId6" Type="http://schemas.openxmlformats.org/officeDocument/2006/relationships/image" Target="../media/image155.wmf"/><Relationship Id="rId5" Type="http://schemas.openxmlformats.org/officeDocument/2006/relationships/image" Target="../media/image154.wmf"/><Relationship Id="rId4" Type="http://schemas.openxmlformats.org/officeDocument/2006/relationships/image" Target="../media/image153.wmf"/><Relationship Id="rId3" Type="http://schemas.openxmlformats.org/officeDocument/2006/relationships/image" Target="../media/image152.wmf"/><Relationship Id="rId20" Type="http://schemas.openxmlformats.org/officeDocument/2006/relationships/image" Target="../media/image169.wmf"/><Relationship Id="rId2" Type="http://schemas.openxmlformats.org/officeDocument/2006/relationships/image" Target="../media/image151.wmf"/><Relationship Id="rId19" Type="http://schemas.openxmlformats.org/officeDocument/2006/relationships/image" Target="../media/image168.wmf"/><Relationship Id="rId18" Type="http://schemas.openxmlformats.org/officeDocument/2006/relationships/image" Target="../media/image167.wmf"/><Relationship Id="rId17" Type="http://schemas.openxmlformats.org/officeDocument/2006/relationships/image" Target="../media/image166.wmf"/><Relationship Id="rId16" Type="http://schemas.openxmlformats.org/officeDocument/2006/relationships/image" Target="../media/image165.wmf"/><Relationship Id="rId15" Type="http://schemas.openxmlformats.org/officeDocument/2006/relationships/image" Target="../media/image164.wmf"/><Relationship Id="rId14" Type="http://schemas.openxmlformats.org/officeDocument/2006/relationships/image" Target="../media/image163.wmf"/><Relationship Id="rId13" Type="http://schemas.openxmlformats.org/officeDocument/2006/relationships/image" Target="../media/image162.wmf"/><Relationship Id="rId12" Type="http://schemas.openxmlformats.org/officeDocument/2006/relationships/image" Target="../media/image161.wmf"/><Relationship Id="rId11" Type="http://schemas.openxmlformats.org/officeDocument/2006/relationships/image" Target="../media/image160.wmf"/><Relationship Id="rId10" Type="http://schemas.openxmlformats.org/officeDocument/2006/relationships/image" Target="../media/image159.wmf"/><Relationship Id="rId1" Type="http://schemas.openxmlformats.org/officeDocument/2006/relationships/image" Target="../media/image150.wmf"/></Relationships>
</file>

<file path=ppt/drawings/_rels/vmlDrawing14.vml.rels><?xml version="1.0" encoding="UTF-8" standalone="yes"?>
<Relationships xmlns="http://schemas.openxmlformats.org/package/2006/relationships"><Relationship Id="rId9" Type="http://schemas.openxmlformats.org/officeDocument/2006/relationships/image" Target="../media/image179.wmf"/><Relationship Id="rId8" Type="http://schemas.openxmlformats.org/officeDocument/2006/relationships/image" Target="../media/image178.wmf"/><Relationship Id="rId7" Type="http://schemas.openxmlformats.org/officeDocument/2006/relationships/image" Target="../media/image177.wmf"/><Relationship Id="rId6" Type="http://schemas.openxmlformats.org/officeDocument/2006/relationships/image" Target="../media/image176.wmf"/><Relationship Id="rId5" Type="http://schemas.openxmlformats.org/officeDocument/2006/relationships/image" Target="../media/image175.wmf"/><Relationship Id="rId4" Type="http://schemas.openxmlformats.org/officeDocument/2006/relationships/image" Target="../media/image174.wmf"/><Relationship Id="rId3" Type="http://schemas.openxmlformats.org/officeDocument/2006/relationships/image" Target="../media/image173.wmf"/><Relationship Id="rId2" Type="http://schemas.openxmlformats.org/officeDocument/2006/relationships/image" Target="../media/image172.wmf"/><Relationship Id="rId12" Type="http://schemas.openxmlformats.org/officeDocument/2006/relationships/image" Target="../media/image182.wmf"/><Relationship Id="rId11" Type="http://schemas.openxmlformats.org/officeDocument/2006/relationships/image" Target="../media/image181.wmf"/><Relationship Id="rId10" Type="http://schemas.openxmlformats.org/officeDocument/2006/relationships/image" Target="../media/image180.wmf"/><Relationship Id="rId1" Type="http://schemas.openxmlformats.org/officeDocument/2006/relationships/image" Target="../media/image171.wmf"/></Relationships>
</file>

<file path=ppt/drawings/_rels/vmlDrawing15.vml.rels><?xml version="1.0" encoding="UTF-8" standalone="yes"?>
<Relationships xmlns="http://schemas.openxmlformats.org/package/2006/relationships"><Relationship Id="rId4" Type="http://schemas.openxmlformats.org/officeDocument/2006/relationships/image" Target="../media/image186.wmf"/><Relationship Id="rId3" Type="http://schemas.openxmlformats.org/officeDocument/2006/relationships/image" Target="../media/image185.wmf"/><Relationship Id="rId2" Type="http://schemas.openxmlformats.org/officeDocument/2006/relationships/image" Target="../media/image184.wmf"/><Relationship Id="rId1" Type="http://schemas.openxmlformats.org/officeDocument/2006/relationships/image" Target="../media/image183.wmf"/></Relationships>
</file>

<file path=ppt/drawings/_rels/vmlDrawing16.vml.rels><?xml version="1.0" encoding="UTF-8" standalone="yes"?>
<Relationships xmlns="http://schemas.openxmlformats.org/package/2006/relationships"><Relationship Id="rId7" Type="http://schemas.openxmlformats.org/officeDocument/2006/relationships/image" Target="../media/image193.wmf"/><Relationship Id="rId6" Type="http://schemas.openxmlformats.org/officeDocument/2006/relationships/image" Target="../media/image192.wmf"/><Relationship Id="rId5" Type="http://schemas.openxmlformats.org/officeDocument/2006/relationships/image" Target="../media/image191.wmf"/><Relationship Id="rId4" Type="http://schemas.openxmlformats.org/officeDocument/2006/relationships/image" Target="../media/image190.wmf"/><Relationship Id="rId3" Type="http://schemas.openxmlformats.org/officeDocument/2006/relationships/image" Target="../media/image189.wmf"/><Relationship Id="rId2" Type="http://schemas.openxmlformats.org/officeDocument/2006/relationships/image" Target="../media/image188.wmf"/><Relationship Id="rId1" Type="http://schemas.openxmlformats.org/officeDocument/2006/relationships/image" Target="../media/image187.wmf"/></Relationships>
</file>

<file path=ppt/drawings/_rels/vmlDrawing17.vml.rels><?xml version="1.0" encoding="UTF-8" standalone="yes"?>
<Relationships xmlns="http://schemas.openxmlformats.org/package/2006/relationships"><Relationship Id="rId9" Type="http://schemas.openxmlformats.org/officeDocument/2006/relationships/image" Target="../media/image202.wmf"/><Relationship Id="rId8" Type="http://schemas.openxmlformats.org/officeDocument/2006/relationships/image" Target="../media/image201.wmf"/><Relationship Id="rId7" Type="http://schemas.openxmlformats.org/officeDocument/2006/relationships/image" Target="../media/image200.wmf"/><Relationship Id="rId6" Type="http://schemas.openxmlformats.org/officeDocument/2006/relationships/image" Target="../media/image199.wmf"/><Relationship Id="rId5" Type="http://schemas.openxmlformats.org/officeDocument/2006/relationships/image" Target="../media/image198.wmf"/><Relationship Id="rId4" Type="http://schemas.openxmlformats.org/officeDocument/2006/relationships/image" Target="../media/image197.wmf"/><Relationship Id="rId3" Type="http://schemas.openxmlformats.org/officeDocument/2006/relationships/image" Target="../media/image196.wmf"/><Relationship Id="rId2" Type="http://schemas.openxmlformats.org/officeDocument/2006/relationships/image" Target="../media/image195.wmf"/><Relationship Id="rId12" Type="http://schemas.openxmlformats.org/officeDocument/2006/relationships/image" Target="../media/image205.wmf"/><Relationship Id="rId11" Type="http://schemas.openxmlformats.org/officeDocument/2006/relationships/image" Target="../media/image204.wmf"/><Relationship Id="rId10" Type="http://schemas.openxmlformats.org/officeDocument/2006/relationships/image" Target="../media/image203.wmf"/><Relationship Id="rId1" Type="http://schemas.openxmlformats.org/officeDocument/2006/relationships/image" Target="../media/image194.wmf"/></Relationships>
</file>

<file path=ppt/drawings/_rels/vmlDrawing18.vml.rels><?xml version="1.0" encoding="UTF-8" standalone="yes"?>
<Relationships xmlns="http://schemas.openxmlformats.org/package/2006/relationships"><Relationship Id="rId6" Type="http://schemas.openxmlformats.org/officeDocument/2006/relationships/image" Target="../media/image211.wmf"/><Relationship Id="rId5" Type="http://schemas.openxmlformats.org/officeDocument/2006/relationships/image" Target="../media/image210.wmf"/><Relationship Id="rId4" Type="http://schemas.openxmlformats.org/officeDocument/2006/relationships/image" Target="../media/image209.wmf"/><Relationship Id="rId3" Type="http://schemas.openxmlformats.org/officeDocument/2006/relationships/image" Target="../media/image208.wmf"/><Relationship Id="rId2" Type="http://schemas.openxmlformats.org/officeDocument/2006/relationships/image" Target="../media/image207.wmf"/><Relationship Id="rId1" Type="http://schemas.openxmlformats.org/officeDocument/2006/relationships/image" Target="../media/image206.wmf"/></Relationships>
</file>

<file path=ppt/drawings/_rels/vmlDrawing19.vml.rels><?xml version="1.0" encoding="UTF-8" standalone="yes"?>
<Relationships xmlns="http://schemas.openxmlformats.org/package/2006/relationships"><Relationship Id="rId9" Type="http://schemas.openxmlformats.org/officeDocument/2006/relationships/image" Target="../media/image220.wmf"/><Relationship Id="rId8" Type="http://schemas.openxmlformats.org/officeDocument/2006/relationships/image" Target="../media/image219.wmf"/><Relationship Id="rId7" Type="http://schemas.openxmlformats.org/officeDocument/2006/relationships/image" Target="../media/image218.wmf"/><Relationship Id="rId6" Type="http://schemas.openxmlformats.org/officeDocument/2006/relationships/image" Target="../media/image217.wmf"/><Relationship Id="rId5" Type="http://schemas.openxmlformats.org/officeDocument/2006/relationships/image" Target="../media/image216.wmf"/><Relationship Id="rId4" Type="http://schemas.openxmlformats.org/officeDocument/2006/relationships/image" Target="../media/image215.wmf"/><Relationship Id="rId3" Type="http://schemas.openxmlformats.org/officeDocument/2006/relationships/image" Target="../media/image214.wmf"/><Relationship Id="rId2" Type="http://schemas.openxmlformats.org/officeDocument/2006/relationships/image" Target="../media/image213.wmf"/><Relationship Id="rId13" Type="http://schemas.openxmlformats.org/officeDocument/2006/relationships/image" Target="../media/image224.wmf"/><Relationship Id="rId12" Type="http://schemas.openxmlformats.org/officeDocument/2006/relationships/image" Target="../media/image223.wmf"/><Relationship Id="rId11" Type="http://schemas.openxmlformats.org/officeDocument/2006/relationships/image" Target="../media/image222.wmf"/><Relationship Id="rId10" Type="http://schemas.openxmlformats.org/officeDocument/2006/relationships/image" Target="../media/image221.wmf"/><Relationship Id="rId1" Type="http://schemas.openxmlformats.org/officeDocument/2006/relationships/image" Target="../media/image212.wmf"/></Relationships>
</file>

<file path=ppt/drawings/_rels/vmlDrawing20.vml.rels><?xml version="1.0" encoding="UTF-8" standalone="yes"?>
<Relationships xmlns="http://schemas.openxmlformats.org/package/2006/relationships"><Relationship Id="rId9" Type="http://schemas.openxmlformats.org/officeDocument/2006/relationships/image" Target="../media/image233.wmf"/><Relationship Id="rId8" Type="http://schemas.openxmlformats.org/officeDocument/2006/relationships/image" Target="../media/image232.wmf"/><Relationship Id="rId7" Type="http://schemas.openxmlformats.org/officeDocument/2006/relationships/image" Target="../media/image231.wmf"/><Relationship Id="rId6" Type="http://schemas.openxmlformats.org/officeDocument/2006/relationships/image" Target="../media/image230.wmf"/><Relationship Id="rId5" Type="http://schemas.openxmlformats.org/officeDocument/2006/relationships/image" Target="../media/image229.wmf"/><Relationship Id="rId4" Type="http://schemas.openxmlformats.org/officeDocument/2006/relationships/image" Target="../media/image228.wmf"/><Relationship Id="rId3" Type="http://schemas.openxmlformats.org/officeDocument/2006/relationships/image" Target="../media/image227.wmf"/><Relationship Id="rId2" Type="http://schemas.openxmlformats.org/officeDocument/2006/relationships/image" Target="../media/image226.wmf"/><Relationship Id="rId1" Type="http://schemas.openxmlformats.org/officeDocument/2006/relationships/image" Target="../media/image225.wmf"/></Relationships>
</file>

<file path=ppt/drawings/_rels/vmlDrawing21.vml.rels><?xml version="1.0" encoding="UTF-8" standalone="yes"?>
<Relationships xmlns="http://schemas.openxmlformats.org/package/2006/relationships"><Relationship Id="rId9" Type="http://schemas.openxmlformats.org/officeDocument/2006/relationships/image" Target="../media/image242.wmf"/><Relationship Id="rId8" Type="http://schemas.openxmlformats.org/officeDocument/2006/relationships/image" Target="../media/image241.wmf"/><Relationship Id="rId7" Type="http://schemas.openxmlformats.org/officeDocument/2006/relationships/image" Target="../media/image240.wmf"/><Relationship Id="rId6" Type="http://schemas.openxmlformats.org/officeDocument/2006/relationships/image" Target="../media/image239.wmf"/><Relationship Id="rId5" Type="http://schemas.openxmlformats.org/officeDocument/2006/relationships/image" Target="../media/image238.wmf"/><Relationship Id="rId4" Type="http://schemas.openxmlformats.org/officeDocument/2006/relationships/image" Target="../media/image237.wmf"/><Relationship Id="rId3" Type="http://schemas.openxmlformats.org/officeDocument/2006/relationships/image" Target="../media/image236.wmf"/><Relationship Id="rId2" Type="http://schemas.openxmlformats.org/officeDocument/2006/relationships/image" Target="../media/image235.wmf"/><Relationship Id="rId19" Type="http://schemas.openxmlformats.org/officeDocument/2006/relationships/image" Target="../media/image252.wmf"/><Relationship Id="rId18" Type="http://schemas.openxmlformats.org/officeDocument/2006/relationships/image" Target="../media/image251.wmf"/><Relationship Id="rId17" Type="http://schemas.openxmlformats.org/officeDocument/2006/relationships/image" Target="../media/image250.wmf"/><Relationship Id="rId16" Type="http://schemas.openxmlformats.org/officeDocument/2006/relationships/image" Target="../media/image249.wmf"/><Relationship Id="rId15" Type="http://schemas.openxmlformats.org/officeDocument/2006/relationships/image" Target="../media/image248.wmf"/><Relationship Id="rId14" Type="http://schemas.openxmlformats.org/officeDocument/2006/relationships/image" Target="../media/image247.wmf"/><Relationship Id="rId13" Type="http://schemas.openxmlformats.org/officeDocument/2006/relationships/image" Target="../media/image246.wmf"/><Relationship Id="rId12" Type="http://schemas.openxmlformats.org/officeDocument/2006/relationships/image" Target="../media/image245.wmf"/><Relationship Id="rId11" Type="http://schemas.openxmlformats.org/officeDocument/2006/relationships/image" Target="../media/image244.wmf"/><Relationship Id="rId10" Type="http://schemas.openxmlformats.org/officeDocument/2006/relationships/image" Target="../media/image243.wmf"/><Relationship Id="rId1" Type="http://schemas.openxmlformats.org/officeDocument/2006/relationships/image" Target="../media/image234.wmf"/></Relationships>
</file>

<file path=ppt/drawings/_rels/vmlDrawing22.vml.rels><?xml version="1.0" encoding="UTF-8" standalone="yes"?>
<Relationships xmlns="http://schemas.openxmlformats.org/package/2006/relationships"><Relationship Id="rId8" Type="http://schemas.openxmlformats.org/officeDocument/2006/relationships/image" Target="../media/image259.wmf"/><Relationship Id="rId7" Type="http://schemas.openxmlformats.org/officeDocument/2006/relationships/image" Target="../media/image258.wmf"/><Relationship Id="rId6" Type="http://schemas.openxmlformats.org/officeDocument/2006/relationships/image" Target="../media/image257.wmf"/><Relationship Id="rId5" Type="http://schemas.openxmlformats.org/officeDocument/2006/relationships/image" Target="../media/image256.wmf"/><Relationship Id="rId4" Type="http://schemas.openxmlformats.org/officeDocument/2006/relationships/image" Target="../media/image255.wmf"/><Relationship Id="rId3" Type="http://schemas.openxmlformats.org/officeDocument/2006/relationships/image" Target="../media/image254.wmf"/><Relationship Id="rId2" Type="http://schemas.openxmlformats.org/officeDocument/2006/relationships/image" Target="../media/image253.wmf"/><Relationship Id="rId1" Type="http://schemas.openxmlformats.org/officeDocument/2006/relationships/image" Target="../media/image194.wmf"/></Relationships>
</file>

<file path=ppt/drawings/_rels/vmlDrawing23.vml.rels><?xml version="1.0" encoding="UTF-8" standalone="yes"?>
<Relationships xmlns="http://schemas.openxmlformats.org/package/2006/relationships"><Relationship Id="rId5" Type="http://schemas.openxmlformats.org/officeDocument/2006/relationships/image" Target="../media/image264.wmf"/><Relationship Id="rId4" Type="http://schemas.openxmlformats.org/officeDocument/2006/relationships/image" Target="../media/image263.wmf"/><Relationship Id="rId3" Type="http://schemas.openxmlformats.org/officeDocument/2006/relationships/image" Target="../media/image262.wmf"/><Relationship Id="rId2" Type="http://schemas.openxmlformats.org/officeDocument/2006/relationships/image" Target="../media/image261.wmf"/><Relationship Id="rId1" Type="http://schemas.openxmlformats.org/officeDocument/2006/relationships/image" Target="../media/image260.wmf"/></Relationships>
</file>

<file path=ppt/drawings/_rels/vmlDrawing24.vml.rels><?xml version="1.0" encoding="UTF-8" standalone="yes"?>
<Relationships xmlns="http://schemas.openxmlformats.org/package/2006/relationships"><Relationship Id="rId6" Type="http://schemas.openxmlformats.org/officeDocument/2006/relationships/image" Target="../media/image270.wmf"/><Relationship Id="rId5" Type="http://schemas.openxmlformats.org/officeDocument/2006/relationships/image" Target="../media/image269.wmf"/><Relationship Id="rId4" Type="http://schemas.openxmlformats.org/officeDocument/2006/relationships/image" Target="../media/image268.wmf"/><Relationship Id="rId3" Type="http://schemas.openxmlformats.org/officeDocument/2006/relationships/image" Target="../media/image267.wmf"/><Relationship Id="rId2" Type="http://schemas.openxmlformats.org/officeDocument/2006/relationships/image" Target="../media/image266.wmf"/><Relationship Id="rId1" Type="http://schemas.openxmlformats.org/officeDocument/2006/relationships/image" Target="../media/image265.wmf"/></Relationships>
</file>

<file path=ppt/drawings/_rels/vmlDrawing25.vml.rels><?xml version="1.0" encoding="UTF-8" standalone="yes"?>
<Relationships xmlns="http://schemas.openxmlformats.org/package/2006/relationships"><Relationship Id="rId8" Type="http://schemas.openxmlformats.org/officeDocument/2006/relationships/image" Target="../media/image278.wmf"/><Relationship Id="rId7" Type="http://schemas.openxmlformats.org/officeDocument/2006/relationships/image" Target="../media/image277.wmf"/><Relationship Id="rId6" Type="http://schemas.openxmlformats.org/officeDocument/2006/relationships/image" Target="../media/image276.wmf"/><Relationship Id="rId5" Type="http://schemas.openxmlformats.org/officeDocument/2006/relationships/image" Target="../media/image275.wmf"/><Relationship Id="rId4" Type="http://schemas.openxmlformats.org/officeDocument/2006/relationships/image" Target="../media/image274.wmf"/><Relationship Id="rId3" Type="http://schemas.openxmlformats.org/officeDocument/2006/relationships/image" Target="../media/image273.wmf"/><Relationship Id="rId2" Type="http://schemas.openxmlformats.org/officeDocument/2006/relationships/image" Target="../media/image272.wmf"/><Relationship Id="rId1" Type="http://schemas.openxmlformats.org/officeDocument/2006/relationships/image" Target="../media/image271.wmf"/></Relationships>
</file>

<file path=ppt/drawings/_rels/vmlDrawing26.vml.rels><?xml version="1.0" encoding="UTF-8" standalone="yes"?>
<Relationships xmlns="http://schemas.openxmlformats.org/package/2006/relationships"><Relationship Id="rId9" Type="http://schemas.openxmlformats.org/officeDocument/2006/relationships/image" Target="../media/image287.wmf"/><Relationship Id="rId8" Type="http://schemas.openxmlformats.org/officeDocument/2006/relationships/image" Target="../media/image286.wmf"/><Relationship Id="rId7" Type="http://schemas.openxmlformats.org/officeDocument/2006/relationships/image" Target="../media/image285.wmf"/><Relationship Id="rId6" Type="http://schemas.openxmlformats.org/officeDocument/2006/relationships/image" Target="../media/image284.wmf"/><Relationship Id="rId5" Type="http://schemas.openxmlformats.org/officeDocument/2006/relationships/image" Target="../media/image283.wmf"/><Relationship Id="rId4" Type="http://schemas.openxmlformats.org/officeDocument/2006/relationships/image" Target="../media/image282.wmf"/><Relationship Id="rId3" Type="http://schemas.openxmlformats.org/officeDocument/2006/relationships/image" Target="../media/image281.wmf"/><Relationship Id="rId2" Type="http://schemas.openxmlformats.org/officeDocument/2006/relationships/image" Target="../media/image280.wmf"/><Relationship Id="rId1" Type="http://schemas.openxmlformats.org/officeDocument/2006/relationships/image" Target="../media/image279.wmf"/></Relationships>
</file>

<file path=ppt/drawings/_rels/vmlDrawing27.vml.rels><?xml version="1.0" encoding="UTF-8" standalone="yes"?>
<Relationships xmlns="http://schemas.openxmlformats.org/package/2006/relationships"><Relationship Id="rId9" Type="http://schemas.openxmlformats.org/officeDocument/2006/relationships/image" Target="../media/image296.wmf"/><Relationship Id="rId8" Type="http://schemas.openxmlformats.org/officeDocument/2006/relationships/image" Target="../media/image295.wmf"/><Relationship Id="rId7" Type="http://schemas.openxmlformats.org/officeDocument/2006/relationships/image" Target="../media/image294.wmf"/><Relationship Id="rId6" Type="http://schemas.openxmlformats.org/officeDocument/2006/relationships/image" Target="../media/image293.wmf"/><Relationship Id="rId5" Type="http://schemas.openxmlformats.org/officeDocument/2006/relationships/image" Target="../media/image292.wmf"/><Relationship Id="rId4" Type="http://schemas.openxmlformats.org/officeDocument/2006/relationships/image" Target="../media/image291.wmf"/><Relationship Id="rId3" Type="http://schemas.openxmlformats.org/officeDocument/2006/relationships/image" Target="../media/image290.wmf"/><Relationship Id="rId2" Type="http://schemas.openxmlformats.org/officeDocument/2006/relationships/image" Target="../media/image289.wmf"/><Relationship Id="rId19" Type="http://schemas.openxmlformats.org/officeDocument/2006/relationships/image" Target="../media/image306.wmf"/><Relationship Id="rId18" Type="http://schemas.openxmlformats.org/officeDocument/2006/relationships/image" Target="../media/image305.wmf"/><Relationship Id="rId17" Type="http://schemas.openxmlformats.org/officeDocument/2006/relationships/image" Target="../media/image304.wmf"/><Relationship Id="rId16" Type="http://schemas.openxmlformats.org/officeDocument/2006/relationships/image" Target="../media/image303.wmf"/><Relationship Id="rId15" Type="http://schemas.openxmlformats.org/officeDocument/2006/relationships/image" Target="../media/image302.wmf"/><Relationship Id="rId14" Type="http://schemas.openxmlformats.org/officeDocument/2006/relationships/image" Target="../media/image301.wmf"/><Relationship Id="rId13" Type="http://schemas.openxmlformats.org/officeDocument/2006/relationships/image" Target="../media/image300.wmf"/><Relationship Id="rId12" Type="http://schemas.openxmlformats.org/officeDocument/2006/relationships/image" Target="../media/image299.wmf"/><Relationship Id="rId11" Type="http://schemas.openxmlformats.org/officeDocument/2006/relationships/image" Target="../media/image298.wmf"/><Relationship Id="rId10" Type="http://schemas.openxmlformats.org/officeDocument/2006/relationships/image" Target="../media/image297.wmf"/><Relationship Id="rId1" Type="http://schemas.openxmlformats.org/officeDocument/2006/relationships/image" Target="../media/image288.wmf"/></Relationships>
</file>

<file path=ppt/drawings/_rels/vmlDrawing28.vml.rels><?xml version="1.0" encoding="UTF-8" standalone="yes"?>
<Relationships xmlns="http://schemas.openxmlformats.org/package/2006/relationships"><Relationship Id="rId9" Type="http://schemas.openxmlformats.org/officeDocument/2006/relationships/image" Target="../media/image315.wmf"/><Relationship Id="rId8" Type="http://schemas.openxmlformats.org/officeDocument/2006/relationships/image" Target="../media/image314.wmf"/><Relationship Id="rId7" Type="http://schemas.openxmlformats.org/officeDocument/2006/relationships/image" Target="../media/image313.wmf"/><Relationship Id="rId6" Type="http://schemas.openxmlformats.org/officeDocument/2006/relationships/image" Target="../media/image312.wmf"/><Relationship Id="rId5" Type="http://schemas.openxmlformats.org/officeDocument/2006/relationships/image" Target="../media/image311.wmf"/><Relationship Id="rId4" Type="http://schemas.openxmlformats.org/officeDocument/2006/relationships/image" Target="../media/image310.wmf"/><Relationship Id="rId3" Type="http://schemas.openxmlformats.org/officeDocument/2006/relationships/image" Target="../media/image309.wmf"/><Relationship Id="rId21" Type="http://schemas.openxmlformats.org/officeDocument/2006/relationships/image" Target="../media/image327.wmf"/><Relationship Id="rId20" Type="http://schemas.openxmlformats.org/officeDocument/2006/relationships/image" Target="../media/image326.wmf"/><Relationship Id="rId2" Type="http://schemas.openxmlformats.org/officeDocument/2006/relationships/image" Target="../media/image308.wmf"/><Relationship Id="rId19" Type="http://schemas.openxmlformats.org/officeDocument/2006/relationships/image" Target="../media/image325.wmf"/><Relationship Id="rId18" Type="http://schemas.openxmlformats.org/officeDocument/2006/relationships/image" Target="../media/image324.wmf"/><Relationship Id="rId17" Type="http://schemas.openxmlformats.org/officeDocument/2006/relationships/image" Target="../media/image323.wmf"/><Relationship Id="rId16" Type="http://schemas.openxmlformats.org/officeDocument/2006/relationships/image" Target="../media/image322.wmf"/><Relationship Id="rId15" Type="http://schemas.openxmlformats.org/officeDocument/2006/relationships/image" Target="../media/image321.wmf"/><Relationship Id="rId14" Type="http://schemas.openxmlformats.org/officeDocument/2006/relationships/image" Target="../media/image320.wmf"/><Relationship Id="rId13" Type="http://schemas.openxmlformats.org/officeDocument/2006/relationships/image" Target="../media/image319.wmf"/><Relationship Id="rId12" Type="http://schemas.openxmlformats.org/officeDocument/2006/relationships/image" Target="../media/image318.wmf"/><Relationship Id="rId11" Type="http://schemas.openxmlformats.org/officeDocument/2006/relationships/image" Target="../media/image317.wmf"/><Relationship Id="rId10" Type="http://schemas.openxmlformats.org/officeDocument/2006/relationships/image" Target="../media/image316.wmf"/><Relationship Id="rId1" Type="http://schemas.openxmlformats.org/officeDocument/2006/relationships/image" Target="../media/image307.wmf"/></Relationships>
</file>

<file path=ppt/drawings/_rels/vmlDrawing29.vml.rels><?xml version="1.0" encoding="UTF-8" standalone="yes"?>
<Relationships xmlns="http://schemas.openxmlformats.org/package/2006/relationships"><Relationship Id="rId5" Type="http://schemas.openxmlformats.org/officeDocument/2006/relationships/image" Target="../media/image332.wmf"/><Relationship Id="rId4" Type="http://schemas.openxmlformats.org/officeDocument/2006/relationships/image" Target="../media/image331.wmf"/><Relationship Id="rId3" Type="http://schemas.openxmlformats.org/officeDocument/2006/relationships/image" Target="../media/image330.wmf"/><Relationship Id="rId2" Type="http://schemas.openxmlformats.org/officeDocument/2006/relationships/image" Target="../media/image329.wmf"/><Relationship Id="rId1" Type="http://schemas.openxmlformats.org/officeDocument/2006/relationships/image" Target="../media/image328.wmf"/></Relationships>
</file>

<file path=ppt/drawings/_rels/vmlDrawing30.vml.rels><?xml version="1.0" encoding="UTF-8" standalone="yes"?>
<Relationships xmlns="http://schemas.openxmlformats.org/package/2006/relationships"><Relationship Id="rId3" Type="http://schemas.openxmlformats.org/officeDocument/2006/relationships/image" Target="../media/image335.wmf"/><Relationship Id="rId2" Type="http://schemas.openxmlformats.org/officeDocument/2006/relationships/image" Target="../media/image334.wmf"/><Relationship Id="rId1" Type="http://schemas.openxmlformats.org/officeDocument/2006/relationships/image" Target="../media/image333.wmf"/></Relationships>
</file>

<file path=ppt/drawings/_rels/vmlDrawing31.vml.rels><?xml version="1.0" encoding="UTF-8" standalone="yes"?>
<Relationships xmlns="http://schemas.openxmlformats.org/package/2006/relationships"><Relationship Id="rId9" Type="http://schemas.openxmlformats.org/officeDocument/2006/relationships/image" Target="../media/image344.wmf"/><Relationship Id="rId8" Type="http://schemas.openxmlformats.org/officeDocument/2006/relationships/image" Target="../media/image343.wmf"/><Relationship Id="rId7" Type="http://schemas.openxmlformats.org/officeDocument/2006/relationships/image" Target="../media/image342.wmf"/><Relationship Id="rId6" Type="http://schemas.openxmlformats.org/officeDocument/2006/relationships/image" Target="../media/image341.wmf"/><Relationship Id="rId5" Type="http://schemas.openxmlformats.org/officeDocument/2006/relationships/image" Target="../media/image340.wmf"/><Relationship Id="rId4" Type="http://schemas.openxmlformats.org/officeDocument/2006/relationships/image" Target="../media/image339.wmf"/><Relationship Id="rId3" Type="http://schemas.openxmlformats.org/officeDocument/2006/relationships/image" Target="../media/image338.wmf"/><Relationship Id="rId2" Type="http://schemas.openxmlformats.org/officeDocument/2006/relationships/image" Target="../media/image337.wmf"/><Relationship Id="rId12" Type="http://schemas.openxmlformats.org/officeDocument/2006/relationships/image" Target="../media/image347.wmf"/><Relationship Id="rId11" Type="http://schemas.openxmlformats.org/officeDocument/2006/relationships/image" Target="../media/image346.wmf"/><Relationship Id="rId10" Type="http://schemas.openxmlformats.org/officeDocument/2006/relationships/image" Target="../media/image345.wmf"/><Relationship Id="rId1" Type="http://schemas.openxmlformats.org/officeDocument/2006/relationships/image" Target="../media/image336.wmf"/></Relationships>
</file>

<file path=ppt/drawings/_rels/vmlDrawing32.vml.rels><?xml version="1.0" encoding="UTF-8" standalone="yes"?>
<Relationships xmlns="http://schemas.openxmlformats.org/package/2006/relationships"><Relationship Id="rId9" Type="http://schemas.openxmlformats.org/officeDocument/2006/relationships/image" Target="../media/image356.wmf"/><Relationship Id="rId8" Type="http://schemas.openxmlformats.org/officeDocument/2006/relationships/image" Target="../media/image355.emf"/><Relationship Id="rId7" Type="http://schemas.openxmlformats.org/officeDocument/2006/relationships/image" Target="../media/image354.wmf"/><Relationship Id="rId6" Type="http://schemas.openxmlformats.org/officeDocument/2006/relationships/image" Target="../media/image353.wmf"/><Relationship Id="rId5" Type="http://schemas.openxmlformats.org/officeDocument/2006/relationships/image" Target="../media/image352.wmf"/><Relationship Id="rId4" Type="http://schemas.openxmlformats.org/officeDocument/2006/relationships/image" Target="../media/image351.wmf"/><Relationship Id="rId3" Type="http://schemas.openxmlformats.org/officeDocument/2006/relationships/image" Target="../media/image350.wmf"/><Relationship Id="rId2" Type="http://schemas.openxmlformats.org/officeDocument/2006/relationships/image" Target="../media/image349.wmf"/><Relationship Id="rId17" Type="http://schemas.openxmlformats.org/officeDocument/2006/relationships/image" Target="../media/image364.wmf"/><Relationship Id="rId16" Type="http://schemas.openxmlformats.org/officeDocument/2006/relationships/image" Target="../media/image363.wmf"/><Relationship Id="rId15" Type="http://schemas.openxmlformats.org/officeDocument/2006/relationships/image" Target="../media/image362.wmf"/><Relationship Id="rId14" Type="http://schemas.openxmlformats.org/officeDocument/2006/relationships/image" Target="../media/image361.wmf"/><Relationship Id="rId13" Type="http://schemas.openxmlformats.org/officeDocument/2006/relationships/image" Target="../media/image360.wmf"/><Relationship Id="rId12" Type="http://schemas.openxmlformats.org/officeDocument/2006/relationships/image" Target="../media/image359.emf"/><Relationship Id="rId11" Type="http://schemas.openxmlformats.org/officeDocument/2006/relationships/image" Target="../media/image358.wmf"/><Relationship Id="rId10" Type="http://schemas.openxmlformats.org/officeDocument/2006/relationships/image" Target="../media/image357.wmf"/><Relationship Id="rId1" Type="http://schemas.openxmlformats.org/officeDocument/2006/relationships/image" Target="../media/image348.wmf"/></Relationships>
</file>

<file path=ppt/drawings/_rels/vmlDrawing33.vml.rels><?xml version="1.0" encoding="UTF-8" standalone="yes"?>
<Relationships xmlns="http://schemas.openxmlformats.org/package/2006/relationships"><Relationship Id="rId9" Type="http://schemas.openxmlformats.org/officeDocument/2006/relationships/image" Target="../media/image373.wmf"/><Relationship Id="rId8" Type="http://schemas.openxmlformats.org/officeDocument/2006/relationships/image" Target="../media/image372.wmf"/><Relationship Id="rId7" Type="http://schemas.openxmlformats.org/officeDocument/2006/relationships/image" Target="../media/image371.wmf"/><Relationship Id="rId6" Type="http://schemas.openxmlformats.org/officeDocument/2006/relationships/image" Target="../media/image370.wmf"/><Relationship Id="rId5" Type="http://schemas.openxmlformats.org/officeDocument/2006/relationships/image" Target="../media/image369.wmf"/><Relationship Id="rId4" Type="http://schemas.openxmlformats.org/officeDocument/2006/relationships/image" Target="../media/image368.wmf"/><Relationship Id="rId3" Type="http://schemas.openxmlformats.org/officeDocument/2006/relationships/image" Target="../media/image367.wmf"/><Relationship Id="rId2" Type="http://schemas.openxmlformats.org/officeDocument/2006/relationships/image" Target="../media/image366.wmf"/><Relationship Id="rId15" Type="http://schemas.openxmlformats.org/officeDocument/2006/relationships/image" Target="../media/image376.wmf"/><Relationship Id="rId14" Type="http://schemas.openxmlformats.org/officeDocument/2006/relationships/image" Target="../media/image375.wmf"/><Relationship Id="rId13" Type="http://schemas.openxmlformats.org/officeDocument/2006/relationships/image" Target="../media/image364.wmf"/><Relationship Id="rId12" Type="http://schemas.openxmlformats.org/officeDocument/2006/relationships/image" Target="../media/image363.wmf"/><Relationship Id="rId11" Type="http://schemas.openxmlformats.org/officeDocument/2006/relationships/image" Target="../media/image362.wmf"/><Relationship Id="rId10" Type="http://schemas.openxmlformats.org/officeDocument/2006/relationships/image" Target="../media/image374.wmf"/><Relationship Id="rId1" Type="http://schemas.openxmlformats.org/officeDocument/2006/relationships/image" Target="../media/image365.wmf"/></Relationships>
</file>

<file path=ppt/drawings/_rels/vmlDrawing34.vml.rels><?xml version="1.0" encoding="UTF-8" standalone="yes"?>
<Relationships xmlns="http://schemas.openxmlformats.org/package/2006/relationships"><Relationship Id="rId9" Type="http://schemas.openxmlformats.org/officeDocument/2006/relationships/image" Target="../media/image385.wmf"/><Relationship Id="rId8" Type="http://schemas.openxmlformats.org/officeDocument/2006/relationships/image" Target="../media/image384.wmf"/><Relationship Id="rId7" Type="http://schemas.openxmlformats.org/officeDocument/2006/relationships/image" Target="../media/image383.wmf"/><Relationship Id="rId6" Type="http://schemas.openxmlformats.org/officeDocument/2006/relationships/image" Target="../media/image382.wmf"/><Relationship Id="rId5" Type="http://schemas.openxmlformats.org/officeDocument/2006/relationships/image" Target="../media/image381.wmf"/><Relationship Id="rId4" Type="http://schemas.openxmlformats.org/officeDocument/2006/relationships/image" Target="../media/image380.wmf"/><Relationship Id="rId3" Type="http://schemas.openxmlformats.org/officeDocument/2006/relationships/image" Target="../media/image379.wmf"/><Relationship Id="rId2" Type="http://schemas.openxmlformats.org/officeDocument/2006/relationships/image" Target="../media/image378.wmf"/><Relationship Id="rId14" Type="http://schemas.openxmlformats.org/officeDocument/2006/relationships/image" Target="../media/image390.wmf"/><Relationship Id="rId13" Type="http://schemas.openxmlformats.org/officeDocument/2006/relationships/image" Target="../media/image389.wmf"/><Relationship Id="rId12" Type="http://schemas.openxmlformats.org/officeDocument/2006/relationships/image" Target="../media/image388.wmf"/><Relationship Id="rId11" Type="http://schemas.openxmlformats.org/officeDocument/2006/relationships/image" Target="../media/image387.wmf"/><Relationship Id="rId10" Type="http://schemas.openxmlformats.org/officeDocument/2006/relationships/image" Target="../media/image386.wmf"/><Relationship Id="rId1" Type="http://schemas.openxmlformats.org/officeDocument/2006/relationships/image" Target="../media/image377.wmf"/></Relationships>
</file>

<file path=ppt/drawings/_rels/vmlDrawing35.vml.rels><?xml version="1.0" encoding="UTF-8" standalone="yes"?>
<Relationships xmlns="http://schemas.openxmlformats.org/package/2006/relationships"><Relationship Id="rId8" Type="http://schemas.openxmlformats.org/officeDocument/2006/relationships/image" Target="../media/image398.wmf"/><Relationship Id="rId7" Type="http://schemas.openxmlformats.org/officeDocument/2006/relationships/image" Target="../media/image397.wmf"/><Relationship Id="rId6" Type="http://schemas.openxmlformats.org/officeDocument/2006/relationships/image" Target="../media/image396.wmf"/><Relationship Id="rId5" Type="http://schemas.openxmlformats.org/officeDocument/2006/relationships/image" Target="../media/image395.wmf"/><Relationship Id="rId4" Type="http://schemas.openxmlformats.org/officeDocument/2006/relationships/image" Target="../media/image394.wmf"/><Relationship Id="rId3" Type="http://schemas.openxmlformats.org/officeDocument/2006/relationships/image" Target="../media/image393.wmf"/><Relationship Id="rId2" Type="http://schemas.openxmlformats.org/officeDocument/2006/relationships/image" Target="../media/image392.wmf"/><Relationship Id="rId1" Type="http://schemas.openxmlformats.org/officeDocument/2006/relationships/image" Target="../media/image391.wmf"/></Relationships>
</file>

<file path=ppt/drawings/_rels/vmlDrawing36.vml.rels><?xml version="1.0" encoding="UTF-8" standalone="yes"?>
<Relationships xmlns="http://schemas.openxmlformats.org/package/2006/relationships"><Relationship Id="rId9" Type="http://schemas.openxmlformats.org/officeDocument/2006/relationships/image" Target="../media/image407.wmf"/><Relationship Id="rId8" Type="http://schemas.openxmlformats.org/officeDocument/2006/relationships/image" Target="../media/image406.wmf"/><Relationship Id="rId7" Type="http://schemas.openxmlformats.org/officeDocument/2006/relationships/image" Target="../media/image405.wmf"/><Relationship Id="rId6" Type="http://schemas.openxmlformats.org/officeDocument/2006/relationships/image" Target="../media/image404.wmf"/><Relationship Id="rId5" Type="http://schemas.openxmlformats.org/officeDocument/2006/relationships/image" Target="../media/image403.wmf"/><Relationship Id="rId4" Type="http://schemas.openxmlformats.org/officeDocument/2006/relationships/image" Target="../media/image402.wmf"/><Relationship Id="rId3" Type="http://schemas.openxmlformats.org/officeDocument/2006/relationships/image" Target="../media/image401.wmf"/><Relationship Id="rId2" Type="http://schemas.openxmlformats.org/officeDocument/2006/relationships/image" Target="../media/image400.wmf"/><Relationship Id="rId1" Type="http://schemas.openxmlformats.org/officeDocument/2006/relationships/image" Target="../media/image399.wmf"/></Relationships>
</file>

<file path=ppt/drawings/_rels/vmlDrawing37.vml.rels><?xml version="1.0" encoding="UTF-8" standalone="yes"?>
<Relationships xmlns="http://schemas.openxmlformats.org/package/2006/relationships"><Relationship Id="rId9" Type="http://schemas.openxmlformats.org/officeDocument/2006/relationships/image" Target="../media/image416.wmf"/><Relationship Id="rId8" Type="http://schemas.openxmlformats.org/officeDocument/2006/relationships/image" Target="../media/image415.wmf"/><Relationship Id="rId7" Type="http://schemas.openxmlformats.org/officeDocument/2006/relationships/image" Target="../media/image414.wmf"/><Relationship Id="rId6" Type="http://schemas.openxmlformats.org/officeDocument/2006/relationships/image" Target="../media/image413.wmf"/><Relationship Id="rId5" Type="http://schemas.openxmlformats.org/officeDocument/2006/relationships/image" Target="../media/image412.wmf"/><Relationship Id="rId4" Type="http://schemas.openxmlformats.org/officeDocument/2006/relationships/image" Target="../media/image411.wmf"/><Relationship Id="rId3" Type="http://schemas.openxmlformats.org/officeDocument/2006/relationships/image" Target="../media/image410.wmf"/><Relationship Id="rId2" Type="http://schemas.openxmlformats.org/officeDocument/2006/relationships/image" Target="../media/image409.wmf"/><Relationship Id="rId11" Type="http://schemas.openxmlformats.org/officeDocument/2006/relationships/image" Target="../media/image418.wmf"/><Relationship Id="rId10" Type="http://schemas.openxmlformats.org/officeDocument/2006/relationships/image" Target="../media/image417.wmf"/><Relationship Id="rId1" Type="http://schemas.openxmlformats.org/officeDocument/2006/relationships/image" Target="../media/image408.wmf"/></Relationships>
</file>

<file path=ppt/drawings/_rels/vmlDrawing38.vml.rels><?xml version="1.0" encoding="UTF-8" standalone="yes"?>
<Relationships xmlns="http://schemas.openxmlformats.org/package/2006/relationships"><Relationship Id="rId9" Type="http://schemas.openxmlformats.org/officeDocument/2006/relationships/image" Target="../media/image427.wmf"/><Relationship Id="rId8" Type="http://schemas.openxmlformats.org/officeDocument/2006/relationships/image" Target="../media/image426.wmf"/><Relationship Id="rId7" Type="http://schemas.openxmlformats.org/officeDocument/2006/relationships/image" Target="../media/image425.wmf"/><Relationship Id="rId6" Type="http://schemas.openxmlformats.org/officeDocument/2006/relationships/image" Target="../media/image424.wmf"/><Relationship Id="rId5" Type="http://schemas.openxmlformats.org/officeDocument/2006/relationships/image" Target="../media/image423.wmf"/><Relationship Id="rId4" Type="http://schemas.openxmlformats.org/officeDocument/2006/relationships/image" Target="../media/image422.wmf"/><Relationship Id="rId3" Type="http://schemas.openxmlformats.org/officeDocument/2006/relationships/image" Target="../media/image421.wmf"/><Relationship Id="rId2" Type="http://schemas.openxmlformats.org/officeDocument/2006/relationships/image" Target="../media/image420.wmf"/><Relationship Id="rId13" Type="http://schemas.openxmlformats.org/officeDocument/2006/relationships/image" Target="../media/image431.wmf"/><Relationship Id="rId12" Type="http://schemas.openxmlformats.org/officeDocument/2006/relationships/image" Target="../media/image430.wmf"/><Relationship Id="rId11" Type="http://schemas.openxmlformats.org/officeDocument/2006/relationships/image" Target="../media/image429.wmf"/><Relationship Id="rId10" Type="http://schemas.openxmlformats.org/officeDocument/2006/relationships/image" Target="../media/image428.wmf"/><Relationship Id="rId1" Type="http://schemas.openxmlformats.org/officeDocument/2006/relationships/image" Target="../media/image419.wmf"/></Relationships>
</file>

<file path=ppt/drawings/_rels/vmlDrawing39.vml.rels><?xml version="1.0" encoding="UTF-8" standalone="yes"?>
<Relationships xmlns="http://schemas.openxmlformats.org/package/2006/relationships"><Relationship Id="rId9" Type="http://schemas.openxmlformats.org/officeDocument/2006/relationships/image" Target="../media/image441.wmf"/><Relationship Id="rId8" Type="http://schemas.openxmlformats.org/officeDocument/2006/relationships/image" Target="../media/image440.wmf"/><Relationship Id="rId7" Type="http://schemas.openxmlformats.org/officeDocument/2006/relationships/image" Target="../media/image439.wmf"/><Relationship Id="rId6" Type="http://schemas.openxmlformats.org/officeDocument/2006/relationships/image" Target="../media/image437.wmf"/><Relationship Id="rId5" Type="http://schemas.openxmlformats.org/officeDocument/2006/relationships/image" Target="../media/image436.wmf"/><Relationship Id="rId4" Type="http://schemas.openxmlformats.org/officeDocument/2006/relationships/image" Target="../media/image435.wmf"/><Relationship Id="rId3" Type="http://schemas.openxmlformats.org/officeDocument/2006/relationships/image" Target="../media/image434.wmf"/><Relationship Id="rId2" Type="http://schemas.openxmlformats.org/officeDocument/2006/relationships/image" Target="../media/image433.wmf"/><Relationship Id="rId12" Type="http://schemas.openxmlformats.org/officeDocument/2006/relationships/image" Target="../media/image444.wmf"/><Relationship Id="rId11" Type="http://schemas.openxmlformats.org/officeDocument/2006/relationships/image" Target="../media/image443.wmf"/><Relationship Id="rId10" Type="http://schemas.openxmlformats.org/officeDocument/2006/relationships/image" Target="../media/image442.wmf"/><Relationship Id="rId1" Type="http://schemas.openxmlformats.org/officeDocument/2006/relationships/image" Target="../media/image432.wmf"/></Relationships>
</file>

<file path=ppt/drawings/_rels/vmlDrawing40.vml.rels><?xml version="1.0" encoding="UTF-8" standalone="yes"?>
<Relationships xmlns="http://schemas.openxmlformats.org/package/2006/relationships"><Relationship Id="rId6" Type="http://schemas.openxmlformats.org/officeDocument/2006/relationships/image" Target="../media/image450.wmf"/><Relationship Id="rId5" Type="http://schemas.openxmlformats.org/officeDocument/2006/relationships/image" Target="../media/image449.wmf"/><Relationship Id="rId4" Type="http://schemas.openxmlformats.org/officeDocument/2006/relationships/image" Target="../media/image448.wmf"/><Relationship Id="rId3" Type="http://schemas.openxmlformats.org/officeDocument/2006/relationships/image" Target="../media/image447.wmf"/><Relationship Id="rId2" Type="http://schemas.openxmlformats.org/officeDocument/2006/relationships/image" Target="../media/image446.wmf"/><Relationship Id="rId1" Type="http://schemas.openxmlformats.org/officeDocument/2006/relationships/image" Target="../media/image445.wmf"/></Relationships>
</file>

<file path=ppt/drawings/_rels/vmlDrawing41.vml.rels><?xml version="1.0" encoding="UTF-8" standalone="yes"?>
<Relationships xmlns="http://schemas.openxmlformats.org/package/2006/relationships"><Relationship Id="rId6" Type="http://schemas.openxmlformats.org/officeDocument/2006/relationships/image" Target="../media/image456.wmf"/><Relationship Id="rId5" Type="http://schemas.openxmlformats.org/officeDocument/2006/relationships/image" Target="../media/image455.wmf"/><Relationship Id="rId4" Type="http://schemas.openxmlformats.org/officeDocument/2006/relationships/image" Target="../media/image454.wmf"/><Relationship Id="rId3" Type="http://schemas.openxmlformats.org/officeDocument/2006/relationships/image" Target="../media/image453.wmf"/><Relationship Id="rId2" Type="http://schemas.openxmlformats.org/officeDocument/2006/relationships/image" Target="../media/image452.wmf"/><Relationship Id="rId1" Type="http://schemas.openxmlformats.org/officeDocument/2006/relationships/image" Target="../media/image451.wmf"/></Relationships>
</file>

<file path=ppt/drawings/_rels/vmlDrawing42.vml.rels><?xml version="1.0" encoding="UTF-8" standalone="yes"?>
<Relationships xmlns="http://schemas.openxmlformats.org/package/2006/relationships"><Relationship Id="rId2" Type="http://schemas.openxmlformats.org/officeDocument/2006/relationships/image" Target="../media/image458.wmf"/><Relationship Id="rId1" Type="http://schemas.openxmlformats.org/officeDocument/2006/relationships/image" Target="../media/image457.wmf"/></Relationships>
</file>

<file path=ppt/drawings/_rels/vmlDrawing43.vml.rels><?xml version="1.0" encoding="UTF-8" standalone="yes"?>
<Relationships xmlns="http://schemas.openxmlformats.org/package/2006/relationships"><Relationship Id="rId8" Type="http://schemas.openxmlformats.org/officeDocument/2006/relationships/image" Target="../media/image467.wmf"/><Relationship Id="rId7" Type="http://schemas.openxmlformats.org/officeDocument/2006/relationships/image" Target="../media/image466.wmf"/><Relationship Id="rId6" Type="http://schemas.openxmlformats.org/officeDocument/2006/relationships/image" Target="../media/image465.wmf"/><Relationship Id="rId5" Type="http://schemas.openxmlformats.org/officeDocument/2006/relationships/image" Target="../media/image464.wmf"/><Relationship Id="rId4" Type="http://schemas.openxmlformats.org/officeDocument/2006/relationships/image" Target="../media/image463.wmf"/><Relationship Id="rId3" Type="http://schemas.openxmlformats.org/officeDocument/2006/relationships/image" Target="../media/image462.wmf"/><Relationship Id="rId2" Type="http://schemas.openxmlformats.org/officeDocument/2006/relationships/image" Target="../media/image461.wmf"/><Relationship Id="rId1" Type="http://schemas.openxmlformats.org/officeDocument/2006/relationships/image" Target="../media/image460.wmf"/></Relationships>
</file>

<file path=ppt/drawings/_rels/vmlDrawing44.vml.rels><?xml version="1.0" encoding="UTF-8" standalone="yes"?>
<Relationships xmlns="http://schemas.openxmlformats.org/package/2006/relationships"><Relationship Id="rId5" Type="http://schemas.openxmlformats.org/officeDocument/2006/relationships/image" Target="../media/image472.wmf"/><Relationship Id="rId4" Type="http://schemas.openxmlformats.org/officeDocument/2006/relationships/image" Target="../media/image471.wmf"/><Relationship Id="rId3" Type="http://schemas.openxmlformats.org/officeDocument/2006/relationships/image" Target="../media/image470.wmf"/><Relationship Id="rId2" Type="http://schemas.openxmlformats.org/officeDocument/2006/relationships/image" Target="../media/image469.wmf"/><Relationship Id="rId1" Type="http://schemas.openxmlformats.org/officeDocument/2006/relationships/image" Target="../media/image468.wmf"/></Relationships>
</file>

<file path=ppt/drawings/_rels/vmlDrawing45.vml.rels><?xml version="1.0" encoding="UTF-8" standalone="yes"?>
<Relationships xmlns="http://schemas.openxmlformats.org/package/2006/relationships"><Relationship Id="rId3" Type="http://schemas.openxmlformats.org/officeDocument/2006/relationships/image" Target="../media/image476.wmf"/><Relationship Id="rId2" Type="http://schemas.openxmlformats.org/officeDocument/2006/relationships/image" Target="../media/image475.wmf"/><Relationship Id="rId1" Type="http://schemas.openxmlformats.org/officeDocument/2006/relationships/image" Target="../media/image474.wmf"/></Relationships>
</file>

<file path=ppt/drawings/_rels/vmlDrawing46.vml.rels><?xml version="1.0" encoding="UTF-8" standalone="yes"?>
<Relationships xmlns="http://schemas.openxmlformats.org/package/2006/relationships"><Relationship Id="rId2" Type="http://schemas.openxmlformats.org/officeDocument/2006/relationships/image" Target="../media/image479.wmf"/><Relationship Id="rId1" Type="http://schemas.openxmlformats.org/officeDocument/2006/relationships/image" Target="../media/image478.wmf"/></Relationships>
</file>

<file path=ppt/drawings/_rels/vmlDrawing47.vml.rels><?xml version="1.0" encoding="UTF-8" standalone="yes"?>
<Relationships xmlns="http://schemas.openxmlformats.org/package/2006/relationships"><Relationship Id="rId7" Type="http://schemas.openxmlformats.org/officeDocument/2006/relationships/image" Target="../media/image487.wmf"/><Relationship Id="rId6" Type="http://schemas.openxmlformats.org/officeDocument/2006/relationships/image" Target="../media/image486.wmf"/><Relationship Id="rId5" Type="http://schemas.openxmlformats.org/officeDocument/2006/relationships/image" Target="../media/image485.wmf"/><Relationship Id="rId4" Type="http://schemas.openxmlformats.org/officeDocument/2006/relationships/image" Target="../media/image484.wmf"/><Relationship Id="rId3" Type="http://schemas.openxmlformats.org/officeDocument/2006/relationships/image" Target="../media/image483.wmf"/><Relationship Id="rId2" Type="http://schemas.openxmlformats.org/officeDocument/2006/relationships/image" Target="../media/image482.wmf"/><Relationship Id="rId1" Type="http://schemas.openxmlformats.org/officeDocument/2006/relationships/image" Target="../media/image481.wmf"/></Relationships>
</file>

<file path=ppt/drawings/_rels/vmlDrawing48.vml.rels><?xml version="1.0" encoding="UTF-8" standalone="yes"?>
<Relationships xmlns="http://schemas.openxmlformats.org/package/2006/relationships"><Relationship Id="rId9" Type="http://schemas.openxmlformats.org/officeDocument/2006/relationships/image" Target="../media/image497.wmf"/><Relationship Id="rId8" Type="http://schemas.openxmlformats.org/officeDocument/2006/relationships/image" Target="../media/image496.wmf"/><Relationship Id="rId7" Type="http://schemas.openxmlformats.org/officeDocument/2006/relationships/image" Target="../media/image495.wmf"/><Relationship Id="rId6" Type="http://schemas.openxmlformats.org/officeDocument/2006/relationships/image" Target="../media/image494.wmf"/><Relationship Id="rId5" Type="http://schemas.openxmlformats.org/officeDocument/2006/relationships/image" Target="../media/image493.wmf"/><Relationship Id="rId4" Type="http://schemas.openxmlformats.org/officeDocument/2006/relationships/image" Target="../media/image492.wmf"/><Relationship Id="rId3" Type="http://schemas.openxmlformats.org/officeDocument/2006/relationships/image" Target="../media/image491.wmf"/><Relationship Id="rId2" Type="http://schemas.openxmlformats.org/officeDocument/2006/relationships/image" Target="../media/image490.wmf"/><Relationship Id="rId13" Type="http://schemas.openxmlformats.org/officeDocument/2006/relationships/image" Target="../media/image501.wmf"/><Relationship Id="rId12" Type="http://schemas.openxmlformats.org/officeDocument/2006/relationships/image" Target="../media/image500.wmf"/><Relationship Id="rId11" Type="http://schemas.openxmlformats.org/officeDocument/2006/relationships/image" Target="../media/image499.wmf"/><Relationship Id="rId10" Type="http://schemas.openxmlformats.org/officeDocument/2006/relationships/image" Target="../media/image498.wmf"/><Relationship Id="rId1" Type="http://schemas.openxmlformats.org/officeDocument/2006/relationships/image" Target="../media/image489.wmf"/></Relationships>
</file>

<file path=ppt/drawings/_rels/vmlDrawing49.vml.rels><?xml version="1.0" encoding="UTF-8" standalone="yes"?>
<Relationships xmlns="http://schemas.openxmlformats.org/package/2006/relationships"><Relationship Id="rId9" Type="http://schemas.openxmlformats.org/officeDocument/2006/relationships/image" Target="../media/image510.wmf"/><Relationship Id="rId8" Type="http://schemas.openxmlformats.org/officeDocument/2006/relationships/image" Target="../media/image509.wmf"/><Relationship Id="rId7" Type="http://schemas.openxmlformats.org/officeDocument/2006/relationships/image" Target="../media/image508.wmf"/><Relationship Id="rId6" Type="http://schemas.openxmlformats.org/officeDocument/2006/relationships/image" Target="../media/image507.wmf"/><Relationship Id="rId5" Type="http://schemas.openxmlformats.org/officeDocument/2006/relationships/image" Target="../media/image506.wmf"/><Relationship Id="rId4" Type="http://schemas.openxmlformats.org/officeDocument/2006/relationships/image" Target="../media/image505.wmf"/><Relationship Id="rId3" Type="http://schemas.openxmlformats.org/officeDocument/2006/relationships/image" Target="../media/image504.wmf"/><Relationship Id="rId2" Type="http://schemas.openxmlformats.org/officeDocument/2006/relationships/image" Target="../media/image503.wmf"/><Relationship Id="rId14" Type="http://schemas.openxmlformats.org/officeDocument/2006/relationships/image" Target="../media/image515.wmf"/><Relationship Id="rId13" Type="http://schemas.openxmlformats.org/officeDocument/2006/relationships/image" Target="../media/image514.wmf"/><Relationship Id="rId12" Type="http://schemas.openxmlformats.org/officeDocument/2006/relationships/image" Target="../media/image513.wmf"/><Relationship Id="rId11" Type="http://schemas.openxmlformats.org/officeDocument/2006/relationships/image" Target="../media/image512.wmf"/><Relationship Id="rId10" Type="http://schemas.openxmlformats.org/officeDocument/2006/relationships/image" Target="../media/image511.wmf"/><Relationship Id="rId1" Type="http://schemas.openxmlformats.org/officeDocument/2006/relationships/image" Target="../media/image502.wmf"/></Relationships>
</file>

<file path=ppt/drawings/_rels/vmlDrawing50.vml.rels><?xml version="1.0" encoding="UTF-8" standalone="yes"?>
<Relationships xmlns="http://schemas.openxmlformats.org/package/2006/relationships"><Relationship Id="rId7" Type="http://schemas.openxmlformats.org/officeDocument/2006/relationships/image" Target="../media/image522.emf"/><Relationship Id="rId6" Type="http://schemas.openxmlformats.org/officeDocument/2006/relationships/image" Target="../media/image521.wmf"/><Relationship Id="rId5" Type="http://schemas.openxmlformats.org/officeDocument/2006/relationships/image" Target="../media/image520.emf"/><Relationship Id="rId4" Type="http://schemas.openxmlformats.org/officeDocument/2006/relationships/image" Target="../media/image519.wmf"/><Relationship Id="rId3" Type="http://schemas.openxmlformats.org/officeDocument/2006/relationships/image" Target="../media/image518.wmf"/><Relationship Id="rId2" Type="http://schemas.openxmlformats.org/officeDocument/2006/relationships/image" Target="../media/image517.wmf"/><Relationship Id="rId1" Type="http://schemas.openxmlformats.org/officeDocument/2006/relationships/image" Target="../media/image516.wmf"/></Relationships>
</file>

<file path=ppt/drawings/_rels/vmlDrawing51.vml.rels><?xml version="1.0" encoding="UTF-8" standalone="yes"?>
<Relationships xmlns="http://schemas.openxmlformats.org/package/2006/relationships"><Relationship Id="rId9" Type="http://schemas.openxmlformats.org/officeDocument/2006/relationships/image" Target="../media/image531.wmf"/><Relationship Id="rId8" Type="http://schemas.openxmlformats.org/officeDocument/2006/relationships/image" Target="../media/image530.wmf"/><Relationship Id="rId7" Type="http://schemas.openxmlformats.org/officeDocument/2006/relationships/image" Target="../media/image529.wmf"/><Relationship Id="rId6" Type="http://schemas.openxmlformats.org/officeDocument/2006/relationships/image" Target="../media/image528.wmf"/><Relationship Id="rId5" Type="http://schemas.openxmlformats.org/officeDocument/2006/relationships/image" Target="../media/image527.wmf"/><Relationship Id="rId4" Type="http://schemas.openxmlformats.org/officeDocument/2006/relationships/image" Target="../media/image526.wmf"/><Relationship Id="rId3" Type="http://schemas.openxmlformats.org/officeDocument/2006/relationships/image" Target="../media/image525.wmf"/><Relationship Id="rId2" Type="http://schemas.openxmlformats.org/officeDocument/2006/relationships/image" Target="../media/image524.wmf"/><Relationship Id="rId10" Type="http://schemas.openxmlformats.org/officeDocument/2006/relationships/image" Target="../media/image532.wmf"/><Relationship Id="rId1" Type="http://schemas.openxmlformats.org/officeDocument/2006/relationships/image" Target="../media/image523.wmf"/></Relationships>
</file>

<file path=ppt/drawings/_rels/vmlDrawing52.vml.rels><?xml version="1.0" encoding="UTF-8" standalone="yes"?>
<Relationships xmlns="http://schemas.openxmlformats.org/package/2006/relationships"><Relationship Id="rId9" Type="http://schemas.openxmlformats.org/officeDocument/2006/relationships/image" Target="../media/image541.wmf"/><Relationship Id="rId8" Type="http://schemas.openxmlformats.org/officeDocument/2006/relationships/image" Target="../media/image540.wmf"/><Relationship Id="rId7" Type="http://schemas.openxmlformats.org/officeDocument/2006/relationships/image" Target="../media/image539.wmf"/><Relationship Id="rId6" Type="http://schemas.openxmlformats.org/officeDocument/2006/relationships/image" Target="../media/image538.wmf"/><Relationship Id="rId5" Type="http://schemas.openxmlformats.org/officeDocument/2006/relationships/image" Target="../media/image537.wmf"/><Relationship Id="rId4" Type="http://schemas.openxmlformats.org/officeDocument/2006/relationships/image" Target="../media/image536.wmf"/><Relationship Id="rId3" Type="http://schemas.openxmlformats.org/officeDocument/2006/relationships/image" Target="../media/image535.wmf"/><Relationship Id="rId2" Type="http://schemas.openxmlformats.org/officeDocument/2006/relationships/image" Target="../media/image534.wmf"/><Relationship Id="rId12" Type="http://schemas.openxmlformats.org/officeDocument/2006/relationships/image" Target="../media/image544.wmf"/><Relationship Id="rId11" Type="http://schemas.openxmlformats.org/officeDocument/2006/relationships/image" Target="../media/image543.wmf"/><Relationship Id="rId10" Type="http://schemas.openxmlformats.org/officeDocument/2006/relationships/image" Target="../media/image542.wmf"/><Relationship Id="rId1" Type="http://schemas.openxmlformats.org/officeDocument/2006/relationships/image" Target="../media/image533.wmf"/></Relationships>
</file>

<file path=ppt/drawings/_rels/vmlDrawing53.vml.rels><?xml version="1.0" encoding="UTF-8" standalone="yes"?>
<Relationships xmlns="http://schemas.openxmlformats.org/package/2006/relationships"><Relationship Id="rId4" Type="http://schemas.openxmlformats.org/officeDocument/2006/relationships/image" Target="../media/image549.wmf"/><Relationship Id="rId3" Type="http://schemas.openxmlformats.org/officeDocument/2006/relationships/image" Target="../media/image548.wmf"/><Relationship Id="rId2" Type="http://schemas.openxmlformats.org/officeDocument/2006/relationships/image" Target="../media/image547.wmf"/><Relationship Id="rId1" Type="http://schemas.openxmlformats.org/officeDocument/2006/relationships/image" Target="../media/image546.wmf"/></Relationships>
</file>

<file path=ppt/drawings/_rels/vmlDrawing54.vml.rels><?xml version="1.0" encoding="UTF-8" standalone="yes"?>
<Relationships xmlns="http://schemas.openxmlformats.org/package/2006/relationships"><Relationship Id="rId9" Type="http://schemas.openxmlformats.org/officeDocument/2006/relationships/image" Target="../media/image559.wmf"/><Relationship Id="rId8" Type="http://schemas.openxmlformats.org/officeDocument/2006/relationships/image" Target="../media/image558.wmf"/><Relationship Id="rId7" Type="http://schemas.openxmlformats.org/officeDocument/2006/relationships/image" Target="../media/image557.wmf"/><Relationship Id="rId6" Type="http://schemas.openxmlformats.org/officeDocument/2006/relationships/image" Target="../media/image556.wmf"/><Relationship Id="rId5" Type="http://schemas.openxmlformats.org/officeDocument/2006/relationships/image" Target="../media/image555.wmf"/><Relationship Id="rId4" Type="http://schemas.openxmlformats.org/officeDocument/2006/relationships/image" Target="../media/image554.wmf"/><Relationship Id="rId3" Type="http://schemas.openxmlformats.org/officeDocument/2006/relationships/image" Target="../media/image553.wmf"/><Relationship Id="rId2" Type="http://schemas.openxmlformats.org/officeDocument/2006/relationships/image" Target="../media/image552.wmf"/><Relationship Id="rId15" Type="http://schemas.openxmlformats.org/officeDocument/2006/relationships/image" Target="../media/image565.wmf"/><Relationship Id="rId14" Type="http://schemas.openxmlformats.org/officeDocument/2006/relationships/image" Target="../media/image564.wmf"/><Relationship Id="rId13" Type="http://schemas.openxmlformats.org/officeDocument/2006/relationships/image" Target="../media/image563.wmf"/><Relationship Id="rId12" Type="http://schemas.openxmlformats.org/officeDocument/2006/relationships/image" Target="../media/image562.wmf"/><Relationship Id="rId11" Type="http://schemas.openxmlformats.org/officeDocument/2006/relationships/image" Target="../media/image561.wmf"/><Relationship Id="rId10" Type="http://schemas.openxmlformats.org/officeDocument/2006/relationships/image" Target="../media/image560.wmf"/><Relationship Id="rId1" Type="http://schemas.openxmlformats.org/officeDocument/2006/relationships/image" Target="../media/image551.wmf"/></Relationships>
</file>

<file path=ppt/drawings/_rels/vmlDrawing55.vml.rels><?xml version="1.0" encoding="UTF-8" standalone="yes"?>
<Relationships xmlns="http://schemas.openxmlformats.org/package/2006/relationships"><Relationship Id="rId9" Type="http://schemas.openxmlformats.org/officeDocument/2006/relationships/image" Target="../media/image574.wmf"/><Relationship Id="rId8" Type="http://schemas.openxmlformats.org/officeDocument/2006/relationships/image" Target="../media/image573.wmf"/><Relationship Id="rId7" Type="http://schemas.openxmlformats.org/officeDocument/2006/relationships/image" Target="../media/image572.wmf"/><Relationship Id="rId6" Type="http://schemas.openxmlformats.org/officeDocument/2006/relationships/image" Target="../media/image571.wmf"/><Relationship Id="rId5" Type="http://schemas.openxmlformats.org/officeDocument/2006/relationships/image" Target="../media/image570.wmf"/><Relationship Id="rId4" Type="http://schemas.openxmlformats.org/officeDocument/2006/relationships/image" Target="../media/image569.wmf"/><Relationship Id="rId3" Type="http://schemas.openxmlformats.org/officeDocument/2006/relationships/image" Target="../media/image568.wmf"/><Relationship Id="rId2" Type="http://schemas.openxmlformats.org/officeDocument/2006/relationships/image" Target="../media/image567.wmf"/><Relationship Id="rId11" Type="http://schemas.openxmlformats.org/officeDocument/2006/relationships/image" Target="../media/image576.wmf"/><Relationship Id="rId10" Type="http://schemas.openxmlformats.org/officeDocument/2006/relationships/image" Target="../media/image575.wmf"/><Relationship Id="rId1" Type="http://schemas.openxmlformats.org/officeDocument/2006/relationships/image" Target="../media/image566.wmf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72.xml"/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6" Type="http://schemas.openxmlformats.org/officeDocument/2006/relationships/tags" Target="../tags/tag77.xml"/><Relationship Id="rId5" Type="http://schemas.openxmlformats.org/officeDocument/2006/relationships/tags" Target="../tags/tag76.xml"/><Relationship Id="rId4" Type="http://schemas.openxmlformats.org/officeDocument/2006/relationships/tags" Target="../tags/tag75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7" Type="http://schemas.openxmlformats.org/officeDocument/2006/relationships/tags" Target="../tags/tag83.xml"/><Relationship Id="rId6" Type="http://schemas.openxmlformats.org/officeDocument/2006/relationships/tags" Target="../tags/tag82.xml"/><Relationship Id="rId5" Type="http://schemas.openxmlformats.org/officeDocument/2006/relationships/tags" Target="../tags/tag81.xml"/><Relationship Id="rId4" Type="http://schemas.openxmlformats.org/officeDocument/2006/relationships/tags" Target="../tags/tag80.xml"/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91.xml"/><Relationship Id="rId8" Type="http://schemas.openxmlformats.org/officeDocument/2006/relationships/tags" Target="../tags/tag90.xml"/><Relationship Id="rId7" Type="http://schemas.openxmlformats.org/officeDocument/2006/relationships/tags" Target="../tags/tag89.xml"/><Relationship Id="rId6" Type="http://schemas.openxmlformats.org/officeDocument/2006/relationships/tags" Target="../tags/tag88.xml"/><Relationship Id="rId5" Type="http://schemas.openxmlformats.org/officeDocument/2006/relationships/tags" Target="../tags/tag87.xml"/><Relationship Id="rId4" Type="http://schemas.openxmlformats.org/officeDocument/2006/relationships/tags" Target="../tags/tag86.xml"/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4" Type="http://schemas.openxmlformats.org/officeDocument/2006/relationships/tags" Target="../tags/tag98.xml"/><Relationship Id="rId3" Type="http://schemas.openxmlformats.org/officeDocument/2006/relationships/tags" Target="../tags/tag97.xml"/><Relationship Id="rId2" Type="http://schemas.openxmlformats.org/officeDocument/2006/relationships/tags" Target="../tags/tag96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7" Type="http://schemas.openxmlformats.org/officeDocument/2006/relationships/tags" Target="../tags/tag104.xml"/><Relationship Id="rId6" Type="http://schemas.openxmlformats.org/officeDocument/2006/relationships/tags" Target="../tags/tag103.xml"/><Relationship Id="rId5" Type="http://schemas.openxmlformats.org/officeDocument/2006/relationships/tags" Target="../tags/tag102.xml"/><Relationship Id="rId4" Type="http://schemas.openxmlformats.org/officeDocument/2006/relationships/tags" Target="../tags/tag101.xml"/><Relationship Id="rId3" Type="http://schemas.openxmlformats.org/officeDocument/2006/relationships/tags" Target="../tags/tag100.xml"/><Relationship Id="rId2" Type="http://schemas.openxmlformats.org/officeDocument/2006/relationships/tags" Target="../tags/tag99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6" Type="http://schemas.openxmlformats.org/officeDocument/2006/relationships/tags" Target="../tags/tag109.xml"/><Relationship Id="rId5" Type="http://schemas.openxmlformats.org/officeDocument/2006/relationships/tags" Target="../tags/tag108.xml"/><Relationship Id="rId4" Type="http://schemas.openxmlformats.org/officeDocument/2006/relationships/tags" Target="../tags/tag107.xml"/><Relationship Id="rId3" Type="http://schemas.openxmlformats.org/officeDocument/2006/relationships/tags" Target="../tags/tag106.xml"/><Relationship Id="rId2" Type="http://schemas.openxmlformats.org/officeDocument/2006/relationships/tags" Target="../tags/tag105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5" Type="http://schemas.openxmlformats.org/officeDocument/2006/relationships/tags" Target="../tags/tag113.xml"/><Relationship Id="rId4" Type="http://schemas.openxmlformats.org/officeDocument/2006/relationships/tags" Target="../tags/tag112.xml"/><Relationship Id="rId3" Type="http://schemas.openxmlformats.org/officeDocument/2006/relationships/tags" Target="../tags/tag111.xml"/><Relationship Id="rId2" Type="http://schemas.openxmlformats.org/officeDocument/2006/relationships/tags" Target="../tags/tag110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6" Type="http://schemas.openxmlformats.org/officeDocument/2006/relationships/tags" Target="../tags/tag118.xml"/><Relationship Id="rId5" Type="http://schemas.openxmlformats.org/officeDocument/2006/relationships/tags" Target="../tags/tag117.xml"/><Relationship Id="rId4" Type="http://schemas.openxmlformats.org/officeDocument/2006/relationships/tags" Target="../tags/tag116.xml"/><Relationship Id="rId3" Type="http://schemas.openxmlformats.org/officeDocument/2006/relationships/tags" Target="../tags/tag115.xml"/><Relationship Id="rId2" Type="http://schemas.openxmlformats.org/officeDocument/2006/relationships/tags" Target="../tags/tag114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330" y="1555115"/>
            <a:ext cx="5233035" cy="4608195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330" y="1555115"/>
            <a:ext cx="5233035" cy="4608195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8" Type="http://schemas.openxmlformats.org/officeDocument/2006/relationships/theme" Target="../theme/theme2.xml"/><Relationship Id="rId17" Type="http://schemas.openxmlformats.org/officeDocument/2006/relationships/tags" Target="../tags/tag124.xml"/><Relationship Id="rId16" Type="http://schemas.openxmlformats.org/officeDocument/2006/relationships/tags" Target="../tags/tag123.xml"/><Relationship Id="rId15" Type="http://schemas.openxmlformats.org/officeDocument/2006/relationships/tags" Target="../tags/tag122.xml"/><Relationship Id="rId14" Type="http://schemas.openxmlformats.org/officeDocument/2006/relationships/tags" Target="../tags/tag121.xml"/><Relationship Id="rId13" Type="http://schemas.openxmlformats.org/officeDocument/2006/relationships/tags" Target="../tags/tag120.xml"/><Relationship Id="rId12" Type="http://schemas.openxmlformats.org/officeDocument/2006/relationships/tags" Target="../tags/tag119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/>
            </a:gs>
            <a:gs pos="100000">
              <a:schemeClr val="bg2">
                <a:lumMod val="8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.bin"/><Relationship Id="rId8" Type="http://schemas.openxmlformats.org/officeDocument/2006/relationships/image" Target="../media/image3.wmf"/><Relationship Id="rId7" Type="http://schemas.openxmlformats.org/officeDocument/2006/relationships/oleObject" Target="../embeddings/oleObject3.bin"/><Relationship Id="rId6" Type="http://schemas.openxmlformats.org/officeDocument/2006/relationships/image" Target="../media/image2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.wmf"/><Relationship Id="rId3" Type="http://schemas.openxmlformats.org/officeDocument/2006/relationships/oleObject" Target="../embeddings/oleObject1.bin"/><Relationship Id="rId2" Type="http://schemas.openxmlformats.org/officeDocument/2006/relationships/slide" Target="slide15.xml"/><Relationship Id="rId12" Type="http://schemas.openxmlformats.org/officeDocument/2006/relationships/vmlDrawing" Target="../drawings/vmlDrawing1.vml"/><Relationship Id="rId11" Type="http://schemas.openxmlformats.org/officeDocument/2006/relationships/slideLayout" Target="../slideLayouts/slideLayout18.xml"/><Relationship Id="rId10" Type="http://schemas.openxmlformats.org/officeDocument/2006/relationships/image" Target="../media/image4.wmf"/><Relationship Id="rId1" Type="http://schemas.openxmlformats.org/officeDocument/2006/relationships/slide" Target="slide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9.bin"/><Relationship Id="rId8" Type="http://schemas.openxmlformats.org/officeDocument/2006/relationships/image" Target="../media/image8.wmf"/><Relationship Id="rId7" Type="http://schemas.openxmlformats.org/officeDocument/2006/relationships/oleObject" Target="../embeddings/oleObject8.bin"/><Relationship Id="rId6" Type="http://schemas.openxmlformats.org/officeDocument/2006/relationships/image" Target="../media/image7.w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6.wmf"/><Relationship Id="rId32" Type="http://schemas.openxmlformats.org/officeDocument/2006/relationships/vmlDrawing" Target="../drawings/vmlDrawing2.vml"/><Relationship Id="rId31" Type="http://schemas.openxmlformats.org/officeDocument/2006/relationships/slideLayout" Target="../slideLayouts/slideLayout18.xml"/><Relationship Id="rId30" Type="http://schemas.openxmlformats.org/officeDocument/2006/relationships/image" Target="../media/image19.wmf"/><Relationship Id="rId3" Type="http://schemas.openxmlformats.org/officeDocument/2006/relationships/oleObject" Target="../embeddings/oleObject6.bin"/><Relationship Id="rId29" Type="http://schemas.openxmlformats.org/officeDocument/2006/relationships/oleObject" Target="../embeddings/oleObject19.bin"/><Relationship Id="rId28" Type="http://schemas.openxmlformats.org/officeDocument/2006/relationships/image" Target="../media/image18.wmf"/><Relationship Id="rId27" Type="http://schemas.openxmlformats.org/officeDocument/2006/relationships/oleObject" Target="../embeddings/oleObject18.bin"/><Relationship Id="rId26" Type="http://schemas.openxmlformats.org/officeDocument/2006/relationships/image" Target="../media/image17.wmf"/><Relationship Id="rId25" Type="http://schemas.openxmlformats.org/officeDocument/2006/relationships/oleObject" Target="../embeddings/oleObject17.bin"/><Relationship Id="rId24" Type="http://schemas.openxmlformats.org/officeDocument/2006/relationships/image" Target="../media/image16.wmf"/><Relationship Id="rId23" Type="http://schemas.openxmlformats.org/officeDocument/2006/relationships/oleObject" Target="../embeddings/oleObject16.bin"/><Relationship Id="rId22" Type="http://schemas.openxmlformats.org/officeDocument/2006/relationships/image" Target="../media/image15.wmf"/><Relationship Id="rId21" Type="http://schemas.openxmlformats.org/officeDocument/2006/relationships/oleObject" Target="../embeddings/oleObject15.bin"/><Relationship Id="rId20" Type="http://schemas.openxmlformats.org/officeDocument/2006/relationships/image" Target="../media/image14.wmf"/><Relationship Id="rId2" Type="http://schemas.openxmlformats.org/officeDocument/2006/relationships/image" Target="../media/image5.wmf"/><Relationship Id="rId19" Type="http://schemas.openxmlformats.org/officeDocument/2006/relationships/oleObject" Target="../embeddings/oleObject14.bin"/><Relationship Id="rId18" Type="http://schemas.openxmlformats.org/officeDocument/2006/relationships/image" Target="../media/image13.wmf"/><Relationship Id="rId17" Type="http://schemas.openxmlformats.org/officeDocument/2006/relationships/oleObject" Target="../embeddings/oleObject13.bin"/><Relationship Id="rId16" Type="http://schemas.openxmlformats.org/officeDocument/2006/relationships/image" Target="../media/image12.wmf"/><Relationship Id="rId15" Type="http://schemas.openxmlformats.org/officeDocument/2006/relationships/oleObject" Target="../embeddings/oleObject12.bin"/><Relationship Id="rId14" Type="http://schemas.openxmlformats.org/officeDocument/2006/relationships/image" Target="../media/image11.wmf"/><Relationship Id="rId13" Type="http://schemas.openxmlformats.org/officeDocument/2006/relationships/oleObject" Target="../embeddings/oleObject11.bin"/><Relationship Id="rId12" Type="http://schemas.openxmlformats.org/officeDocument/2006/relationships/image" Target="../media/image10.wmf"/><Relationship Id="rId11" Type="http://schemas.openxmlformats.org/officeDocument/2006/relationships/oleObject" Target="../embeddings/oleObject10.bin"/><Relationship Id="rId10" Type="http://schemas.openxmlformats.org/officeDocument/2006/relationships/image" Target="../media/image9.wmf"/><Relationship Id="rId1" Type="http://schemas.openxmlformats.org/officeDocument/2006/relationships/oleObject" Target="../embeddings/oleObject5.bin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4.bin"/><Relationship Id="rId8" Type="http://schemas.openxmlformats.org/officeDocument/2006/relationships/image" Target="../media/image23.wmf"/><Relationship Id="rId7" Type="http://schemas.openxmlformats.org/officeDocument/2006/relationships/oleObject" Target="../embeddings/oleObject23.bin"/><Relationship Id="rId66" Type="http://schemas.openxmlformats.org/officeDocument/2006/relationships/vmlDrawing" Target="../drawings/vmlDrawing3.vml"/><Relationship Id="rId65" Type="http://schemas.openxmlformats.org/officeDocument/2006/relationships/slideLayout" Target="../slideLayouts/slideLayout18.xml"/><Relationship Id="rId64" Type="http://schemas.openxmlformats.org/officeDocument/2006/relationships/image" Target="../media/image51.wmf"/><Relationship Id="rId63" Type="http://schemas.openxmlformats.org/officeDocument/2006/relationships/oleObject" Target="../embeddings/oleObject51.bin"/><Relationship Id="rId62" Type="http://schemas.openxmlformats.org/officeDocument/2006/relationships/image" Target="../media/image50.wmf"/><Relationship Id="rId61" Type="http://schemas.openxmlformats.org/officeDocument/2006/relationships/oleObject" Target="../embeddings/oleObject50.bin"/><Relationship Id="rId60" Type="http://schemas.openxmlformats.org/officeDocument/2006/relationships/image" Target="../media/image49.wmf"/><Relationship Id="rId6" Type="http://schemas.openxmlformats.org/officeDocument/2006/relationships/image" Target="../media/image22.wmf"/><Relationship Id="rId59" Type="http://schemas.openxmlformats.org/officeDocument/2006/relationships/oleObject" Target="../embeddings/oleObject49.bin"/><Relationship Id="rId58" Type="http://schemas.openxmlformats.org/officeDocument/2006/relationships/image" Target="../media/image48.wmf"/><Relationship Id="rId57" Type="http://schemas.openxmlformats.org/officeDocument/2006/relationships/oleObject" Target="../embeddings/oleObject48.bin"/><Relationship Id="rId56" Type="http://schemas.openxmlformats.org/officeDocument/2006/relationships/image" Target="../media/image47.wmf"/><Relationship Id="rId55" Type="http://schemas.openxmlformats.org/officeDocument/2006/relationships/oleObject" Target="../embeddings/oleObject47.bin"/><Relationship Id="rId54" Type="http://schemas.openxmlformats.org/officeDocument/2006/relationships/image" Target="../media/image46.wmf"/><Relationship Id="rId53" Type="http://schemas.openxmlformats.org/officeDocument/2006/relationships/oleObject" Target="../embeddings/oleObject46.bin"/><Relationship Id="rId52" Type="http://schemas.openxmlformats.org/officeDocument/2006/relationships/image" Target="../media/image45.wmf"/><Relationship Id="rId51" Type="http://schemas.openxmlformats.org/officeDocument/2006/relationships/oleObject" Target="../embeddings/oleObject45.bin"/><Relationship Id="rId50" Type="http://schemas.openxmlformats.org/officeDocument/2006/relationships/image" Target="../media/image44.wmf"/><Relationship Id="rId5" Type="http://schemas.openxmlformats.org/officeDocument/2006/relationships/oleObject" Target="../embeddings/oleObject22.bin"/><Relationship Id="rId49" Type="http://schemas.openxmlformats.org/officeDocument/2006/relationships/oleObject" Target="../embeddings/oleObject44.bin"/><Relationship Id="rId48" Type="http://schemas.openxmlformats.org/officeDocument/2006/relationships/image" Target="../media/image43.wmf"/><Relationship Id="rId47" Type="http://schemas.openxmlformats.org/officeDocument/2006/relationships/oleObject" Target="../embeddings/oleObject43.bin"/><Relationship Id="rId46" Type="http://schemas.openxmlformats.org/officeDocument/2006/relationships/image" Target="../media/image42.wmf"/><Relationship Id="rId45" Type="http://schemas.openxmlformats.org/officeDocument/2006/relationships/oleObject" Target="../embeddings/oleObject42.bin"/><Relationship Id="rId44" Type="http://schemas.openxmlformats.org/officeDocument/2006/relationships/image" Target="../media/image41.wmf"/><Relationship Id="rId43" Type="http://schemas.openxmlformats.org/officeDocument/2006/relationships/oleObject" Target="../embeddings/oleObject41.bin"/><Relationship Id="rId42" Type="http://schemas.openxmlformats.org/officeDocument/2006/relationships/image" Target="../media/image40.wmf"/><Relationship Id="rId41" Type="http://schemas.openxmlformats.org/officeDocument/2006/relationships/oleObject" Target="../embeddings/oleObject40.bin"/><Relationship Id="rId40" Type="http://schemas.openxmlformats.org/officeDocument/2006/relationships/image" Target="../media/image39.wmf"/><Relationship Id="rId4" Type="http://schemas.openxmlformats.org/officeDocument/2006/relationships/image" Target="../media/image21.wmf"/><Relationship Id="rId39" Type="http://schemas.openxmlformats.org/officeDocument/2006/relationships/oleObject" Target="../embeddings/oleObject39.bin"/><Relationship Id="rId38" Type="http://schemas.openxmlformats.org/officeDocument/2006/relationships/image" Target="../media/image38.wmf"/><Relationship Id="rId37" Type="http://schemas.openxmlformats.org/officeDocument/2006/relationships/oleObject" Target="../embeddings/oleObject38.bin"/><Relationship Id="rId36" Type="http://schemas.openxmlformats.org/officeDocument/2006/relationships/image" Target="../media/image37.wmf"/><Relationship Id="rId35" Type="http://schemas.openxmlformats.org/officeDocument/2006/relationships/oleObject" Target="../embeddings/oleObject37.bin"/><Relationship Id="rId34" Type="http://schemas.openxmlformats.org/officeDocument/2006/relationships/image" Target="../media/image36.wmf"/><Relationship Id="rId33" Type="http://schemas.openxmlformats.org/officeDocument/2006/relationships/oleObject" Target="../embeddings/oleObject36.bin"/><Relationship Id="rId32" Type="http://schemas.openxmlformats.org/officeDocument/2006/relationships/image" Target="../media/image35.wmf"/><Relationship Id="rId31" Type="http://schemas.openxmlformats.org/officeDocument/2006/relationships/oleObject" Target="../embeddings/oleObject35.bin"/><Relationship Id="rId30" Type="http://schemas.openxmlformats.org/officeDocument/2006/relationships/image" Target="../media/image34.wmf"/><Relationship Id="rId3" Type="http://schemas.openxmlformats.org/officeDocument/2006/relationships/oleObject" Target="../embeddings/oleObject21.bin"/><Relationship Id="rId29" Type="http://schemas.openxmlformats.org/officeDocument/2006/relationships/oleObject" Target="../embeddings/oleObject34.bin"/><Relationship Id="rId28" Type="http://schemas.openxmlformats.org/officeDocument/2006/relationships/image" Target="../media/image33.wmf"/><Relationship Id="rId27" Type="http://schemas.openxmlformats.org/officeDocument/2006/relationships/oleObject" Target="../embeddings/oleObject33.bin"/><Relationship Id="rId26" Type="http://schemas.openxmlformats.org/officeDocument/2006/relationships/image" Target="../media/image32.wmf"/><Relationship Id="rId25" Type="http://schemas.openxmlformats.org/officeDocument/2006/relationships/oleObject" Target="../embeddings/oleObject32.bin"/><Relationship Id="rId24" Type="http://schemas.openxmlformats.org/officeDocument/2006/relationships/image" Target="../media/image31.wmf"/><Relationship Id="rId23" Type="http://schemas.openxmlformats.org/officeDocument/2006/relationships/oleObject" Target="../embeddings/oleObject31.bin"/><Relationship Id="rId22" Type="http://schemas.openxmlformats.org/officeDocument/2006/relationships/image" Target="../media/image30.wmf"/><Relationship Id="rId21" Type="http://schemas.openxmlformats.org/officeDocument/2006/relationships/oleObject" Target="../embeddings/oleObject30.bin"/><Relationship Id="rId20" Type="http://schemas.openxmlformats.org/officeDocument/2006/relationships/image" Target="../media/image29.wmf"/><Relationship Id="rId2" Type="http://schemas.openxmlformats.org/officeDocument/2006/relationships/image" Target="../media/image20.wmf"/><Relationship Id="rId19" Type="http://schemas.openxmlformats.org/officeDocument/2006/relationships/oleObject" Target="../embeddings/oleObject29.bin"/><Relationship Id="rId18" Type="http://schemas.openxmlformats.org/officeDocument/2006/relationships/image" Target="../media/image28.wmf"/><Relationship Id="rId17" Type="http://schemas.openxmlformats.org/officeDocument/2006/relationships/oleObject" Target="../embeddings/oleObject28.bin"/><Relationship Id="rId16" Type="http://schemas.openxmlformats.org/officeDocument/2006/relationships/image" Target="../media/image27.wmf"/><Relationship Id="rId15" Type="http://schemas.openxmlformats.org/officeDocument/2006/relationships/oleObject" Target="../embeddings/oleObject27.bin"/><Relationship Id="rId14" Type="http://schemas.openxmlformats.org/officeDocument/2006/relationships/image" Target="../media/image26.wmf"/><Relationship Id="rId13" Type="http://schemas.openxmlformats.org/officeDocument/2006/relationships/oleObject" Target="../embeddings/oleObject26.bin"/><Relationship Id="rId12" Type="http://schemas.openxmlformats.org/officeDocument/2006/relationships/image" Target="../media/image25.wmf"/><Relationship Id="rId11" Type="http://schemas.openxmlformats.org/officeDocument/2006/relationships/oleObject" Target="../embeddings/oleObject25.bin"/><Relationship Id="rId10" Type="http://schemas.openxmlformats.org/officeDocument/2006/relationships/image" Target="../media/image24.wmf"/><Relationship Id="rId1" Type="http://schemas.openxmlformats.org/officeDocument/2006/relationships/oleObject" Target="../embeddings/oleObject20.bin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6.bin"/><Relationship Id="rId8" Type="http://schemas.openxmlformats.org/officeDocument/2006/relationships/image" Target="../media/image55.wmf"/><Relationship Id="rId7" Type="http://schemas.openxmlformats.org/officeDocument/2006/relationships/oleObject" Target="../embeddings/oleObject55.bin"/><Relationship Id="rId6" Type="http://schemas.openxmlformats.org/officeDocument/2006/relationships/image" Target="../media/image54.wmf"/><Relationship Id="rId5" Type="http://schemas.openxmlformats.org/officeDocument/2006/relationships/oleObject" Target="../embeddings/oleObject54.bin"/><Relationship Id="rId4" Type="http://schemas.openxmlformats.org/officeDocument/2006/relationships/image" Target="../media/image53.wmf"/><Relationship Id="rId32" Type="http://schemas.openxmlformats.org/officeDocument/2006/relationships/vmlDrawing" Target="../drawings/vmlDrawing4.vml"/><Relationship Id="rId31" Type="http://schemas.openxmlformats.org/officeDocument/2006/relationships/slideLayout" Target="../slideLayouts/slideLayout18.xml"/><Relationship Id="rId30" Type="http://schemas.openxmlformats.org/officeDocument/2006/relationships/image" Target="../media/image66.wmf"/><Relationship Id="rId3" Type="http://schemas.openxmlformats.org/officeDocument/2006/relationships/oleObject" Target="../embeddings/oleObject53.bin"/><Relationship Id="rId29" Type="http://schemas.openxmlformats.org/officeDocument/2006/relationships/oleObject" Target="../embeddings/oleObject66.bin"/><Relationship Id="rId28" Type="http://schemas.openxmlformats.org/officeDocument/2006/relationships/image" Target="../media/image65.wmf"/><Relationship Id="rId27" Type="http://schemas.openxmlformats.org/officeDocument/2006/relationships/oleObject" Target="../embeddings/oleObject65.bin"/><Relationship Id="rId26" Type="http://schemas.openxmlformats.org/officeDocument/2006/relationships/image" Target="../media/image64.wmf"/><Relationship Id="rId25" Type="http://schemas.openxmlformats.org/officeDocument/2006/relationships/oleObject" Target="../embeddings/oleObject64.bin"/><Relationship Id="rId24" Type="http://schemas.openxmlformats.org/officeDocument/2006/relationships/image" Target="../media/image63.wmf"/><Relationship Id="rId23" Type="http://schemas.openxmlformats.org/officeDocument/2006/relationships/oleObject" Target="../embeddings/oleObject63.bin"/><Relationship Id="rId22" Type="http://schemas.openxmlformats.org/officeDocument/2006/relationships/image" Target="../media/image62.wmf"/><Relationship Id="rId21" Type="http://schemas.openxmlformats.org/officeDocument/2006/relationships/oleObject" Target="../embeddings/oleObject62.bin"/><Relationship Id="rId20" Type="http://schemas.openxmlformats.org/officeDocument/2006/relationships/image" Target="../media/image61.wmf"/><Relationship Id="rId2" Type="http://schemas.openxmlformats.org/officeDocument/2006/relationships/image" Target="../media/image52.wmf"/><Relationship Id="rId19" Type="http://schemas.openxmlformats.org/officeDocument/2006/relationships/oleObject" Target="../embeddings/oleObject61.bin"/><Relationship Id="rId18" Type="http://schemas.openxmlformats.org/officeDocument/2006/relationships/image" Target="../media/image60.wmf"/><Relationship Id="rId17" Type="http://schemas.openxmlformats.org/officeDocument/2006/relationships/oleObject" Target="../embeddings/oleObject60.bin"/><Relationship Id="rId16" Type="http://schemas.openxmlformats.org/officeDocument/2006/relationships/image" Target="../media/image59.wmf"/><Relationship Id="rId15" Type="http://schemas.openxmlformats.org/officeDocument/2006/relationships/oleObject" Target="../embeddings/oleObject59.bin"/><Relationship Id="rId14" Type="http://schemas.openxmlformats.org/officeDocument/2006/relationships/image" Target="../media/image58.wmf"/><Relationship Id="rId13" Type="http://schemas.openxmlformats.org/officeDocument/2006/relationships/oleObject" Target="../embeddings/oleObject58.bin"/><Relationship Id="rId12" Type="http://schemas.openxmlformats.org/officeDocument/2006/relationships/image" Target="../media/image57.wmf"/><Relationship Id="rId11" Type="http://schemas.openxmlformats.org/officeDocument/2006/relationships/oleObject" Target="../embeddings/oleObject57.bin"/><Relationship Id="rId10" Type="http://schemas.openxmlformats.org/officeDocument/2006/relationships/image" Target="../media/image56.wmf"/><Relationship Id="rId1" Type="http://schemas.openxmlformats.org/officeDocument/2006/relationships/oleObject" Target="../embeddings/oleObject52.bin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71.bin"/><Relationship Id="rId8" Type="http://schemas.openxmlformats.org/officeDocument/2006/relationships/image" Target="../media/image70.wmf"/><Relationship Id="rId7" Type="http://schemas.openxmlformats.org/officeDocument/2006/relationships/oleObject" Target="../embeddings/oleObject70.bin"/><Relationship Id="rId6" Type="http://schemas.openxmlformats.org/officeDocument/2006/relationships/image" Target="../media/image69.wmf"/><Relationship Id="rId5" Type="http://schemas.openxmlformats.org/officeDocument/2006/relationships/oleObject" Target="../embeddings/oleObject69.bin"/><Relationship Id="rId4" Type="http://schemas.openxmlformats.org/officeDocument/2006/relationships/image" Target="../media/image68.wmf"/><Relationship Id="rId34" Type="http://schemas.openxmlformats.org/officeDocument/2006/relationships/vmlDrawing" Target="../drawings/vmlDrawing5.vml"/><Relationship Id="rId33" Type="http://schemas.openxmlformats.org/officeDocument/2006/relationships/slideLayout" Target="../slideLayouts/slideLayout18.xml"/><Relationship Id="rId32" Type="http://schemas.openxmlformats.org/officeDocument/2006/relationships/image" Target="../media/image82.wmf"/><Relationship Id="rId31" Type="http://schemas.openxmlformats.org/officeDocument/2006/relationships/oleObject" Target="../embeddings/oleObject82.bin"/><Relationship Id="rId30" Type="http://schemas.openxmlformats.org/officeDocument/2006/relationships/image" Target="../media/image81.wmf"/><Relationship Id="rId3" Type="http://schemas.openxmlformats.org/officeDocument/2006/relationships/oleObject" Target="../embeddings/oleObject68.bin"/><Relationship Id="rId29" Type="http://schemas.openxmlformats.org/officeDocument/2006/relationships/oleObject" Target="../embeddings/oleObject81.bin"/><Relationship Id="rId28" Type="http://schemas.openxmlformats.org/officeDocument/2006/relationships/image" Target="../media/image80.wmf"/><Relationship Id="rId27" Type="http://schemas.openxmlformats.org/officeDocument/2006/relationships/oleObject" Target="../embeddings/oleObject80.bin"/><Relationship Id="rId26" Type="http://schemas.openxmlformats.org/officeDocument/2006/relationships/image" Target="../media/image79.wmf"/><Relationship Id="rId25" Type="http://schemas.openxmlformats.org/officeDocument/2006/relationships/oleObject" Target="../embeddings/oleObject79.bin"/><Relationship Id="rId24" Type="http://schemas.openxmlformats.org/officeDocument/2006/relationships/image" Target="../media/image78.wmf"/><Relationship Id="rId23" Type="http://schemas.openxmlformats.org/officeDocument/2006/relationships/oleObject" Target="../embeddings/oleObject78.bin"/><Relationship Id="rId22" Type="http://schemas.openxmlformats.org/officeDocument/2006/relationships/image" Target="../media/image77.wmf"/><Relationship Id="rId21" Type="http://schemas.openxmlformats.org/officeDocument/2006/relationships/oleObject" Target="../embeddings/oleObject77.bin"/><Relationship Id="rId20" Type="http://schemas.openxmlformats.org/officeDocument/2006/relationships/image" Target="../media/image76.wmf"/><Relationship Id="rId2" Type="http://schemas.openxmlformats.org/officeDocument/2006/relationships/image" Target="../media/image67.wmf"/><Relationship Id="rId19" Type="http://schemas.openxmlformats.org/officeDocument/2006/relationships/oleObject" Target="../embeddings/oleObject76.bin"/><Relationship Id="rId18" Type="http://schemas.openxmlformats.org/officeDocument/2006/relationships/image" Target="../media/image75.wmf"/><Relationship Id="rId17" Type="http://schemas.openxmlformats.org/officeDocument/2006/relationships/oleObject" Target="../embeddings/oleObject75.bin"/><Relationship Id="rId16" Type="http://schemas.openxmlformats.org/officeDocument/2006/relationships/image" Target="../media/image74.wmf"/><Relationship Id="rId15" Type="http://schemas.openxmlformats.org/officeDocument/2006/relationships/oleObject" Target="../embeddings/oleObject74.bin"/><Relationship Id="rId14" Type="http://schemas.openxmlformats.org/officeDocument/2006/relationships/image" Target="../media/image73.wmf"/><Relationship Id="rId13" Type="http://schemas.openxmlformats.org/officeDocument/2006/relationships/oleObject" Target="../embeddings/oleObject73.bin"/><Relationship Id="rId12" Type="http://schemas.openxmlformats.org/officeDocument/2006/relationships/image" Target="../media/image72.wmf"/><Relationship Id="rId11" Type="http://schemas.openxmlformats.org/officeDocument/2006/relationships/oleObject" Target="../embeddings/oleObject72.bin"/><Relationship Id="rId10" Type="http://schemas.openxmlformats.org/officeDocument/2006/relationships/image" Target="../media/image71.wmf"/><Relationship Id="rId1" Type="http://schemas.openxmlformats.org/officeDocument/2006/relationships/oleObject" Target="../embeddings/oleObject67.bin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87.bin"/><Relationship Id="rId8" Type="http://schemas.openxmlformats.org/officeDocument/2006/relationships/image" Target="../media/image86.wmf"/><Relationship Id="rId7" Type="http://schemas.openxmlformats.org/officeDocument/2006/relationships/oleObject" Target="../embeddings/oleObject86.bin"/><Relationship Id="rId6" Type="http://schemas.openxmlformats.org/officeDocument/2006/relationships/image" Target="../media/image85.wmf"/><Relationship Id="rId5" Type="http://schemas.openxmlformats.org/officeDocument/2006/relationships/oleObject" Target="../embeddings/oleObject85.bin"/><Relationship Id="rId4" Type="http://schemas.openxmlformats.org/officeDocument/2006/relationships/image" Target="../media/image84.wmf"/><Relationship Id="rId30" Type="http://schemas.openxmlformats.org/officeDocument/2006/relationships/vmlDrawing" Target="../drawings/vmlDrawing6.vml"/><Relationship Id="rId3" Type="http://schemas.openxmlformats.org/officeDocument/2006/relationships/oleObject" Target="../embeddings/oleObject84.bin"/><Relationship Id="rId29" Type="http://schemas.openxmlformats.org/officeDocument/2006/relationships/slideLayout" Target="../slideLayouts/slideLayout18.xml"/><Relationship Id="rId28" Type="http://schemas.openxmlformats.org/officeDocument/2006/relationships/image" Target="../media/image96.wmf"/><Relationship Id="rId27" Type="http://schemas.openxmlformats.org/officeDocument/2006/relationships/oleObject" Target="../embeddings/oleObject96.bin"/><Relationship Id="rId26" Type="http://schemas.openxmlformats.org/officeDocument/2006/relationships/image" Target="../media/image95.wmf"/><Relationship Id="rId25" Type="http://schemas.openxmlformats.org/officeDocument/2006/relationships/oleObject" Target="../embeddings/oleObject95.bin"/><Relationship Id="rId24" Type="http://schemas.openxmlformats.org/officeDocument/2006/relationships/image" Target="../media/image94.wmf"/><Relationship Id="rId23" Type="http://schemas.openxmlformats.org/officeDocument/2006/relationships/oleObject" Target="../embeddings/oleObject94.bin"/><Relationship Id="rId22" Type="http://schemas.openxmlformats.org/officeDocument/2006/relationships/image" Target="../media/image93.wmf"/><Relationship Id="rId21" Type="http://schemas.openxmlformats.org/officeDocument/2006/relationships/oleObject" Target="../embeddings/oleObject93.bin"/><Relationship Id="rId20" Type="http://schemas.openxmlformats.org/officeDocument/2006/relationships/image" Target="../media/image92.wmf"/><Relationship Id="rId2" Type="http://schemas.openxmlformats.org/officeDocument/2006/relationships/image" Target="../media/image83.wmf"/><Relationship Id="rId19" Type="http://schemas.openxmlformats.org/officeDocument/2006/relationships/oleObject" Target="../embeddings/oleObject92.bin"/><Relationship Id="rId18" Type="http://schemas.openxmlformats.org/officeDocument/2006/relationships/image" Target="../media/image91.wmf"/><Relationship Id="rId17" Type="http://schemas.openxmlformats.org/officeDocument/2006/relationships/oleObject" Target="../embeddings/oleObject91.bin"/><Relationship Id="rId16" Type="http://schemas.openxmlformats.org/officeDocument/2006/relationships/image" Target="../media/image90.wmf"/><Relationship Id="rId15" Type="http://schemas.openxmlformats.org/officeDocument/2006/relationships/oleObject" Target="../embeddings/oleObject90.bin"/><Relationship Id="rId14" Type="http://schemas.openxmlformats.org/officeDocument/2006/relationships/image" Target="../media/image89.wmf"/><Relationship Id="rId13" Type="http://schemas.openxmlformats.org/officeDocument/2006/relationships/oleObject" Target="../embeddings/oleObject89.bin"/><Relationship Id="rId12" Type="http://schemas.openxmlformats.org/officeDocument/2006/relationships/image" Target="../media/image88.wmf"/><Relationship Id="rId11" Type="http://schemas.openxmlformats.org/officeDocument/2006/relationships/oleObject" Target="../embeddings/oleObject88.bin"/><Relationship Id="rId10" Type="http://schemas.openxmlformats.org/officeDocument/2006/relationships/image" Target="../media/image87.wmf"/><Relationship Id="rId1" Type="http://schemas.openxmlformats.org/officeDocument/2006/relationships/oleObject" Target="../embeddings/oleObject83.bin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01.bin"/><Relationship Id="rId8" Type="http://schemas.openxmlformats.org/officeDocument/2006/relationships/image" Target="../media/image100.wmf"/><Relationship Id="rId7" Type="http://schemas.openxmlformats.org/officeDocument/2006/relationships/oleObject" Target="../embeddings/oleObject100.bin"/><Relationship Id="rId6" Type="http://schemas.openxmlformats.org/officeDocument/2006/relationships/image" Target="../media/image99.wmf"/><Relationship Id="rId5" Type="http://schemas.openxmlformats.org/officeDocument/2006/relationships/oleObject" Target="../embeddings/oleObject99.bin"/><Relationship Id="rId4" Type="http://schemas.openxmlformats.org/officeDocument/2006/relationships/image" Target="../media/image98.wmf"/><Relationship Id="rId3" Type="http://schemas.openxmlformats.org/officeDocument/2006/relationships/oleObject" Target="../embeddings/oleObject98.bin"/><Relationship Id="rId2" Type="http://schemas.openxmlformats.org/officeDocument/2006/relationships/image" Target="../media/image97.wmf"/><Relationship Id="rId16" Type="http://schemas.openxmlformats.org/officeDocument/2006/relationships/vmlDrawing" Target="../drawings/vmlDrawing7.vml"/><Relationship Id="rId15" Type="http://schemas.openxmlformats.org/officeDocument/2006/relationships/slideLayout" Target="../slideLayouts/slideLayout18.xml"/><Relationship Id="rId14" Type="http://schemas.openxmlformats.org/officeDocument/2006/relationships/image" Target="../media/image103.wmf"/><Relationship Id="rId13" Type="http://schemas.openxmlformats.org/officeDocument/2006/relationships/oleObject" Target="../embeddings/oleObject103.bin"/><Relationship Id="rId12" Type="http://schemas.openxmlformats.org/officeDocument/2006/relationships/image" Target="../media/image102.wmf"/><Relationship Id="rId11" Type="http://schemas.openxmlformats.org/officeDocument/2006/relationships/oleObject" Target="../embeddings/oleObject102.bin"/><Relationship Id="rId10" Type="http://schemas.openxmlformats.org/officeDocument/2006/relationships/image" Target="../media/image101.wmf"/><Relationship Id="rId1" Type="http://schemas.openxmlformats.org/officeDocument/2006/relationships/oleObject" Target="../embeddings/oleObject97.bin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08.bin"/><Relationship Id="rId8" Type="http://schemas.openxmlformats.org/officeDocument/2006/relationships/image" Target="../media/image107.wmf"/><Relationship Id="rId7" Type="http://schemas.openxmlformats.org/officeDocument/2006/relationships/oleObject" Target="../embeddings/oleObject107.bin"/><Relationship Id="rId6" Type="http://schemas.openxmlformats.org/officeDocument/2006/relationships/image" Target="../media/image106.wmf"/><Relationship Id="rId5" Type="http://schemas.openxmlformats.org/officeDocument/2006/relationships/oleObject" Target="../embeddings/oleObject106.bin"/><Relationship Id="rId4" Type="http://schemas.openxmlformats.org/officeDocument/2006/relationships/image" Target="../media/image105.wmf"/><Relationship Id="rId3" Type="http://schemas.openxmlformats.org/officeDocument/2006/relationships/oleObject" Target="../embeddings/oleObject105.bin"/><Relationship Id="rId2" Type="http://schemas.openxmlformats.org/officeDocument/2006/relationships/image" Target="../media/image104.wmf"/><Relationship Id="rId16" Type="http://schemas.openxmlformats.org/officeDocument/2006/relationships/vmlDrawing" Target="../drawings/vmlDrawing8.vml"/><Relationship Id="rId15" Type="http://schemas.openxmlformats.org/officeDocument/2006/relationships/slideLayout" Target="../slideLayouts/slideLayout18.xml"/><Relationship Id="rId14" Type="http://schemas.openxmlformats.org/officeDocument/2006/relationships/image" Target="../media/image110.wmf"/><Relationship Id="rId13" Type="http://schemas.openxmlformats.org/officeDocument/2006/relationships/oleObject" Target="../embeddings/oleObject110.bin"/><Relationship Id="rId12" Type="http://schemas.openxmlformats.org/officeDocument/2006/relationships/image" Target="../media/image109.wmf"/><Relationship Id="rId11" Type="http://schemas.openxmlformats.org/officeDocument/2006/relationships/oleObject" Target="../embeddings/oleObject109.bin"/><Relationship Id="rId10" Type="http://schemas.openxmlformats.org/officeDocument/2006/relationships/image" Target="../media/image108.wmf"/><Relationship Id="rId1" Type="http://schemas.openxmlformats.org/officeDocument/2006/relationships/oleObject" Target="../embeddings/oleObject104.bin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15.bin"/><Relationship Id="rId8" Type="http://schemas.openxmlformats.org/officeDocument/2006/relationships/image" Target="../media/image114.wmf"/><Relationship Id="rId7" Type="http://schemas.openxmlformats.org/officeDocument/2006/relationships/oleObject" Target="../embeddings/oleObject114.bin"/><Relationship Id="rId6" Type="http://schemas.openxmlformats.org/officeDocument/2006/relationships/image" Target="../media/image113.wmf"/><Relationship Id="rId5" Type="http://schemas.openxmlformats.org/officeDocument/2006/relationships/oleObject" Target="../embeddings/oleObject113.bin"/><Relationship Id="rId4" Type="http://schemas.openxmlformats.org/officeDocument/2006/relationships/image" Target="../media/image112.wmf"/><Relationship Id="rId3" Type="http://schemas.openxmlformats.org/officeDocument/2006/relationships/oleObject" Target="../embeddings/oleObject112.bin"/><Relationship Id="rId2" Type="http://schemas.openxmlformats.org/officeDocument/2006/relationships/image" Target="../media/image111.wmf"/><Relationship Id="rId12" Type="http://schemas.openxmlformats.org/officeDocument/2006/relationships/vmlDrawing" Target="../drawings/vmlDrawing9.vml"/><Relationship Id="rId11" Type="http://schemas.openxmlformats.org/officeDocument/2006/relationships/slideLayout" Target="../slideLayouts/slideLayout18.xml"/><Relationship Id="rId10" Type="http://schemas.openxmlformats.org/officeDocument/2006/relationships/image" Target="../media/image115.wmf"/><Relationship Id="rId1" Type="http://schemas.openxmlformats.org/officeDocument/2006/relationships/oleObject" Target="../embeddings/oleObject111.bin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8.xml"/><Relationship Id="rId6" Type="http://schemas.openxmlformats.org/officeDocument/2006/relationships/image" Target="../media/image121.png"/><Relationship Id="rId5" Type="http://schemas.openxmlformats.org/officeDocument/2006/relationships/image" Target="../media/image120.png"/><Relationship Id="rId4" Type="http://schemas.openxmlformats.org/officeDocument/2006/relationships/image" Target="../media/image119.png"/><Relationship Id="rId3" Type="http://schemas.openxmlformats.org/officeDocument/2006/relationships/image" Target="../media/image118.png"/><Relationship Id="rId2" Type="http://schemas.openxmlformats.org/officeDocument/2006/relationships/image" Target="../media/image117.png"/><Relationship Id="rId1" Type="http://schemas.openxmlformats.org/officeDocument/2006/relationships/image" Target="../media/image11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slide" Target="slide12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8.xml"/><Relationship Id="rId3" Type="http://schemas.openxmlformats.org/officeDocument/2006/relationships/slide" Target="slide28.xml"/><Relationship Id="rId2" Type="http://schemas.openxmlformats.org/officeDocument/2006/relationships/slide" Target="slide17.xml"/><Relationship Id="rId1" Type="http://schemas.openxmlformats.org/officeDocument/2006/relationships/slide" Target="slide13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20.bin"/><Relationship Id="rId8" Type="http://schemas.openxmlformats.org/officeDocument/2006/relationships/image" Target="../media/image125.wmf"/><Relationship Id="rId7" Type="http://schemas.openxmlformats.org/officeDocument/2006/relationships/oleObject" Target="../embeddings/oleObject119.bin"/><Relationship Id="rId6" Type="http://schemas.openxmlformats.org/officeDocument/2006/relationships/image" Target="../media/image124.wmf"/><Relationship Id="rId5" Type="http://schemas.openxmlformats.org/officeDocument/2006/relationships/oleObject" Target="../embeddings/oleObject118.bin"/><Relationship Id="rId4" Type="http://schemas.openxmlformats.org/officeDocument/2006/relationships/image" Target="../media/image123.wmf"/><Relationship Id="rId3" Type="http://schemas.openxmlformats.org/officeDocument/2006/relationships/oleObject" Target="../embeddings/oleObject117.bin"/><Relationship Id="rId2" Type="http://schemas.openxmlformats.org/officeDocument/2006/relationships/image" Target="../media/image122.wmf"/><Relationship Id="rId14" Type="http://schemas.openxmlformats.org/officeDocument/2006/relationships/vmlDrawing" Target="../drawings/vmlDrawing10.vml"/><Relationship Id="rId13" Type="http://schemas.openxmlformats.org/officeDocument/2006/relationships/slideLayout" Target="../slideLayouts/slideLayout18.xml"/><Relationship Id="rId12" Type="http://schemas.openxmlformats.org/officeDocument/2006/relationships/image" Target="../media/image127.wmf"/><Relationship Id="rId11" Type="http://schemas.openxmlformats.org/officeDocument/2006/relationships/oleObject" Target="../embeddings/oleObject121.bin"/><Relationship Id="rId10" Type="http://schemas.openxmlformats.org/officeDocument/2006/relationships/image" Target="../media/image126.wmf"/><Relationship Id="rId1" Type="http://schemas.openxmlformats.org/officeDocument/2006/relationships/oleObject" Target="../embeddings/oleObject116.bin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26.bin"/><Relationship Id="rId8" Type="http://schemas.openxmlformats.org/officeDocument/2006/relationships/image" Target="../media/image131.wmf"/><Relationship Id="rId7" Type="http://schemas.openxmlformats.org/officeDocument/2006/relationships/oleObject" Target="../embeddings/oleObject125.bin"/><Relationship Id="rId6" Type="http://schemas.openxmlformats.org/officeDocument/2006/relationships/image" Target="../media/image130.wmf"/><Relationship Id="rId5" Type="http://schemas.openxmlformats.org/officeDocument/2006/relationships/oleObject" Target="../embeddings/oleObject124.bin"/><Relationship Id="rId4" Type="http://schemas.openxmlformats.org/officeDocument/2006/relationships/image" Target="../media/image129.wmf"/><Relationship Id="rId32" Type="http://schemas.openxmlformats.org/officeDocument/2006/relationships/vmlDrawing" Target="../drawings/vmlDrawing11.vml"/><Relationship Id="rId31" Type="http://schemas.openxmlformats.org/officeDocument/2006/relationships/slideLayout" Target="../slideLayouts/slideLayout18.xml"/><Relationship Id="rId30" Type="http://schemas.openxmlformats.org/officeDocument/2006/relationships/image" Target="../media/image142.wmf"/><Relationship Id="rId3" Type="http://schemas.openxmlformats.org/officeDocument/2006/relationships/oleObject" Target="../embeddings/oleObject123.bin"/><Relationship Id="rId29" Type="http://schemas.openxmlformats.org/officeDocument/2006/relationships/oleObject" Target="../embeddings/oleObject136.bin"/><Relationship Id="rId28" Type="http://schemas.openxmlformats.org/officeDocument/2006/relationships/image" Target="../media/image141.wmf"/><Relationship Id="rId27" Type="http://schemas.openxmlformats.org/officeDocument/2006/relationships/oleObject" Target="../embeddings/oleObject135.bin"/><Relationship Id="rId26" Type="http://schemas.openxmlformats.org/officeDocument/2006/relationships/image" Target="../media/image140.wmf"/><Relationship Id="rId25" Type="http://schemas.openxmlformats.org/officeDocument/2006/relationships/oleObject" Target="../embeddings/oleObject134.bin"/><Relationship Id="rId24" Type="http://schemas.openxmlformats.org/officeDocument/2006/relationships/image" Target="../media/image139.wmf"/><Relationship Id="rId23" Type="http://schemas.openxmlformats.org/officeDocument/2006/relationships/oleObject" Target="../embeddings/oleObject133.bin"/><Relationship Id="rId22" Type="http://schemas.openxmlformats.org/officeDocument/2006/relationships/image" Target="../media/image138.wmf"/><Relationship Id="rId21" Type="http://schemas.openxmlformats.org/officeDocument/2006/relationships/oleObject" Target="../embeddings/oleObject132.bin"/><Relationship Id="rId20" Type="http://schemas.openxmlformats.org/officeDocument/2006/relationships/image" Target="../media/image137.wmf"/><Relationship Id="rId2" Type="http://schemas.openxmlformats.org/officeDocument/2006/relationships/image" Target="../media/image128.wmf"/><Relationship Id="rId19" Type="http://schemas.openxmlformats.org/officeDocument/2006/relationships/oleObject" Target="../embeddings/oleObject131.bin"/><Relationship Id="rId18" Type="http://schemas.openxmlformats.org/officeDocument/2006/relationships/image" Target="../media/image136.wmf"/><Relationship Id="rId17" Type="http://schemas.openxmlformats.org/officeDocument/2006/relationships/oleObject" Target="../embeddings/oleObject130.bin"/><Relationship Id="rId16" Type="http://schemas.openxmlformats.org/officeDocument/2006/relationships/image" Target="../media/image135.wmf"/><Relationship Id="rId15" Type="http://schemas.openxmlformats.org/officeDocument/2006/relationships/oleObject" Target="../embeddings/oleObject129.bin"/><Relationship Id="rId14" Type="http://schemas.openxmlformats.org/officeDocument/2006/relationships/image" Target="../media/image134.wmf"/><Relationship Id="rId13" Type="http://schemas.openxmlformats.org/officeDocument/2006/relationships/oleObject" Target="../embeddings/oleObject128.bin"/><Relationship Id="rId12" Type="http://schemas.openxmlformats.org/officeDocument/2006/relationships/image" Target="../media/image133.wmf"/><Relationship Id="rId11" Type="http://schemas.openxmlformats.org/officeDocument/2006/relationships/oleObject" Target="../embeddings/oleObject127.bin"/><Relationship Id="rId10" Type="http://schemas.openxmlformats.org/officeDocument/2006/relationships/image" Target="../media/image132.wmf"/><Relationship Id="rId1" Type="http://schemas.openxmlformats.org/officeDocument/2006/relationships/oleObject" Target="../embeddings/oleObject122.bin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41.bin"/><Relationship Id="rId8" Type="http://schemas.openxmlformats.org/officeDocument/2006/relationships/image" Target="../media/image146.wmf"/><Relationship Id="rId7" Type="http://schemas.openxmlformats.org/officeDocument/2006/relationships/oleObject" Target="../embeddings/oleObject140.bin"/><Relationship Id="rId6" Type="http://schemas.openxmlformats.org/officeDocument/2006/relationships/image" Target="../media/image145.wmf"/><Relationship Id="rId5" Type="http://schemas.openxmlformats.org/officeDocument/2006/relationships/oleObject" Target="../embeddings/oleObject139.bin"/><Relationship Id="rId4" Type="http://schemas.openxmlformats.org/officeDocument/2006/relationships/image" Target="../media/image144.wmf"/><Relationship Id="rId3" Type="http://schemas.openxmlformats.org/officeDocument/2006/relationships/oleObject" Target="../embeddings/oleObject138.bin"/><Relationship Id="rId2" Type="http://schemas.openxmlformats.org/officeDocument/2006/relationships/image" Target="../media/image143.wmf"/><Relationship Id="rId16" Type="http://schemas.openxmlformats.org/officeDocument/2006/relationships/vmlDrawing" Target="../drawings/vmlDrawing12.vml"/><Relationship Id="rId15" Type="http://schemas.openxmlformats.org/officeDocument/2006/relationships/slideLayout" Target="../slideLayouts/slideLayout18.xml"/><Relationship Id="rId14" Type="http://schemas.openxmlformats.org/officeDocument/2006/relationships/image" Target="../media/image149.wmf"/><Relationship Id="rId13" Type="http://schemas.openxmlformats.org/officeDocument/2006/relationships/oleObject" Target="../embeddings/oleObject143.bin"/><Relationship Id="rId12" Type="http://schemas.openxmlformats.org/officeDocument/2006/relationships/image" Target="../media/image148.wmf"/><Relationship Id="rId11" Type="http://schemas.openxmlformats.org/officeDocument/2006/relationships/oleObject" Target="../embeddings/oleObject142.bin"/><Relationship Id="rId10" Type="http://schemas.openxmlformats.org/officeDocument/2006/relationships/image" Target="../media/image147.wmf"/><Relationship Id="rId1" Type="http://schemas.openxmlformats.org/officeDocument/2006/relationships/oleObject" Target="../embeddings/oleObject137.bin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48.bin"/><Relationship Id="rId8" Type="http://schemas.openxmlformats.org/officeDocument/2006/relationships/image" Target="../media/image153.wmf"/><Relationship Id="rId7" Type="http://schemas.openxmlformats.org/officeDocument/2006/relationships/oleObject" Target="../embeddings/oleObject147.bin"/><Relationship Id="rId6" Type="http://schemas.openxmlformats.org/officeDocument/2006/relationships/image" Target="../media/image152.wmf"/><Relationship Id="rId5" Type="http://schemas.openxmlformats.org/officeDocument/2006/relationships/oleObject" Target="../embeddings/oleObject146.bin"/><Relationship Id="rId43" Type="http://schemas.openxmlformats.org/officeDocument/2006/relationships/vmlDrawing" Target="../drawings/vmlDrawing13.vml"/><Relationship Id="rId42" Type="http://schemas.openxmlformats.org/officeDocument/2006/relationships/slideLayout" Target="../slideLayouts/slideLayout18.xml"/><Relationship Id="rId41" Type="http://schemas.openxmlformats.org/officeDocument/2006/relationships/image" Target="../media/image170.png"/><Relationship Id="rId40" Type="http://schemas.openxmlformats.org/officeDocument/2006/relationships/image" Target="../media/image169.wmf"/><Relationship Id="rId4" Type="http://schemas.openxmlformats.org/officeDocument/2006/relationships/image" Target="../media/image151.wmf"/><Relationship Id="rId39" Type="http://schemas.openxmlformats.org/officeDocument/2006/relationships/oleObject" Target="../embeddings/oleObject163.bin"/><Relationship Id="rId38" Type="http://schemas.openxmlformats.org/officeDocument/2006/relationships/image" Target="../media/image168.wmf"/><Relationship Id="rId37" Type="http://schemas.openxmlformats.org/officeDocument/2006/relationships/oleObject" Target="../embeddings/oleObject162.bin"/><Relationship Id="rId36" Type="http://schemas.openxmlformats.org/officeDocument/2006/relationships/image" Target="../media/image167.wmf"/><Relationship Id="rId35" Type="http://schemas.openxmlformats.org/officeDocument/2006/relationships/oleObject" Target="../embeddings/oleObject161.bin"/><Relationship Id="rId34" Type="http://schemas.openxmlformats.org/officeDocument/2006/relationships/image" Target="../media/image166.wmf"/><Relationship Id="rId33" Type="http://schemas.openxmlformats.org/officeDocument/2006/relationships/oleObject" Target="../embeddings/oleObject160.bin"/><Relationship Id="rId32" Type="http://schemas.openxmlformats.org/officeDocument/2006/relationships/image" Target="../media/image165.wmf"/><Relationship Id="rId31" Type="http://schemas.openxmlformats.org/officeDocument/2006/relationships/oleObject" Target="../embeddings/oleObject159.bin"/><Relationship Id="rId30" Type="http://schemas.openxmlformats.org/officeDocument/2006/relationships/image" Target="../media/image164.wmf"/><Relationship Id="rId3" Type="http://schemas.openxmlformats.org/officeDocument/2006/relationships/oleObject" Target="../embeddings/oleObject145.bin"/><Relationship Id="rId29" Type="http://schemas.openxmlformats.org/officeDocument/2006/relationships/oleObject" Target="../embeddings/oleObject158.bin"/><Relationship Id="rId28" Type="http://schemas.openxmlformats.org/officeDocument/2006/relationships/image" Target="../media/image163.wmf"/><Relationship Id="rId27" Type="http://schemas.openxmlformats.org/officeDocument/2006/relationships/oleObject" Target="../embeddings/oleObject157.bin"/><Relationship Id="rId26" Type="http://schemas.openxmlformats.org/officeDocument/2006/relationships/image" Target="../media/image162.wmf"/><Relationship Id="rId25" Type="http://schemas.openxmlformats.org/officeDocument/2006/relationships/oleObject" Target="../embeddings/oleObject156.bin"/><Relationship Id="rId24" Type="http://schemas.openxmlformats.org/officeDocument/2006/relationships/image" Target="../media/image161.wmf"/><Relationship Id="rId23" Type="http://schemas.openxmlformats.org/officeDocument/2006/relationships/oleObject" Target="../embeddings/oleObject155.bin"/><Relationship Id="rId22" Type="http://schemas.openxmlformats.org/officeDocument/2006/relationships/image" Target="../media/image160.wmf"/><Relationship Id="rId21" Type="http://schemas.openxmlformats.org/officeDocument/2006/relationships/oleObject" Target="../embeddings/oleObject154.bin"/><Relationship Id="rId20" Type="http://schemas.openxmlformats.org/officeDocument/2006/relationships/image" Target="../media/image159.wmf"/><Relationship Id="rId2" Type="http://schemas.openxmlformats.org/officeDocument/2006/relationships/image" Target="../media/image150.wmf"/><Relationship Id="rId19" Type="http://schemas.openxmlformats.org/officeDocument/2006/relationships/oleObject" Target="../embeddings/oleObject153.bin"/><Relationship Id="rId18" Type="http://schemas.openxmlformats.org/officeDocument/2006/relationships/image" Target="../media/image158.wmf"/><Relationship Id="rId17" Type="http://schemas.openxmlformats.org/officeDocument/2006/relationships/oleObject" Target="../embeddings/oleObject152.bin"/><Relationship Id="rId16" Type="http://schemas.openxmlformats.org/officeDocument/2006/relationships/image" Target="../media/image157.wmf"/><Relationship Id="rId15" Type="http://schemas.openxmlformats.org/officeDocument/2006/relationships/oleObject" Target="../embeddings/oleObject151.bin"/><Relationship Id="rId14" Type="http://schemas.openxmlformats.org/officeDocument/2006/relationships/image" Target="../media/image156.wmf"/><Relationship Id="rId13" Type="http://schemas.openxmlformats.org/officeDocument/2006/relationships/oleObject" Target="../embeddings/oleObject150.bin"/><Relationship Id="rId12" Type="http://schemas.openxmlformats.org/officeDocument/2006/relationships/image" Target="../media/image155.wmf"/><Relationship Id="rId11" Type="http://schemas.openxmlformats.org/officeDocument/2006/relationships/oleObject" Target="../embeddings/oleObject149.bin"/><Relationship Id="rId10" Type="http://schemas.openxmlformats.org/officeDocument/2006/relationships/image" Target="../media/image154.wmf"/><Relationship Id="rId1" Type="http://schemas.openxmlformats.org/officeDocument/2006/relationships/oleObject" Target="../embeddings/oleObject144.bin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68.bin"/><Relationship Id="rId8" Type="http://schemas.openxmlformats.org/officeDocument/2006/relationships/image" Target="../media/image174.wmf"/><Relationship Id="rId7" Type="http://schemas.openxmlformats.org/officeDocument/2006/relationships/oleObject" Target="../embeddings/oleObject167.bin"/><Relationship Id="rId6" Type="http://schemas.openxmlformats.org/officeDocument/2006/relationships/image" Target="../media/image173.wmf"/><Relationship Id="rId5" Type="http://schemas.openxmlformats.org/officeDocument/2006/relationships/oleObject" Target="../embeddings/oleObject166.bin"/><Relationship Id="rId4" Type="http://schemas.openxmlformats.org/officeDocument/2006/relationships/image" Target="../media/image172.wmf"/><Relationship Id="rId3" Type="http://schemas.openxmlformats.org/officeDocument/2006/relationships/oleObject" Target="../embeddings/oleObject165.bin"/><Relationship Id="rId27" Type="http://schemas.openxmlformats.org/officeDocument/2006/relationships/vmlDrawing" Target="../drawings/vmlDrawing14.vml"/><Relationship Id="rId26" Type="http://schemas.openxmlformats.org/officeDocument/2006/relationships/slideLayout" Target="../slideLayouts/slideLayout18.xml"/><Relationship Id="rId25" Type="http://schemas.openxmlformats.org/officeDocument/2006/relationships/image" Target="../media/image170.png"/><Relationship Id="rId24" Type="http://schemas.openxmlformats.org/officeDocument/2006/relationships/image" Target="../media/image182.wmf"/><Relationship Id="rId23" Type="http://schemas.openxmlformats.org/officeDocument/2006/relationships/oleObject" Target="../embeddings/oleObject175.bin"/><Relationship Id="rId22" Type="http://schemas.openxmlformats.org/officeDocument/2006/relationships/image" Target="../media/image181.wmf"/><Relationship Id="rId21" Type="http://schemas.openxmlformats.org/officeDocument/2006/relationships/oleObject" Target="../embeddings/oleObject174.bin"/><Relationship Id="rId20" Type="http://schemas.openxmlformats.org/officeDocument/2006/relationships/image" Target="../media/image180.wmf"/><Relationship Id="rId2" Type="http://schemas.openxmlformats.org/officeDocument/2006/relationships/image" Target="../media/image171.wmf"/><Relationship Id="rId19" Type="http://schemas.openxmlformats.org/officeDocument/2006/relationships/oleObject" Target="../embeddings/oleObject173.bin"/><Relationship Id="rId18" Type="http://schemas.openxmlformats.org/officeDocument/2006/relationships/image" Target="../media/image179.wmf"/><Relationship Id="rId17" Type="http://schemas.openxmlformats.org/officeDocument/2006/relationships/oleObject" Target="../embeddings/oleObject172.bin"/><Relationship Id="rId16" Type="http://schemas.openxmlformats.org/officeDocument/2006/relationships/image" Target="../media/image178.wmf"/><Relationship Id="rId15" Type="http://schemas.openxmlformats.org/officeDocument/2006/relationships/oleObject" Target="../embeddings/oleObject171.bin"/><Relationship Id="rId14" Type="http://schemas.openxmlformats.org/officeDocument/2006/relationships/image" Target="../media/image177.wmf"/><Relationship Id="rId13" Type="http://schemas.openxmlformats.org/officeDocument/2006/relationships/oleObject" Target="../embeddings/oleObject170.bin"/><Relationship Id="rId12" Type="http://schemas.openxmlformats.org/officeDocument/2006/relationships/image" Target="../media/image176.wmf"/><Relationship Id="rId11" Type="http://schemas.openxmlformats.org/officeDocument/2006/relationships/oleObject" Target="../embeddings/oleObject169.bin"/><Relationship Id="rId10" Type="http://schemas.openxmlformats.org/officeDocument/2006/relationships/image" Target="../media/image175.wmf"/><Relationship Id="rId1" Type="http://schemas.openxmlformats.org/officeDocument/2006/relationships/oleObject" Target="../embeddings/oleObject164.bin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8.xml"/><Relationship Id="rId8" Type="http://schemas.openxmlformats.org/officeDocument/2006/relationships/image" Target="../media/image186.wmf"/><Relationship Id="rId7" Type="http://schemas.openxmlformats.org/officeDocument/2006/relationships/oleObject" Target="../embeddings/oleObject179.bin"/><Relationship Id="rId6" Type="http://schemas.openxmlformats.org/officeDocument/2006/relationships/image" Target="../media/image185.wmf"/><Relationship Id="rId5" Type="http://schemas.openxmlformats.org/officeDocument/2006/relationships/oleObject" Target="../embeddings/oleObject178.bin"/><Relationship Id="rId4" Type="http://schemas.openxmlformats.org/officeDocument/2006/relationships/image" Target="../media/image184.wmf"/><Relationship Id="rId3" Type="http://schemas.openxmlformats.org/officeDocument/2006/relationships/oleObject" Target="../embeddings/oleObject177.bin"/><Relationship Id="rId2" Type="http://schemas.openxmlformats.org/officeDocument/2006/relationships/image" Target="../media/image183.wmf"/><Relationship Id="rId10" Type="http://schemas.openxmlformats.org/officeDocument/2006/relationships/vmlDrawing" Target="../drawings/vmlDrawing15.vml"/><Relationship Id="rId1" Type="http://schemas.openxmlformats.org/officeDocument/2006/relationships/oleObject" Target="../embeddings/oleObject176.bin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84.bin"/><Relationship Id="rId8" Type="http://schemas.openxmlformats.org/officeDocument/2006/relationships/image" Target="../media/image190.wmf"/><Relationship Id="rId7" Type="http://schemas.openxmlformats.org/officeDocument/2006/relationships/oleObject" Target="../embeddings/oleObject183.bin"/><Relationship Id="rId6" Type="http://schemas.openxmlformats.org/officeDocument/2006/relationships/image" Target="../media/image189.wmf"/><Relationship Id="rId5" Type="http://schemas.openxmlformats.org/officeDocument/2006/relationships/oleObject" Target="../embeddings/oleObject182.bin"/><Relationship Id="rId4" Type="http://schemas.openxmlformats.org/officeDocument/2006/relationships/image" Target="../media/image188.wmf"/><Relationship Id="rId3" Type="http://schemas.openxmlformats.org/officeDocument/2006/relationships/oleObject" Target="../embeddings/oleObject181.bin"/><Relationship Id="rId2" Type="http://schemas.openxmlformats.org/officeDocument/2006/relationships/image" Target="../media/image187.wmf"/><Relationship Id="rId16" Type="http://schemas.openxmlformats.org/officeDocument/2006/relationships/vmlDrawing" Target="../drawings/vmlDrawing16.vml"/><Relationship Id="rId15" Type="http://schemas.openxmlformats.org/officeDocument/2006/relationships/slideLayout" Target="../slideLayouts/slideLayout18.xml"/><Relationship Id="rId14" Type="http://schemas.openxmlformats.org/officeDocument/2006/relationships/image" Target="../media/image193.wmf"/><Relationship Id="rId13" Type="http://schemas.openxmlformats.org/officeDocument/2006/relationships/oleObject" Target="../embeddings/oleObject186.bin"/><Relationship Id="rId12" Type="http://schemas.openxmlformats.org/officeDocument/2006/relationships/image" Target="../media/image192.wmf"/><Relationship Id="rId11" Type="http://schemas.openxmlformats.org/officeDocument/2006/relationships/oleObject" Target="../embeddings/oleObject185.bin"/><Relationship Id="rId10" Type="http://schemas.openxmlformats.org/officeDocument/2006/relationships/image" Target="../media/image191.wmf"/><Relationship Id="rId1" Type="http://schemas.openxmlformats.org/officeDocument/2006/relationships/oleObject" Target="../embeddings/oleObject180.bin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91.bin"/><Relationship Id="rId8" Type="http://schemas.openxmlformats.org/officeDocument/2006/relationships/image" Target="../media/image197.wmf"/><Relationship Id="rId7" Type="http://schemas.openxmlformats.org/officeDocument/2006/relationships/oleObject" Target="../embeddings/oleObject190.bin"/><Relationship Id="rId6" Type="http://schemas.openxmlformats.org/officeDocument/2006/relationships/image" Target="../media/image196.wmf"/><Relationship Id="rId5" Type="http://schemas.openxmlformats.org/officeDocument/2006/relationships/oleObject" Target="../embeddings/oleObject189.bin"/><Relationship Id="rId4" Type="http://schemas.openxmlformats.org/officeDocument/2006/relationships/image" Target="../media/image195.wmf"/><Relationship Id="rId3" Type="http://schemas.openxmlformats.org/officeDocument/2006/relationships/oleObject" Target="../embeddings/oleObject188.bin"/><Relationship Id="rId26" Type="http://schemas.openxmlformats.org/officeDocument/2006/relationships/vmlDrawing" Target="../drawings/vmlDrawing17.vml"/><Relationship Id="rId25" Type="http://schemas.openxmlformats.org/officeDocument/2006/relationships/slideLayout" Target="../slideLayouts/slideLayout18.xml"/><Relationship Id="rId24" Type="http://schemas.openxmlformats.org/officeDocument/2006/relationships/image" Target="../media/image205.wmf"/><Relationship Id="rId23" Type="http://schemas.openxmlformats.org/officeDocument/2006/relationships/oleObject" Target="../embeddings/oleObject198.bin"/><Relationship Id="rId22" Type="http://schemas.openxmlformats.org/officeDocument/2006/relationships/image" Target="../media/image204.wmf"/><Relationship Id="rId21" Type="http://schemas.openxmlformats.org/officeDocument/2006/relationships/oleObject" Target="../embeddings/oleObject197.bin"/><Relationship Id="rId20" Type="http://schemas.openxmlformats.org/officeDocument/2006/relationships/image" Target="../media/image203.wmf"/><Relationship Id="rId2" Type="http://schemas.openxmlformats.org/officeDocument/2006/relationships/image" Target="../media/image194.wmf"/><Relationship Id="rId19" Type="http://schemas.openxmlformats.org/officeDocument/2006/relationships/oleObject" Target="../embeddings/oleObject196.bin"/><Relationship Id="rId18" Type="http://schemas.openxmlformats.org/officeDocument/2006/relationships/image" Target="../media/image202.wmf"/><Relationship Id="rId17" Type="http://schemas.openxmlformats.org/officeDocument/2006/relationships/oleObject" Target="../embeddings/oleObject195.bin"/><Relationship Id="rId16" Type="http://schemas.openxmlformats.org/officeDocument/2006/relationships/image" Target="../media/image201.wmf"/><Relationship Id="rId15" Type="http://schemas.openxmlformats.org/officeDocument/2006/relationships/oleObject" Target="../embeddings/oleObject194.bin"/><Relationship Id="rId14" Type="http://schemas.openxmlformats.org/officeDocument/2006/relationships/image" Target="../media/image200.wmf"/><Relationship Id="rId13" Type="http://schemas.openxmlformats.org/officeDocument/2006/relationships/oleObject" Target="../embeddings/oleObject193.bin"/><Relationship Id="rId12" Type="http://schemas.openxmlformats.org/officeDocument/2006/relationships/image" Target="../media/image199.wmf"/><Relationship Id="rId11" Type="http://schemas.openxmlformats.org/officeDocument/2006/relationships/oleObject" Target="../embeddings/oleObject192.bin"/><Relationship Id="rId10" Type="http://schemas.openxmlformats.org/officeDocument/2006/relationships/image" Target="../media/image198.wmf"/><Relationship Id="rId1" Type="http://schemas.openxmlformats.org/officeDocument/2006/relationships/oleObject" Target="../embeddings/oleObject187.bin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03.bin"/><Relationship Id="rId8" Type="http://schemas.openxmlformats.org/officeDocument/2006/relationships/image" Target="../media/image209.wmf"/><Relationship Id="rId7" Type="http://schemas.openxmlformats.org/officeDocument/2006/relationships/oleObject" Target="../embeddings/oleObject202.bin"/><Relationship Id="rId6" Type="http://schemas.openxmlformats.org/officeDocument/2006/relationships/image" Target="../media/image208.wmf"/><Relationship Id="rId5" Type="http://schemas.openxmlformats.org/officeDocument/2006/relationships/oleObject" Target="../embeddings/oleObject201.bin"/><Relationship Id="rId4" Type="http://schemas.openxmlformats.org/officeDocument/2006/relationships/image" Target="../media/image207.wmf"/><Relationship Id="rId3" Type="http://schemas.openxmlformats.org/officeDocument/2006/relationships/oleObject" Target="../embeddings/oleObject200.bin"/><Relationship Id="rId2" Type="http://schemas.openxmlformats.org/officeDocument/2006/relationships/image" Target="../media/image206.wmf"/><Relationship Id="rId14" Type="http://schemas.openxmlformats.org/officeDocument/2006/relationships/vmlDrawing" Target="../drawings/vmlDrawing18.vml"/><Relationship Id="rId13" Type="http://schemas.openxmlformats.org/officeDocument/2006/relationships/slideLayout" Target="../slideLayouts/slideLayout18.xml"/><Relationship Id="rId12" Type="http://schemas.openxmlformats.org/officeDocument/2006/relationships/image" Target="../media/image211.wmf"/><Relationship Id="rId11" Type="http://schemas.openxmlformats.org/officeDocument/2006/relationships/oleObject" Target="../embeddings/oleObject204.bin"/><Relationship Id="rId10" Type="http://schemas.openxmlformats.org/officeDocument/2006/relationships/image" Target="../media/image210.wmf"/><Relationship Id="rId1" Type="http://schemas.openxmlformats.org/officeDocument/2006/relationships/oleObject" Target="../embeddings/oleObject199.bin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09.bin"/><Relationship Id="rId8" Type="http://schemas.openxmlformats.org/officeDocument/2006/relationships/image" Target="../media/image215.wmf"/><Relationship Id="rId7" Type="http://schemas.openxmlformats.org/officeDocument/2006/relationships/oleObject" Target="../embeddings/oleObject208.bin"/><Relationship Id="rId6" Type="http://schemas.openxmlformats.org/officeDocument/2006/relationships/image" Target="../media/image214.wmf"/><Relationship Id="rId5" Type="http://schemas.openxmlformats.org/officeDocument/2006/relationships/oleObject" Target="../embeddings/oleObject207.bin"/><Relationship Id="rId4" Type="http://schemas.openxmlformats.org/officeDocument/2006/relationships/image" Target="../media/image213.wmf"/><Relationship Id="rId3" Type="http://schemas.openxmlformats.org/officeDocument/2006/relationships/oleObject" Target="../embeddings/oleObject206.bin"/><Relationship Id="rId28" Type="http://schemas.openxmlformats.org/officeDocument/2006/relationships/vmlDrawing" Target="../drawings/vmlDrawing19.vml"/><Relationship Id="rId27" Type="http://schemas.openxmlformats.org/officeDocument/2006/relationships/slideLayout" Target="../slideLayouts/slideLayout18.xml"/><Relationship Id="rId26" Type="http://schemas.openxmlformats.org/officeDocument/2006/relationships/image" Target="../media/image224.wmf"/><Relationship Id="rId25" Type="http://schemas.openxmlformats.org/officeDocument/2006/relationships/oleObject" Target="../embeddings/oleObject217.bin"/><Relationship Id="rId24" Type="http://schemas.openxmlformats.org/officeDocument/2006/relationships/image" Target="../media/image223.wmf"/><Relationship Id="rId23" Type="http://schemas.openxmlformats.org/officeDocument/2006/relationships/oleObject" Target="../embeddings/oleObject216.bin"/><Relationship Id="rId22" Type="http://schemas.openxmlformats.org/officeDocument/2006/relationships/image" Target="../media/image222.wmf"/><Relationship Id="rId21" Type="http://schemas.openxmlformats.org/officeDocument/2006/relationships/oleObject" Target="../embeddings/oleObject215.bin"/><Relationship Id="rId20" Type="http://schemas.openxmlformats.org/officeDocument/2006/relationships/image" Target="../media/image221.wmf"/><Relationship Id="rId2" Type="http://schemas.openxmlformats.org/officeDocument/2006/relationships/image" Target="../media/image212.wmf"/><Relationship Id="rId19" Type="http://schemas.openxmlformats.org/officeDocument/2006/relationships/oleObject" Target="../embeddings/oleObject214.bin"/><Relationship Id="rId18" Type="http://schemas.openxmlformats.org/officeDocument/2006/relationships/image" Target="../media/image220.wmf"/><Relationship Id="rId17" Type="http://schemas.openxmlformats.org/officeDocument/2006/relationships/oleObject" Target="../embeddings/oleObject213.bin"/><Relationship Id="rId16" Type="http://schemas.openxmlformats.org/officeDocument/2006/relationships/image" Target="../media/image219.wmf"/><Relationship Id="rId15" Type="http://schemas.openxmlformats.org/officeDocument/2006/relationships/oleObject" Target="../embeddings/oleObject212.bin"/><Relationship Id="rId14" Type="http://schemas.openxmlformats.org/officeDocument/2006/relationships/image" Target="../media/image218.wmf"/><Relationship Id="rId13" Type="http://schemas.openxmlformats.org/officeDocument/2006/relationships/oleObject" Target="../embeddings/oleObject211.bin"/><Relationship Id="rId12" Type="http://schemas.openxmlformats.org/officeDocument/2006/relationships/image" Target="../media/image217.wmf"/><Relationship Id="rId11" Type="http://schemas.openxmlformats.org/officeDocument/2006/relationships/oleObject" Target="../embeddings/oleObject210.bin"/><Relationship Id="rId10" Type="http://schemas.openxmlformats.org/officeDocument/2006/relationships/image" Target="../media/image216.wmf"/><Relationship Id="rId1" Type="http://schemas.openxmlformats.org/officeDocument/2006/relationships/oleObject" Target="../embeddings/oleObject205.bin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22.bin"/><Relationship Id="rId8" Type="http://schemas.openxmlformats.org/officeDocument/2006/relationships/image" Target="../media/image228.wmf"/><Relationship Id="rId7" Type="http://schemas.openxmlformats.org/officeDocument/2006/relationships/oleObject" Target="../embeddings/oleObject221.bin"/><Relationship Id="rId6" Type="http://schemas.openxmlformats.org/officeDocument/2006/relationships/image" Target="../media/image227.wmf"/><Relationship Id="rId5" Type="http://schemas.openxmlformats.org/officeDocument/2006/relationships/oleObject" Target="../embeddings/oleObject220.bin"/><Relationship Id="rId4" Type="http://schemas.openxmlformats.org/officeDocument/2006/relationships/image" Target="../media/image226.wmf"/><Relationship Id="rId3" Type="http://schemas.openxmlformats.org/officeDocument/2006/relationships/oleObject" Target="../embeddings/oleObject219.bin"/><Relationship Id="rId21" Type="http://schemas.openxmlformats.org/officeDocument/2006/relationships/vmlDrawing" Target="../drawings/vmlDrawing20.vml"/><Relationship Id="rId20" Type="http://schemas.openxmlformats.org/officeDocument/2006/relationships/slideLayout" Target="../slideLayouts/slideLayout18.xml"/><Relationship Id="rId2" Type="http://schemas.openxmlformats.org/officeDocument/2006/relationships/image" Target="../media/image225.wmf"/><Relationship Id="rId19" Type="http://schemas.openxmlformats.org/officeDocument/2006/relationships/image" Target="../media/image170.png"/><Relationship Id="rId18" Type="http://schemas.openxmlformats.org/officeDocument/2006/relationships/image" Target="../media/image233.wmf"/><Relationship Id="rId17" Type="http://schemas.openxmlformats.org/officeDocument/2006/relationships/oleObject" Target="../embeddings/oleObject226.bin"/><Relationship Id="rId16" Type="http://schemas.openxmlformats.org/officeDocument/2006/relationships/image" Target="../media/image232.wmf"/><Relationship Id="rId15" Type="http://schemas.openxmlformats.org/officeDocument/2006/relationships/oleObject" Target="../embeddings/oleObject225.bin"/><Relationship Id="rId14" Type="http://schemas.openxmlformats.org/officeDocument/2006/relationships/image" Target="../media/image231.wmf"/><Relationship Id="rId13" Type="http://schemas.openxmlformats.org/officeDocument/2006/relationships/oleObject" Target="../embeddings/oleObject224.bin"/><Relationship Id="rId12" Type="http://schemas.openxmlformats.org/officeDocument/2006/relationships/image" Target="../media/image230.wmf"/><Relationship Id="rId11" Type="http://schemas.openxmlformats.org/officeDocument/2006/relationships/oleObject" Target="../embeddings/oleObject223.bin"/><Relationship Id="rId10" Type="http://schemas.openxmlformats.org/officeDocument/2006/relationships/image" Target="../media/image229.wmf"/><Relationship Id="rId1" Type="http://schemas.openxmlformats.org/officeDocument/2006/relationships/oleObject" Target="../embeddings/oleObject218.bin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31.bin"/><Relationship Id="rId8" Type="http://schemas.openxmlformats.org/officeDocument/2006/relationships/image" Target="../media/image237.wmf"/><Relationship Id="rId7" Type="http://schemas.openxmlformats.org/officeDocument/2006/relationships/oleObject" Target="../embeddings/oleObject230.bin"/><Relationship Id="rId6" Type="http://schemas.openxmlformats.org/officeDocument/2006/relationships/image" Target="../media/image236.wmf"/><Relationship Id="rId5" Type="http://schemas.openxmlformats.org/officeDocument/2006/relationships/oleObject" Target="../embeddings/oleObject229.bin"/><Relationship Id="rId41" Type="http://schemas.openxmlformats.org/officeDocument/2006/relationships/vmlDrawing" Target="../drawings/vmlDrawing21.vml"/><Relationship Id="rId40" Type="http://schemas.openxmlformats.org/officeDocument/2006/relationships/slideLayout" Target="../slideLayouts/slideLayout18.xml"/><Relationship Id="rId4" Type="http://schemas.openxmlformats.org/officeDocument/2006/relationships/image" Target="../media/image235.wmf"/><Relationship Id="rId39" Type="http://schemas.openxmlformats.org/officeDocument/2006/relationships/image" Target="../media/image170.png"/><Relationship Id="rId38" Type="http://schemas.openxmlformats.org/officeDocument/2006/relationships/image" Target="../media/image252.wmf"/><Relationship Id="rId37" Type="http://schemas.openxmlformats.org/officeDocument/2006/relationships/oleObject" Target="../embeddings/oleObject245.bin"/><Relationship Id="rId36" Type="http://schemas.openxmlformats.org/officeDocument/2006/relationships/image" Target="../media/image251.wmf"/><Relationship Id="rId35" Type="http://schemas.openxmlformats.org/officeDocument/2006/relationships/oleObject" Target="../embeddings/oleObject244.bin"/><Relationship Id="rId34" Type="http://schemas.openxmlformats.org/officeDocument/2006/relationships/image" Target="../media/image250.wmf"/><Relationship Id="rId33" Type="http://schemas.openxmlformats.org/officeDocument/2006/relationships/oleObject" Target="../embeddings/oleObject243.bin"/><Relationship Id="rId32" Type="http://schemas.openxmlformats.org/officeDocument/2006/relationships/image" Target="../media/image249.wmf"/><Relationship Id="rId31" Type="http://schemas.openxmlformats.org/officeDocument/2006/relationships/oleObject" Target="../embeddings/oleObject242.bin"/><Relationship Id="rId30" Type="http://schemas.openxmlformats.org/officeDocument/2006/relationships/image" Target="../media/image248.wmf"/><Relationship Id="rId3" Type="http://schemas.openxmlformats.org/officeDocument/2006/relationships/oleObject" Target="../embeddings/oleObject228.bin"/><Relationship Id="rId29" Type="http://schemas.openxmlformats.org/officeDocument/2006/relationships/oleObject" Target="../embeddings/oleObject241.bin"/><Relationship Id="rId28" Type="http://schemas.openxmlformats.org/officeDocument/2006/relationships/image" Target="../media/image247.wmf"/><Relationship Id="rId27" Type="http://schemas.openxmlformats.org/officeDocument/2006/relationships/oleObject" Target="../embeddings/oleObject240.bin"/><Relationship Id="rId26" Type="http://schemas.openxmlformats.org/officeDocument/2006/relationships/image" Target="../media/image246.wmf"/><Relationship Id="rId25" Type="http://schemas.openxmlformats.org/officeDocument/2006/relationships/oleObject" Target="../embeddings/oleObject239.bin"/><Relationship Id="rId24" Type="http://schemas.openxmlformats.org/officeDocument/2006/relationships/image" Target="../media/image245.wmf"/><Relationship Id="rId23" Type="http://schemas.openxmlformats.org/officeDocument/2006/relationships/oleObject" Target="../embeddings/oleObject238.bin"/><Relationship Id="rId22" Type="http://schemas.openxmlformats.org/officeDocument/2006/relationships/image" Target="../media/image244.wmf"/><Relationship Id="rId21" Type="http://schemas.openxmlformats.org/officeDocument/2006/relationships/oleObject" Target="../embeddings/oleObject237.bin"/><Relationship Id="rId20" Type="http://schemas.openxmlformats.org/officeDocument/2006/relationships/image" Target="../media/image243.wmf"/><Relationship Id="rId2" Type="http://schemas.openxmlformats.org/officeDocument/2006/relationships/image" Target="../media/image234.wmf"/><Relationship Id="rId19" Type="http://schemas.openxmlformats.org/officeDocument/2006/relationships/oleObject" Target="../embeddings/oleObject236.bin"/><Relationship Id="rId18" Type="http://schemas.openxmlformats.org/officeDocument/2006/relationships/image" Target="../media/image242.wmf"/><Relationship Id="rId17" Type="http://schemas.openxmlformats.org/officeDocument/2006/relationships/oleObject" Target="../embeddings/oleObject235.bin"/><Relationship Id="rId16" Type="http://schemas.openxmlformats.org/officeDocument/2006/relationships/image" Target="../media/image241.wmf"/><Relationship Id="rId15" Type="http://schemas.openxmlformats.org/officeDocument/2006/relationships/oleObject" Target="../embeddings/oleObject234.bin"/><Relationship Id="rId14" Type="http://schemas.openxmlformats.org/officeDocument/2006/relationships/image" Target="../media/image240.wmf"/><Relationship Id="rId13" Type="http://schemas.openxmlformats.org/officeDocument/2006/relationships/oleObject" Target="../embeddings/oleObject233.bin"/><Relationship Id="rId12" Type="http://schemas.openxmlformats.org/officeDocument/2006/relationships/image" Target="../media/image239.wmf"/><Relationship Id="rId11" Type="http://schemas.openxmlformats.org/officeDocument/2006/relationships/oleObject" Target="../embeddings/oleObject232.bin"/><Relationship Id="rId10" Type="http://schemas.openxmlformats.org/officeDocument/2006/relationships/image" Target="../media/image238.wmf"/><Relationship Id="rId1" Type="http://schemas.openxmlformats.org/officeDocument/2006/relationships/oleObject" Target="../embeddings/oleObject227.bin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50.bin"/><Relationship Id="rId8" Type="http://schemas.openxmlformats.org/officeDocument/2006/relationships/image" Target="../media/image255.wmf"/><Relationship Id="rId7" Type="http://schemas.openxmlformats.org/officeDocument/2006/relationships/oleObject" Target="../embeddings/oleObject249.bin"/><Relationship Id="rId6" Type="http://schemas.openxmlformats.org/officeDocument/2006/relationships/image" Target="../media/image254.wmf"/><Relationship Id="rId5" Type="http://schemas.openxmlformats.org/officeDocument/2006/relationships/oleObject" Target="../embeddings/oleObject248.bin"/><Relationship Id="rId4" Type="http://schemas.openxmlformats.org/officeDocument/2006/relationships/image" Target="../media/image253.wmf"/><Relationship Id="rId3" Type="http://schemas.openxmlformats.org/officeDocument/2006/relationships/oleObject" Target="../embeddings/oleObject247.bin"/><Relationship Id="rId2" Type="http://schemas.openxmlformats.org/officeDocument/2006/relationships/image" Target="../media/image194.wmf"/><Relationship Id="rId18" Type="http://schemas.openxmlformats.org/officeDocument/2006/relationships/vmlDrawing" Target="../drawings/vmlDrawing22.vml"/><Relationship Id="rId17" Type="http://schemas.openxmlformats.org/officeDocument/2006/relationships/slideLayout" Target="../slideLayouts/slideLayout18.xml"/><Relationship Id="rId16" Type="http://schemas.openxmlformats.org/officeDocument/2006/relationships/image" Target="../media/image259.wmf"/><Relationship Id="rId15" Type="http://schemas.openxmlformats.org/officeDocument/2006/relationships/oleObject" Target="../embeddings/oleObject253.bin"/><Relationship Id="rId14" Type="http://schemas.openxmlformats.org/officeDocument/2006/relationships/image" Target="../media/image258.wmf"/><Relationship Id="rId13" Type="http://schemas.openxmlformats.org/officeDocument/2006/relationships/oleObject" Target="../embeddings/oleObject252.bin"/><Relationship Id="rId12" Type="http://schemas.openxmlformats.org/officeDocument/2006/relationships/image" Target="../media/image257.wmf"/><Relationship Id="rId11" Type="http://schemas.openxmlformats.org/officeDocument/2006/relationships/oleObject" Target="../embeddings/oleObject251.bin"/><Relationship Id="rId10" Type="http://schemas.openxmlformats.org/officeDocument/2006/relationships/image" Target="../media/image256.wmf"/><Relationship Id="rId1" Type="http://schemas.openxmlformats.org/officeDocument/2006/relationships/oleObject" Target="../embeddings/oleObject246.bin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58.bin"/><Relationship Id="rId8" Type="http://schemas.openxmlformats.org/officeDocument/2006/relationships/image" Target="../media/image263.wmf"/><Relationship Id="rId7" Type="http://schemas.openxmlformats.org/officeDocument/2006/relationships/oleObject" Target="../embeddings/oleObject257.bin"/><Relationship Id="rId6" Type="http://schemas.openxmlformats.org/officeDocument/2006/relationships/image" Target="../media/image262.wmf"/><Relationship Id="rId5" Type="http://schemas.openxmlformats.org/officeDocument/2006/relationships/oleObject" Target="../embeddings/oleObject256.bin"/><Relationship Id="rId4" Type="http://schemas.openxmlformats.org/officeDocument/2006/relationships/image" Target="../media/image261.wmf"/><Relationship Id="rId3" Type="http://schemas.openxmlformats.org/officeDocument/2006/relationships/oleObject" Target="../embeddings/oleObject255.bin"/><Relationship Id="rId2" Type="http://schemas.openxmlformats.org/officeDocument/2006/relationships/image" Target="../media/image260.wmf"/><Relationship Id="rId12" Type="http://schemas.openxmlformats.org/officeDocument/2006/relationships/vmlDrawing" Target="../drawings/vmlDrawing23.vml"/><Relationship Id="rId11" Type="http://schemas.openxmlformats.org/officeDocument/2006/relationships/slideLayout" Target="../slideLayouts/slideLayout18.xml"/><Relationship Id="rId10" Type="http://schemas.openxmlformats.org/officeDocument/2006/relationships/image" Target="../media/image264.wmf"/><Relationship Id="rId1" Type="http://schemas.openxmlformats.org/officeDocument/2006/relationships/oleObject" Target="../embeddings/oleObject254.bin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63.bin"/><Relationship Id="rId8" Type="http://schemas.openxmlformats.org/officeDocument/2006/relationships/image" Target="../media/image268.wmf"/><Relationship Id="rId7" Type="http://schemas.openxmlformats.org/officeDocument/2006/relationships/oleObject" Target="../embeddings/oleObject262.bin"/><Relationship Id="rId6" Type="http://schemas.openxmlformats.org/officeDocument/2006/relationships/image" Target="../media/image267.wmf"/><Relationship Id="rId5" Type="http://schemas.openxmlformats.org/officeDocument/2006/relationships/oleObject" Target="../embeddings/oleObject261.bin"/><Relationship Id="rId4" Type="http://schemas.openxmlformats.org/officeDocument/2006/relationships/image" Target="../media/image266.wmf"/><Relationship Id="rId3" Type="http://schemas.openxmlformats.org/officeDocument/2006/relationships/oleObject" Target="../embeddings/oleObject260.bin"/><Relationship Id="rId2" Type="http://schemas.openxmlformats.org/officeDocument/2006/relationships/image" Target="../media/image265.wmf"/><Relationship Id="rId14" Type="http://schemas.openxmlformats.org/officeDocument/2006/relationships/vmlDrawing" Target="../drawings/vmlDrawing24.vml"/><Relationship Id="rId13" Type="http://schemas.openxmlformats.org/officeDocument/2006/relationships/slideLayout" Target="../slideLayouts/slideLayout18.xml"/><Relationship Id="rId12" Type="http://schemas.openxmlformats.org/officeDocument/2006/relationships/image" Target="../media/image270.wmf"/><Relationship Id="rId11" Type="http://schemas.openxmlformats.org/officeDocument/2006/relationships/oleObject" Target="../embeddings/oleObject264.bin"/><Relationship Id="rId10" Type="http://schemas.openxmlformats.org/officeDocument/2006/relationships/image" Target="../media/image269.wmf"/><Relationship Id="rId1" Type="http://schemas.openxmlformats.org/officeDocument/2006/relationships/oleObject" Target="../embeddings/oleObject259.bin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69.bin"/><Relationship Id="rId8" Type="http://schemas.openxmlformats.org/officeDocument/2006/relationships/image" Target="../media/image274.wmf"/><Relationship Id="rId7" Type="http://schemas.openxmlformats.org/officeDocument/2006/relationships/oleObject" Target="../embeddings/oleObject268.bin"/><Relationship Id="rId6" Type="http://schemas.openxmlformats.org/officeDocument/2006/relationships/image" Target="../media/image273.wmf"/><Relationship Id="rId5" Type="http://schemas.openxmlformats.org/officeDocument/2006/relationships/oleObject" Target="../embeddings/oleObject267.bin"/><Relationship Id="rId4" Type="http://schemas.openxmlformats.org/officeDocument/2006/relationships/image" Target="../media/image272.wmf"/><Relationship Id="rId3" Type="http://schemas.openxmlformats.org/officeDocument/2006/relationships/oleObject" Target="../embeddings/oleObject266.bin"/><Relationship Id="rId2" Type="http://schemas.openxmlformats.org/officeDocument/2006/relationships/image" Target="../media/image271.wmf"/><Relationship Id="rId18" Type="http://schemas.openxmlformats.org/officeDocument/2006/relationships/vmlDrawing" Target="../drawings/vmlDrawing25.vml"/><Relationship Id="rId17" Type="http://schemas.openxmlformats.org/officeDocument/2006/relationships/slideLayout" Target="../slideLayouts/slideLayout18.xml"/><Relationship Id="rId16" Type="http://schemas.openxmlformats.org/officeDocument/2006/relationships/image" Target="../media/image278.wmf"/><Relationship Id="rId15" Type="http://schemas.openxmlformats.org/officeDocument/2006/relationships/oleObject" Target="../embeddings/oleObject272.bin"/><Relationship Id="rId14" Type="http://schemas.openxmlformats.org/officeDocument/2006/relationships/image" Target="../media/image277.wmf"/><Relationship Id="rId13" Type="http://schemas.openxmlformats.org/officeDocument/2006/relationships/oleObject" Target="../embeddings/oleObject271.bin"/><Relationship Id="rId12" Type="http://schemas.openxmlformats.org/officeDocument/2006/relationships/image" Target="../media/image276.wmf"/><Relationship Id="rId11" Type="http://schemas.openxmlformats.org/officeDocument/2006/relationships/oleObject" Target="../embeddings/oleObject270.bin"/><Relationship Id="rId10" Type="http://schemas.openxmlformats.org/officeDocument/2006/relationships/image" Target="../media/image275.wmf"/><Relationship Id="rId1" Type="http://schemas.openxmlformats.org/officeDocument/2006/relationships/oleObject" Target="../embeddings/oleObject265.bin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77.bin"/><Relationship Id="rId8" Type="http://schemas.openxmlformats.org/officeDocument/2006/relationships/image" Target="../media/image282.wmf"/><Relationship Id="rId7" Type="http://schemas.openxmlformats.org/officeDocument/2006/relationships/oleObject" Target="../embeddings/oleObject276.bin"/><Relationship Id="rId6" Type="http://schemas.openxmlformats.org/officeDocument/2006/relationships/image" Target="../media/image281.wmf"/><Relationship Id="rId5" Type="http://schemas.openxmlformats.org/officeDocument/2006/relationships/oleObject" Target="../embeddings/oleObject275.bin"/><Relationship Id="rId4" Type="http://schemas.openxmlformats.org/officeDocument/2006/relationships/image" Target="../media/image280.wmf"/><Relationship Id="rId3" Type="http://schemas.openxmlformats.org/officeDocument/2006/relationships/oleObject" Target="../embeddings/oleObject274.bin"/><Relationship Id="rId20" Type="http://schemas.openxmlformats.org/officeDocument/2006/relationships/vmlDrawing" Target="../drawings/vmlDrawing26.vml"/><Relationship Id="rId2" Type="http://schemas.openxmlformats.org/officeDocument/2006/relationships/image" Target="../media/image279.wmf"/><Relationship Id="rId19" Type="http://schemas.openxmlformats.org/officeDocument/2006/relationships/slideLayout" Target="../slideLayouts/slideLayout18.xml"/><Relationship Id="rId18" Type="http://schemas.openxmlformats.org/officeDocument/2006/relationships/image" Target="../media/image287.wmf"/><Relationship Id="rId17" Type="http://schemas.openxmlformats.org/officeDocument/2006/relationships/oleObject" Target="../embeddings/oleObject281.bin"/><Relationship Id="rId16" Type="http://schemas.openxmlformats.org/officeDocument/2006/relationships/image" Target="../media/image286.wmf"/><Relationship Id="rId15" Type="http://schemas.openxmlformats.org/officeDocument/2006/relationships/oleObject" Target="../embeddings/oleObject280.bin"/><Relationship Id="rId14" Type="http://schemas.openxmlformats.org/officeDocument/2006/relationships/image" Target="../media/image285.wmf"/><Relationship Id="rId13" Type="http://schemas.openxmlformats.org/officeDocument/2006/relationships/oleObject" Target="../embeddings/oleObject279.bin"/><Relationship Id="rId12" Type="http://schemas.openxmlformats.org/officeDocument/2006/relationships/image" Target="../media/image284.wmf"/><Relationship Id="rId11" Type="http://schemas.openxmlformats.org/officeDocument/2006/relationships/oleObject" Target="../embeddings/oleObject278.bin"/><Relationship Id="rId10" Type="http://schemas.openxmlformats.org/officeDocument/2006/relationships/image" Target="../media/image283.wmf"/><Relationship Id="rId1" Type="http://schemas.openxmlformats.org/officeDocument/2006/relationships/oleObject" Target="../embeddings/oleObject273.bin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image" Target="../media/image291.wmf"/><Relationship Id="rId8" Type="http://schemas.openxmlformats.org/officeDocument/2006/relationships/oleObject" Target="../embeddings/oleObject286.bin"/><Relationship Id="rId7" Type="http://schemas.openxmlformats.org/officeDocument/2006/relationships/image" Target="../media/image290.wmf"/><Relationship Id="rId6" Type="http://schemas.openxmlformats.org/officeDocument/2006/relationships/oleObject" Target="../embeddings/oleObject285.bin"/><Relationship Id="rId5" Type="http://schemas.openxmlformats.org/officeDocument/2006/relationships/oleObject" Target="../embeddings/oleObject284.bin"/><Relationship Id="rId41" Type="http://schemas.openxmlformats.org/officeDocument/2006/relationships/vmlDrawing" Target="../drawings/vmlDrawing27.vml"/><Relationship Id="rId40" Type="http://schemas.openxmlformats.org/officeDocument/2006/relationships/slideLayout" Target="../slideLayouts/slideLayout18.xml"/><Relationship Id="rId4" Type="http://schemas.openxmlformats.org/officeDocument/2006/relationships/image" Target="../media/image289.wmf"/><Relationship Id="rId39" Type="http://schemas.openxmlformats.org/officeDocument/2006/relationships/image" Target="../media/image306.wmf"/><Relationship Id="rId38" Type="http://schemas.openxmlformats.org/officeDocument/2006/relationships/oleObject" Target="../embeddings/oleObject301.bin"/><Relationship Id="rId37" Type="http://schemas.openxmlformats.org/officeDocument/2006/relationships/image" Target="../media/image305.wmf"/><Relationship Id="rId36" Type="http://schemas.openxmlformats.org/officeDocument/2006/relationships/oleObject" Target="../embeddings/oleObject300.bin"/><Relationship Id="rId35" Type="http://schemas.openxmlformats.org/officeDocument/2006/relationships/image" Target="../media/image304.wmf"/><Relationship Id="rId34" Type="http://schemas.openxmlformats.org/officeDocument/2006/relationships/oleObject" Target="../embeddings/oleObject299.bin"/><Relationship Id="rId33" Type="http://schemas.openxmlformats.org/officeDocument/2006/relationships/image" Target="../media/image303.wmf"/><Relationship Id="rId32" Type="http://schemas.openxmlformats.org/officeDocument/2006/relationships/oleObject" Target="../embeddings/oleObject298.bin"/><Relationship Id="rId31" Type="http://schemas.openxmlformats.org/officeDocument/2006/relationships/image" Target="../media/image302.wmf"/><Relationship Id="rId30" Type="http://schemas.openxmlformats.org/officeDocument/2006/relationships/oleObject" Target="../embeddings/oleObject297.bin"/><Relationship Id="rId3" Type="http://schemas.openxmlformats.org/officeDocument/2006/relationships/oleObject" Target="../embeddings/oleObject283.bin"/><Relationship Id="rId29" Type="http://schemas.openxmlformats.org/officeDocument/2006/relationships/image" Target="../media/image301.wmf"/><Relationship Id="rId28" Type="http://schemas.openxmlformats.org/officeDocument/2006/relationships/oleObject" Target="../embeddings/oleObject296.bin"/><Relationship Id="rId27" Type="http://schemas.openxmlformats.org/officeDocument/2006/relationships/image" Target="../media/image300.wmf"/><Relationship Id="rId26" Type="http://schemas.openxmlformats.org/officeDocument/2006/relationships/oleObject" Target="../embeddings/oleObject295.bin"/><Relationship Id="rId25" Type="http://schemas.openxmlformats.org/officeDocument/2006/relationships/image" Target="../media/image299.wmf"/><Relationship Id="rId24" Type="http://schemas.openxmlformats.org/officeDocument/2006/relationships/oleObject" Target="../embeddings/oleObject294.bin"/><Relationship Id="rId23" Type="http://schemas.openxmlformats.org/officeDocument/2006/relationships/image" Target="../media/image298.wmf"/><Relationship Id="rId22" Type="http://schemas.openxmlformats.org/officeDocument/2006/relationships/oleObject" Target="../embeddings/oleObject293.bin"/><Relationship Id="rId21" Type="http://schemas.openxmlformats.org/officeDocument/2006/relationships/image" Target="../media/image297.wmf"/><Relationship Id="rId20" Type="http://schemas.openxmlformats.org/officeDocument/2006/relationships/oleObject" Target="../embeddings/oleObject292.bin"/><Relationship Id="rId2" Type="http://schemas.openxmlformats.org/officeDocument/2006/relationships/image" Target="../media/image288.wmf"/><Relationship Id="rId19" Type="http://schemas.openxmlformats.org/officeDocument/2006/relationships/image" Target="../media/image296.wmf"/><Relationship Id="rId18" Type="http://schemas.openxmlformats.org/officeDocument/2006/relationships/oleObject" Target="../embeddings/oleObject291.bin"/><Relationship Id="rId17" Type="http://schemas.openxmlformats.org/officeDocument/2006/relationships/image" Target="../media/image295.wmf"/><Relationship Id="rId16" Type="http://schemas.openxmlformats.org/officeDocument/2006/relationships/oleObject" Target="../embeddings/oleObject290.bin"/><Relationship Id="rId15" Type="http://schemas.openxmlformats.org/officeDocument/2006/relationships/image" Target="../media/image294.wmf"/><Relationship Id="rId14" Type="http://schemas.openxmlformats.org/officeDocument/2006/relationships/oleObject" Target="../embeddings/oleObject289.bin"/><Relationship Id="rId13" Type="http://schemas.openxmlformats.org/officeDocument/2006/relationships/image" Target="../media/image293.wmf"/><Relationship Id="rId12" Type="http://schemas.openxmlformats.org/officeDocument/2006/relationships/oleObject" Target="../embeddings/oleObject288.bin"/><Relationship Id="rId11" Type="http://schemas.openxmlformats.org/officeDocument/2006/relationships/image" Target="../media/image292.wmf"/><Relationship Id="rId10" Type="http://schemas.openxmlformats.org/officeDocument/2006/relationships/oleObject" Target="../embeddings/oleObject287.bin"/><Relationship Id="rId1" Type="http://schemas.openxmlformats.org/officeDocument/2006/relationships/oleObject" Target="../embeddings/oleObject282.bin"/></Relationships>
</file>

<file path=ppt/slides/_rels/slide3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06.bin"/><Relationship Id="rId8" Type="http://schemas.openxmlformats.org/officeDocument/2006/relationships/image" Target="../media/image310.wmf"/><Relationship Id="rId7" Type="http://schemas.openxmlformats.org/officeDocument/2006/relationships/oleObject" Target="../embeddings/oleObject305.bin"/><Relationship Id="rId6" Type="http://schemas.openxmlformats.org/officeDocument/2006/relationships/image" Target="../media/image309.wmf"/><Relationship Id="rId5" Type="http://schemas.openxmlformats.org/officeDocument/2006/relationships/oleObject" Target="../embeddings/oleObject304.bin"/><Relationship Id="rId44" Type="http://schemas.openxmlformats.org/officeDocument/2006/relationships/vmlDrawing" Target="../drawings/vmlDrawing28.vml"/><Relationship Id="rId43" Type="http://schemas.openxmlformats.org/officeDocument/2006/relationships/slideLayout" Target="../slideLayouts/slideLayout18.xml"/><Relationship Id="rId42" Type="http://schemas.openxmlformats.org/officeDocument/2006/relationships/image" Target="../media/image327.wmf"/><Relationship Id="rId41" Type="http://schemas.openxmlformats.org/officeDocument/2006/relationships/oleObject" Target="../embeddings/oleObject322.bin"/><Relationship Id="rId40" Type="http://schemas.openxmlformats.org/officeDocument/2006/relationships/image" Target="../media/image326.wmf"/><Relationship Id="rId4" Type="http://schemas.openxmlformats.org/officeDocument/2006/relationships/image" Target="../media/image308.wmf"/><Relationship Id="rId39" Type="http://schemas.openxmlformats.org/officeDocument/2006/relationships/oleObject" Target="../embeddings/oleObject321.bin"/><Relationship Id="rId38" Type="http://schemas.openxmlformats.org/officeDocument/2006/relationships/image" Target="../media/image325.wmf"/><Relationship Id="rId37" Type="http://schemas.openxmlformats.org/officeDocument/2006/relationships/oleObject" Target="../embeddings/oleObject320.bin"/><Relationship Id="rId36" Type="http://schemas.openxmlformats.org/officeDocument/2006/relationships/image" Target="../media/image324.wmf"/><Relationship Id="rId35" Type="http://schemas.openxmlformats.org/officeDocument/2006/relationships/oleObject" Target="../embeddings/oleObject319.bin"/><Relationship Id="rId34" Type="http://schemas.openxmlformats.org/officeDocument/2006/relationships/image" Target="../media/image323.wmf"/><Relationship Id="rId33" Type="http://schemas.openxmlformats.org/officeDocument/2006/relationships/oleObject" Target="../embeddings/oleObject318.bin"/><Relationship Id="rId32" Type="http://schemas.openxmlformats.org/officeDocument/2006/relationships/image" Target="../media/image322.wmf"/><Relationship Id="rId31" Type="http://schemas.openxmlformats.org/officeDocument/2006/relationships/oleObject" Target="../embeddings/oleObject317.bin"/><Relationship Id="rId30" Type="http://schemas.openxmlformats.org/officeDocument/2006/relationships/image" Target="../media/image321.wmf"/><Relationship Id="rId3" Type="http://schemas.openxmlformats.org/officeDocument/2006/relationships/oleObject" Target="../embeddings/oleObject303.bin"/><Relationship Id="rId29" Type="http://schemas.openxmlformats.org/officeDocument/2006/relationships/oleObject" Target="../embeddings/oleObject316.bin"/><Relationship Id="rId28" Type="http://schemas.openxmlformats.org/officeDocument/2006/relationships/image" Target="../media/image320.wmf"/><Relationship Id="rId27" Type="http://schemas.openxmlformats.org/officeDocument/2006/relationships/oleObject" Target="../embeddings/oleObject315.bin"/><Relationship Id="rId26" Type="http://schemas.openxmlformats.org/officeDocument/2006/relationships/image" Target="../media/image319.wmf"/><Relationship Id="rId25" Type="http://schemas.openxmlformats.org/officeDocument/2006/relationships/oleObject" Target="../embeddings/oleObject314.bin"/><Relationship Id="rId24" Type="http://schemas.openxmlformats.org/officeDocument/2006/relationships/image" Target="../media/image318.wmf"/><Relationship Id="rId23" Type="http://schemas.openxmlformats.org/officeDocument/2006/relationships/oleObject" Target="../embeddings/oleObject313.bin"/><Relationship Id="rId22" Type="http://schemas.openxmlformats.org/officeDocument/2006/relationships/image" Target="../media/image317.wmf"/><Relationship Id="rId21" Type="http://schemas.openxmlformats.org/officeDocument/2006/relationships/oleObject" Target="../embeddings/oleObject312.bin"/><Relationship Id="rId20" Type="http://schemas.openxmlformats.org/officeDocument/2006/relationships/image" Target="../media/image316.wmf"/><Relationship Id="rId2" Type="http://schemas.openxmlformats.org/officeDocument/2006/relationships/image" Target="../media/image307.wmf"/><Relationship Id="rId19" Type="http://schemas.openxmlformats.org/officeDocument/2006/relationships/oleObject" Target="../embeddings/oleObject311.bin"/><Relationship Id="rId18" Type="http://schemas.openxmlformats.org/officeDocument/2006/relationships/image" Target="../media/image315.wmf"/><Relationship Id="rId17" Type="http://schemas.openxmlformats.org/officeDocument/2006/relationships/oleObject" Target="../embeddings/oleObject310.bin"/><Relationship Id="rId16" Type="http://schemas.openxmlformats.org/officeDocument/2006/relationships/image" Target="../media/image314.wmf"/><Relationship Id="rId15" Type="http://schemas.openxmlformats.org/officeDocument/2006/relationships/oleObject" Target="../embeddings/oleObject309.bin"/><Relationship Id="rId14" Type="http://schemas.openxmlformats.org/officeDocument/2006/relationships/image" Target="../media/image313.wmf"/><Relationship Id="rId13" Type="http://schemas.openxmlformats.org/officeDocument/2006/relationships/oleObject" Target="../embeddings/oleObject308.bin"/><Relationship Id="rId12" Type="http://schemas.openxmlformats.org/officeDocument/2006/relationships/image" Target="../media/image312.wmf"/><Relationship Id="rId11" Type="http://schemas.openxmlformats.org/officeDocument/2006/relationships/oleObject" Target="../embeddings/oleObject307.bin"/><Relationship Id="rId10" Type="http://schemas.openxmlformats.org/officeDocument/2006/relationships/image" Target="../media/image311.wmf"/><Relationship Id="rId1" Type="http://schemas.openxmlformats.org/officeDocument/2006/relationships/oleObject" Target="../embeddings/oleObject302.bin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slide" Target="slide33.xml"/></Relationships>
</file>

<file path=ppt/slides/_rels/slide3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27.bin"/><Relationship Id="rId8" Type="http://schemas.openxmlformats.org/officeDocument/2006/relationships/image" Target="../media/image331.wmf"/><Relationship Id="rId7" Type="http://schemas.openxmlformats.org/officeDocument/2006/relationships/oleObject" Target="../embeddings/oleObject326.bin"/><Relationship Id="rId6" Type="http://schemas.openxmlformats.org/officeDocument/2006/relationships/image" Target="../media/image330.wmf"/><Relationship Id="rId5" Type="http://schemas.openxmlformats.org/officeDocument/2006/relationships/oleObject" Target="../embeddings/oleObject325.bin"/><Relationship Id="rId4" Type="http://schemas.openxmlformats.org/officeDocument/2006/relationships/image" Target="../media/image329.wmf"/><Relationship Id="rId3" Type="http://schemas.openxmlformats.org/officeDocument/2006/relationships/oleObject" Target="../embeddings/oleObject324.bin"/><Relationship Id="rId2" Type="http://schemas.openxmlformats.org/officeDocument/2006/relationships/image" Target="../media/image328.wmf"/><Relationship Id="rId12" Type="http://schemas.openxmlformats.org/officeDocument/2006/relationships/vmlDrawing" Target="../drawings/vmlDrawing29.vml"/><Relationship Id="rId11" Type="http://schemas.openxmlformats.org/officeDocument/2006/relationships/slideLayout" Target="../slideLayouts/slideLayout18.xml"/><Relationship Id="rId10" Type="http://schemas.openxmlformats.org/officeDocument/2006/relationships/image" Target="../media/image332.wmf"/><Relationship Id="rId1" Type="http://schemas.openxmlformats.org/officeDocument/2006/relationships/oleObject" Target="../embeddings/oleObject323.bin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30.vml"/><Relationship Id="rId7" Type="http://schemas.openxmlformats.org/officeDocument/2006/relationships/slideLayout" Target="../slideLayouts/slideLayout18.xml"/><Relationship Id="rId6" Type="http://schemas.openxmlformats.org/officeDocument/2006/relationships/image" Target="../media/image335.wmf"/><Relationship Id="rId5" Type="http://schemas.openxmlformats.org/officeDocument/2006/relationships/oleObject" Target="../embeddings/oleObject330.bin"/><Relationship Id="rId4" Type="http://schemas.openxmlformats.org/officeDocument/2006/relationships/image" Target="../media/image334.wmf"/><Relationship Id="rId3" Type="http://schemas.openxmlformats.org/officeDocument/2006/relationships/oleObject" Target="../embeddings/oleObject329.bin"/><Relationship Id="rId2" Type="http://schemas.openxmlformats.org/officeDocument/2006/relationships/image" Target="../media/image333.wmf"/><Relationship Id="rId1" Type="http://schemas.openxmlformats.org/officeDocument/2006/relationships/oleObject" Target="../embeddings/oleObject328.bin"/></Relationships>
</file>

<file path=ppt/slides/_rels/slide3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35.bin"/><Relationship Id="rId8" Type="http://schemas.openxmlformats.org/officeDocument/2006/relationships/image" Target="../media/image339.wmf"/><Relationship Id="rId7" Type="http://schemas.openxmlformats.org/officeDocument/2006/relationships/oleObject" Target="../embeddings/oleObject334.bin"/><Relationship Id="rId6" Type="http://schemas.openxmlformats.org/officeDocument/2006/relationships/image" Target="../media/image338.wmf"/><Relationship Id="rId5" Type="http://schemas.openxmlformats.org/officeDocument/2006/relationships/oleObject" Target="../embeddings/oleObject333.bin"/><Relationship Id="rId4" Type="http://schemas.openxmlformats.org/officeDocument/2006/relationships/image" Target="../media/image337.wmf"/><Relationship Id="rId3" Type="http://schemas.openxmlformats.org/officeDocument/2006/relationships/oleObject" Target="../embeddings/oleObject332.bin"/><Relationship Id="rId26" Type="http://schemas.openxmlformats.org/officeDocument/2006/relationships/vmlDrawing" Target="../drawings/vmlDrawing31.vml"/><Relationship Id="rId25" Type="http://schemas.openxmlformats.org/officeDocument/2006/relationships/slideLayout" Target="../slideLayouts/slideLayout18.xml"/><Relationship Id="rId24" Type="http://schemas.openxmlformats.org/officeDocument/2006/relationships/image" Target="../media/image347.wmf"/><Relationship Id="rId23" Type="http://schemas.openxmlformats.org/officeDocument/2006/relationships/oleObject" Target="../embeddings/oleObject342.bin"/><Relationship Id="rId22" Type="http://schemas.openxmlformats.org/officeDocument/2006/relationships/image" Target="../media/image346.wmf"/><Relationship Id="rId21" Type="http://schemas.openxmlformats.org/officeDocument/2006/relationships/oleObject" Target="../embeddings/oleObject341.bin"/><Relationship Id="rId20" Type="http://schemas.openxmlformats.org/officeDocument/2006/relationships/image" Target="../media/image345.wmf"/><Relationship Id="rId2" Type="http://schemas.openxmlformats.org/officeDocument/2006/relationships/image" Target="../media/image336.wmf"/><Relationship Id="rId19" Type="http://schemas.openxmlformats.org/officeDocument/2006/relationships/oleObject" Target="../embeddings/oleObject340.bin"/><Relationship Id="rId18" Type="http://schemas.openxmlformats.org/officeDocument/2006/relationships/image" Target="../media/image344.wmf"/><Relationship Id="rId17" Type="http://schemas.openxmlformats.org/officeDocument/2006/relationships/oleObject" Target="../embeddings/oleObject339.bin"/><Relationship Id="rId16" Type="http://schemas.openxmlformats.org/officeDocument/2006/relationships/image" Target="../media/image343.wmf"/><Relationship Id="rId15" Type="http://schemas.openxmlformats.org/officeDocument/2006/relationships/oleObject" Target="../embeddings/oleObject338.bin"/><Relationship Id="rId14" Type="http://schemas.openxmlformats.org/officeDocument/2006/relationships/image" Target="../media/image342.wmf"/><Relationship Id="rId13" Type="http://schemas.openxmlformats.org/officeDocument/2006/relationships/oleObject" Target="../embeddings/oleObject337.bin"/><Relationship Id="rId12" Type="http://schemas.openxmlformats.org/officeDocument/2006/relationships/image" Target="../media/image341.wmf"/><Relationship Id="rId11" Type="http://schemas.openxmlformats.org/officeDocument/2006/relationships/oleObject" Target="../embeddings/oleObject336.bin"/><Relationship Id="rId10" Type="http://schemas.openxmlformats.org/officeDocument/2006/relationships/image" Target="../media/image340.wmf"/><Relationship Id="rId1" Type="http://schemas.openxmlformats.org/officeDocument/2006/relationships/oleObject" Target="../embeddings/oleObject331.bin"/></Relationships>
</file>

<file path=ppt/slides/_rels/slide3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47.bin"/><Relationship Id="rId8" Type="http://schemas.openxmlformats.org/officeDocument/2006/relationships/image" Target="../media/image351.wmf"/><Relationship Id="rId7" Type="http://schemas.openxmlformats.org/officeDocument/2006/relationships/oleObject" Target="../embeddings/oleObject346.bin"/><Relationship Id="rId6" Type="http://schemas.openxmlformats.org/officeDocument/2006/relationships/image" Target="../media/image350.wmf"/><Relationship Id="rId5" Type="http://schemas.openxmlformats.org/officeDocument/2006/relationships/oleObject" Target="../embeddings/oleObject345.bin"/><Relationship Id="rId4" Type="http://schemas.openxmlformats.org/officeDocument/2006/relationships/image" Target="../media/image349.wmf"/><Relationship Id="rId36" Type="http://schemas.openxmlformats.org/officeDocument/2006/relationships/vmlDrawing" Target="../drawings/vmlDrawing32.vml"/><Relationship Id="rId35" Type="http://schemas.openxmlformats.org/officeDocument/2006/relationships/slideLayout" Target="../slideLayouts/slideLayout18.xml"/><Relationship Id="rId34" Type="http://schemas.openxmlformats.org/officeDocument/2006/relationships/image" Target="../media/image364.wmf"/><Relationship Id="rId33" Type="http://schemas.openxmlformats.org/officeDocument/2006/relationships/oleObject" Target="../embeddings/oleObject359.bin"/><Relationship Id="rId32" Type="http://schemas.openxmlformats.org/officeDocument/2006/relationships/image" Target="../media/image363.wmf"/><Relationship Id="rId31" Type="http://schemas.openxmlformats.org/officeDocument/2006/relationships/oleObject" Target="../embeddings/oleObject358.bin"/><Relationship Id="rId30" Type="http://schemas.openxmlformats.org/officeDocument/2006/relationships/image" Target="../media/image362.wmf"/><Relationship Id="rId3" Type="http://schemas.openxmlformats.org/officeDocument/2006/relationships/oleObject" Target="../embeddings/oleObject344.bin"/><Relationship Id="rId29" Type="http://schemas.openxmlformats.org/officeDocument/2006/relationships/oleObject" Target="../embeddings/oleObject357.bin"/><Relationship Id="rId28" Type="http://schemas.openxmlformats.org/officeDocument/2006/relationships/image" Target="../media/image361.wmf"/><Relationship Id="rId27" Type="http://schemas.openxmlformats.org/officeDocument/2006/relationships/oleObject" Target="../embeddings/oleObject356.bin"/><Relationship Id="rId26" Type="http://schemas.openxmlformats.org/officeDocument/2006/relationships/image" Target="../media/image360.wmf"/><Relationship Id="rId25" Type="http://schemas.openxmlformats.org/officeDocument/2006/relationships/oleObject" Target="../embeddings/oleObject355.bin"/><Relationship Id="rId24" Type="http://schemas.openxmlformats.org/officeDocument/2006/relationships/image" Target="../media/image359.emf"/><Relationship Id="rId23" Type="http://schemas.openxmlformats.org/officeDocument/2006/relationships/oleObject" Target="../embeddings/oleObject354.bin"/><Relationship Id="rId22" Type="http://schemas.openxmlformats.org/officeDocument/2006/relationships/image" Target="../media/image358.wmf"/><Relationship Id="rId21" Type="http://schemas.openxmlformats.org/officeDocument/2006/relationships/oleObject" Target="../embeddings/oleObject353.bin"/><Relationship Id="rId20" Type="http://schemas.openxmlformats.org/officeDocument/2006/relationships/image" Target="../media/image357.wmf"/><Relationship Id="rId2" Type="http://schemas.openxmlformats.org/officeDocument/2006/relationships/image" Target="../media/image348.wmf"/><Relationship Id="rId19" Type="http://schemas.openxmlformats.org/officeDocument/2006/relationships/oleObject" Target="../embeddings/oleObject352.bin"/><Relationship Id="rId18" Type="http://schemas.openxmlformats.org/officeDocument/2006/relationships/image" Target="../media/image356.wmf"/><Relationship Id="rId17" Type="http://schemas.openxmlformats.org/officeDocument/2006/relationships/oleObject" Target="../embeddings/oleObject351.bin"/><Relationship Id="rId16" Type="http://schemas.openxmlformats.org/officeDocument/2006/relationships/image" Target="../media/image355.emf"/><Relationship Id="rId15" Type="http://schemas.openxmlformats.org/officeDocument/2006/relationships/oleObject" Target="../embeddings/oleObject350.bin"/><Relationship Id="rId14" Type="http://schemas.openxmlformats.org/officeDocument/2006/relationships/image" Target="../media/image354.wmf"/><Relationship Id="rId13" Type="http://schemas.openxmlformats.org/officeDocument/2006/relationships/oleObject" Target="../embeddings/oleObject349.bin"/><Relationship Id="rId12" Type="http://schemas.openxmlformats.org/officeDocument/2006/relationships/image" Target="../media/image353.wmf"/><Relationship Id="rId11" Type="http://schemas.openxmlformats.org/officeDocument/2006/relationships/oleObject" Target="../embeddings/oleObject348.bin"/><Relationship Id="rId10" Type="http://schemas.openxmlformats.org/officeDocument/2006/relationships/image" Target="../media/image352.wmf"/><Relationship Id="rId1" Type="http://schemas.openxmlformats.org/officeDocument/2006/relationships/oleObject" Target="../embeddings/oleObject343.bin"/></Relationships>
</file>

<file path=ppt/slides/_rels/slide3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64.bin"/><Relationship Id="rId8" Type="http://schemas.openxmlformats.org/officeDocument/2006/relationships/image" Target="../media/image368.wmf"/><Relationship Id="rId7" Type="http://schemas.openxmlformats.org/officeDocument/2006/relationships/oleObject" Target="../embeddings/oleObject363.bin"/><Relationship Id="rId6" Type="http://schemas.openxmlformats.org/officeDocument/2006/relationships/image" Target="../media/image367.wmf"/><Relationship Id="rId5" Type="http://schemas.openxmlformats.org/officeDocument/2006/relationships/oleObject" Target="../embeddings/oleObject362.bin"/><Relationship Id="rId4" Type="http://schemas.openxmlformats.org/officeDocument/2006/relationships/image" Target="../media/image366.wmf"/><Relationship Id="rId37" Type="http://schemas.openxmlformats.org/officeDocument/2006/relationships/vmlDrawing" Target="../drawings/vmlDrawing33.vml"/><Relationship Id="rId36" Type="http://schemas.openxmlformats.org/officeDocument/2006/relationships/slideLayout" Target="../slideLayouts/slideLayout18.xml"/><Relationship Id="rId35" Type="http://schemas.openxmlformats.org/officeDocument/2006/relationships/oleObject" Target="../embeddings/oleObject379.bin"/><Relationship Id="rId34" Type="http://schemas.openxmlformats.org/officeDocument/2006/relationships/oleObject" Target="../embeddings/oleObject378.bin"/><Relationship Id="rId33" Type="http://schemas.openxmlformats.org/officeDocument/2006/relationships/oleObject" Target="../embeddings/oleObject377.bin"/><Relationship Id="rId32" Type="http://schemas.openxmlformats.org/officeDocument/2006/relationships/oleObject" Target="../embeddings/oleObject376.bin"/><Relationship Id="rId31" Type="http://schemas.openxmlformats.org/officeDocument/2006/relationships/oleObject" Target="../embeddings/oleObject375.bin"/><Relationship Id="rId30" Type="http://schemas.openxmlformats.org/officeDocument/2006/relationships/image" Target="../media/image376.wmf"/><Relationship Id="rId3" Type="http://schemas.openxmlformats.org/officeDocument/2006/relationships/oleObject" Target="../embeddings/oleObject361.bin"/><Relationship Id="rId29" Type="http://schemas.openxmlformats.org/officeDocument/2006/relationships/oleObject" Target="../embeddings/oleObject374.bin"/><Relationship Id="rId28" Type="http://schemas.openxmlformats.org/officeDocument/2006/relationships/image" Target="../media/image375.wmf"/><Relationship Id="rId27" Type="http://schemas.openxmlformats.org/officeDocument/2006/relationships/oleObject" Target="../embeddings/oleObject373.bin"/><Relationship Id="rId26" Type="http://schemas.openxmlformats.org/officeDocument/2006/relationships/image" Target="../media/image364.wmf"/><Relationship Id="rId25" Type="http://schemas.openxmlformats.org/officeDocument/2006/relationships/oleObject" Target="../embeddings/oleObject372.bin"/><Relationship Id="rId24" Type="http://schemas.openxmlformats.org/officeDocument/2006/relationships/image" Target="../media/image363.wmf"/><Relationship Id="rId23" Type="http://schemas.openxmlformats.org/officeDocument/2006/relationships/oleObject" Target="../embeddings/oleObject371.bin"/><Relationship Id="rId22" Type="http://schemas.openxmlformats.org/officeDocument/2006/relationships/image" Target="../media/image362.wmf"/><Relationship Id="rId21" Type="http://schemas.openxmlformats.org/officeDocument/2006/relationships/oleObject" Target="../embeddings/oleObject370.bin"/><Relationship Id="rId20" Type="http://schemas.openxmlformats.org/officeDocument/2006/relationships/image" Target="../media/image374.wmf"/><Relationship Id="rId2" Type="http://schemas.openxmlformats.org/officeDocument/2006/relationships/image" Target="../media/image365.wmf"/><Relationship Id="rId19" Type="http://schemas.openxmlformats.org/officeDocument/2006/relationships/oleObject" Target="../embeddings/oleObject369.bin"/><Relationship Id="rId18" Type="http://schemas.openxmlformats.org/officeDocument/2006/relationships/image" Target="../media/image373.wmf"/><Relationship Id="rId17" Type="http://schemas.openxmlformats.org/officeDocument/2006/relationships/oleObject" Target="../embeddings/oleObject368.bin"/><Relationship Id="rId16" Type="http://schemas.openxmlformats.org/officeDocument/2006/relationships/image" Target="../media/image372.wmf"/><Relationship Id="rId15" Type="http://schemas.openxmlformats.org/officeDocument/2006/relationships/oleObject" Target="../embeddings/oleObject367.bin"/><Relationship Id="rId14" Type="http://schemas.openxmlformats.org/officeDocument/2006/relationships/image" Target="../media/image371.wmf"/><Relationship Id="rId13" Type="http://schemas.openxmlformats.org/officeDocument/2006/relationships/oleObject" Target="../embeddings/oleObject366.bin"/><Relationship Id="rId12" Type="http://schemas.openxmlformats.org/officeDocument/2006/relationships/image" Target="../media/image370.wmf"/><Relationship Id="rId11" Type="http://schemas.openxmlformats.org/officeDocument/2006/relationships/oleObject" Target="../embeddings/oleObject365.bin"/><Relationship Id="rId10" Type="http://schemas.openxmlformats.org/officeDocument/2006/relationships/image" Target="../media/image369.wmf"/><Relationship Id="rId1" Type="http://schemas.openxmlformats.org/officeDocument/2006/relationships/oleObject" Target="../embeddings/oleObject360.bin"/></Relationships>
</file>

<file path=ppt/slides/_rels/slide3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84.bin"/><Relationship Id="rId8" Type="http://schemas.openxmlformats.org/officeDocument/2006/relationships/image" Target="../media/image380.wmf"/><Relationship Id="rId7" Type="http://schemas.openxmlformats.org/officeDocument/2006/relationships/oleObject" Target="../embeddings/oleObject383.bin"/><Relationship Id="rId6" Type="http://schemas.openxmlformats.org/officeDocument/2006/relationships/image" Target="../media/image379.wmf"/><Relationship Id="rId5" Type="http://schemas.openxmlformats.org/officeDocument/2006/relationships/oleObject" Target="../embeddings/oleObject382.bin"/><Relationship Id="rId4" Type="http://schemas.openxmlformats.org/officeDocument/2006/relationships/image" Target="../media/image378.wmf"/><Relationship Id="rId30" Type="http://schemas.openxmlformats.org/officeDocument/2006/relationships/vmlDrawing" Target="../drawings/vmlDrawing34.vml"/><Relationship Id="rId3" Type="http://schemas.openxmlformats.org/officeDocument/2006/relationships/oleObject" Target="../embeddings/oleObject381.bin"/><Relationship Id="rId29" Type="http://schemas.openxmlformats.org/officeDocument/2006/relationships/slideLayout" Target="../slideLayouts/slideLayout18.xml"/><Relationship Id="rId28" Type="http://schemas.openxmlformats.org/officeDocument/2006/relationships/image" Target="../media/image390.wmf"/><Relationship Id="rId27" Type="http://schemas.openxmlformats.org/officeDocument/2006/relationships/oleObject" Target="../embeddings/oleObject393.bin"/><Relationship Id="rId26" Type="http://schemas.openxmlformats.org/officeDocument/2006/relationships/image" Target="../media/image389.wmf"/><Relationship Id="rId25" Type="http://schemas.openxmlformats.org/officeDocument/2006/relationships/oleObject" Target="../embeddings/oleObject392.bin"/><Relationship Id="rId24" Type="http://schemas.openxmlformats.org/officeDocument/2006/relationships/image" Target="../media/image388.wmf"/><Relationship Id="rId23" Type="http://schemas.openxmlformats.org/officeDocument/2006/relationships/oleObject" Target="../embeddings/oleObject391.bin"/><Relationship Id="rId22" Type="http://schemas.openxmlformats.org/officeDocument/2006/relationships/image" Target="../media/image387.wmf"/><Relationship Id="rId21" Type="http://schemas.openxmlformats.org/officeDocument/2006/relationships/oleObject" Target="../embeddings/oleObject390.bin"/><Relationship Id="rId20" Type="http://schemas.openxmlformats.org/officeDocument/2006/relationships/image" Target="../media/image386.wmf"/><Relationship Id="rId2" Type="http://schemas.openxmlformats.org/officeDocument/2006/relationships/image" Target="../media/image377.wmf"/><Relationship Id="rId19" Type="http://schemas.openxmlformats.org/officeDocument/2006/relationships/oleObject" Target="../embeddings/oleObject389.bin"/><Relationship Id="rId18" Type="http://schemas.openxmlformats.org/officeDocument/2006/relationships/image" Target="../media/image385.wmf"/><Relationship Id="rId17" Type="http://schemas.openxmlformats.org/officeDocument/2006/relationships/oleObject" Target="../embeddings/oleObject388.bin"/><Relationship Id="rId16" Type="http://schemas.openxmlformats.org/officeDocument/2006/relationships/image" Target="../media/image384.wmf"/><Relationship Id="rId15" Type="http://schemas.openxmlformats.org/officeDocument/2006/relationships/oleObject" Target="../embeddings/oleObject387.bin"/><Relationship Id="rId14" Type="http://schemas.openxmlformats.org/officeDocument/2006/relationships/image" Target="../media/image383.wmf"/><Relationship Id="rId13" Type="http://schemas.openxmlformats.org/officeDocument/2006/relationships/oleObject" Target="../embeddings/oleObject386.bin"/><Relationship Id="rId12" Type="http://schemas.openxmlformats.org/officeDocument/2006/relationships/image" Target="../media/image382.wmf"/><Relationship Id="rId11" Type="http://schemas.openxmlformats.org/officeDocument/2006/relationships/oleObject" Target="../embeddings/oleObject385.bin"/><Relationship Id="rId10" Type="http://schemas.openxmlformats.org/officeDocument/2006/relationships/image" Target="../media/image381.wmf"/><Relationship Id="rId1" Type="http://schemas.openxmlformats.org/officeDocument/2006/relationships/oleObject" Target="../embeddings/oleObject380.bin"/></Relationships>
</file>

<file path=ppt/slides/_rels/slide3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98.bin"/><Relationship Id="rId8" Type="http://schemas.openxmlformats.org/officeDocument/2006/relationships/image" Target="../media/image394.wmf"/><Relationship Id="rId7" Type="http://schemas.openxmlformats.org/officeDocument/2006/relationships/oleObject" Target="../embeddings/oleObject397.bin"/><Relationship Id="rId6" Type="http://schemas.openxmlformats.org/officeDocument/2006/relationships/image" Target="../media/image393.wmf"/><Relationship Id="rId5" Type="http://schemas.openxmlformats.org/officeDocument/2006/relationships/oleObject" Target="../embeddings/oleObject396.bin"/><Relationship Id="rId4" Type="http://schemas.openxmlformats.org/officeDocument/2006/relationships/image" Target="../media/image392.wmf"/><Relationship Id="rId3" Type="http://schemas.openxmlformats.org/officeDocument/2006/relationships/oleObject" Target="../embeddings/oleObject395.bin"/><Relationship Id="rId2" Type="http://schemas.openxmlformats.org/officeDocument/2006/relationships/image" Target="../media/image391.wmf"/><Relationship Id="rId18" Type="http://schemas.openxmlformats.org/officeDocument/2006/relationships/vmlDrawing" Target="../drawings/vmlDrawing35.vml"/><Relationship Id="rId17" Type="http://schemas.openxmlformats.org/officeDocument/2006/relationships/slideLayout" Target="../slideLayouts/slideLayout18.xml"/><Relationship Id="rId16" Type="http://schemas.openxmlformats.org/officeDocument/2006/relationships/image" Target="../media/image398.wmf"/><Relationship Id="rId15" Type="http://schemas.openxmlformats.org/officeDocument/2006/relationships/oleObject" Target="../embeddings/oleObject401.bin"/><Relationship Id="rId14" Type="http://schemas.openxmlformats.org/officeDocument/2006/relationships/image" Target="../media/image397.wmf"/><Relationship Id="rId13" Type="http://schemas.openxmlformats.org/officeDocument/2006/relationships/oleObject" Target="../embeddings/oleObject400.bin"/><Relationship Id="rId12" Type="http://schemas.openxmlformats.org/officeDocument/2006/relationships/image" Target="../media/image396.wmf"/><Relationship Id="rId11" Type="http://schemas.openxmlformats.org/officeDocument/2006/relationships/oleObject" Target="../embeddings/oleObject399.bin"/><Relationship Id="rId10" Type="http://schemas.openxmlformats.org/officeDocument/2006/relationships/image" Target="../media/image395.wmf"/><Relationship Id="rId1" Type="http://schemas.openxmlformats.org/officeDocument/2006/relationships/oleObject" Target="../embeddings/oleObject394.bin"/></Relationships>
</file>

<file path=ppt/slides/_rels/slide4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06.bin"/><Relationship Id="rId8" Type="http://schemas.openxmlformats.org/officeDocument/2006/relationships/image" Target="../media/image402.wmf"/><Relationship Id="rId7" Type="http://schemas.openxmlformats.org/officeDocument/2006/relationships/oleObject" Target="../embeddings/oleObject405.bin"/><Relationship Id="rId6" Type="http://schemas.openxmlformats.org/officeDocument/2006/relationships/image" Target="../media/image401.wmf"/><Relationship Id="rId5" Type="http://schemas.openxmlformats.org/officeDocument/2006/relationships/oleObject" Target="../embeddings/oleObject404.bin"/><Relationship Id="rId4" Type="http://schemas.openxmlformats.org/officeDocument/2006/relationships/image" Target="../media/image400.wmf"/><Relationship Id="rId3" Type="http://schemas.openxmlformats.org/officeDocument/2006/relationships/oleObject" Target="../embeddings/oleObject403.bin"/><Relationship Id="rId20" Type="http://schemas.openxmlformats.org/officeDocument/2006/relationships/vmlDrawing" Target="../drawings/vmlDrawing36.vml"/><Relationship Id="rId2" Type="http://schemas.openxmlformats.org/officeDocument/2006/relationships/image" Target="../media/image399.wmf"/><Relationship Id="rId19" Type="http://schemas.openxmlformats.org/officeDocument/2006/relationships/slideLayout" Target="../slideLayouts/slideLayout18.xml"/><Relationship Id="rId18" Type="http://schemas.openxmlformats.org/officeDocument/2006/relationships/image" Target="../media/image407.wmf"/><Relationship Id="rId17" Type="http://schemas.openxmlformats.org/officeDocument/2006/relationships/oleObject" Target="../embeddings/oleObject410.bin"/><Relationship Id="rId16" Type="http://schemas.openxmlformats.org/officeDocument/2006/relationships/image" Target="../media/image406.wmf"/><Relationship Id="rId15" Type="http://schemas.openxmlformats.org/officeDocument/2006/relationships/oleObject" Target="../embeddings/oleObject409.bin"/><Relationship Id="rId14" Type="http://schemas.openxmlformats.org/officeDocument/2006/relationships/image" Target="../media/image405.wmf"/><Relationship Id="rId13" Type="http://schemas.openxmlformats.org/officeDocument/2006/relationships/oleObject" Target="../embeddings/oleObject408.bin"/><Relationship Id="rId12" Type="http://schemas.openxmlformats.org/officeDocument/2006/relationships/image" Target="../media/image404.wmf"/><Relationship Id="rId11" Type="http://schemas.openxmlformats.org/officeDocument/2006/relationships/oleObject" Target="../embeddings/oleObject407.bin"/><Relationship Id="rId10" Type="http://schemas.openxmlformats.org/officeDocument/2006/relationships/image" Target="../media/image403.wmf"/><Relationship Id="rId1" Type="http://schemas.openxmlformats.org/officeDocument/2006/relationships/oleObject" Target="../embeddings/oleObject402.bin"/></Relationships>
</file>

<file path=ppt/slides/_rels/slide4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15.bin"/><Relationship Id="rId8" Type="http://schemas.openxmlformats.org/officeDocument/2006/relationships/image" Target="../media/image411.wmf"/><Relationship Id="rId7" Type="http://schemas.openxmlformats.org/officeDocument/2006/relationships/oleObject" Target="../embeddings/oleObject414.bin"/><Relationship Id="rId6" Type="http://schemas.openxmlformats.org/officeDocument/2006/relationships/image" Target="../media/image410.wmf"/><Relationship Id="rId5" Type="http://schemas.openxmlformats.org/officeDocument/2006/relationships/oleObject" Target="../embeddings/oleObject413.bin"/><Relationship Id="rId4" Type="http://schemas.openxmlformats.org/officeDocument/2006/relationships/image" Target="../media/image409.wmf"/><Relationship Id="rId3" Type="http://schemas.openxmlformats.org/officeDocument/2006/relationships/oleObject" Target="../embeddings/oleObject412.bin"/><Relationship Id="rId24" Type="http://schemas.openxmlformats.org/officeDocument/2006/relationships/vmlDrawing" Target="../drawings/vmlDrawing37.vml"/><Relationship Id="rId23" Type="http://schemas.openxmlformats.org/officeDocument/2006/relationships/slideLayout" Target="../slideLayouts/slideLayout18.xml"/><Relationship Id="rId22" Type="http://schemas.openxmlformats.org/officeDocument/2006/relationships/image" Target="../media/image418.wmf"/><Relationship Id="rId21" Type="http://schemas.openxmlformats.org/officeDocument/2006/relationships/oleObject" Target="../embeddings/oleObject421.bin"/><Relationship Id="rId20" Type="http://schemas.openxmlformats.org/officeDocument/2006/relationships/image" Target="../media/image417.wmf"/><Relationship Id="rId2" Type="http://schemas.openxmlformats.org/officeDocument/2006/relationships/image" Target="../media/image408.wmf"/><Relationship Id="rId19" Type="http://schemas.openxmlformats.org/officeDocument/2006/relationships/oleObject" Target="../embeddings/oleObject420.bin"/><Relationship Id="rId18" Type="http://schemas.openxmlformats.org/officeDocument/2006/relationships/image" Target="../media/image416.wmf"/><Relationship Id="rId17" Type="http://schemas.openxmlformats.org/officeDocument/2006/relationships/oleObject" Target="../embeddings/oleObject419.bin"/><Relationship Id="rId16" Type="http://schemas.openxmlformats.org/officeDocument/2006/relationships/image" Target="../media/image415.wmf"/><Relationship Id="rId15" Type="http://schemas.openxmlformats.org/officeDocument/2006/relationships/oleObject" Target="../embeddings/oleObject418.bin"/><Relationship Id="rId14" Type="http://schemas.openxmlformats.org/officeDocument/2006/relationships/image" Target="../media/image414.wmf"/><Relationship Id="rId13" Type="http://schemas.openxmlformats.org/officeDocument/2006/relationships/oleObject" Target="../embeddings/oleObject417.bin"/><Relationship Id="rId12" Type="http://schemas.openxmlformats.org/officeDocument/2006/relationships/image" Target="../media/image413.wmf"/><Relationship Id="rId11" Type="http://schemas.openxmlformats.org/officeDocument/2006/relationships/oleObject" Target="../embeddings/oleObject416.bin"/><Relationship Id="rId10" Type="http://schemas.openxmlformats.org/officeDocument/2006/relationships/image" Target="../media/image412.wmf"/><Relationship Id="rId1" Type="http://schemas.openxmlformats.org/officeDocument/2006/relationships/oleObject" Target="../embeddings/oleObject411.bin"/></Relationships>
</file>

<file path=ppt/slides/_rels/slide4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26.bin"/><Relationship Id="rId8" Type="http://schemas.openxmlformats.org/officeDocument/2006/relationships/image" Target="../media/image422.wmf"/><Relationship Id="rId7" Type="http://schemas.openxmlformats.org/officeDocument/2006/relationships/oleObject" Target="../embeddings/oleObject425.bin"/><Relationship Id="rId6" Type="http://schemas.openxmlformats.org/officeDocument/2006/relationships/image" Target="../media/image421.wmf"/><Relationship Id="rId5" Type="http://schemas.openxmlformats.org/officeDocument/2006/relationships/oleObject" Target="../embeddings/oleObject424.bin"/><Relationship Id="rId4" Type="http://schemas.openxmlformats.org/officeDocument/2006/relationships/image" Target="../media/image420.wmf"/><Relationship Id="rId3" Type="http://schemas.openxmlformats.org/officeDocument/2006/relationships/oleObject" Target="../embeddings/oleObject423.bin"/><Relationship Id="rId28" Type="http://schemas.openxmlformats.org/officeDocument/2006/relationships/vmlDrawing" Target="../drawings/vmlDrawing38.vml"/><Relationship Id="rId27" Type="http://schemas.openxmlformats.org/officeDocument/2006/relationships/slideLayout" Target="../slideLayouts/slideLayout18.xml"/><Relationship Id="rId26" Type="http://schemas.openxmlformats.org/officeDocument/2006/relationships/image" Target="../media/image431.wmf"/><Relationship Id="rId25" Type="http://schemas.openxmlformats.org/officeDocument/2006/relationships/oleObject" Target="../embeddings/oleObject434.bin"/><Relationship Id="rId24" Type="http://schemas.openxmlformats.org/officeDocument/2006/relationships/image" Target="../media/image430.wmf"/><Relationship Id="rId23" Type="http://schemas.openxmlformats.org/officeDocument/2006/relationships/oleObject" Target="../embeddings/oleObject433.bin"/><Relationship Id="rId22" Type="http://schemas.openxmlformats.org/officeDocument/2006/relationships/image" Target="../media/image429.wmf"/><Relationship Id="rId21" Type="http://schemas.openxmlformats.org/officeDocument/2006/relationships/oleObject" Target="../embeddings/oleObject432.bin"/><Relationship Id="rId20" Type="http://schemas.openxmlformats.org/officeDocument/2006/relationships/image" Target="../media/image428.wmf"/><Relationship Id="rId2" Type="http://schemas.openxmlformats.org/officeDocument/2006/relationships/image" Target="../media/image419.wmf"/><Relationship Id="rId19" Type="http://schemas.openxmlformats.org/officeDocument/2006/relationships/oleObject" Target="../embeddings/oleObject431.bin"/><Relationship Id="rId18" Type="http://schemas.openxmlformats.org/officeDocument/2006/relationships/image" Target="../media/image427.wmf"/><Relationship Id="rId17" Type="http://schemas.openxmlformats.org/officeDocument/2006/relationships/oleObject" Target="../embeddings/oleObject430.bin"/><Relationship Id="rId16" Type="http://schemas.openxmlformats.org/officeDocument/2006/relationships/image" Target="../media/image426.wmf"/><Relationship Id="rId15" Type="http://schemas.openxmlformats.org/officeDocument/2006/relationships/oleObject" Target="../embeddings/oleObject429.bin"/><Relationship Id="rId14" Type="http://schemas.openxmlformats.org/officeDocument/2006/relationships/image" Target="../media/image425.wmf"/><Relationship Id="rId13" Type="http://schemas.openxmlformats.org/officeDocument/2006/relationships/oleObject" Target="../embeddings/oleObject428.bin"/><Relationship Id="rId12" Type="http://schemas.openxmlformats.org/officeDocument/2006/relationships/image" Target="../media/image424.wmf"/><Relationship Id="rId11" Type="http://schemas.openxmlformats.org/officeDocument/2006/relationships/oleObject" Target="../embeddings/oleObject427.bin"/><Relationship Id="rId10" Type="http://schemas.openxmlformats.org/officeDocument/2006/relationships/image" Target="../media/image423.wmf"/><Relationship Id="rId1" Type="http://schemas.openxmlformats.org/officeDocument/2006/relationships/oleObject" Target="../embeddings/oleObject422.bin"/></Relationships>
</file>

<file path=ppt/slides/_rels/slide4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39.bin"/><Relationship Id="rId8" Type="http://schemas.openxmlformats.org/officeDocument/2006/relationships/image" Target="../media/image435.wmf"/><Relationship Id="rId7" Type="http://schemas.openxmlformats.org/officeDocument/2006/relationships/oleObject" Target="../embeddings/oleObject438.bin"/><Relationship Id="rId6" Type="http://schemas.openxmlformats.org/officeDocument/2006/relationships/image" Target="../media/image434.wmf"/><Relationship Id="rId5" Type="http://schemas.openxmlformats.org/officeDocument/2006/relationships/oleObject" Target="../embeddings/oleObject437.bin"/><Relationship Id="rId4" Type="http://schemas.openxmlformats.org/officeDocument/2006/relationships/image" Target="../media/image433.wmf"/><Relationship Id="rId3" Type="http://schemas.openxmlformats.org/officeDocument/2006/relationships/oleObject" Target="../embeddings/oleObject436.bin"/><Relationship Id="rId27" Type="http://schemas.openxmlformats.org/officeDocument/2006/relationships/vmlDrawing" Target="../drawings/vmlDrawing39.vml"/><Relationship Id="rId26" Type="http://schemas.openxmlformats.org/officeDocument/2006/relationships/slideLayout" Target="../slideLayouts/slideLayout18.xml"/><Relationship Id="rId25" Type="http://schemas.openxmlformats.org/officeDocument/2006/relationships/image" Target="../media/image444.wmf"/><Relationship Id="rId24" Type="http://schemas.openxmlformats.org/officeDocument/2006/relationships/oleObject" Target="../embeddings/oleObject446.bin"/><Relationship Id="rId23" Type="http://schemas.openxmlformats.org/officeDocument/2006/relationships/image" Target="../media/image443.wmf"/><Relationship Id="rId22" Type="http://schemas.openxmlformats.org/officeDocument/2006/relationships/oleObject" Target="../embeddings/oleObject445.bin"/><Relationship Id="rId21" Type="http://schemas.openxmlformats.org/officeDocument/2006/relationships/image" Target="../media/image442.wmf"/><Relationship Id="rId20" Type="http://schemas.openxmlformats.org/officeDocument/2006/relationships/oleObject" Target="../embeddings/oleObject444.bin"/><Relationship Id="rId2" Type="http://schemas.openxmlformats.org/officeDocument/2006/relationships/image" Target="../media/image432.wmf"/><Relationship Id="rId19" Type="http://schemas.openxmlformats.org/officeDocument/2006/relationships/image" Target="../media/image441.wmf"/><Relationship Id="rId18" Type="http://schemas.openxmlformats.org/officeDocument/2006/relationships/oleObject" Target="../embeddings/oleObject443.bin"/><Relationship Id="rId17" Type="http://schemas.openxmlformats.org/officeDocument/2006/relationships/image" Target="../media/image440.wmf"/><Relationship Id="rId16" Type="http://schemas.openxmlformats.org/officeDocument/2006/relationships/oleObject" Target="../embeddings/oleObject442.bin"/><Relationship Id="rId15" Type="http://schemas.openxmlformats.org/officeDocument/2006/relationships/image" Target="../media/image439.wmf"/><Relationship Id="rId14" Type="http://schemas.openxmlformats.org/officeDocument/2006/relationships/oleObject" Target="../embeddings/oleObject441.bin"/><Relationship Id="rId13" Type="http://schemas.openxmlformats.org/officeDocument/2006/relationships/image" Target="../media/image438.png"/><Relationship Id="rId12" Type="http://schemas.openxmlformats.org/officeDocument/2006/relationships/image" Target="../media/image437.wmf"/><Relationship Id="rId11" Type="http://schemas.openxmlformats.org/officeDocument/2006/relationships/oleObject" Target="../embeddings/oleObject440.bin"/><Relationship Id="rId10" Type="http://schemas.openxmlformats.org/officeDocument/2006/relationships/image" Target="../media/image436.wmf"/><Relationship Id="rId1" Type="http://schemas.openxmlformats.org/officeDocument/2006/relationships/oleObject" Target="../embeddings/oleObject435.bin"/></Relationships>
</file>

<file path=ppt/slides/_rels/slide4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51.bin"/><Relationship Id="rId8" Type="http://schemas.openxmlformats.org/officeDocument/2006/relationships/image" Target="../media/image448.wmf"/><Relationship Id="rId7" Type="http://schemas.openxmlformats.org/officeDocument/2006/relationships/oleObject" Target="../embeddings/oleObject450.bin"/><Relationship Id="rId6" Type="http://schemas.openxmlformats.org/officeDocument/2006/relationships/image" Target="../media/image447.wmf"/><Relationship Id="rId5" Type="http://schemas.openxmlformats.org/officeDocument/2006/relationships/oleObject" Target="../embeddings/oleObject449.bin"/><Relationship Id="rId4" Type="http://schemas.openxmlformats.org/officeDocument/2006/relationships/image" Target="../media/image446.wmf"/><Relationship Id="rId3" Type="http://schemas.openxmlformats.org/officeDocument/2006/relationships/oleObject" Target="../embeddings/oleObject448.bin"/><Relationship Id="rId2" Type="http://schemas.openxmlformats.org/officeDocument/2006/relationships/image" Target="../media/image445.wmf"/><Relationship Id="rId14" Type="http://schemas.openxmlformats.org/officeDocument/2006/relationships/vmlDrawing" Target="../drawings/vmlDrawing40.vml"/><Relationship Id="rId13" Type="http://schemas.openxmlformats.org/officeDocument/2006/relationships/slideLayout" Target="../slideLayouts/slideLayout18.xml"/><Relationship Id="rId12" Type="http://schemas.openxmlformats.org/officeDocument/2006/relationships/image" Target="../media/image450.wmf"/><Relationship Id="rId11" Type="http://schemas.openxmlformats.org/officeDocument/2006/relationships/oleObject" Target="../embeddings/oleObject452.bin"/><Relationship Id="rId10" Type="http://schemas.openxmlformats.org/officeDocument/2006/relationships/image" Target="../media/image449.wmf"/><Relationship Id="rId1" Type="http://schemas.openxmlformats.org/officeDocument/2006/relationships/oleObject" Target="../embeddings/oleObject447.bin"/></Relationships>
</file>

<file path=ppt/slides/_rels/slide4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57.bin"/><Relationship Id="rId8" Type="http://schemas.openxmlformats.org/officeDocument/2006/relationships/image" Target="../media/image454.wmf"/><Relationship Id="rId7" Type="http://schemas.openxmlformats.org/officeDocument/2006/relationships/oleObject" Target="../embeddings/oleObject456.bin"/><Relationship Id="rId6" Type="http://schemas.openxmlformats.org/officeDocument/2006/relationships/image" Target="../media/image453.wmf"/><Relationship Id="rId5" Type="http://schemas.openxmlformats.org/officeDocument/2006/relationships/oleObject" Target="../embeddings/oleObject455.bin"/><Relationship Id="rId4" Type="http://schemas.openxmlformats.org/officeDocument/2006/relationships/image" Target="../media/image452.wmf"/><Relationship Id="rId3" Type="http://schemas.openxmlformats.org/officeDocument/2006/relationships/oleObject" Target="../embeddings/oleObject454.bin"/><Relationship Id="rId2" Type="http://schemas.openxmlformats.org/officeDocument/2006/relationships/image" Target="../media/image451.wmf"/><Relationship Id="rId14" Type="http://schemas.openxmlformats.org/officeDocument/2006/relationships/vmlDrawing" Target="../drawings/vmlDrawing41.vml"/><Relationship Id="rId13" Type="http://schemas.openxmlformats.org/officeDocument/2006/relationships/slideLayout" Target="../slideLayouts/slideLayout18.xml"/><Relationship Id="rId12" Type="http://schemas.openxmlformats.org/officeDocument/2006/relationships/image" Target="../media/image456.wmf"/><Relationship Id="rId11" Type="http://schemas.openxmlformats.org/officeDocument/2006/relationships/oleObject" Target="../embeddings/oleObject458.bin"/><Relationship Id="rId10" Type="http://schemas.openxmlformats.org/officeDocument/2006/relationships/image" Target="../media/image455.wmf"/><Relationship Id="rId1" Type="http://schemas.openxmlformats.org/officeDocument/2006/relationships/oleObject" Target="../embeddings/oleObject453.bin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42.vml"/><Relationship Id="rId7" Type="http://schemas.openxmlformats.org/officeDocument/2006/relationships/slideLayout" Target="../slideLayouts/slideLayout18.xml"/><Relationship Id="rId6" Type="http://schemas.openxmlformats.org/officeDocument/2006/relationships/image" Target="../media/image459.emf"/><Relationship Id="rId5" Type="http://schemas.openxmlformats.org/officeDocument/2006/relationships/tags" Target="../tags/tag125.xml"/><Relationship Id="rId4" Type="http://schemas.openxmlformats.org/officeDocument/2006/relationships/image" Target="../media/image458.wmf"/><Relationship Id="rId3" Type="http://schemas.openxmlformats.org/officeDocument/2006/relationships/oleObject" Target="../embeddings/oleObject460.bin"/><Relationship Id="rId2" Type="http://schemas.openxmlformats.org/officeDocument/2006/relationships/image" Target="../media/image457.wmf"/><Relationship Id="rId1" Type="http://schemas.openxmlformats.org/officeDocument/2006/relationships/oleObject" Target="../embeddings/oleObject459.bin"/></Relationships>
</file>

<file path=ppt/slides/_rels/slide4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65.bin"/><Relationship Id="rId8" Type="http://schemas.openxmlformats.org/officeDocument/2006/relationships/image" Target="../media/image463.wmf"/><Relationship Id="rId7" Type="http://schemas.openxmlformats.org/officeDocument/2006/relationships/oleObject" Target="../embeddings/oleObject464.bin"/><Relationship Id="rId6" Type="http://schemas.openxmlformats.org/officeDocument/2006/relationships/image" Target="../media/image462.wmf"/><Relationship Id="rId5" Type="http://schemas.openxmlformats.org/officeDocument/2006/relationships/oleObject" Target="../embeddings/oleObject463.bin"/><Relationship Id="rId4" Type="http://schemas.openxmlformats.org/officeDocument/2006/relationships/image" Target="../media/image461.wmf"/><Relationship Id="rId3" Type="http://schemas.openxmlformats.org/officeDocument/2006/relationships/oleObject" Target="../embeddings/oleObject462.bin"/><Relationship Id="rId2" Type="http://schemas.openxmlformats.org/officeDocument/2006/relationships/image" Target="../media/image460.wmf"/><Relationship Id="rId18" Type="http://schemas.openxmlformats.org/officeDocument/2006/relationships/vmlDrawing" Target="../drawings/vmlDrawing43.vml"/><Relationship Id="rId17" Type="http://schemas.openxmlformats.org/officeDocument/2006/relationships/slideLayout" Target="../slideLayouts/slideLayout18.xml"/><Relationship Id="rId16" Type="http://schemas.openxmlformats.org/officeDocument/2006/relationships/image" Target="../media/image467.wmf"/><Relationship Id="rId15" Type="http://schemas.openxmlformats.org/officeDocument/2006/relationships/oleObject" Target="../embeddings/oleObject468.bin"/><Relationship Id="rId14" Type="http://schemas.openxmlformats.org/officeDocument/2006/relationships/image" Target="../media/image466.wmf"/><Relationship Id="rId13" Type="http://schemas.openxmlformats.org/officeDocument/2006/relationships/oleObject" Target="../embeddings/oleObject467.bin"/><Relationship Id="rId12" Type="http://schemas.openxmlformats.org/officeDocument/2006/relationships/image" Target="../media/image465.wmf"/><Relationship Id="rId11" Type="http://schemas.openxmlformats.org/officeDocument/2006/relationships/oleObject" Target="../embeddings/oleObject466.bin"/><Relationship Id="rId10" Type="http://schemas.openxmlformats.org/officeDocument/2006/relationships/image" Target="../media/image464.wmf"/><Relationship Id="rId1" Type="http://schemas.openxmlformats.org/officeDocument/2006/relationships/oleObject" Target="../embeddings/oleObject461.bin"/></Relationships>
</file>

<file path=ppt/slides/_rels/slide4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73.bin"/><Relationship Id="rId8" Type="http://schemas.openxmlformats.org/officeDocument/2006/relationships/image" Target="../media/image471.wmf"/><Relationship Id="rId7" Type="http://schemas.openxmlformats.org/officeDocument/2006/relationships/oleObject" Target="../embeddings/oleObject472.bin"/><Relationship Id="rId6" Type="http://schemas.openxmlformats.org/officeDocument/2006/relationships/image" Target="../media/image470.wmf"/><Relationship Id="rId5" Type="http://schemas.openxmlformats.org/officeDocument/2006/relationships/oleObject" Target="../embeddings/oleObject471.bin"/><Relationship Id="rId4" Type="http://schemas.openxmlformats.org/officeDocument/2006/relationships/image" Target="../media/image469.wmf"/><Relationship Id="rId3" Type="http://schemas.openxmlformats.org/officeDocument/2006/relationships/oleObject" Target="../embeddings/oleObject470.bin"/><Relationship Id="rId2" Type="http://schemas.openxmlformats.org/officeDocument/2006/relationships/image" Target="../media/image468.wmf"/><Relationship Id="rId13" Type="http://schemas.openxmlformats.org/officeDocument/2006/relationships/vmlDrawing" Target="../drawings/vmlDrawing44.vml"/><Relationship Id="rId12" Type="http://schemas.openxmlformats.org/officeDocument/2006/relationships/slideLayout" Target="../slideLayouts/slideLayout18.xml"/><Relationship Id="rId11" Type="http://schemas.openxmlformats.org/officeDocument/2006/relationships/image" Target="../media/image473.emf"/><Relationship Id="rId10" Type="http://schemas.openxmlformats.org/officeDocument/2006/relationships/image" Target="../media/image472.wmf"/><Relationship Id="rId1" Type="http://schemas.openxmlformats.org/officeDocument/2006/relationships/oleObject" Target="../embeddings/oleObject469.bin"/></Relationships>
</file>

<file path=ppt/slides/_rels/slide49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45.vml"/><Relationship Id="rId8" Type="http://schemas.openxmlformats.org/officeDocument/2006/relationships/slideLayout" Target="../slideLayouts/slideLayout18.xml"/><Relationship Id="rId7" Type="http://schemas.openxmlformats.org/officeDocument/2006/relationships/image" Target="../media/image477.emf"/><Relationship Id="rId6" Type="http://schemas.openxmlformats.org/officeDocument/2006/relationships/image" Target="../media/image476.wmf"/><Relationship Id="rId5" Type="http://schemas.openxmlformats.org/officeDocument/2006/relationships/oleObject" Target="../embeddings/oleObject476.bin"/><Relationship Id="rId4" Type="http://schemas.openxmlformats.org/officeDocument/2006/relationships/image" Target="../media/image475.wmf"/><Relationship Id="rId3" Type="http://schemas.openxmlformats.org/officeDocument/2006/relationships/oleObject" Target="../embeddings/oleObject475.bin"/><Relationship Id="rId2" Type="http://schemas.openxmlformats.org/officeDocument/2006/relationships/image" Target="../media/image474.wmf"/><Relationship Id="rId1" Type="http://schemas.openxmlformats.org/officeDocument/2006/relationships/oleObject" Target="../embeddings/oleObject474.bin"/></Relationships>
</file>

<file path=ppt/slides/_rels/slide50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46.vml"/><Relationship Id="rId6" Type="http://schemas.openxmlformats.org/officeDocument/2006/relationships/slideLayout" Target="../slideLayouts/slideLayout18.xml"/><Relationship Id="rId5" Type="http://schemas.openxmlformats.org/officeDocument/2006/relationships/image" Target="../media/image480.emf"/><Relationship Id="rId4" Type="http://schemas.openxmlformats.org/officeDocument/2006/relationships/image" Target="../media/image479.wmf"/><Relationship Id="rId3" Type="http://schemas.openxmlformats.org/officeDocument/2006/relationships/oleObject" Target="../embeddings/oleObject478.bin"/><Relationship Id="rId2" Type="http://schemas.openxmlformats.org/officeDocument/2006/relationships/image" Target="../media/image478.wmf"/><Relationship Id="rId1" Type="http://schemas.openxmlformats.org/officeDocument/2006/relationships/oleObject" Target="../embeddings/oleObject477.bin"/></Relationships>
</file>

<file path=ppt/slides/_rels/slide5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83.bin"/><Relationship Id="rId8" Type="http://schemas.openxmlformats.org/officeDocument/2006/relationships/image" Target="../media/image484.wmf"/><Relationship Id="rId7" Type="http://schemas.openxmlformats.org/officeDocument/2006/relationships/oleObject" Target="../embeddings/oleObject482.bin"/><Relationship Id="rId6" Type="http://schemas.openxmlformats.org/officeDocument/2006/relationships/image" Target="../media/image483.wmf"/><Relationship Id="rId5" Type="http://schemas.openxmlformats.org/officeDocument/2006/relationships/oleObject" Target="../embeddings/oleObject481.bin"/><Relationship Id="rId4" Type="http://schemas.openxmlformats.org/officeDocument/2006/relationships/image" Target="../media/image482.wmf"/><Relationship Id="rId3" Type="http://schemas.openxmlformats.org/officeDocument/2006/relationships/oleObject" Target="../embeddings/oleObject480.bin"/><Relationship Id="rId2" Type="http://schemas.openxmlformats.org/officeDocument/2006/relationships/image" Target="../media/image481.wmf"/><Relationship Id="rId17" Type="http://schemas.openxmlformats.org/officeDocument/2006/relationships/vmlDrawing" Target="../drawings/vmlDrawing47.vml"/><Relationship Id="rId16" Type="http://schemas.openxmlformats.org/officeDocument/2006/relationships/slideLayout" Target="../slideLayouts/slideLayout18.xml"/><Relationship Id="rId15" Type="http://schemas.openxmlformats.org/officeDocument/2006/relationships/image" Target="../media/image488.emf"/><Relationship Id="rId14" Type="http://schemas.openxmlformats.org/officeDocument/2006/relationships/image" Target="../media/image487.wmf"/><Relationship Id="rId13" Type="http://schemas.openxmlformats.org/officeDocument/2006/relationships/oleObject" Target="../embeddings/oleObject485.bin"/><Relationship Id="rId12" Type="http://schemas.openxmlformats.org/officeDocument/2006/relationships/image" Target="../media/image486.wmf"/><Relationship Id="rId11" Type="http://schemas.openxmlformats.org/officeDocument/2006/relationships/oleObject" Target="../embeddings/oleObject484.bin"/><Relationship Id="rId10" Type="http://schemas.openxmlformats.org/officeDocument/2006/relationships/image" Target="../media/image485.wmf"/><Relationship Id="rId1" Type="http://schemas.openxmlformats.org/officeDocument/2006/relationships/oleObject" Target="../embeddings/oleObject479.bin"/></Relationships>
</file>

<file path=ppt/slides/_rels/slide5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90.bin"/><Relationship Id="rId8" Type="http://schemas.openxmlformats.org/officeDocument/2006/relationships/image" Target="../media/image492.wmf"/><Relationship Id="rId7" Type="http://schemas.openxmlformats.org/officeDocument/2006/relationships/oleObject" Target="../embeddings/oleObject489.bin"/><Relationship Id="rId6" Type="http://schemas.openxmlformats.org/officeDocument/2006/relationships/image" Target="../media/image491.wmf"/><Relationship Id="rId5" Type="http://schemas.openxmlformats.org/officeDocument/2006/relationships/oleObject" Target="../embeddings/oleObject488.bin"/><Relationship Id="rId4" Type="http://schemas.openxmlformats.org/officeDocument/2006/relationships/image" Target="../media/image490.wmf"/><Relationship Id="rId3" Type="http://schemas.openxmlformats.org/officeDocument/2006/relationships/oleObject" Target="../embeddings/oleObject487.bin"/><Relationship Id="rId28" Type="http://schemas.openxmlformats.org/officeDocument/2006/relationships/vmlDrawing" Target="../drawings/vmlDrawing48.vml"/><Relationship Id="rId27" Type="http://schemas.openxmlformats.org/officeDocument/2006/relationships/slideLayout" Target="../slideLayouts/slideLayout18.xml"/><Relationship Id="rId26" Type="http://schemas.openxmlformats.org/officeDocument/2006/relationships/image" Target="../media/image501.wmf"/><Relationship Id="rId25" Type="http://schemas.openxmlformats.org/officeDocument/2006/relationships/oleObject" Target="../embeddings/oleObject498.bin"/><Relationship Id="rId24" Type="http://schemas.openxmlformats.org/officeDocument/2006/relationships/image" Target="../media/image500.wmf"/><Relationship Id="rId23" Type="http://schemas.openxmlformats.org/officeDocument/2006/relationships/oleObject" Target="../embeddings/oleObject497.bin"/><Relationship Id="rId22" Type="http://schemas.openxmlformats.org/officeDocument/2006/relationships/image" Target="../media/image499.wmf"/><Relationship Id="rId21" Type="http://schemas.openxmlformats.org/officeDocument/2006/relationships/oleObject" Target="../embeddings/oleObject496.bin"/><Relationship Id="rId20" Type="http://schemas.openxmlformats.org/officeDocument/2006/relationships/image" Target="../media/image498.wmf"/><Relationship Id="rId2" Type="http://schemas.openxmlformats.org/officeDocument/2006/relationships/image" Target="../media/image489.wmf"/><Relationship Id="rId19" Type="http://schemas.openxmlformats.org/officeDocument/2006/relationships/oleObject" Target="../embeddings/oleObject495.bin"/><Relationship Id="rId18" Type="http://schemas.openxmlformats.org/officeDocument/2006/relationships/image" Target="../media/image497.wmf"/><Relationship Id="rId17" Type="http://schemas.openxmlformats.org/officeDocument/2006/relationships/oleObject" Target="../embeddings/oleObject494.bin"/><Relationship Id="rId16" Type="http://schemas.openxmlformats.org/officeDocument/2006/relationships/image" Target="../media/image496.wmf"/><Relationship Id="rId15" Type="http://schemas.openxmlformats.org/officeDocument/2006/relationships/oleObject" Target="../embeddings/oleObject493.bin"/><Relationship Id="rId14" Type="http://schemas.openxmlformats.org/officeDocument/2006/relationships/image" Target="../media/image495.wmf"/><Relationship Id="rId13" Type="http://schemas.openxmlformats.org/officeDocument/2006/relationships/oleObject" Target="../embeddings/oleObject492.bin"/><Relationship Id="rId12" Type="http://schemas.openxmlformats.org/officeDocument/2006/relationships/image" Target="../media/image494.wmf"/><Relationship Id="rId11" Type="http://schemas.openxmlformats.org/officeDocument/2006/relationships/oleObject" Target="../embeddings/oleObject491.bin"/><Relationship Id="rId10" Type="http://schemas.openxmlformats.org/officeDocument/2006/relationships/image" Target="../media/image493.wmf"/><Relationship Id="rId1" Type="http://schemas.openxmlformats.org/officeDocument/2006/relationships/oleObject" Target="../embeddings/oleObject486.bin"/></Relationships>
</file>

<file path=ppt/slides/_rels/slide5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03.bin"/><Relationship Id="rId8" Type="http://schemas.openxmlformats.org/officeDocument/2006/relationships/image" Target="../media/image505.wmf"/><Relationship Id="rId7" Type="http://schemas.openxmlformats.org/officeDocument/2006/relationships/oleObject" Target="../embeddings/oleObject502.bin"/><Relationship Id="rId6" Type="http://schemas.openxmlformats.org/officeDocument/2006/relationships/image" Target="../media/image504.wmf"/><Relationship Id="rId5" Type="http://schemas.openxmlformats.org/officeDocument/2006/relationships/oleObject" Target="../embeddings/oleObject501.bin"/><Relationship Id="rId4" Type="http://schemas.openxmlformats.org/officeDocument/2006/relationships/image" Target="../media/image503.wmf"/><Relationship Id="rId30" Type="http://schemas.openxmlformats.org/officeDocument/2006/relationships/vmlDrawing" Target="../drawings/vmlDrawing49.vml"/><Relationship Id="rId3" Type="http://schemas.openxmlformats.org/officeDocument/2006/relationships/oleObject" Target="../embeddings/oleObject500.bin"/><Relationship Id="rId29" Type="http://schemas.openxmlformats.org/officeDocument/2006/relationships/slideLayout" Target="../slideLayouts/slideLayout18.xml"/><Relationship Id="rId28" Type="http://schemas.openxmlformats.org/officeDocument/2006/relationships/image" Target="../media/image515.wmf"/><Relationship Id="rId27" Type="http://schemas.openxmlformats.org/officeDocument/2006/relationships/oleObject" Target="../embeddings/oleObject512.bin"/><Relationship Id="rId26" Type="http://schemas.openxmlformats.org/officeDocument/2006/relationships/image" Target="../media/image514.wmf"/><Relationship Id="rId25" Type="http://schemas.openxmlformats.org/officeDocument/2006/relationships/oleObject" Target="../embeddings/oleObject511.bin"/><Relationship Id="rId24" Type="http://schemas.openxmlformats.org/officeDocument/2006/relationships/image" Target="../media/image513.wmf"/><Relationship Id="rId23" Type="http://schemas.openxmlformats.org/officeDocument/2006/relationships/oleObject" Target="../embeddings/oleObject510.bin"/><Relationship Id="rId22" Type="http://schemas.openxmlformats.org/officeDocument/2006/relationships/image" Target="../media/image512.wmf"/><Relationship Id="rId21" Type="http://schemas.openxmlformats.org/officeDocument/2006/relationships/oleObject" Target="../embeddings/oleObject509.bin"/><Relationship Id="rId20" Type="http://schemas.openxmlformats.org/officeDocument/2006/relationships/image" Target="../media/image511.wmf"/><Relationship Id="rId2" Type="http://schemas.openxmlformats.org/officeDocument/2006/relationships/image" Target="../media/image502.wmf"/><Relationship Id="rId19" Type="http://schemas.openxmlformats.org/officeDocument/2006/relationships/oleObject" Target="../embeddings/oleObject508.bin"/><Relationship Id="rId18" Type="http://schemas.openxmlformats.org/officeDocument/2006/relationships/image" Target="../media/image510.wmf"/><Relationship Id="rId17" Type="http://schemas.openxmlformats.org/officeDocument/2006/relationships/oleObject" Target="../embeddings/oleObject507.bin"/><Relationship Id="rId16" Type="http://schemas.openxmlformats.org/officeDocument/2006/relationships/image" Target="../media/image509.wmf"/><Relationship Id="rId15" Type="http://schemas.openxmlformats.org/officeDocument/2006/relationships/oleObject" Target="../embeddings/oleObject506.bin"/><Relationship Id="rId14" Type="http://schemas.openxmlformats.org/officeDocument/2006/relationships/image" Target="../media/image508.wmf"/><Relationship Id="rId13" Type="http://schemas.openxmlformats.org/officeDocument/2006/relationships/oleObject" Target="../embeddings/oleObject505.bin"/><Relationship Id="rId12" Type="http://schemas.openxmlformats.org/officeDocument/2006/relationships/image" Target="../media/image507.wmf"/><Relationship Id="rId11" Type="http://schemas.openxmlformats.org/officeDocument/2006/relationships/oleObject" Target="../embeddings/oleObject504.bin"/><Relationship Id="rId10" Type="http://schemas.openxmlformats.org/officeDocument/2006/relationships/image" Target="../media/image506.wmf"/><Relationship Id="rId1" Type="http://schemas.openxmlformats.org/officeDocument/2006/relationships/oleObject" Target="../embeddings/oleObject499.bin"/></Relationships>
</file>

<file path=ppt/slides/_rels/slide5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17.bin"/><Relationship Id="rId8" Type="http://schemas.openxmlformats.org/officeDocument/2006/relationships/image" Target="../media/image519.wmf"/><Relationship Id="rId7" Type="http://schemas.openxmlformats.org/officeDocument/2006/relationships/oleObject" Target="../embeddings/oleObject516.bin"/><Relationship Id="rId6" Type="http://schemas.openxmlformats.org/officeDocument/2006/relationships/image" Target="../media/image518.wmf"/><Relationship Id="rId5" Type="http://schemas.openxmlformats.org/officeDocument/2006/relationships/oleObject" Target="../embeddings/oleObject515.bin"/><Relationship Id="rId4" Type="http://schemas.openxmlformats.org/officeDocument/2006/relationships/image" Target="../media/image517.wmf"/><Relationship Id="rId3" Type="http://schemas.openxmlformats.org/officeDocument/2006/relationships/oleObject" Target="../embeddings/oleObject514.bin"/><Relationship Id="rId2" Type="http://schemas.openxmlformats.org/officeDocument/2006/relationships/image" Target="../media/image516.wmf"/><Relationship Id="rId16" Type="http://schemas.openxmlformats.org/officeDocument/2006/relationships/vmlDrawing" Target="../drawings/vmlDrawing50.vml"/><Relationship Id="rId15" Type="http://schemas.openxmlformats.org/officeDocument/2006/relationships/slideLayout" Target="../slideLayouts/slideLayout18.xml"/><Relationship Id="rId14" Type="http://schemas.openxmlformats.org/officeDocument/2006/relationships/image" Target="../media/image522.emf"/><Relationship Id="rId13" Type="http://schemas.openxmlformats.org/officeDocument/2006/relationships/oleObject" Target="../embeddings/oleObject519.bin"/><Relationship Id="rId12" Type="http://schemas.openxmlformats.org/officeDocument/2006/relationships/image" Target="../media/image521.wmf"/><Relationship Id="rId11" Type="http://schemas.openxmlformats.org/officeDocument/2006/relationships/oleObject" Target="../embeddings/oleObject518.bin"/><Relationship Id="rId10" Type="http://schemas.openxmlformats.org/officeDocument/2006/relationships/image" Target="../media/image520.emf"/><Relationship Id="rId1" Type="http://schemas.openxmlformats.org/officeDocument/2006/relationships/oleObject" Target="../embeddings/oleObject513.bin"/></Relationships>
</file>

<file path=ppt/slides/_rels/slide5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24.bin"/><Relationship Id="rId8" Type="http://schemas.openxmlformats.org/officeDocument/2006/relationships/image" Target="../media/image526.wmf"/><Relationship Id="rId7" Type="http://schemas.openxmlformats.org/officeDocument/2006/relationships/oleObject" Target="../embeddings/oleObject523.bin"/><Relationship Id="rId6" Type="http://schemas.openxmlformats.org/officeDocument/2006/relationships/image" Target="../media/image525.wmf"/><Relationship Id="rId5" Type="http://schemas.openxmlformats.org/officeDocument/2006/relationships/oleObject" Target="../embeddings/oleObject522.bin"/><Relationship Id="rId4" Type="http://schemas.openxmlformats.org/officeDocument/2006/relationships/image" Target="../media/image524.wmf"/><Relationship Id="rId3" Type="http://schemas.openxmlformats.org/officeDocument/2006/relationships/oleObject" Target="../embeddings/oleObject521.bin"/><Relationship Id="rId23" Type="http://schemas.openxmlformats.org/officeDocument/2006/relationships/vmlDrawing" Target="../drawings/vmlDrawing51.vml"/><Relationship Id="rId22" Type="http://schemas.openxmlformats.org/officeDocument/2006/relationships/slideLayout" Target="../slideLayouts/slideLayout18.xml"/><Relationship Id="rId21" Type="http://schemas.openxmlformats.org/officeDocument/2006/relationships/image" Target="../media/image532.wmf"/><Relationship Id="rId20" Type="http://schemas.openxmlformats.org/officeDocument/2006/relationships/oleObject" Target="../embeddings/oleObject530.bin"/><Relationship Id="rId2" Type="http://schemas.openxmlformats.org/officeDocument/2006/relationships/image" Target="../media/image523.wmf"/><Relationship Id="rId19" Type="http://schemas.openxmlformats.org/officeDocument/2006/relationships/image" Target="../media/image531.wmf"/><Relationship Id="rId18" Type="http://schemas.openxmlformats.org/officeDocument/2006/relationships/oleObject" Target="../embeddings/oleObject529.bin"/><Relationship Id="rId17" Type="http://schemas.openxmlformats.org/officeDocument/2006/relationships/image" Target="../media/image530.wmf"/><Relationship Id="rId16" Type="http://schemas.openxmlformats.org/officeDocument/2006/relationships/oleObject" Target="../embeddings/oleObject528.bin"/><Relationship Id="rId15" Type="http://schemas.openxmlformats.org/officeDocument/2006/relationships/image" Target="../media/image529.wmf"/><Relationship Id="rId14" Type="http://schemas.openxmlformats.org/officeDocument/2006/relationships/oleObject" Target="../embeddings/oleObject527.bin"/><Relationship Id="rId13" Type="http://schemas.openxmlformats.org/officeDocument/2006/relationships/oleObject" Target="../embeddings/oleObject526.bin"/><Relationship Id="rId12" Type="http://schemas.openxmlformats.org/officeDocument/2006/relationships/image" Target="../media/image528.wmf"/><Relationship Id="rId11" Type="http://schemas.openxmlformats.org/officeDocument/2006/relationships/oleObject" Target="../embeddings/oleObject525.bin"/><Relationship Id="rId10" Type="http://schemas.openxmlformats.org/officeDocument/2006/relationships/image" Target="../media/image527.wmf"/><Relationship Id="rId1" Type="http://schemas.openxmlformats.org/officeDocument/2006/relationships/oleObject" Target="../embeddings/oleObject520.bin"/></Relationships>
</file>

<file path=ppt/slides/_rels/slide5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35.bin"/><Relationship Id="rId8" Type="http://schemas.openxmlformats.org/officeDocument/2006/relationships/image" Target="../media/image536.wmf"/><Relationship Id="rId7" Type="http://schemas.openxmlformats.org/officeDocument/2006/relationships/oleObject" Target="../embeddings/oleObject534.bin"/><Relationship Id="rId6" Type="http://schemas.openxmlformats.org/officeDocument/2006/relationships/image" Target="../media/image535.wmf"/><Relationship Id="rId5" Type="http://schemas.openxmlformats.org/officeDocument/2006/relationships/oleObject" Target="../embeddings/oleObject533.bin"/><Relationship Id="rId4" Type="http://schemas.openxmlformats.org/officeDocument/2006/relationships/image" Target="../media/image534.wmf"/><Relationship Id="rId3" Type="http://schemas.openxmlformats.org/officeDocument/2006/relationships/oleObject" Target="../embeddings/oleObject532.bin"/><Relationship Id="rId28" Type="http://schemas.openxmlformats.org/officeDocument/2006/relationships/vmlDrawing" Target="../drawings/vmlDrawing52.vml"/><Relationship Id="rId27" Type="http://schemas.openxmlformats.org/officeDocument/2006/relationships/slideLayout" Target="../slideLayouts/slideLayout18.xml"/><Relationship Id="rId26" Type="http://schemas.openxmlformats.org/officeDocument/2006/relationships/image" Target="../media/image545.emf"/><Relationship Id="rId25" Type="http://schemas.openxmlformats.org/officeDocument/2006/relationships/tags" Target="../tags/tag126.xml"/><Relationship Id="rId24" Type="http://schemas.openxmlformats.org/officeDocument/2006/relationships/image" Target="../media/image544.wmf"/><Relationship Id="rId23" Type="http://schemas.openxmlformats.org/officeDocument/2006/relationships/oleObject" Target="../embeddings/oleObject542.bin"/><Relationship Id="rId22" Type="http://schemas.openxmlformats.org/officeDocument/2006/relationships/image" Target="../media/image543.wmf"/><Relationship Id="rId21" Type="http://schemas.openxmlformats.org/officeDocument/2006/relationships/oleObject" Target="../embeddings/oleObject541.bin"/><Relationship Id="rId20" Type="http://schemas.openxmlformats.org/officeDocument/2006/relationships/image" Target="../media/image542.wmf"/><Relationship Id="rId2" Type="http://schemas.openxmlformats.org/officeDocument/2006/relationships/image" Target="../media/image533.wmf"/><Relationship Id="rId19" Type="http://schemas.openxmlformats.org/officeDocument/2006/relationships/oleObject" Target="../embeddings/oleObject540.bin"/><Relationship Id="rId18" Type="http://schemas.openxmlformats.org/officeDocument/2006/relationships/image" Target="../media/image541.wmf"/><Relationship Id="rId17" Type="http://schemas.openxmlformats.org/officeDocument/2006/relationships/oleObject" Target="../embeddings/oleObject539.bin"/><Relationship Id="rId16" Type="http://schemas.openxmlformats.org/officeDocument/2006/relationships/image" Target="../media/image540.wmf"/><Relationship Id="rId15" Type="http://schemas.openxmlformats.org/officeDocument/2006/relationships/oleObject" Target="../embeddings/oleObject538.bin"/><Relationship Id="rId14" Type="http://schemas.openxmlformats.org/officeDocument/2006/relationships/image" Target="../media/image539.wmf"/><Relationship Id="rId13" Type="http://schemas.openxmlformats.org/officeDocument/2006/relationships/oleObject" Target="../embeddings/oleObject537.bin"/><Relationship Id="rId12" Type="http://schemas.openxmlformats.org/officeDocument/2006/relationships/image" Target="../media/image538.wmf"/><Relationship Id="rId11" Type="http://schemas.openxmlformats.org/officeDocument/2006/relationships/oleObject" Target="../embeddings/oleObject536.bin"/><Relationship Id="rId10" Type="http://schemas.openxmlformats.org/officeDocument/2006/relationships/image" Target="../media/image537.wmf"/><Relationship Id="rId1" Type="http://schemas.openxmlformats.org/officeDocument/2006/relationships/oleObject" Target="../embeddings/oleObject531.bin"/></Relationships>
</file>

<file path=ppt/slides/_rels/slide57.xml.rels><?xml version="1.0" encoding="UTF-8" standalone="yes"?>
<Relationships xmlns="http://schemas.openxmlformats.org/package/2006/relationships"><Relationship Id="rId9" Type="http://schemas.openxmlformats.org/officeDocument/2006/relationships/image" Target="../media/image550.png"/><Relationship Id="rId8" Type="http://schemas.openxmlformats.org/officeDocument/2006/relationships/image" Target="../media/image549.wmf"/><Relationship Id="rId7" Type="http://schemas.openxmlformats.org/officeDocument/2006/relationships/oleObject" Target="../embeddings/oleObject546.bin"/><Relationship Id="rId6" Type="http://schemas.openxmlformats.org/officeDocument/2006/relationships/image" Target="../media/image548.wmf"/><Relationship Id="rId5" Type="http://schemas.openxmlformats.org/officeDocument/2006/relationships/oleObject" Target="../embeddings/oleObject545.bin"/><Relationship Id="rId4" Type="http://schemas.openxmlformats.org/officeDocument/2006/relationships/image" Target="../media/image547.wmf"/><Relationship Id="rId3" Type="http://schemas.openxmlformats.org/officeDocument/2006/relationships/oleObject" Target="../embeddings/oleObject544.bin"/><Relationship Id="rId2" Type="http://schemas.openxmlformats.org/officeDocument/2006/relationships/image" Target="../media/image546.wmf"/><Relationship Id="rId11" Type="http://schemas.openxmlformats.org/officeDocument/2006/relationships/vmlDrawing" Target="../drawings/vmlDrawing53.vml"/><Relationship Id="rId10" Type="http://schemas.openxmlformats.org/officeDocument/2006/relationships/slideLayout" Target="../slideLayouts/slideLayout18.xml"/><Relationship Id="rId1" Type="http://schemas.openxmlformats.org/officeDocument/2006/relationships/oleObject" Target="../embeddings/oleObject543.bin"/></Relationships>
</file>

<file path=ppt/slides/_rels/slide5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51.bin"/><Relationship Id="rId8" Type="http://schemas.openxmlformats.org/officeDocument/2006/relationships/image" Target="../media/image554.wmf"/><Relationship Id="rId7" Type="http://schemas.openxmlformats.org/officeDocument/2006/relationships/oleObject" Target="../embeddings/oleObject550.bin"/><Relationship Id="rId6" Type="http://schemas.openxmlformats.org/officeDocument/2006/relationships/image" Target="../media/image553.wmf"/><Relationship Id="rId5" Type="http://schemas.openxmlformats.org/officeDocument/2006/relationships/oleObject" Target="../embeddings/oleObject549.bin"/><Relationship Id="rId4" Type="http://schemas.openxmlformats.org/officeDocument/2006/relationships/image" Target="../media/image552.wmf"/><Relationship Id="rId33" Type="http://schemas.openxmlformats.org/officeDocument/2006/relationships/vmlDrawing" Target="../drawings/vmlDrawing54.vml"/><Relationship Id="rId32" Type="http://schemas.openxmlformats.org/officeDocument/2006/relationships/slideLayout" Target="../slideLayouts/slideLayout18.xml"/><Relationship Id="rId31" Type="http://schemas.openxmlformats.org/officeDocument/2006/relationships/image" Target="../media/image565.wmf"/><Relationship Id="rId30" Type="http://schemas.openxmlformats.org/officeDocument/2006/relationships/oleObject" Target="../embeddings/oleObject562.bin"/><Relationship Id="rId3" Type="http://schemas.openxmlformats.org/officeDocument/2006/relationships/oleObject" Target="../embeddings/oleObject548.bin"/><Relationship Id="rId29" Type="http://schemas.openxmlformats.org/officeDocument/2006/relationships/image" Target="../media/image564.wmf"/><Relationship Id="rId28" Type="http://schemas.openxmlformats.org/officeDocument/2006/relationships/oleObject" Target="../embeddings/oleObject561.bin"/><Relationship Id="rId27" Type="http://schemas.openxmlformats.org/officeDocument/2006/relationships/image" Target="../media/image563.wmf"/><Relationship Id="rId26" Type="http://schemas.openxmlformats.org/officeDocument/2006/relationships/oleObject" Target="../embeddings/oleObject560.bin"/><Relationship Id="rId25" Type="http://schemas.openxmlformats.org/officeDocument/2006/relationships/oleObject" Target="../embeddings/oleObject559.bin"/><Relationship Id="rId24" Type="http://schemas.openxmlformats.org/officeDocument/2006/relationships/image" Target="../media/image562.wmf"/><Relationship Id="rId23" Type="http://schemas.openxmlformats.org/officeDocument/2006/relationships/oleObject" Target="../embeddings/oleObject558.bin"/><Relationship Id="rId22" Type="http://schemas.openxmlformats.org/officeDocument/2006/relationships/image" Target="../media/image561.wmf"/><Relationship Id="rId21" Type="http://schemas.openxmlformats.org/officeDocument/2006/relationships/oleObject" Target="../embeddings/oleObject557.bin"/><Relationship Id="rId20" Type="http://schemas.openxmlformats.org/officeDocument/2006/relationships/image" Target="../media/image560.wmf"/><Relationship Id="rId2" Type="http://schemas.openxmlformats.org/officeDocument/2006/relationships/image" Target="../media/image551.wmf"/><Relationship Id="rId19" Type="http://schemas.openxmlformats.org/officeDocument/2006/relationships/oleObject" Target="../embeddings/oleObject556.bin"/><Relationship Id="rId18" Type="http://schemas.openxmlformats.org/officeDocument/2006/relationships/image" Target="../media/image559.wmf"/><Relationship Id="rId17" Type="http://schemas.openxmlformats.org/officeDocument/2006/relationships/oleObject" Target="../embeddings/oleObject555.bin"/><Relationship Id="rId16" Type="http://schemas.openxmlformats.org/officeDocument/2006/relationships/image" Target="../media/image558.wmf"/><Relationship Id="rId15" Type="http://schemas.openxmlformats.org/officeDocument/2006/relationships/oleObject" Target="../embeddings/oleObject554.bin"/><Relationship Id="rId14" Type="http://schemas.openxmlformats.org/officeDocument/2006/relationships/image" Target="../media/image557.wmf"/><Relationship Id="rId13" Type="http://schemas.openxmlformats.org/officeDocument/2006/relationships/oleObject" Target="../embeddings/oleObject553.bin"/><Relationship Id="rId12" Type="http://schemas.openxmlformats.org/officeDocument/2006/relationships/image" Target="../media/image556.wmf"/><Relationship Id="rId11" Type="http://schemas.openxmlformats.org/officeDocument/2006/relationships/oleObject" Target="../embeddings/oleObject552.bin"/><Relationship Id="rId10" Type="http://schemas.openxmlformats.org/officeDocument/2006/relationships/image" Target="../media/image555.wmf"/><Relationship Id="rId1" Type="http://schemas.openxmlformats.org/officeDocument/2006/relationships/oleObject" Target="../embeddings/oleObject547.bin"/></Relationships>
</file>

<file path=ppt/slides/_rels/slide5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67.bin"/><Relationship Id="rId8" Type="http://schemas.openxmlformats.org/officeDocument/2006/relationships/image" Target="../media/image569.wmf"/><Relationship Id="rId7" Type="http://schemas.openxmlformats.org/officeDocument/2006/relationships/oleObject" Target="../embeddings/oleObject566.bin"/><Relationship Id="rId6" Type="http://schemas.openxmlformats.org/officeDocument/2006/relationships/image" Target="../media/image568.wmf"/><Relationship Id="rId5" Type="http://schemas.openxmlformats.org/officeDocument/2006/relationships/oleObject" Target="../embeddings/oleObject565.bin"/><Relationship Id="rId4" Type="http://schemas.openxmlformats.org/officeDocument/2006/relationships/image" Target="../media/image567.wmf"/><Relationship Id="rId3" Type="http://schemas.openxmlformats.org/officeDocument/2006/relationships/oleObject" Target="../embeddings/oleObject564.bin"/><Relationship Id="rId24" Type="http://schemas.openxmlformats.org/officeDocument/2006/relationships/vmlDrawing" Target="../drawings/vmlDrawing55.vml"/><Relationship Id="rId23" Type="http://schemas.openxmlformats.org/officeDocument/2006/relationships/slideLayout" Target="../slideLayouts/slideLayout18.xml"/><Relationship Id="rId22" Type="http://schemas.openxmlformats.org/officeDocument/2006/relationships/image" Target="../media/image576.wmf"/><Relationship Id="rId21" Type="http://schemas.openxmlformats.org/officeDocument/2006/relationships/oleObject" Target="../embeddings/oleObject573.bin"/><Relationship Id="rId20" Type="http://schemas.openxmlformats.org/officeDocument/2006/relationships/image" Target="../media/image575.wmf"/><Relationship Id="rId2" Type="http://schemas.openxmlformats.org/officeDocument/2006/relationships/image" Target="../media/image566.wmf"/><Relationship Id="rId19" Type="http://schemas.openxmlformats.org/officeDocument/2006/relationships/oleObject" Target="../embeddings/oleObject572.bin"/><Relationship Id="rId18" Type="http://schemas.openxmlformats.org/officeDocument/2006/relationships/image" Target="../media/image574.wmf"/><Relationship Id="rId17" Type="http://schemas.openxmlformats.org/officeDocument/2006/relationships/oleObject" Target="../embeddings/oleObject571.bin"/><Relationship Id="rId16" Type="http://schemas.openxmlformats.org/officeDocument/2006/relationships/image" Target="../media/image573.wmf"/><Relationship Id="rId15" Type="http://schemas.openxmlformats.org/officeDocument/2006/relationships/oleObject" Target="../embeddings/oleObject570.bin"/><Relationship Id="rId14" Type="http://schemas.openxmlformats.org/officeDocument/2006/relationships/image" Target="../media/image572.wmf"/><Relationship Id="rId13" Type="http://schemas.openxmlformats.org/officeDocument/2006/relationships/oleObject" Target="../embeddings/oleObject569.bin"/><Relationship Id="rId12" Type="http://schemas.openxmlformats.org/officeDocument/2006/relationships/image" Target="../media/image571.wmf"/><Relationship Id="rId11" Type="http://schemas.openxmlformats.org/officeDocument/2006/relationships/oleObject" Target="../embeddings/oleObject568.bin"/><Relationship Id="rId10" Type="http://schemas.openxmlformats.org/officeDocument/2006/relationships/image" Target="../media/image570.wmf"/><Relationship Id="rId1" Type="http://schemas.openxmlformats.org/officeDocument/2006/relationships/oleObject" Target="../embeddings/oleObject563.bin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5">
            <a:hlinkClick r:id="rId1" action="ppaction://hlinksldjump"/>
          </p:cNvPr>
          <p:cNvSpPr txBox="1">
            <a:spLocks noChangeArrowheads="1"/>
          </p:cNvSpPr>
          <p:nvPr/>
        </p:nvSpPr>
        <p:spPr bwMode="auto">
          <a:xfrm>
            <a:off x="1781597" y="810390"/>
            <a:ext cx="3159968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导数的定义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Text Box 5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1781597" y="3137158"/>
            <a:ext cx="5334000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可导函数的性质 </a:t>
            </a:r>
            <a:r>
              <a:rPr lang="zh-CN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 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27" name="Object 27"/>
          <p:cNvGraphicFramePr>
            <a:graphicFrameLocks noChangeAspect="1"/>
          </p:cNvGraphicFramePr>
          <p:nvPr/>
        </p:nvGraphicFramePr>
        <p:xfrm>
          <a:off x="5175250" y="1628458"/>
          <a:ext cx="3279775" cy="823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74" name="Equation" r:id="rId3" imgW="87477600" imgH="21945600" progId="Equation.DSMT4">
                  <p:embed/>
                </p:oleObj>
              </mc:Choice>
              <mc:Fallback>
                <p:oleObj name="Equation" r:id="rId3" imgW="87477600" imgH="21945600" progId="Equation.DSMT4">
                  <p:embed/>
                  <p:pic>
                    <p:nvPicPr>
                      <p:cNvPr id="0" name="图片 4873"/>
                      <p:cNvPicPr>
                        <a:picLocks noChangeAspect="1"/>
                      </p:cNvPicPr>
                      <p:nvPr/>
                    </p:nvPicPr>
                    <p:blipFill>
                      <a:blip r:embed="rId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5175250" y="1628458"/>
                        <a:ext cx="3279775" cy="82391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2"/>
          <p:cNvGraphicFramePr>
            <a:graphicFrameLocks noChangeAspect="1"/>
          </p:cNvGraphicFramePr>
          <p:nvPr/>
        </p:nvGraphicFramePr>
        <p:xfrm>
          <a:off x="2628955" y="1742407"/>
          <a:ext cx="571320" cy="5968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5" name="Equation" r:id="rId5" imgW="13716000" imgH="14325600" progId="Equation.DSMT4">
                  <p:embed/>
                </p:oleObj>
              </mc:Choice>
              <mc:Fallback>
                <p:oleObj name="Equation" r:id="rId5" imgW="13716000" imgH="14325600" progId="Equation.DSMT4">
                  <p:embed/>
                  <p:pic>
                    <p:nvPicPr>
                      <p:cNvPr id="0" name="图片 6144"/>
                      <p:cNvPicPr>
                        <a:picLocks noChangeAspect="1"/>
                      </p:cNvPicPr>
                      <p:nvPr/>
                    </p:nvPicPr>
                    <p:blipFill>
                      <a:blip r:embed="rId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628955" y="1742407"/>
                        <a:ext cx="571320" cy="5968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26"/>
          <p:cNvGraphicFramePr>
            <a:graphicFrameLocks noChangeAspect="1"/>
          </p:cNvGraphicFramePr>
          <p:nvPr/>
        </p:nvGraphicFramePr>
        <p:xfrm>
          <a:off x="8483600" y="1583055"/>
          <a:ext cx="14351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73" name="Equation" r:id="rId7" imgW="34442400" imgH="21945600" progId="Equation.DSMT4">
                  <p:embed/>
                </p:oleObj>
              </mc:Choice>
              <mc:Fallback>
                <p:oleObj name="Equation" r:id="rId7" imgW="34442400" imgH="21945600" progId="Equation.DSMT4">
                  <p:embed/>
                  <p:pic>
                    <p:nvPicPr>
                      <p:cNvPr id="0" name="图片 4872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483600" y="1583055"/>
                        <a:ext cx="1435100" cy="914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3"/>
          <p:cNvGraphicFramePr>
            <a:graphicFrameLocks noChangeAspect="1"/>
          </p:cNvGraphicFramePr>
          <p:nvPr/>
        </p:nvGraphicFramePr>
        <p:xfrm>
          <a:off x="3229129" y="1584332"/>
          <a:ext cx="1917360" cy="92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23" name="Equation" r:id="rId9" imgW="46024800" imgH="22250400" progId="Equation.DSMT4">
                  <p:embed/>
                </p:oleObj>
              </mc:Choice>
              <mc:Fallback>
                <p:oleObj name="Equation" r:id="rId9" imgW="46024800" imgH="22250400" progId="Equation.DSMT4">
                  <p:embed/>
                  <p:pic>
                    <p:nvPicPr>
                      <p:cNvPr id="0" name="图片 6622"/>
                      <p:cNvPicPr>
                        <a:picLocks noChangeAspect="1"/>
                      </p:cNvPicPr>
                      <p:nvPr/>
                    </p:nvPicPr>
                    <p:blipFill>
                      <a:blip r:embed="rId10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229129" y="1584332"/>
                        <a:ext cx="1917360" cy="927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9"/>
          <p:cNvSpPr txBox="1"/>
          <p:nvPr/>
        </p:nvSpPr>
        <p:spPr>
          <a:xfrm>
            <a:off x="1838960" y="4036060"/>
            <a:ext cx="9434830" cy="5219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p>
            <a:r>
              <a:rPr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命题</a:t>
            </a:r>
            <a:r>
              <a:rPr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2.1.2 </a:t>
            </a:r>
            <a:r>
              <a:rPr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若 </a:t>
            </a:r>
            <a:r>
              <a:rPr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在 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baseline="-250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处可导，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则 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在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baseline="-250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处连续．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 animBg="1"/>
      <p:bldP spid="7" grpId="0"/>
      <p:bldP spid="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 txBox="1">
            <a:spLocks noChangeArrowheads="1"/>
          </p:cNvSpPr>
          <p:nvPr/>
        </p:nvSpPr>
        <p:spPr>
          <a:xfrm>
            <a:off x="1704318" y="505656"/>
            <a:ext cx="8160857" cy="6096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基本求导法则与导数公式回顾</a:t>
            </a:r>
            <a:endParaRPr lang="zh-CN" altLang="zh-CN" sz="32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37" name="Rectangle 2"/>
          <p:cNvSpPr txBox="1">
            <a:spLocks noChangeArrowheads="1"/>
          </p:cNvSpPr>
          <p:nvPr/>
        </p:nvSpPr>
        <p:spPr>
          <a:xfrm>
            <a:off x="1704096" y="1189106"/>
            <a:ext cx="5976079" cy="614363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32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1. 基本求导法则</a:t>
            </a:r>
            <a:endParaRPr lang="zh-CN" altLang="en-US" sz="3200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graphicFrame>
        <p:nvGraphicFramePr>
          <p:cNvPr id="38" name="Object 3"/>
          <p:cNvGraphicFramePr>
            <a:graphicFrameLocks noChangeAspect="1"/>
          </p:cNvGraphicFramePr>
          <p:nvPr/>
        </p:nvGraphicFramePr>
        <p:xfrm>
          <a:off x="2301121" y="2524679"/>
          <a:ext cx="1307880" cy="406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13" name="Equation" r:id="rId1" imgW="31394400" imgH="9753600" progId="Equation.DSMT4">
                  <p:embed/>
                </p:oleObj>
              </mc:Choice>
              <mc:Fallback>
                <p:oleObj name="Equation" r:id="rId1" imgW="31394400" imgH="9753600" progId="Equation.DSMT4">
                  <p:embed/>
                  <p:pic>
                    <p:nvPicPr>
                      <p:cNvPr id="0" name="图片 38912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301121" y="2524679"/>
                        <a:ext cx="1307880" cy="4060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Object 4"/>
          <p:cNvGraphicFramePr>
            <a:graphicFrameLocks noChangeAspect="1"/>
          </p:cNvGraphicFramePr>
          <p:nvPr/>
        </p:nvGraphicFramePr>
        <p:xfrm>
          <a:off x="3627615" y="2508335"/>
          <a:ext cx="863280" cy="406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246" name="Equation" r:id="rId3" imgW="20726400" imgH="9753600" progId="Equation.DSMT4">
                  <p:embed/>
                </p:oleObj>
              </mc:Choice>
              <mc:Fallback>
                <p:oleObj name="Equation" r:id="rId3" imgW="20726400" imgH="9753600" progId="Equation.DSMT4">
                  <p:embed/>
                  <p:pic>
                    <p:nvPicPr>
                      <p:cNvPr id="0" name="图片 39245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627615" y="2508335"/>
                        <a:ext cx="863280" cy="4060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Object 5"/>
          <p:cNvGraphicFramePr>
            <a:graphicFrameLocks noChangeAspect="1"/>
          </p:cNvGraphicFramePr>
          <p:nvPr/>
        </p:nvGraphicFramePr>
        <p:xfrm>
          <a:off x="5735960" y="2435134"/>
          <a:ext cx="1066680" cy="406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247" name="Equation" r:id="rId5" imgW="25603200" imgH="9753600" progId="Equation.DSMT4">
                  <p:embed/>
                </p:oleObj>
              </mc:Choice>
              <mc:Fallback>
                <p:oleObj name="Equation" r:id="rId5" imgW="25603200" imgH="9753600" progId="Equation.DSMT4">
                  <p:embed/>
                  <p:pic>
                    <p:nvPicPr>
                      <p:cNvPr id="0" name="图片 39246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735960" y="2435134"/>
                        <a:ext cx="1066680" cy="4060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Object 6"/>
          <p:cNvGraphicFramePr>
            <a:graphicFrameLocks noChangeAspect="1"/>
          </p:cNvGraphicFramePr>
          <p:nvPr/>
        </p:nvGraphicFramePr>
        <p:xfrm>
          <a:off x="6888088" y="2451819"/>
          <a:ext cx="545760" cy="406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248" name="Equation" r:id="rId7" imgW="13106400" imgH="9753600" progId="Equation.DSMT4">
                  <p:embed/>
                </p:oleObj>
              </mc:Choice>
              <mc:Fallback>
                <p:oleObj name="Equation" r:id="rId7" imgW="13106400" imgH="9753600" progId="Equation.DSMT4">
                  <p:embed/>
                  <p:pic>
                    <p:nvPicPr>
                      <p:cNvPr id="0" name="图片 39247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888088" y="2451819"/>
                        <a:ext cx="545760" cy="4060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Object 7"/>
          <p:cNvGraphicFramePr>
            <a:graphicFrameLocks noChangeAspect="1"/>
          </p:cNvGraphicFramePr>
          <p:nvPr/>
        </p:nvGraphicFramePr>
        <p:xfrm>
          <a:off x="2351584" y="3140968"/>
          <a:ext cx="977760" cy="406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249" name="Equation" r:id="rId9" imgW="23469600" imgH="9753600" progId="Equation.DSMT4">
                  <p:embed/>
                </p:oleObj>
              </mc:Choice>
              <mc:Fallback>
                <p:oleObj name="Equation" r:id="rId9" imgW="23469600" imgH="9753600" progId="Equation.DSMT4">
                  <p:embed/>
                  <p:pic>
                    <p:nvPicPr>
                      <p:cNvPr id="0" name="图片 39248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351584" y="3140968"/>
                        <a:ext cx="977760" cy="4060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Object 8"/>
          <p:cNvGraphicFramePr>
            <a:graphicFrameLocks noChangeAspect="1"/>
          </p:cNvGraphicFramePr>
          <p:nvPr/>
        </p:nvGraphicFramePr>
        <p:xfrm>
          <a:off x="3359696" y="3140968"/>
          <a:ext cx="1180800" cy="406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250" name="Equation" r:id="rId11" imgW="28346400" imgH="9753600" progId="Equation.DSMT4">
                  <p:embed/>
                </p:oleObj>
              </mc:Choice>
              <mc:Fallback>
                <p:oleObj name="Equation" r:id="rId11" imgW="28346400" imgH="9753600" progId="Equation.DSMT4">
                  <p:embed/>
                  <p:pic>
                    <p:nvPicPr>
                      <p:cNvPr id="0" name="图片 39249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359696" y="3140968"/>
                        <a:ext cx="1180800" cy="4060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Object 9"/>
          <p:cNvGraphicFramePr>
            <a:graphicFrameLocks noChangeAspect="1"/>
          </p:cNvGraphicFramePr>
          <p:nvPr/>
        </p:nvGraphicFramePr>
        <p:xfrm>
          <a:off x="5735960" y="2852936"/>
          <a:ext cx="1130040" cy="838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251" name="Equation" r:id="rId13" imgW="27127200" imgH="20116800" progId="Equation.DSMT4">
                  <p:embed/>
                </p:oleObj>
              </mc:Choice>
              <mc:Fallback>
                <p:oleObj name="Equation" r:id="rId13" imgW="27127200" imgH="20116800" progId="Equation.DSMT4">
                  <p:embed/>
                  <p:pic>
                    <p:nvPicPr>
                      <p:cNvPr id="0" name="图片 39250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735960" y="2852936"/>
                        <a:ext cx="1130040" cy="8380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Object 10"/>
          <p:cNvGraphicFramePr>
            <a:graphicFrameLocks noChangeAspect="1"/>
          </p:cNvGraphicFramePr>
          <p:nvPr/>
        </p:nvGraphicFramePr>
        <p:xfrm>
          <a:off x="7064395" y="2852936"/>
          <a:ext cx="1231560" cy="838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252" name="Equation" r:id="rId15" imgW="29565600" imgH="20116800" progId="Equation.DSMT4">
                  <p:embed/>
                </p:oleObj>
              </mc:Choice>
              <mc:Fallback>
                <p:oleObj name="Equation" r:id="rId15" imgW="29565600" imgH="20116800" progId="Equation.DSMT4">
                  <p:embed/>
                  <p:pic>
                    <p:nvPicPr>
                      <p:cNvPr id="0" name="图片 39251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7064395" y="2852936"/>
                        <a:ext cx="1231560" cy="8380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" name="Text Box 11"/>
          <p:cNvSpPr txBox="1">
            <a:spLocks noChangeArrowheads="1"/>
          </p:cNvSpPr>
          <p:nvPr/>
        </p:nvSpPr>
        <p:spPr bwMode="auto">
          <a:xfrm>
            <a:off x="7865882" y="2451819"/>
            <a:ext cx="20574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( 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为常数 </a:t>
            </a:r>
            <a:r>
              <a:rPr kumimoji="1"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kumimoji="1"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47" name="Object 12"/>
          <p:cNvGraphicFramePr>
            <a:graphicFrameLocks noChangeAspect="1"/>
          </p:cNvGraphicFramePr>
          <p:nvPr/>
        </p:nvGraphicFramePr>
        <p:xfrm>
          <a:off x="8544272" y="3000249"/>
          <a:ext cx="990360" cy="393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253" name="Equation" r:id="rId17" imgW="23774400" imgH="9448800" progId="Equation.DSMT4">
                  <p:embed/>
                </p:oleObj>
              </mc:Choice>
              <mc:Fallback>
                <p:oleObj name="Equation" r:id="rId17" imgW="23774400" imgH="9448800" progId="Equation.DSMT4">
                  <p:embed/>
                  <p:pic>
                    <p:nvPicPr>
                      <p:cNvPr id="0" name="图片 39252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8544272" y="3000249"/>
                        <a:ext cx="990360" cy="3934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" name="Text Box 13"/>
          <p:cNvSpPr txBox="1">
            <a:spLocks noChangeArrowheads="1"/>
          </p:cNvSpPr>
          <p:nvPr/>
        </p:nvSpPr>
        <p:spPr bwMode="auto">
          <a:xfrm>
            <a:off x="2039675" y="5169988"/>
            <a:ext cx="4681052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(3) 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复合函数求导</a:t>
            </a: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法则</a:t>
            </a:r>
            <a:r>
              <a:rPr kumimoji="1"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设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49" name="Object 14"/>
          <p:cNvGraphicFramePr>
            <a:graphicFrameLocks noChangeAspect="1"/>
          </p:cNvGraphicFramePr>
          <p:nvPr/>
        </p:nvGraphicFramePr>
        <p:xfrm>
          <a:off x="6365767" y="5234223"/>
          <a:ext cx="2628720" cy="393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254" name="Equation" r:id="rId19" imgW="63093600" imgH="9448800" progId="Equation.DSMT4">
                  <p:embed/>
                </p:oleObj>
              </mc:Choice>
              <mc:Fallback>
                <p:oleObj name="Equation" r:id="rId19" imgW="63093600" imgH="9448800" progId="Equation.DSMT4">
                  <p:embed/>
                  <p:pic>
                    <p:nvPicPr>
                      <p:cNvPr id="0" name="图片 39253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6365767" y="5234223"/>
                        <a:ext cx="2628720" cy="3934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Object 15"/>
          <p:cNvGraphicFramePr>
            <a:graphicFrameLocks noChangeAspect="1"/>
          </p:cNvGraphicFramePr>
          <p:nvPr/>
        </p:nvGraphicFramePr>
        <p:xfrm>
          <a:off x="3143658" y="5603875"/>
          <a:ext cx="752475" cy="91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255" name="Equation" r:id="rId21" imgW="17983200" imgH="21945600" progId="Equation.DSMT4">
                  <p:embed/>
                </p:oleObj>
              </mc:Choice>
              <mc:Fallback>
                <p:oleObj name="Equation" r:id="rId21" imgW="17983200" imgH="21945600" progId="Equation.DSMT4">
                  <p:embed/>
                  <p:pic>
                    <p:nvPicPr>
                      <p:cNvPr id="0" name="图片 39254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3143658" y="5603875"/>
                        <a:ext cx="752475" cy="9175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" name="Object 16"/>
          <p:cNvGraphicFramePr>
            <a:graphicFrameLocks noChangeAspect="1"/>
          </p:cNvGraphicFramePr>
          <p:nvPr/>
        </p:nvGraphicFramePr>
        <p:xfrm>
          <a:off x="5254853" y="5805264"/>
          <a:ext cx="1981080" cy="406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256" name="Equation" r:id="rId23" imgW="47548800" imgH="9753600" progId="Equation.DSMT4">
                  <p:embed/>
                </p:oleObj>
              </mc:Choice>
              <mc:Fallback>
                <p:oleObj name="Equation" r:id="rId23" imgW="47548800" imgH="9753600" progId="Equation.DSMT4">
                  <p:embed/>
                  <p:pic>
                    <p:nvPicPr>
                      <p:cNvPr id="0" name="图片 39255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5254853" y="5805264"/>
                        <a:ext cx="1981080" cy="4060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" name="Object 27"/>
          <p:cNvGraphicFramePr>
            <a:graphicFrameLocks noChangeAspect="1"/>
          </p:cNvGraphicFramePr>
          <p:nvPr/>
        </p:nvGraphicFramePr>
        <p:xfrm>
          <a:off x="4016783" y="5608638"/>
          <a:ext cx="469900" cy="912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257" name="Equation" r:id="rId25" imgW="11277600" imgH="21945600" progId="Equation.DSMT4">
                  <p:embed/>
                </p:oleObj>
              </mc:Choice>
              <mc:Fallback>
                <p:oleObj name="Equation" r:id="rId25" imgW="11277600" imgH="21945600" progId="Equation.DSMT4">
                  <p:embed/>
                  <p:pic>
                    <p:nvPicPr>
                      <p:cNvPr id="0" name="图片 39256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4016783" y="5608638"/>
                        <a:ext cx="469900" cy="91281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" name="Object 28"/>
          <p:cNvGraphicFramePr>
            <a:graphicFrameLocks noChangeAspect="1"/>
          </p:cNvGraphicFramePr>
          <p:nvPr/>
        </p:nvGraphicFramePr>
        <p:xfrm>
          <a:off x="4600983" y="5610225"/>
          <a:ext cx="544513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258" name="Equation" r:id="rId27" imgW="13106400" imgH="21945600" progId="Equation.DSMT4">
                  <p:embed/>
                </p:oleObj>
              </mc:Choice>
              <mc:Fallback>
                <p:oleObj name="Equation" r:id="rId27" imgW="13106400" imgH="21945600" progId="Equation.DSMT4">
                  <p:embed/>
                  <p:pic>
                    <p:nvPicPr>
                      <p:cNvPr id="0" name="图片 39257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4600983" y="5610225"/>
                        <a:ext cx="544513" cy="9112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" name="Rectangle 2"/>
          <p:cNvSpPr txBox="1">
            <a:spLocks noChangeArrowheads="1"/>
          </p:cNvSpPr>
          <p:nvPr/>
        </p:nvSpPr>
        <p:spPr>
          <a:xfrm>
            <a:off x="1889803" y="1820771"/>
            <a:ext cx="5976079" cy="614363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）四则运算的求导法则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7" name="Rectangle 2"/>
          <p:cNvSpPr txBox="1">
            <a:spLocks noChangeArrowheads="1"/>
          </p:cNvSpPr>
          <p:nvPr/>
        </p:nvSpPr>
        <p:spPr>
          <a:xfrm>
            <a:off x="1902203" y="3743067"/>
            <a:ext cx="4094873" cy="614363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）反函数求导法则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8" name="Rectangle 17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59" name="对象 58"/>
          <p:cNvGraphicFramePr>
            <a:graphicFrameLocks noChangeAspect="1"/>
          </p:cNvGraphicFramePr>
          <p:nvPr/>
        </p:nvGraphicFramePr>
        <p:xfrm>
          <a:off x="6240016" y="3830212"/>
          <a:ext cx="1244600" cy="1346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259" name="Equation" r:id="rId29" imgW="29870400" imgH="32308800" progId="Equation.DSMT4">
                  <p:embed/>
                </p:oleObj>
              </mc:Choice>
              <mc:Fallback>
                <p:oleObj name="Equation" r:id="rId29" imgW="29870400" imgH="32308800" progId="Equation.DSMT4">
                  <p:embed/>
                  <p:pic>
                    <p:nvPicPr>
                      <p:cNvPr id="0" name="图片 39258"/>
                      <p:cNvPicPr>
                        <a:picLocks noChangeAspect="1"/>
                      </p:cNvPicPr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6240016" y="3830212"/>
                        <a:ext cx="1244600" cy="1346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utoUpdateAnimBg="0"/>
      <p:bldP spid="48" grpId="0" autoUpdateAnimBg="0"/>
      <p:bldP spid="56" grpId="0"/>
      <p:bldP spid="5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ChangeArrowheads="1"/>
          </p:cNvSpPr>
          <p:nvPr/>
        </p:nvSpPr>
        <p:spPr bwMode="auto">
          <a:xfrm>
            <a:off x="2072378" y="188640"/>
            <a:ext cx="5867400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32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2. 基本初等函数的导数</a:t>
            </a:r>
            <a:endParaRPr lang="zh-CN" altLang="en-US" sz="3200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graphicFrame>
        <p:nvGraphicFramePr>
          <p:cNvPr id="3" name="Object 4"/>
          <p:cNvGraphicFramePr>
            <a:graphicFrameLocks noChangeAspect="1"/>
          </p:cNvGraphicFramePr>
          <p:nvPr/>
        </p:nvGraphicFramePr>
        <p:xfrm>
          <a:off x="2587625" y="914400"/>
          <a:ext cx="8890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37" name="Equation" r:id="rId1" imgW="21336000" imgH="9753600" progId="Equation.DSMT4">
                  <p:embed/>
                </p:oleObj>
              </mc:Choice>
              <mc:Fallback>
                <p:oleObj name="Equation" r:id="rId1" imgW="21336000" imgH="9753600" progId="Equation.DSMT4">
                  <p:embed/>
                  <p:pic>
                    <p:nvPicPr>
                      <p:cNvPr id="0" name="图片 3993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587625" y="914400"/>
                        <a:ext cx="889000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5"/>
          <p:cNvGraphicFramePr>
            <a:graphicFrameLocks noChangeAspect="1"/>
          </p:cNvGraphicFramePr>
          <p:nvPr/>
        </p:nvGraphicFramePr>
        <p:xfrm>
          <a:off x="3589338" y="927100"/>
          <a:ext cx="2159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483" name="Equation" r:id="rId3" imgW="5181600" imgH="9448800" progId="Equation.DSMT4">
                  <p:embed/>
                </p:oleObj>
              </mc:Choice>
              <mc:Fallback>
                <p:oleObj name="Equation" r:id="rId3" imgW="5181600" imgH="9448800" progId="Equation.DSMT4">
                  <p:embed/>
                  <p:pic>
                    <p:nvPicPr>
                      <p:cNvPr id="0" name="图片 40482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589338" y="927100"/>
                        <a:ext cx="2159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6"/>
          <p:cNvGraphicFramePr>
            <a:graphicFrameLocks noChangeAspect="1"/>
          </p:cNvGraphicFramePr>
          <p:nvPr/>
        </p:nvGraphicFramePr>
        <p:xfrm>
          <a:off x="6334125" y="844550"/>
          <a:ext cx="10033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484" name="Equation" r:id="rId5" imgW="24079200" imgH="10972800" progId="Equation.DSMT4">
                  <p:embed/>
                </p:oleObj>
              </mc:Choice>
              <mc:Fallback>
                <p:oleObj name="Equation" r:id="rId5" imgW="24079200" imgH="10972800" progId="Equation.DSMT4">
                  <p:embed/>
                  <p:pic>
                    <p:nvPicPr>
                      <p:cNvPr id="0" name="图片 40483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334125" y="844550"/>
                        <a:ext cx="100330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7"/>
          <p:cNvGraphicFramePr>
            <a:graphicFrameLocks noChangeAspect="1"/>
          </p:cNvGraphicFramePr>
          <p:nvPr/>
        </p:nvGraphicFramePr>
        <p:xfrm>
          <a:off x="7513638" y="819150"/>
          <a:ext cx="8763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485" name="Equation" r:id="rId7" imgW="21031200" imgH="10972800" progId="Equation.DSMT4">
                  <p:embed/>
                </p:oleObj>
              </mc:Choice>
              <mc:Fallback>
                <p:oleObj name="Equation" r:id="rId7" imgW="21031200" imgH="10972800" progId="Equation.DSMT4">
                  <p:embed/>
                  <p:pic>
                    <p:nvPicPr>
                      <p:cNvPr id="0" name="图片 40484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513638" y="819150"/>
                        <a:ext cx="87630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8"/>
          <p:cNvGraphicFramePr>
            <a:graphicFrameLocks noChangeAspect="1"/>
          </p:cNvGraphicFramePr>
          <p:nvPr/>
        </p:nvGraphicFramePr>
        <p:xfrm>
          <a:off x="2600325" y="1447800"/>
          <a:ext cx="12827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486" name="Equation" r:id="rId9" imgW="30784800" imgH="9753600" progId="Equation.DSMT4">
                  <p:embed/>
                </p:oleObj>
              </mc:Choice>
              <mc:Fallback>
                <p:oleObj name="Equation" r:id="rId9" imgW="30784800" imgH="9753600" progId="Equation.DSMT4">
                  <p:embed/>
                  <p:pic>
                    <p:nvPicPr>
                      <p:cNvPr id="0" name="图片 40485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600325" y="1447800"/>
                        <a:ext cx="1282700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9"/>
          <p:cNvGraphicFramePr>
            <a:graphicFrameLocks noChangeAspect="1"/>
          </p:cNvGraphicFramePr>
          <p:nvPr/>
        </p:nvGraphicFramePr>
        <p:xfrm>
          <a:off x="3983038" y="1482725"/>
          <a:ext cx="7366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487" name="Equation" r:id="rId11" imgW="17678400" imgH="7620000" progId="Equation.DSMT4">
                  <p:embed/>
                </p:oleObj>
              </mc:Choice>
              <mc:Fallback>
                <p:oleObj name="Equation" r:id="rId11" imgW="17678400" imgH="7620000" progId="Equation.DSMT4">
                  <p:embed/>
                  <p:pic>
                    <p:nvPicPr>
                      <p:cNvPr id="0" name="图片 40486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983038" y="1482725"/>
                        <a:ext cx="736600" cy="317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0"/>
          <p:cNvGraphicFramePr>
            <a:graphicFrameLocks noChangeAspect="1"/>
          </p:cNvGraphicFramePr>
          <p:nvPr/>
        </p:nvGraphicFramePr>
        <p:xfrm>
          <a:off x="6315075" y="1447800"/>
          <a:ext cx="13335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488" name="Equation" r:id="rId13" imgW="32004000" imgH="9753600" progId="Equation.DSMT4">
                  <p:embed/>
                </p:oleObj>
              </mc:Choice>
              <mc:Fallback>
                <p:oleObj name="Equation" r:id="rId13" imgW="32004000" imgH="9753600" progId="Equation.DSMT4">
                  <p:embed/>
                  <p:pic>
                    <p:nvPicPr>
                      <p:cNvPr id="0" name="图片 40487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315075" y="1447800"/>
                        <a:ext cx="1333500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1"/>
          <p:cNvGraphicFramePr>
            <a:graphicFrameLocks noChangeAspect="1"/>
          </p:cNvGraphicFramePr>
          <p:nvPr/>
        </p:nvGraphicFramePr>
        <p:xfrm>
          <a:off x="7735888" y="1455738"/>
          <a:ext cx="9144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489" name="Equation" r:id="rId15" imgW="21945600" imgH="7620000" progId="Equation.DSMT4">
                  <p:embed/>
                </p:oleObj>
              </mc:Choice>
              <mc:Fallback>
                <p:oleObj name="Equation" r:id="rId15" imgW="21945600" imgH="7620000" progId="Equation.DSMT4">
                  <p:embed/>
                  <p:pic>
                    <p:nvPicPr>
                      <p:cNvPr id="0" name="图片 40488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7735888" y="1455738"/>
                        <a:ext cx="914400" cy="317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2"/>
          <p:cNvGraphicFramePr>
            <a:graphicFrameLocks noChangeAspect="1"/>
          </p:cNvGraphicFramePr>
          <p:nvPr/>
        </p:nvGraphicFramePr>
        <p:xfrm>
          <a:off x="2600325" y="1981200"/>
          <a:ext cx="12954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490" name="Equation" r:id="rId17" imgW="31089600" imgH="9753600" progId="Equation.DSMT4">
                  <p:embed/>
                </p:oleObj>
              </mc:Choice>
              <mc:Fallback>
                <p:oleObj name="Equation" r:id="rId17" imgW="31089600" imgH="9753600" progId="Equation.DSMT4">
                  <p:embed/>
                  <p:pic>
                    <p:nvPicPr>
                      <p:cNvPr id="0" name="图片 40489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600325" y="1981200"/>
                        <a:ext cx="1295400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3"/>
          <p:cNvGraphicFramePr>
            <a:graphicFrameLocks noChangeAspect="1"/>
          </p:cNvGraphicFramePr>
          <p:nvPr/>
        </p:nvGraphicFramePr>
        <p:xfrm>
          <a:off x="4078288" y="1927860"/>
          <a:ext cx="8509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491" name="Equation" r:id="rId19" imgW="20421600" imgH="10972800" progId="Equation.DSMT4">
                  <p:embed/>
                </p:oleObj>
              </mc:Choice>
              <mc:Fallback>
                <p:oleObj name="Equation" r:id="rId19" imgW="20421600" imgH="10972800" progId="Equation.DSMT4">
                  <p:embed/>
                  <p:pic>
                    <p:nvPicPr>
                      <p:cNvPr id="0" name="图片 40490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4078288" y="1927860"/>
                        <a:ext cx="85090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4"/>
          <p:cNvGraphicFramePr>
            <a:graphicFrameLocks noChangeAspect="1"/>
          </p:cNvGraphicFramePr>
          <p:nvPr/>
        </p:nvGraphicFramePr>
        <p:xfrm>
          <a:off x="6321425" y="1981200"/>
          <a:ext cx="12954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492" name="Equation" r:id="rId21" imgW="31089600" imgH="9753600" progId="Equation.DSMT4">
                  <p:embed/>
                </p:oleObj>
              </mc:Choice>
              <mc:Fallback>
                <p:oleObj name="Equation" r:id="rId21" imgW="31089600" imgH="9753600" progId="Equation.DSMT4">
                  <p:embed/>
                  <p:pic>
                    <p:nvPicPr>
                      <p:cNvPr id="0" name="图片 40491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6321425" y="1981200"/>
                        <a:ext cx="1295400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5"/>
          <p:cNvGraphicFramePr>
            <a:graphicFrameLocks noChangeAspect="1"/>
          </p:cNvGraphicFramePr>
          <p:nvPr/>
        </p:nvGraphicFramePr>
        <p:xfrm>
          <a:off x="7824192" y="1904928"/>
          <a:ext cx="1118319" cy="4554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493" name="Equation" r:id="rId23" imgW="12192000" imgH="4876800" progId="Equation.DSMT4">
                  <p:embed/>
                </p:oleObj>
              </mc:Choice>
              <mc:Fallback>
                <p:oleObj name="Equation" r:id="rId23" imgW="12192000" imgH="4876800" progId="Equation.DSMT4">
                  <p:embed/>
                  <p:pic>
                    <p:nvPicPr>
                      <p:cNvPr id="0" name="图片 40492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7824192" y="1904928"/>
                        <a:ext cx="1118319" cy="4554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6"/>
          <p:cNvGraphicFramePr>
            <a:graphicFrameLocks noChangeAspect="1"/>
          </p:cNvGraphicFramePr>
          <p:nvPr/>
        </p:nvGraphicFramePr>
        <p:xfrm>
          <a:off x="2600325" y="2514600"/>
          <a:ext cx="13081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494" name="Equation" r:id="rId25" imgW="31394400" imgH="9753600" progId="Equation.DSMT4">
                  <p:embed/>
                </p:oleObj>
              </mc:Choice>
              <mc:Fallback>
                <p:oleObj name="Equation" r:id="rId25" imgW="31394400" imgH="9753600" progId="Equation.DSMT4">
                  <p:embed/>
                  <p:pic>
                    <p:nvPicPr>
                      <p:cNvPr id="0" name="图片 40493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2600325" y="2514600"/>
                        <a:ext cx="1308100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7"/>
          <p:cNvGraphicFramePr>
            <a:graphicFrameLocks noChangeAspect="1"/>
          </p:cNvGraphicFramePr>
          <p:nvPr/>
        </p:nvGraphicFramePr>
        <p:xfrm>
          <a:off x="4078288" y="2512695"/>
          <a:ext cx="14224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495" name="Equation" r:id="rId27" imgW="34137600" imgH="8839200" progId="Equation.DSMT4">
                  <p:embed/>
                </p:oleObj>
              </mc:Choice>
              <mc:Fallback>
                <p:oleObj name="Equation" r:id="rId27" imgW="34137600" imgH="8839200" progId="Equation.DSMT4">
                  <p:embed/>
                  <p:pic>
                    <p:nvPicPr>
                      <p:cNvPr id="0" name="图片 40494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4078288" y="2512695"/>
                        <a:ext cx="1422400" cy="368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8"/>
          <p:cNvGraphicFramePr>
            <a:graphicFrameLocks noChangeAspect="1"/>
          </p:cNvGraphicFramePr>
          <p:nvPr/>
        </p:nvGraphicFramePr>
        <p:xfrm>
          <a:off x="6321425" y="2476500"/>
          <a:ext cx="13081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496" name="Equation" r:id="rId29" imgW="31394400" imgH="9753600" progId="Equation.DSMT4">
                  <p:embed/>
                </p:oleObj>
              </mc:Choice>
              <mc:Fallback>
                <p:oleObj name="Equation" r:id="rId29" imgW="31394400" imgH="9753600" progId="Equation.DSMT4">
                  <p:embed/>
                  <p:pic>
                    <p:nvPicPr>
                      <p:cNvPr id="0" name="图片 40495"/>
                      <p:cNvPicPr>
                        <a:picLocks noChangeAspect="1"/>
                      </p:cNvPicPr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6321425" y="2476500"/>
                        <a:ext cx="1308100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9"/>
          <p:cNvGraphicFramePr>
            <a:graphicFrameLocks noChangeAspect="1"/>
          </p:cNvGraphicFramePr>
          <p:nvPr/>
        </p:nvGraphicFramePr>
        <p:xfrm>
          <a:off x="7814628" y="2491740"/>
          <a:ext cx="1730375" cy="398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497" name="Equation" r:id="rId31" imgW="17983200" imgH="3962400" progId="Equation.DSMT4">
                  <p:embed/>
                </p:oleObj>
              </mc:Choice>
              <mc:Fallback>
                <p:oleObj name="Equation" r:id="rId31" imgW="17983200" imgH="3962400" progId="Equation.DSMT4">
                  <p:embed/>
                  <p:pic>
                    <p:nvPicPr>
                      <p:cNvPr id="0" name="图片 40496"/>
                      <p:cNvPicPr>
                        <a:picLocks noChangeAspect="1"/>
                      </p:cNvPicPr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7814628" y="2491740"/>
                        <a:ext cx="1730375" cy="3984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20"/>
          <p:cNvGraphicFramePr>
            <a:graphicFrameLocks noChangeAspect="1"/>
          </p:cNvGraphicFramePr>
          <p:nvPr/>
        </p:nvGraphicFramePr>
        <p:xfrm>
          <a:off x="2613025" y="2978150"/>
          <a:ext cx="9779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498" name="Equation" r:id="rId33" imgW="23469600" imgH="10972800" progId="Equation.DSMT4">
                  <p:embed/>
                </p:oleObj>
              </mc:Choice>
              <mc:Fallback>
                <p:oleObj name="Equation" r:id="rId33" imgW="23469600" imgH="10972800" progId="Equation.DSMT4">
                  <p:embed/>
                  <p:pic>
                    <p:nvPicPr>
                      <p:cNvPr id="0" name="图片 40497"/>
                      <p:cNvPicPr>
                        <a:picLocks noChangeAspect="1"/>
                      </p:cNvPicPr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2613025" y="2978150"/>
                        <a:ext cx="97790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21"/>
          <p:cNvGraphicFramePr>
            <a:graphicFrameLocks noChangeAspect="1"/>
          </p:cNvGraphicFramePr>
          <p:nvPr/>
        </p:nvGraphicFramePr>
        <p:xfrm>
          <a:off x="3690938" y="2932113"/>
          <a:ext cx="9271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499" name="Equation" r:id="rId35" imgW="22250400" imgH="10972800" progId="Equation.DSMT4">
                  <p:embed/>
                </p:oleObj>
              </mc:Choice>
              <mc:Fallback>
                <p:oleObj name="Equation" r:id="rId35" imgW="22250400" imgH="10972800" progId="Equation.DSMT4">
                  <p:embed/>
                  <p:pic>
                    <p:nvPicPr>
                      <p:cNvPr id="0" name="图片 40498"/>
                      <p:cNvPicPr>
                        <a:picLocks noChangeAspect="1"/>
                      </p:cNvPicPr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3690938" y="2932113"/>
                        <a:ext cx="92710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22"/>
          <p:cNvGraphicFramePr>
            <a:graphicFrameLocks noChangeAspect="1"/>
          </p:cNvGraphicFramePr>
          <p:nvPr/>
        </p:nvGraphicFramePr>
        <p:xfrm>
          <a:off x="6334125" y="2978150"/>
          <a:ext cx="9398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500" name="Equation" r:id="rId37" imgW="22555200" imgH="10972800" progId="Equation.DSMT4">
                  <p:embed/>
                </p:oleObj>
              </mc:Choice>
              <mc:Fallback>
                <p:oleObj name="Equation" r:id="rId37" imgW="22555200" imgH="10972800" progId="Equation.DSMT4">
                  <p:embed/>
                  <p:pic>
                    <p:nvPicPr>
                      <p:cNvPr id="0" name="图片 40499"/>
                      <p:cNvPicPr>
                        <a:picLocks noChangeAspect="1"/>
                      </p:cNvPicPr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6334125" y="2978150"/>
                        <a:ext cx="93980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23"/>
          <p:cNvGraphicFramePr>
            <a:graphicFrameLocks noChangeAspect="1"/>
          </p:cNvGraphicFramePr>
          <p:nvPr/>
        </p:nvGraphicFramePr>
        <p:xfrm>
          <a:off x="7412038" y="2978150"/>
          <a:ext cx="3175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501" name="Equation" r:id="rId39" imgW="7620000" imgH="9144000" progId="Equation.DSMT4">
                  <p:embed/>
                </p:oleObj>
              </mc:Choice>
              <mc:Fallback>
                <p:oleObj name="Equation" r:id="rId39" imgW="7620000" imgH="9144000" progId="Equation.DSMT4">
                  <p:embed/>
                  <p:pic>
                    <p:nvPicPr>
                      <p:cNvPr id="0" name="图片 40500"/>
                      <p:cNvPicPr>
                        <a:picLocks noChangeAspect="1"/>
                      </p:cNvPicPr>
                      <p:nvPr/>
                    </p:nvPicPr>
                    <p:blipFill>
                      <a:blip r:embed="rId40"/>
                      <a:stretch>
                        <a:fillRect/>
                      </a:stretch>
                    </p:blipFill>
                    <p:spPr>
                      <a:xfrm>
                        <a:off x="7412038" y="2978150"/>
                        <a:ext cx="317500" cy="381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24"/>
          <p:cNvGraphicFramePr>
            <a:graphicFrameLocks noChangeAspect="1"/>
          </p:cNvGraphicFramePr>
          <p:nvPr/>
        </p:nvGraphicFramePr>
        <p:xfrm>
          <a:off x="2619375" y="3643313"/>
          <a:ext cx="145891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502" name="Equation" r:id="rId41" imgW="35052000" imgH="10363200" progId="Equation.DSMT4">
                  <p:embed/>
                </p:oleObj>
              </mc:Choice>
              <mc:Fallback>
                <p:oleObj name="Equation" r:id="rId41" imgW="35052000" imgH="10363200" progId="Equation.DSMT4">
                  <p:embed/>
                  <p:pic>
                    <p:nvPicPr>
                      <p:cNvPr id="0" name="图片 40501"/>
                      <p:cNvPicPr>
                        <a:picLocks noChangeAspect="1"/>
                      </p:cNvPicPr>
                      <p:nvPr/>
                    </p:nvPicPr>
                    <p:blipFill>
                      <a:blip r:embed="rId42"/>
                      <a:stretch>
                        <a:fillRect/>
                      </a:stretch>
                    </p:blipFill>
                    <p:spPr>
                      <a:xfrm>
                        <a:off x="2619375" y="3643313"/>
                        <a:ext cx="1458913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25"/>
          <p:cNvGraphicFramePr>
            <a:graphicFrameLocks noChangeAspect="1"/>
          </p:cNvGraphicFramePr>
          <p:nvPr/>
        </p:nvGraphicFramePr>
        <p:xfrm>
          <a:off x="4198938" y="3463925"/>
          <a:ext cx="741362" cy="75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503" name="Equation" r:id="rId43" imgW="19812000" imgH="20116800" progId="Equation.DSMT4">
                  <p:embed/>
                </p:oleObj>
              </mc:Choice>
              <mc:Fallback>
                <p:oleObj name="Equation" r:id="rId43" imgW="19812000" imgH="20116800" progId="Equation.DSMT4">
                  <p:embed/>
                  <p:pic>
                    <p:nvPicPr>
                      <p:cNvPr id="0" name="图片 40502"/>
                      <p:cNvPicPr>
                        <a:picLocks noChangeAspect="1"/>
                      </p:cNvPicPr>
                      <p:nvPr/>
                    </p:nvPicPr>
                    <p:blipFill>
                      <a:blip r:embed="rId44"/>
                      <a:stretch>
                        <a:fillRect/>
                      </a:stretch>
                    </p:blipFill>
                    <p:spPr>
                      <a:xfrm>
                        <a:off x="4198938" y="3463925"/>
                        <a:ext cx="741362" cy="7524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26"/>
          <p:cNvGraphicFramePr>
            <a:graphicFrameLocks noChangeAspect="1"/>
          </p:cNvGraphicFramePr>
          <p:nvPr/>
        </p:nvGraphicFramePr>
        <p:xfrm>
          <a:off x="6315075" y="3657600"/>
          <a:ext cx="11430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504" name="Equation" r:id="rId45" imgW="27432000" imgH="9753600" progId="Equation.DSMT4">
                  <p:embed/>
                </p:oleObj>
              </mc:Choice>
              <mc:Fallback>
                <p:oleObj name="Equation" r:id="rId45" imgW="27432000" imgH="9753600" progId="Equation.DSMT4">
                  <p:embed/>
                  <p:pic>
                    <p:nvPicPr>
                      <p:cNvPr id="0" name="图片 40503"/>
                      <p:cNvPicPr>
                        <a:picLocks noChangeAspect="1"/>
                      </p:cNvPicPr>
                      <p:nvPr/>
                    </p:nvPicPr>
                    <p:blipFill>
                      <a:blip r:embed="rId46"/>
                      <a:stretch>
                        <a:fillRect/>
                      </a:stretch>
                    </p:blipFill>
                    <p:spPr>
                      <a:xfrm>
                        <a:off x="6315075" y="3657600"/>
                        <a:ext cx="1143000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27"/>
          <p:cNvGraphicFramePr>
            <a:graphicFrameLocks noChangeAspect="1"/>
          </p:cNvGraphicFramePr>
          <p:nvPr/>
        </p:nvGraphicFramePr>
        <p:xfrm>
          <a:off x="7612063" y="3462338"/>
          <a:ext cx="261937" cy="75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505" name="Equation" r:id="rId47" imgW="7010400" imgH="20116800" progId="Equation.DSMT4">
                  <p:embed/>
                </p:oleObj>
              </mc:Choice>
              <mc:Fallback>
                <p:oleObj name="Equation" r:id="rId47" imgW="7010400" imgH="20116800" progId="Equation.DSMT4">
                  <p:embed/>
                  <p:pic>
                    <p:nvPicPr>
                      <p:cNvPr id="0" name="图片 40504"/>
                      <p:cNvPicPr>
                        <a:picLocks noChangeAspect="1"/>
                      </p:cNvPicPr>
                      <p:nvPr/>
                    </p:nvPicPr>
                    <p:blipFill>
                      <a:blip r:embed="rId48"/>
                      <a:stretch>
                        <a:fillRect/>
                      </a:stretch>
                    </p:blipFill>
                    <p:spPr>
                      <a:xfrm>
                        <a:off x="7612063" y="3462338"/>
                        <a:ext cx="261937" cy="7524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28"/>
          <p:cNvGraphicFramePr>
            <a:graphicFrameLocks noChangeAspect="1"/>
          </p:cNvGraphicFramePr>
          <p:nvPr/>
        </p:nvGraphicFramePr>
        <p:xfrm>
          <a:off x="2606675" y="4419600"/>
          <a:ext cx="17145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506" name="Equation" r:id="rId49" imgW="41148000" imgH="9753600" progId="Equation.DSMT4">
                  <p:embed/>
                </p:oleObj>
              </mc:Choice>
              <mc:Fallback>
                <p:oleObj name="Equation" r:id="rId49" imgW="41148000" imgH="9753600" progId="Equation.DSMT4">
                  <p:embed/>
                  <p:pic>
                    <p:nvPicPr>
                      <p:cNvPr id="0" name="图片 40505"/>
                      <p:cNvPicPr>
                        <a:picLocks noChangeAspect="1"/>
                      </p:cNvPicPr>
                      <p:nvPr/>
                    </p:nvPicPr>
                    <p:blipFill>
                      <a:blip r:embed="rId50"/>
                      <a:stretch>
                        <a:fillRect/>
                      </a:stretch>
                    </p:blipFill>
                    <p:spPr>
                      <a:xfrm>
                        <a:off x="2606675" y="4419600"/>
                        <a:ext cx="1714500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29"/>
          <p:cNvGraphicFramePr>
            <a:graphicFrameLocks noChangeAspect="1"/>
          </p:cNvGraphicFramePr>
          <p:nvPr/>
        </p:nvGraphicFramePr>
        <p:xfrm>
          <a:off x="4406900" y="4222750"/>
          <a:ext cx="1017588" cy="833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507" name="Equation" r:id="rId51" imgW="27127200" imgH="22250400" progId="Equation.DSMT4">
                  <p:embed/>
                </p:oleObj>
              </mc:Choice>
              <mc:Fallback>
                <p:oleObj name="Equation" r:id="rId51" imgW="27127200" imgH="22250400" progId="Equation.DSMT4">
                  <p:embed/>
                  <p:pic>
                    <p:nvPicPr>
                      <p:cNvPr id="0" name="图片 40506"/>
                      <p:cNvPicPr>
                        <a:picLocks noChangeAspect="1"/>
                      </p:cNvPicPr>
                      <p:nvPr/>
                    </p:nvPicPr>
                    <p:blipFill>
                      <a:blip r:embed="rId52"/>
                      <a:stretch>
                        <a:fillRect/>
                      </a:stretch>
                    </p:blipFill>
                    <p:spPr>
                      <a:xfrm>
                        <a:off x="4406900" y="4222750"/>
                        <a:ext cx="1017588" cy="8334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30"/>
          <p:cNvGraphicFramePr>
            <a:graphicFrameLocks noChangeAspect="1"/>
          </p:cNvGraphicFramePr>
          <p:nvPr/>
        </p:nvGraphicFramePr>
        <p:xfrm>
          <a:off x="6327775" y="4419600"/>
          <a:ext cx="17526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508" name="Equation" r:id="rId53" imgW="42062400" imgH="9753600" progId="Equation.DSMT4">
                  <p:embed/>
                </p:oleObj>
              </mc:Choice>
              <mc:Fallback>
                <p:oleObj name="Equation" r:id="rId53" imgW="42062400" imgH="9753600" progId="Equation.DSMT4">
                  <p:embed/>
                  <p:pic>
                    <p:nvPicPr>
                      <p:cNvPr id="0" name="图片 40507"/>
                      <p:cNvPicPr>
                        <a:picLocks noChangeAspect="1"/>
                      </p:cNvPicPr>
                      <p:nvPr/>
                    </p:nvPicPr>
                    <p:blipFill>
                      <a:blip r:embed="rId54"/>
                      <a:stretch>
                        <a:fillRect/>
                      </a:stretch>
                    </p:blipFill>
                    <p:spPr>
                      <a:xfrm>
                        <a:off x="6327775" y="4419600"/>
                        <a:ext cx="1752600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31"/>
          <p:cNvGraphicFramePr>
            <a:graphicFrameLocks noChangeAspect="1"/>
          </p:cNvGraphicFramePr>
          <p:nvPr/>
        </p:nvGraphicFramePr>
        <p:xfrm>
          <a:off x="8265196" y="4216709"/>
          <a:ext cx="1195584" cy="8499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509" name="Equation" r:id="rId55" imgW="14630400" imgH="10363200" progId="Equation.DSMT4">
                  <p:embed/>
                </p:oleObj>
              </mc:Choice>
              <mc:Fallback>
                <p:oleObj name="Equation" r:id="rId55" imgW="14630400" imgH="10363200" progId="Equation.DSMT4">
                  <p:embed/>
                  <p:pic>
                    <p:nvPicPr>
                      <p:cNvPr id="0" name="图片 40508"/>
                      <p:cNvPicPr>
                        <a:picLocks noChangeAspect="1"/>
                      </p:cNvPicPr>
                      <p:nvPr/>
                    </p:nvPicPr>
                    <p:blipFill>
                      <a:blip r:embed="rId56"/>
                      <a:stretch>
                        <a:fillRect/>
                      </a:stretch>
                    </p:blipFill>
                    <p:spPr>
                      <a:xfrm>
                        <a:off x="8265196" y="4216709"/>
                        <a:ext cx="1195584" cy="84992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32"/>
          <p:cNvGraphicFramePr>
            <a:graphicFrameLocks noChangeAspect="1"/>
          </p:cNvGraphicFramePr>
          <p:nvPr/>
        </p:nvGraphicFramePr>
        <p:xfrm>
          <a:off x="2606675" y="5334000"/>
          <a:ext cx="17272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510" name="Equation" r:id="rId57" imgW="41452800" imgH="9753600" progId="Equation.DSMT4">
                  <p:embed/>
                </p:oleObj>
              </mc:Choice>
              <mc:Fallback>
                <p:oleObj name="Equation" r:id="rId57" imgW="41452800" imgH="9753600" progId="Equation.DSMT4">
                  <p:embed/>
                  <p:pic>
                    <p:nvPicPr>
                      <p:cNvPr id="0" name="图片 40509"/>
                      <p:cNvPicPr>
                        <a:picLocks noChangeAspect="1"/>
                      </p:cNvPicPr>
                      <p:nvPr/>
                    </p:nvPicPr>
                    <p:blipFill>
                      <a:blip r:embed="rId58"/>
                      <a:stretch>
                        <a:fillRect/>
                      </a:stretch>
                    </p:blipFill>
                    <p:spPr>
                      <a:xfrm>
                        <a:off x="2606675" y="5334000"/>
                        <a:ext cx="1727200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33"/>
          <p:cNvGraphicFramePr>
            <a:graphicFrameLocks noChangeAspect="1"/>
          </p:cNvGraphicFramePr>
          <p:nvPr/>
        </p:nvGraphicFramePr>
        <p:xfrm>
          <a:off x="4476750" y="5153025"/>
          <a:ext cx="777875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511" name="Equation" r:id="rId59" imgW="20726400" imgH="20116800" progId="Equation.DSMT4">
                  <p:embed/>
                </p:oleObj>
              </mc:Choice>
              <mc:Fallback>
                <p:oleObj name="Equation" r:id="rId59" imgW="20726400" imgH="20116800" progId="Equation.DSMT4">
                  <p:embed/>
                  <p:pic>
                    <p:nvPicPr>
                      <p:cNvPr id="0" name="图片 40510"/>
                      <p:cNvPicPr>
                        <a:picLocks noChangeAspect="1"/>
                      </p:cNvPicPr>
                      <p:nvPr/>
                    </p:nvPicPr>
                    <p:blipFill>
                      <a:blip r:embed="rId60"/>
                      <a:stretch>
                        <a:fillRect/>
                      </a:stretch>
                    </p:blipFill>
                    <p:spPr>
                      <a:xfrm>
                        <a:off x="4476750" y="5153025"/>
                        <a:ext cx="777875" cy="7556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34"/>
          <p:cNvGraphicFramePr>
            <a:graphicFrameLocks noChangeAspect="1"/>
          </p:cNvGraphicFramePr>
          <p:nvPr/>
        </p:nvGraphicFramePr>
        <p:xfrm>
          <a:off x="6327775" y="5334000"/>
          <a:ext cx="17653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512" name="Equation" r:id="rId61" imgW="42367200" imgH="9753600" progId="Equation.DSMT4">
                  <p:embed/>
                </p:oleObj>
              </mc:Choice>
              <mc:Fallback>
                <p:oleObj name="Equation" r:id="rId61" imgW="42367200" imgH="9753600" progId="Equation.DSMT4">
                  <p:embed/>
                  <p:pic>
                    <p:nvPicPr>
                      <p:cNvPr id="0" name="图片 40511"/>
                      <p:cNvPicPr>
                        <a:picLocks noChangeAspect="1"/>
                      </p:cNvPicPr>
                      <p:nvPr/>
                    </p:nvPicPr>
                    <p:blipFill>
                      <a:blip r:embed="rId62"/>
                      <a:stretch>
                        <a:fillRect/>
                      </a:stretch>
                    </p:blipFill>
                    <p:spPr>
                      <a:xfrm>
                        <a:off x="6327775" y="5334000"/>
                        <a:ext cx="1765300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ct 35"/>
          <p:cNvGraphicFramePr>
            <a:graphicFrameLocks noChangeAspect="1"/>
          </p:cNvGraphicFramePr>
          <p:nvPr/>
        </p:nvGraphicFramePr>
        <p:xfrm>
          <a:off x="8184232" y="5168491"/>
          <a:ext cx="992253" cy="7807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513" name="Equation" r:id="rId63" imgW="12192000" imgH="9448800" progId="Equation.DSMT4">
                  <p:embed/>
                </p:oleObj>
              </mc:Choice>
              <mc:Fallback>
                <p:oleObj name="Equation" r:id="rId63" imgW="12192000" imgH="9448800" progId="Equation.DSMT4">
                  <p:embed/>
                  <p:pic>
                    <p:nvPicPr>
                      <p:cNvPr id="0" name="图片 40512"/>
                      <p:cNvPicPr>
                        <a:picLocks noChangeAspect="1"/>
                      </p:cNvPicPr>
                      <p:nvPr/>
                    </p:nvPicPr>
                    <p:blipFill>
                      <a:blip r:embed="rId64"/>
                      <a:stretch>
                        <a:fillRect/>
                      </a:stretch>
                    </p:blipFill>
                    <p:spPr>
                      <a:xfrm>
                        <a:off x="8184232" y="5168491"/>
                        <a:ext cx="992253" cy="780789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1847222" y="609600"/>
            <a:ext cx="1143000" cy="53975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13. </a:t>
            </a:r>
            <a:endParaRPr lang="en-US" altLang="zh-CN" sz="2800" b="1" dirty="0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5937250" y="533400"/>
            <a:ext cx="7620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求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2057400" y="1919288"/>
            <a:ext cx="9144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kumimoji="1"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endParaRPr kumimoji="1" lang="en-US" altLang="zh-CN" sz="2800" b="1" dirty="0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Object 5"/>
          <p:cNvGraphicFramePr>
            <a:graphicFrameLocks noChangeAspect="1"/>
          </p:cNvGraphicFramePr>
          <p:nvPr/>
        </p:nvGraphicFramePr>
        <p:xfrm>
          <a:off x="2990222" y="304076"/>
          <a:ext cx="2908080" cy="9777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61" name="Equation" r:id="rId1" imgW="69799200" imgH="23469600" progId="Equation.DSMT4">
                  <p:embed/>
                </p:oleObj>
              </mc:Choice>
              <mc:Fallback>
                <p:oleObj name="Equation" r:id="rId1" imgW="69799200" imgH="23469600" progId="Equation.DSMT4">
                  <p:embed/>
                  <p:pic>
                    <p:nvPicPr>
                      <p:cNvPr id="0" name="图片 40960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990222" y="304076"/>
                        <a:ext cx="2908080" cy="9777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6"/>
          <p:cNvGraphicFramePr>
            <a:graphicFrameLocks noChangeAspect="1"/>
          </p:cNvGraphicFramePr>
          <p:nvPr/>
        </p:nvGraphicFramePr>
        <p:xfrm>
          <a:off x="6456040" y="624048"/>
          <a:ext cx="368280" cy="406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18" name="Equation" r:id="rId3" imgW="8839200" imgH="9753600" progId="Equation.DSMT4">
                  <p:embed/>
                </p:oleObj>
              </mc:Choice>
              <mc:Fallback>
                <p:oleObj name="Equation" r:id="rId3" imgW="8839200" imgH="9753600" progId="Equation.DSMT4">
                  <p:embed/>
                  <p:pic>
                    <p:nvPicPr>
                      <p:cNvPr id="0" name="图片 41217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456040" y="624048"/>
                        <a:ext cx="368280" cy="4060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7"/>
          <p:cNvGraphicFramePr>
            <a:graphicFrameLocks noChangeAspect="1"/>
          </p:cNvGraphicFramePr>
          <p:nvPr/>
        </p:nvGraphicFramePr>
        <p:xfrm>
          <a:off x="3431704" y="1702594"/>
          <a:ext cx="26670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19" name="Equation" r:id="rId5" imgW="64008000" imgH="22860000" progId="Equation.DSMT4">
                  <p:embed/>
                </p:oleObj>
              </mc:Choice>
              <mc:Fallback>
                <p:oleObj name="Equation" r:id="rId5" imgW="64008000" imgH="22860000" progId="Equation.DSMT4">
                  <p:embed/>
                  <p:pic>
                    <p:nvPicPr>
                      <p:cNvPr id="0" name="图片 41218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431704" y="1702594"/>
                        <a:ext cx="2667000" cy="952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8"/>
          <p:cNvGraphicFramePr>
            <a:graphicFrameLocks noChangeAspect="1"/>
          </p:cNvGraphicFramePr>
          <p:nvPr/>
        </p:nvGraphicFramePr>
        <p:xfrm>
          <a:off x="6096000" y="1892640"/>
          <a:ext cx="1854000" cy="5457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20" name="Equation" r:id="rId7" imgW="44500800" imgH="13106400" progId="Equation.DSMT4">
                  <p:embed/>
                </p:oleObj>
              </mc:Choice>
              <mc:Fallback>
                <p:oleObj name="Equation" r:id="rId7" imgW="44500800" imgH="13106400" progId="Equation.DSMT4">
                  <p:embed/>
                  <p:pic>
                    <p:nvPicPr>
                      <p:cNvPr id="0" name="图片 41219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096000" y="1892640"/>
                        <a:ext cx="1854000" cy="5457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9"/>
          <p:cNvGraphicFramePr>
            <a:graphicFrameLocks noChangeAspect="1"/>
          </p:cNvGraphicFramePr>
          <p:nvPr/>
        </p:nvGraphicFramePr>
        <p:xfrm>
          <a:off x="3220078" y="2996952"/>
          <a:ext cx="774360" cy="406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21" name="Equation" r:id="rId9" imgW="18592800" imgH="9753600" progId="Equation.DSMT4">
                  <p:embed/>
                </p:oleObj>
              </mc:Choice>
              <mc:Fallback>
                <p:oleObj name="Equation" r:id="rId9" imgW="18592800" imgH="9753600" progId="Equation.DSMT4">
                  <p:embed/>
                  <p:pic>
                    <p:nvPicPr>
                      <p:cNvPr id="0" name="图片 41220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220078" y="2996952"/>
                        <a:ext cx="774360" cy="4060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0"/>
          <p:cNvGraphicFramePr>
            <a:graphicFrameLocks noChangeAspect="1"/>
          </p:cNvGraphicFramePr>
          <p:nvPr/>
        </p:nvGraphicFramePr>
        <p:xfrm>
          <a:off x="4007768" y="2780928"/>
          <a:ext cx="1549080" cy="92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22" name="Equation" r:id="rId11" imgW="37185600" imgH="22250400" progId="Equation.DSMT4">
                  <p:embed/>
                </p:oleObj>
              </mc:Choice>
              <mc:Fallback>
                <p:oleObj name="Equation" r:id="rId11" imgW="37185600" imgH="22250400" progId="Equation.DSMT4">
                  <p:embed/>
                  <p:pic>
                    <p:nvPicPr>
                      <p:cNvPr id="0" name="图片 41221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007768" y="2780928"/>
                        <a:ext cx="1549080" cy="927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1"/>
          <p:cNvGraphicFramePr>
            <a:graphicFrameLocks noChangeAspect="1"/>
          </p:cNvGraphicFramePr>
          <p:nvPr/>
        </p:nvGraphicFramePr>
        <p:xfrm>
          <a:off x="5575450" y="2996952"/>
          <a:ext cx="723600" cy="393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23" name="Equation" r:id="rId13" imgW="17373600" imgH="9448800" progId="Equation.DSMT4">
                  <p:embed/>
                </p:oleObj>
              </mc:Choice>
              <mc:Fallback>
                <p:oleObj name="Equation" r:id="rId13" imgW="17373600" imgH="9448800" progId="Equation.DSMT4">
                  <p:embed/>
                  <p:pic>
                    <p:nvPicPr>
                      <p:cNvPr id="0" name="图片 41222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575450" y="2996952"/>
                        <a:ext cx="723600" cy="3934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2"/>
          <p:cNvGraphicFramePr>
            <a:graphicFrameLocks noChangeAspect="1"/>
          </p:cNvGraphicFramePr>
          <p:nvPr/>
        </p:nvGraphicFramePr>
        <p:xfrm>
          <a:off x="6318250" y="2708920"/>
          <a:ext cx="1841400" cy="92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24" name="Equation" r:id="rId15" imgW="44196000" imgH="22250400" progId="Equation.DSMT4">
                  <p:embed/>
                </p:oleObj>
              </mc:Choice>
              <mc:Fallback>
                <p:oleObj name="Equation" r:id="rId15" imgW="44196000" imgH="22250400" progId="Equation.DSMT4">
                  <p:embed/>
                  <p:pic>
                    <p:nvPicPr>
                      <p:cNvPr id="0" name="图片 41223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318250" y="2708920"/>
                        <a:ext cx="1841400" cy="927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13"/>
          <p:cNvSpPr txBox="1">
            <a:spLocks noChangeArrowheads="1"/>
          </p:cNvSpPr>
          <p:nvPr/>
        </p:nvSpPr>
        <p:spPr bwMode="auto">
          <a:xfrm>
            <a:off x="1991544" y="4046538"/>
            <a:ext cx="1208856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1"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kumimoji="1"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14.</a:t>
            </a:r>
            <a:endParaRPr kumimoji="1" lang="en-US" altLang="zh-CN" sz="2800" b="1" dirty="0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" name="Text Box 14"/>
          <p:cNvSpPr txBox="1">
            <a:spLocks noChangeArrowheads="1"/>
          </p:cNvSpPr>
          <p:nvPr/>
        </p:nvSpPr>
        <p:spPr bwMode="auto">
          <a:xfrm>
            <a:off x="2889250" y="4038600"/>
            <a:ext cx="8382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设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5" name="Object 15"/>
          <p:cNvGraphicFramePr>
            <a:graphicFrameLocks noChangeAspect="1"/>
          </p:cNvGraphicFramePr>
          <p:nvPr/>
        </p:nvGraphicFramePr>
        <p:xfrm>
          <a:off x="3460304" y="4006850"/>
          <a:ext cx="3670200" cy="507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25" name="Equation" r:id="rId17" imgW="88087200" imgH="12192000" progId="Equation.DSMT4">
                  <p:embed/>
                </p:oleObj>
              </mc:Choice>
              <mc:Fallback>
                <p:oleObj name="Equation" r:id="rId17" imgW="88087200" imgH="12192000" progId="Equation.DSMT4">
                  <p:embed/>
                  <p:pic>
                    <p:nvPicPr>
                      <p:cNvPr id="0" name="图片 41224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460304" y="4006850"/>
                        <a:ext cx="3670200" cy="5079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Box 16"/>
          <p:cNvSpPr txBox="1">
            <a:spLocks noChangeArrowheads="1"/>
          </p:cNvSpPr>
          <p:nvPr/>
        </p:nvSpPr>
        <p:spPr bwMode="auto">
          <a:xfrm>
            <a:off x="2133600" y="4906963"/>
            <a:ext cx="8382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kumimoji="1" lang="en-US" altLang="zh-CN" sz="2800" b="1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endParaRPr kumimoji="1" lang="en-US" altLang="zh-CN" sz="2800" b="1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7" name="Object 17"/>
          <p:cNvGraphicFramePr>
            <a:graphicFrameLocks noChangeAspect="1"/>
          </p:cNvGraphicFramePr>
          <p:nvPr/>
        </p:nvGraphicFramePr>
        <p:xfrm>
          <a:off x="3316943" y="4906963"/>
          <a:ext cx="1638000" cy="507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26" name="Equation" r:id="rId19" imgW="39319200" imgH="12192000" progId="Equation.DSMT4">
                  <p:embed/>
                </p:oleObj>
              </mc:Choice>
              <mc:Fallback>
                <p:oleObj name="Equation" r:id="rId19" imgW="39319200" imgH="12192000" progId="Equation.DSMT4">
                  <p:embed/>
                  <p:pic>
                    <p:nvPicPr>
                      <p:cNvPr id="0" name="图片 41225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3316943" y="4906963"/>
                        <a:ext cx="1638000" cy="5079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8"/>
          <p:cNvGraphicFramePr>
            <a:graphicFrameLocks noChangeAspect="1"/>
          </p:cNvGraphicFramePr>
          <p:nvPr/>
        </p:nvGraphicFramePr>
        <p:xfrm>
          <a:off x="5159896" y="4906963"/>
          <a:ext cx="1244520" cy="507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27" name="Equation" r:id="rId21" imgW="29870400" imgH="12192000" progId="Equation.DSMT4">
                  <p:embed/>
                </p:oleObj>
              </mc:Choice>
              <mc:Fallback>
                <p:oleObj name="Equation" r:id="rId21" imgW="29870400" imgH="12192000" progId="Equation.DSMT4">
                  <p:embed/>
                  <p:pic>
                    <p:nvPicPr>
                      <p:cNvPr id="0" name="图片 41226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5159896" y="4906963"/>
                        <a:ext cx="1244520" cy="5079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9"/>
          <p:cNvGraphicFramePr>
            <a:graphicFrameLocks noChangeAspect="1"/>
          </p:cNvGraphicFramePr>
          <p:nvPr/>
        </p:nvGraphicFramePr>
        <p:xfrm>
          <a:off x="6404610" y="4929188"/>
          <a:ext cx="806450" cy="490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28" name="Equation" r:id="rId23" imgW="8839200" imgH="5486400" progId="Equation.DSMT4">
                  <p:embed/>
                </p:oleObj>
              </mc:Choice>
              <mc:Fallback>
                <p:oleObj name="Equation" r:id="rId23" imgW="8839200" imgH="5486400" progId="Equation.DSMT4">
                  <p:embed/>
                  <p:pic>
                    <p:nvPicPr>
                      <p:cNvPr id="0" name="图片 41227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6404610" y="4929188"/>
                        <a:ext cx="806450" cy="4905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20"/>
          <p:cNvGraphicFramePr>
            <a:graphicFrameLocks noChangeAspect="1"/>
          </p:cNvGraphicFramePr>
          <p:nvPr/>
        </p:nvGraphicFramePr>
        <p:xfrm>
          <a:off x="7210946" y="4907121"/>
          <a:ext cx="1244520" cy="507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29" name="Equation" r:id="rId25" imgW="29870400" imgH="12192000" progId="Equation.DSMT4">
                  <p:embed/>
                </p:oleObj>
              </mc:Choice>
              <mc:Fallback>
                <p:oleObj name="Equation" r:id="rId25" imgW="29870400" imgH="12192000" progId="Equation.DSMT4">
                  <p:embed/>
                  <p:pic>
                    <p:nvPicPr>
                      <p:cNvPr id="0" name="图片 41228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7210946" y="4907121"/>
                        <a:ext cx="1244520" cy="5079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 Box 21"/>
          <p:cNvSpPr txBox="1">
            <a:spLocks noChangeArrowheads="1"/>
          </p:cNvSpPr>
          <p:nvPr/>
        </p:nvSpPr>
        <p:spPr bwMode="auto">
          <a:xfrm>
            <a:off x="7508875" y="4006850"/>
            <a:ext cx="54038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求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2" name="Object 22"/>
          <p:cNvGraphicFramePr>
            <a:graphicFrameLocks noChangeAspect="1"/>
          </p:cNvGraphicFramePr>
          <p:nvPr/>
        </p:nvGraphicFramePr>
        <p:xfrm>
          <a:off x="8035665" y="4038600"/>
          <a:ext cx="380880" cy="406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30" name="Equation" r:id="rId27" imgW="9144000" imgH="9753600" progId="Equation.DSMT4">
                  <p:embed/>
                </p:oleObj>
              </mc:Choice>
              <mc:Fallback>
                <p:oleObj name="Equation" r:id="rId27" imgW="9144000" imgH="9753600" progId="Equation.DSMT4">
                  <p:embed/>
                  <p:pic>
                    <p:nvPicPr>
                      <p:cNvPr id="0" name="图片 41229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8035665" y="4038600"/>
                        <a:ext cx="380880" cy="4060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23"/>
          <p:cNvGraphicFramePr>
            <a:graphicFrameLocks noChangeAspect="1"/>
          </p:cNvGraphicFramePr>
          <p:nvPr/>
        </p:nvGraphicFramePr>
        <p:xfrm>
          <a:off x="8455660" y="4935855"/>
          <a:ext cx="984250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31" name="Equation" r:id="rId29" imgW="10972800" imgH="4876800" progId="Equation.DSMT4">
                  <p:embed/>
                </p:oleObj>
              </mc:Choice>
              <mc:Fallback>
                <p:oleObj name="Equation" r:id="rId29" imgW="10972800" imgH="4876800" progId="Equation.DSMT4">
                  <p:embed/>
                  <p:pic>
                    <p:nvPicPr>
                      <p:cNvPr id="0" name="图片 41230"/>
                      <p:cNvPicPr>
                        <a:picLocks noChangeAspect="1"/>
                      </p:cNvPicPr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8455660" y="4935855"/>
                        <a:ext cx="984250" cy="450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2889250" y="1919288"/>
            <a:ext cx="542454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因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514600" y="2924944"/>
            <a:ext cx="5403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故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1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1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"/>
                            </p:stCondLst>
                            <p:childTnLst>
                              <p:par>
                                <p:cTn id="7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13" grpId="0" bldLvl="0" animBg="1" autoUpdateAnimBg="0"/>
      <p:bldP spid="14" grpId="0" autoUpdateAnimBg="0"/>
      <p:bldP spid="16" grpId="0" autoUpdateAnimBg="0"/>
      <p:bldP spid="21" grpId="0" autoUpdateAnimBg="0" build="p"/>
      <p:bldP spid="24" grpId="0"/>
      <p:bldP spid="2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1775520" y="381000"/>
            <a:ext cx="1272480" cy="5334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15. </a:t>
            </a:r>
            <a:endParaRPr lang="en-US" altLang="zh-CN" sz="2800" b="1" dirty="0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6858000" y="307975"/>
            <a:ext cx="58102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求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2133600" y="1233488"/>
            <a:ext cx="9144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kumimoji="1"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endParaRPr kumimoji="1" lang="en-US" altLang="zh-CN" sz="2800" b="1" dirty="0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Object 5"/>
          <p:cNvGraphicFramePr>
            <a:graphicFrameLocks noChangeAspect="1"/>
          </p:cNvGraphicFramePr>
          <p:nvPr/>
        </p:nvGraphicFramePr>
        <p:xfrm>
          <a:off x="3075633" y="338495"/>
          <a:ext cx="3390840" cy="5457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85" name="Equation" r:id="rId1" imgW="81381600" imgH="13106400" progId="Equation.DSMT4">
                  <p:embed/>
                </p:oleObj>
              </mc:Choice>
              <mc:Fallback>
                <p:oleObj name="Equation" r:id="rId1" imgW="81381600" imgH="13106400" progId="Equation.DSMT4">
                  <p:embed/>
                  <p:pic>
                    <p:nvPicPr>
                      <p:cNvPr id="0" name="图片 4198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075633" y="338495"/>
                        <a:ext cx="3390840" cy="5457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6"/>
          <p:cNvGraphicFramePr>
            <a:graphicFrameLocks noChangeAspect="1"/>
          </p:cNvGraphicFramePr>
          <p:nvPr/>
        </p:nvGraphicFramePr>
        <p:xfrm>
          <a:off x="7405448" y="381000"/>
          <a:ext cx="368280" cy="406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86" name="Equation" r:id="rId3" imgW="8839200" imgH="9753600" progId="Equation.DSMT4">
                  <p:embed/>
                </p:oleObj>
              </mc:Choice>
              <mc:Fallback>
                <p:oleObj name="Equation" r:id="rId3" imgW="8839200" imgH="9753600" progId="Equation.DSMT4">
                  <p:embed/>
                  <p:pic>
                    <p:nvPicPr>
                      <p:cNvPr id="0" name="图片 41985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405448" y="381000"/>
                        <a:ext cx="368280" cy="4060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7"/>
          <p:cNvGraphicFramePr>
            <a:graphicFrameLocks noChangeAspect="1"/>
          </p:cNvGraphicFramePr>
          <p:nvPr/>
        </p:nvGraphicFramePr>
        <p:xfrm>
          <a:off x="2927648" y="1220164"/>
          <a:ext cx="5460840" cy="5457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87" name="Equation" r:id="rId5" imgW="131064000" imgH="13106400" progId="Equation.DSMT4">
                  <p:embed/>
                </p:oleObj>
              </mc:Choice>
              <mc:Fallback>
                <p:oleObj name="Equation" r:id="rId5" imgW="131064000" imgH="13106400" progId="Equation.DSMT4">
                  <p:embed/>
                  <p:pic>
                    <p:nvPicPr>
                      <p:cNvPr id="0" name="图片 41986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927648" y="1220164"/>
                        <a:ext cx="5460840" cy="5457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8"/>
          <p:cNvGraphicFramePr>
            <a:graphicFrameLocks noChangeAspect="1"/>
          </p:cNvGraphicFramePr>
          <p:nvPr/>
        </p:nvGraphicFramePr>
        <p:xfrm>
          <a:off x="4216400" y="2211388"/>
          <a:ext cx="55753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88" name="Equation" r:id="rId7" imgW="133807200" imgH="14325600" progId="Equation.DSMT4">
                  <p:embed/>
                </p:oleObj>
              </mc:Choice>
              <mc:Fallback>
                <p:oleObj name="Equation" r:id="rId7" imgW="133807200" imgH="14325600" progId="Equation.DSMT4">
                  <p:embed/>
                  <p:pic>
                    <p:nvPicPr>
                      <p:cNvPr id="0" name="图片 41987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216400" y="2211388"/>
                        <a:ext cx="5575300" cy="596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9"/>
          <p:cNvGraphicFramePr>
            <a:graphicFrameLocks noChangeAspect="1"/>
          </p:cNvGraphicFramePr>
          <p:nvPr/>
        </p:nvGraphicFramePr>
        <p:xfrm>
          <a:off x="3719736" y="1306901"/>
          <a:ext cx="672840" cy="431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89" name="Equation" r:id="rId9" imgW="16154400" imgH="10363200" progId="Equation.DSMT4">
                  <p:embed/>
                </p:oleObj>
              </mc:Choice>
              <mc:Fallback>
                <p:oleObj name="Equation" r:id="rId9" imgW="16154400" imgH="10363200" progId="Equation.DSMT4">
                  <p:embed/>
                  <p:pic>
                    <p:nvPicPr>
                      <p:cNvPr id="0" name="图片 41988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719736" y="1306901"/>
                        <a:ext cx="672840" cy="4316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0"/>
          <p:cNvGraphicFramePr>
            <a:graphicFrameLocks noChangeAspect="1"/>
          </p:cNvGraphicFramePr>
          <p:nvPr/>
        </p:nvGraphicFramePr>
        <p:xfrm>
          <a:off x="4511675" y="1293813"/>
          <a:ext cx="996950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90" name="Equation" r:id="rId11" imgW="10668000" imgH="4876800" progId="Equation.DSMT4">
                  <p:embed/>
                </p:oleObj>
              </mc:Choice>
              <mc:Fallback>
                <p:oleObj name="Equation" r:id="rId11" imgW="10668000" imgH="4876800" progId="Equation.DSMT4">
                  <p:embed/>
                  <p:pic>
                    <p:nvPicPr>
                      <p:cNvPr id="0" name="图片 41989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511675" y="1293813"/>
                        <a:ext cx="996950" cy="4730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1"/>
          <p:cNvGraphicFramePr>
            <a:graphicFrameLocks noChangeAspect="1"/>
          </p:cNvGraphicFramePr>
          <p:nvPr/>
        </p:nvGraphicFramePr>
        <p:xfrm>
          <a:off x="5508506" y="1390290"/>
          <a:ext cx="469800" cy="3171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91" name="Equation" r:id="rId13" imgW="11277600" imgH="7620000" progId="Equation.DSMT4">
                  <p:embed/>
                </p:oleObj>
              </mc:Choice>
              <mc:Fallback>
                <p:oleObj name="Equation" r:id="rId13" imgW="11277600" imgH="7620000" progId="Equation.DSMT4">
                  <p:embed/>
                  <p:pic>
                    <p:nvPicPr>
                      <p:cNvPr id="0" name="图片 41990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508506" y="1390290"/>
                        <a:ext cx="469800" cy="3171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2"/>
          <p:cNvGraphicFramePr>
            <a:graphicFrameLocks noChangeAspect="1"/>
          </p:cNvGraphicFramePr>
          <p:nvPr/>
        </p:nvGraphicFramePr>
        <p:xfrm>
          <a:off x="5506854" y="1940074"/>
          <a:ext cx="1701720" cy="1002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92" name="Equation" r:id="rId15" imgW="40843200" imgH="24079200" progId="Equation.DSMT4">
                  <p:embed/>
                </p:oleObj>
              </mc:Choice>
              <mc:Fallback>
                <p:oleObj name="Equation" r:id="rId15" imgW="40843200" imgH="24079200" progId="Equation.DSMT4">
                  <p:embed/>
                  <p:pic>
                    <p:nvPicPr>
                      <p:cNvPr id="0" name="图片 41991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506854" y="1940074"/>
                        <a:ext cx="1701720" cy="10029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3"/>
          <p:cNvGraphicFramePr>
            <a:graphicFrameLocks noChangeAspect="1"/>
          </p:cNvGraphicFramePr>
          <p:nvPr/>
        </p:nvGraphicFramePr>
        <p:xfrm>
          <a:off x="7369175" y="1939925"/>
          <a:ext cx="1428750" cy="957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93" name="Equation" r:id="rId17" imgW="15240000" imgH="10363200" progId="Equation.DSMT4">
                  <p:embed/>
                </p:oleObj>
              </mc:Choice>
              <mc:Fallback>
                <p:oleObj name="Equation" r:id="rId17" imgW="15240000" imgH="10363200" progId="Equation.DSMT4">
                  <p:embed/>
                  <p:pic>
                    <p:nvPicPr>
                      <p:cNvPr id="0" name="图片 41992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7369175" y="1939925"/>
                        <a:ext cx="1428750" cy="9572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4"/>
          <p:cNvGraphicFramePr>
            <a:graphicFrameLocks noChangeAspect="1"/>
          </p:cNvGraphicFramePr>
          <p:nvPr/>
        </p:nvGraphicFramePr>
        <p:xfrm>
          <a:off x="8845233" y="2239328"/>
          <a:ext cx="534987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94" name="Equation" r:id="rId19" imgW="5791200" imgH="4267200" progId="Equation.DSMT4">
                  <p:embed/>
                </p:oleObj>
              </mc:Choice>
              <mc:Fallback>
                <p:oleObj name="Equation" r:id="rId19" imgW="5791200" imgH="4267200" progId="Equation.DSMT4">
                  <p:embed/>
                  <p:pic>
                    <p:nvPicPr>
                      <p:cNvPr id="0" name="图片 41993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8845233" y="2239328"/>
                        <a:ext cx="534987" cy="4032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5"/>
          <p:cNvGraphicFramePr>
            <a:graphicFrameLocks noChangeAspect="1"/>
          </p:cNvGraphicFramePr>
          <p:nvPr/>
        </p:nvGraphicFramePr>
        <p:xfrm>
          <a:off x="3288323" y="3555301"/>
          <a:ext cx="698400" cy="393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95" name="Equation" r:id="rId21" imgW="16764000" imgH="9448800" progId="Equation.DSMT4">
                  <p:embed/>
                </p:oleObj>
              </mc:Choice>
              <mc:Fallback>
                <p:oleObj name="Equation" r:id="rId21" imgW="16764000" imgH="9448800" progId="Equation.DSMT4">
                  <p:embed/>
                  <p:pic>
                    <p:nvPicPr>
                      <p:cNvPr id="0" name="图片 41994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3288323" y="3555301"/>
                        <a:ext cx="698400" cy="3934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6"/>
          <p:cNvGraphicFramePr>
            <a:graphicFrameLocks noChangeAspect="1"/>
          </p:cNvGraphicFramePr>
          <p:nvPr/>
        </p:nvGraphicFramePr>
        <p:xfrm>
          <a:off x="5749017" y="3403596"/>
          <a:ext cx="1968480" cy="5457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96" name="Equation" r:id="rId23" imgW="47244000" imgH="13106400" progId="Equation.DSMT4">
                  <p:embed/>
                </p:oleObj>
              </mc:Choice>
              <mc:Fallback>
                <p:oleObj name="Equation" r:id="rId23" imgW="47244000" imgH="13106400" progId="Equation.DSMT4">
                  <p:embed/>
                  <p:pic>
                    <p:nvPicPr>
                      <p:cNvPr id="0" name="图片 41995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5749017" y="3403596"/>
                        <a:ext cx="1968480" cy="5457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7"/>
          <p:cNvGraphicFramePr>
            <a:graphicFrameLocks noChangeAspect="1"/>
          </p:cNvGraphicFramePr>
          <p:nvPr/>
        </p:nvGraphicFramePr>
        <p:xfrm>
          <a:off x="5036399" y="3500661"/>
          <a:ext cx="672840" cy="431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97" name="Equation" r:id="rId25" imgW="16154400" imgH="10363200" progId="Equation.DSMT4">
                  <p:embed/>
                </p:oleObj>
              </mc:Choice>
              <mc:Fallback>
                <p:oleObj name="Equation" r:id="rId25" imgW="16154400" imgH="10363200" progId="Equation.DSMT4">
                  <p:embed/>
                  <p:pic>
                    <p:nvPicPr>
                      <p:cNvPr id="0" name="图片 41996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5036399" y="3500661"/>
                        <a:ext cx="672840" cy="4316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8"/>
          <p:cNvGraphicFramePr>
            <a:graphicFrameLocks noChangeAspect="1"/>
          </p:cNvGraphicFramePr>
          <p:nvPr/>
        </p:nvGraphicFramePr>
        <p:xfrm>
          <a:off x="4066506" y="3491691"/>
          <a:ext cx="88884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98" name="Equation" r:id="rId27" imgW="21336000" imgH="10972800" progId="Equation.DSMT4">
                  <p:embed/>
                </p:oleObj>
              </mc:Choice>
              <mc:Fallback>
                <p:oleObj name="Equation" r:id="rId27" imgW="21336000" imgH="10972800" progId="Equation.DSMT4">
                  <p:embed/>
                  <p:pic>
                    <p:nvPicPr>
                      <p:cNvPr id="0" name="图片 41997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4066506" y="3491691"/>
                        <a:ext cx="88884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9"/>
          <p:cNvGraphicFramePr>
            <a:graphicFrameLocks noChangeAspect="1"/>
          </p:cNvGraphicFramePr>
          <p:nvPr/>
        </p:nvGraphicFramePr>
        <p:xfrm>
          <a:off x="9518476" y="3460021"/>
          <a:ext cx="672840" cy="431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99" name="Equation" r:id="rId29" imgW="16154400" imgH="10363200" progId="Equation.DSMT4">
                  <p:embed/>
                </p:oleObj>
              </mc:Choice>
              <mc:Fallback>
                <p:oleObj name="Equation" r:id="rId29" imgW="16154400" imgH="10363200" progId="Equation.DSMT4">
                  <p:embed/>
                  <p:pic>
                    <p:nvPicPr>
                      <p:cNvPr id="0" name="图片 41998"/>
                      <p:cNvPicPr>
                        <a:picLocks noChangeAspect="1"/>
                      </p:cNvPicPr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9518476" y="3460021"/>
                        <a:ext cx="672840" cy="4316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20"/>
          <p:cNvGraphicFramePr>
            <a:graphicFrameLocks noChangeAspect="1"/>
          </p:cNvGraphicFramePr>
          <p:nvPr/>
        </p:nvGraphicFramePr>
        <p:xfrm>
          <a:off x="7818235" y="3252981"/>
          <a:ext cx="1562040" cy="92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00" name="Equation" r:id="rId31" imgW="37490400" imgH="22250400" progId="Equation.DSMT4">
                  <p:embed/>
                </p:oleObj>
              </mc:Choice>
              <mc:Fallback>
                <p:oleObj name="Equation" r:id="rId31" imgW="37490400" imgH="22250400" progId="Equation.DSMT4">
                  <p:embed/>
                  <p:pic>
                    <p:nvPicPr>
                      <p:cNvPr id="0" name="图片 41999"/>
                      <p:cNvPicPr>
                        <a:picLocks noChangeAspect="1"/>
                      </p:cNvPicPr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7818235" y="3252981"/>
                        <a:ext cx="1562040" cy="927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 Box 21"/>
          <p:cNvSpPr txBox="1">
            <a:spLocks noChangeArrowheads="1"/>
          </p:cNvSpPr>
          <p:nvPr/>
        </p:nvSpPr>
        <p:spPr bwMode="auto">
          <a:xfrm>
            <a:off x="3070504" y="4585257"/>
            <a:ext cx="4419600" cy="103886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accent2"/>
            </a:solidFill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关键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搞清复合函数结构  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       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由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外向内逐层求导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000"/>
                            </p:stCondLst>
                            <p:childTnLst>
                              <p:par>
                                <p:cTn id="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500"/>
                            </p:stCondLst>
                            <p:childTnLst>
                              <p:par>
                                <p:cTn id="6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21" grpId="0" animBg="1" autoUpdateAnimBg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>
            <a:spLocks noChangeShapeType="1"/>
          </p:cNvSpPr>
          <p:nvPr/>
        </p:nvSpPr>
        <p:spPr bwMode="auto">
          <a:xfrm>
            <a:off x="8256240" y="1412776"/>
            <a:ext cx="0" cy="3733800"/>
          </a:xfrm>
          <a:prstGeom prst="line">
            <a:avLst/>
          </a:prstGeom>
          <a:noFill/>
          <a:ln w="15875">
            <a:solidFill>
              <a:srgbClr val="C0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1847528" y="488950"/>
            <a:ext cx="2045022" cy="636588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16. 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设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8779556" y="545053"/>
            <a:ext cx="685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求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Object 5"/>
          <p:cNvGraphicFramePr>
            <a:graphicFrameLocks noChangeAspect="1"/>
          </p:cNvGraphicFramePr>
          <p:nvPr/>
        </p:nvGraphicFramePr>
        <p:xfrm>
          <a:off x="3287688" y="253216"/>
          <a:ext cx="5410080" cy="1054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09" name="Equation" r:id="rId1" imgW="129844800" imgH="25298400" progId="Equation.DSMT4">
                  <p:embed/>
                </p:oleObj>
              </mc:Choice>
              <mc:Fallback>
                <p:oleObj name="Equation" r:id="rId1" imgW="129844800" imgH="25298400" progId="Equation.DSMT4">
                  <p:embed/>
                  <p:pic>
                    <p:nvPicPr>
                      <p:cNvPr id="0" name="图片 43008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287688" y="253216"/>
                        <a:ext cx="5410080" cy="10540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6"/>
          <p:cNvGraphicFramePr>
            <a:graphicFrameLocks noChangeAspect="1"/>
          </p:cNvGraphicFramePr>
          <p:nvPr/>
        </p:nvGraphicFramePr>
        <p:xfrm>
          <a:off x="9274916" y="604204"/>
          <a:ext cx="380880" cy="406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10" name="Equation" r:id="rId3" imgW="9144000" imgH="9753600" progId="Equation.DSMT4">
                  <p:embed/>
                </p:oleObj>
              </mc:Choice>
              <mc:Fallback>
                <p:oleObj name="Equation" r:id="rId3" imgW="9144000" imgH="9753600" progId="Equation.DSMT4">
                  <p:embed/>
                  <p:pic>
                    <p:nvPicPr>
                      <p:cNvPr id="0" name="图片 43009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274916" y="604204"/>
                        <a:ext cx="380880" cy="4060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2063750" y="1660525"/>
            <a:ext cx="9906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kumimoji="1"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endParaRPr kumimoji="1" lang="en-US" altLang="zh-CN" sz="2800" b="1" dirty="0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8" name="Object 8"/>
          <p:cNvGraphicFramePr>
            <a:graphicFrameLocks noChangeAspect="1"/>
          </p:cNvGraphicFramePr>
          <p:nvPr/>
        </p:nvGraphicFramePr>
        <p:xfrm>
          <a:off x="2711624" y="1717041"/>
          <a:ext cx="609480" cy="406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11" name="Equation" r:id="rId5" imgW="14630400" imgH="9753600" progId="Equation.DSMT4">
                  <p:embed/>
                </p:oleObj>
              </mc:Choice>
              <mc:Fallback>
                <p:oleObj name="Equation" r:id="rId5" imgW="14630400" imgH="9753600" progId="Equation.DSMT4">
                  <p:embed/>
                  <p:pic>
                    <p:nvPicPr>
                      <p:cNvPr id="0" name="图片 43010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711624" y="1717041"/>
                        <a:ext cx="609480" cy="4060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Line 9"/>
          <p:cNvSpPr>
            <a:spLocks noChangeShapeType="1"/>
          </p:cNvSpPr>
          <p:nvPr/>
        </p:nvSpPr>
        <p:spPr bwMode="auto">
          <a:xfrm flipV="1">
            <a:off x="6888088" y="1412776"/>
            <a:ext cx="1751856" cy="0"/>
          </a:xfrm>
          <a:prstGeom prst="line">
            <a:avLst/>
          </a:prstGeom>
          <a:noFill/>
          <a:ln w="15875">
            <a:solidFill>
              <a:srgbClr val="C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0" name="Object 10"/>
          <p:cNvGraphicFramePr>
            <a:graphicFrameLocks noChangeAspect="1"/>
          </p:cNvGraphicFramePr>
          <p:nvPr/>
        </p:nvGraphicFramePr>
        <p:xfrm>
          <a:off x="3454560" y="1431201"/>
          <a:ext cx="2234880" cy="9777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12" name="Equation" r:id="rId7" imgW="53644800" imgH="23469600" progId="Equation.DSMT4">
                  <p:embed/>
                </p:oleObj>
              </mc:Choice>
              <mc:Fallback>
                <p:oleObj name="Equation" r:id="rId7" imgW="53644800" imgH="23469600" progId="Equation.DSMT4">
                  <p:embed/>
                  <p:pic>
                    <p:nvPicPr>
                      <p:cNvPr id="0" name="图片 43011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454560" y="1431201"/>
                        <a:ext cx="2234880" cy="9777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1"/>
          <p:cNvGraphicFramePr>
            <a:graphicFrameLocks noChangeAspect="1"/>
          </p:cNvGraphicFramePr>
          <p:nvPr/>
        </p:nvGraphicFramePr>
        <p:xfrm>
          <a:off x="5711050" y="1456581"/>
          <a:ext cx="1231560" cy="92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13" name="Equation" r:id="rId9" imgW="29565600" imgH="22250400" progId="Equation.DSMT4">
                  <p:embed/>
                </p:oleObj>
              </mc:Choice>
              <mc:Fallback>
                <p:oleObj name="Equation" r:id="rId9" imgW="29565600" imgH="22250400" progId="Equation.DSMT4">
                  <p:embed/>
                  <p:pic>
                    <p:nvPicPr>
                      <p:cNvPr id="0" name="图片 43012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711050" y="1456581"/>
                        <a:ext cx="1231560" cy="927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2"/>
          <p:cNvGraphicFramePr>
            <a:graphicFrameLocks noChangeAspect="1"/>
          </p:cNvGraphicFramePr>
          <p:nvPr/>
        </p:nvGraphicFramePr>
        <p:xfrm>
          <a:off x="6096000" y="5525716"/>
          <a:ext cx="4317840" cy="5457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14" name="Equation" r:id="rId11" imgW="103632000" imgH="13106400" progId="Equation.DSMT4">
                  <p:embed/>
                </p:oleObj>
              </mc:Choice>
              <mc:Fallback>
                <p:oleObj name="Equation" r:id="rId11" imgW="103632000" imgH="13106400" progId="Equation.DSMT4">
                  <p:embed/>
                  <p:pic>
                    <p:nvPicPr>
                      <p:cNvPr id="0" name="图片 43013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096000" y="5525716"/>
                        <a:ext cx="4317840" cy="5457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Line 13"/>
          <p:cNvSpPr>
            <a:spLocks noChangeShapeType="1"/>
          </p:cNvSpPr>
          <p:nvPr/>
        </p:nvSpPr>
        <p:spPr bwMode="auto">
          <a:xfrm>
            <a:off x="6125344" y="6248400"/>
            <a:ext cx="2057400" cy="0"/>
          </a:xfrm>
          <a:prstGeom prst="line">
            <a:avLst/>
          </a:prstGeom>
          <a:noFill/>
          <a:ln w="12700">
            <a:solidFill>
              <a:srgbClr val="0070C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4" name="Object 14"/>
          <p:cNvGraphicFramePr>
            <a:graphicFrameLocks noChangeAspect="1"/>
          </p:cNvGraphicFramePr>
          <p:nvPr/>
        </p:nvGraphicFramePr>
        <p:xfrm>
          <a:off x="3007109" y="2780928"/>
          <a:ext cx="2311200" cy="92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15" name="Equation" r:id="rId13" imgW="55473600" imgH="22250400" progId="Equation.DSMT4">
                  <p:embed/>
                </p:oleObj>
              </mc:Choice>
              <mc:Fallback>
                <p:oleObj name="Equation" r:id="rId13" imgW="55473600" imgH="22250400" progId="Equation.DSMT4">
                  <p:embed/>
                  <p:pic>
                    <p:nvPicPr>
                      <p:cNvPr id="0" name="图片 43014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007109" y="2780928"/>
                        <a:ext cx="2311200" cy="927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5"/>
          <p:cNvGraphicFramePr>
            <a:graphicFrameLocks noChangeAspect="1"/>
          </p:cNvGraphicFramePr>
          <p:nvPr/>
        </p:nvGraphicFramePr>
        <p:xfrm>
          <a:off x="5410200" y="2780928"/>
          <a:ext cx="1231560" cy="92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16" name="Equation" r:id="rId15" imgW="29565600" imgH="22250400" progId="Equation.DSMT4">
                  <p:embed/>
                </p:oleObj>
              </mc:Choice>
              <mc:Fallback>
                <p:oleObj name="Equation" r:id="rId15" imgW="29565600" imgH="22250400" progId="Equation.DSMT4">
                  <p:embed/>
                  <p:pic>
                    <p:nvPicPr>
                      <p:cNvPr id="0" name="图片 43015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410200" y="2780928"/>
                        <a:ext cx="1231560" cy="927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6"/>
          <p:cNvGraphicFramePr>
            <a:graphicFrameLocks noChangeAspect="1"/>
          </p:cNvGraphicFramePr>
          <p:nvPr/>
        </p:nvGraphicFramePr>
        <p:xfrm>
          <a:off x="6744072" y="2780928"/>
          <a:ext cx="1803240" cy="92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17" name="Equation" r:id="rId17" imgW="43281600" imgH="22250400" progId="Equation.DSMT4">
                  <p:embed/>
                </p:oleObj>
              </mc:Choice>
              <mc:Fallback>
                <p:oleObj name="Equation" r:id="rId17" imgW="43281600" imgH="22250400" progId="Equation.DSMT4">
                  <p:embed/>
                  <p:pic>
                    <p:nvPicPr>
                      <p:cNvPr id="0" name="图片 43016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6744072" y="2780928"/>
                        <a:ext cx="1803240" cy="927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Line 17"/>
          <p:cNvSpPr>
            <a:spLocks noChangeShapeType="1"/>
          </p:cNvSpPr>
          <p:nvPr/>
        </p:nvSpPr>
        <p:spPr bwMode="auto">
          <a:xfrm>
            <a:off x="8256240" y="6248400"/>
            <a:ext cx="2057400" cy="0"/>
          </a:xfrm>
          <a:prstGeom prst="line">
            <a:avLst/>
          </a:prstGeom>
          <a:noFill/>
          <a:ln w="12700">
            <a:solidFill>
              <a:srgbClr val="0070C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8" name="Object 18"/>
          <p:cNvGraphicFramePr>
            <a:graphicFrameLocks noChangeAspect="1"/>
          </p:cNvGraphicFramePr>
          <p:nvPr/>
        </p:nvGraphicFramePr>
        <p:xfrm>
          <a:off x="8544272" y="2780928"/>
          <a:ext cx="1473120" cy="92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18" name="Equation" r:id="rId19" imgW="35356800" imgH="22250400" progId="Equation.DSMT4">
                  <p:embed/>
                </p:oleObj>
              </mc:Choice>
              <mc:Fallback>
                <p:oleObj name="Equation" r:id="rId19" imgW="35356800" imgH="22250400" progId="Equation.DSMT4">
                  <p:embed/>
                  <p:pic>
                    <p:nvPicPr>
                      <p:cNvPr id="0" name="图片 43017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8544272" y="2780928"/>
                        <a:ext cx="1473120" cy="927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21"/>
          <p:cNvGraphicFramePr>
            <a:graphicFrameLocks noChangeAspect="1"/>
          </p:cNvGraphicFramePr>
          <p:nvPr/>
        </p:nvGraphicFramePr>
        <p:xfrm>
          <a:off x="3215680" y="4005064"/>
          <a:ext cx="1917360" cy="92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19" name="Equation" r:id="rId21" imgW="46024800" imgH="22250400" progId="Equation.DSMT4">
                  <p:embed/>
                </p:oleObj>
              </mc:Choice>
              <mc:Fallback>
                <p:oleObj name="Equation" r:id="rId21" imgW="46024800" imgH="22250400" progId="Equation.DSMT4">
                  <p:embed/>
                  <p:pic>
                    <p:nvPicPr>
                      <p:cNvPr id="0" name="图片 43018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3215680" y="4005064"/>
                        <a:ext cx="1917360" cy="927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22"/>
          <p:cNvGraphicFramePr>
            <a:graphicFrameLocks noChangeAspect="1"/>
          </p:cNvGraphicFramePr>
          <p:nvPr/>
        </p:nvGraphicFramePr>
        <p:xfrm>
          <a:off x="5087888" y="4005064"/>
          <a:ext cx="939600" cy="838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20" name="Equation" r:id="rId23" imgW="22555200" imgH="20116800" progId="Equation.DSMT4">
                  <p:embed/>
                </p:oleObj>
              </mc:Choice>
              <mc:Fallback>
                <p:oleObj name="Equation" r:id="rId23" imgW="22555200" imgH="20116800" progId="Equation.DSMT4">
                  <p:embed/>
                  <p:pic>
                    <p:nvPicPr>
                      <p:cNvPr id="0" name="图片 43019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5087888" y="4005064"/>
                        <a:ext cx="939600" cy="8380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23"/>
          <p:cNvGraphicFramePr>
            <a:graphicFrameLocks noChangeAspect="1"/>
          </p:cNvGraphicFramePr>
          <p:nvPr/>
        </p:nvGraphicFramePr>
        <p:xfrm>
          <a:off x="6045360" y="4005064"/>
          <a:ext cx="888840" cy="838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21" name="Equation" r:id="rId25" imgW="21336000" imgH="20116800" progId="Equation.DSMT4">
                  <p:embed/>
                </p:oleObj>
              </mc:Choice>
              <mc:Fallback>
                <p:oleObj name="Equation" r:id="rId25" imgW="21336000" imgH="20116800" progId="Equation.DSMT4">
                  <p:embed/>
                  <p:pic>
                    <p:nvPicPr>
                      <p:cNvPr id="0" name="图片 43020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6045360" y="4005064"/>
                        <a:ext cx="888840" cy="8380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24"/>
          <p:cNvGraphicFramePr>
            <a:graphicFrameLocks noChangeAspect="1"/>
          </p:cNvGraphicFramePr>
          <p:nvPr/>
        </p:nvGraphicFramePr>
        <p:xfrm>
          <a:off x="3232260" y="4915495"/>
          <a:ext cx="2679480" cy="9777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22" name="Equation" r:id="rId27" imgW="64312800" imgH="23469600" progId="Equation.DSMT4">
                  <p:embed/>
                </p:oleObj>
              </mc:Choice>
              <mc:Fallback>
                <p:oleObj name="Equation" r:id="rId27" imgW="64312800" imgH="23469600" progId="Equation.DSMT4">
                  <p:embed/>
                  <p:pic>
                    <p:nvPicPr>
                      <p:cNvPr id="0" name="图片 43021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3232260" y="4915495"/>
                        <a:ext cx="2679480" cy="9777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2" grpId="1" bldLvl="0" animBg="1"/>
      <p:bldP spid="7" grpId="0" bldLvl="0" animBg="1" autoUpdateAnimBg="0"/>
      <p:bldP spid="9" grpId="0" bldLvl="0" animBg="1"/>
      <p:bldP spid="13" grpId="0" bldLvl="0" animBg="1"/>
      <p:bldP spid="13" grpId="1" bldLvl="0" animBg="1"/>
      <p:bldP spid="17" grpId="0" bldLvl="0" animBg="1"/>
      <p:bldP spid="17" grpId="1" bldLvl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 txBox="1">
            <a:spLocks noChangeArrowheads="1"/>
          </p:cNvSpPr>
          <p:nvPr/>
        </p:nvSpPr>
        <p:spPr>
          <a:xfrm>
            <a:off x="1847528" y="488950"/>
            <a:ext cx="2520280" cy="636588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17. 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设函数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4007768" y="130175"/>
          <a:ext cx="3662363" cy="1354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33" name="Equation" r:id="rId1" imgW="86868000" imgH="34137600" progId="Equation.DSMT4">
                  <p:embed/>
                </p:oleObj>
              </mc:Choice>
              <mc:Fallback>
                <p:oleObj name="Equation" r:id="rId1" imgW="86868000" imgH="34137600" progId="Equation.DSMT4">
                  <p:embed/>
                  <p:pic>
                    <p:nvPicPr>
                      <p:cNvPr id="0" name="图片 44032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007768" y="130175"/>
                        <a:ext cx="3662363" cy="13541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7767638" y="541338"/>
          <a:ext cx="14224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66" name="Equation" r:id="rId3" imgW="34137600" imgH="14020800" progId="Equation.DSMT4">
                  <p:embed/>
                </p:oleObj>
              </mc:Choice>
              <mc:Fallback>
                <p:oleObj name="Equation" r:id="rId3" imgW="34137600" imgH="14020800" progId="Equation.DSMT4">
                  <p:embed/>
                  <p:pic>
                    <p:nvPicPr>
                      <p:cNvPr id="0" name="图片 44165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767638" y="541338"/>
                        <a:ext cx="1422400" cy="584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847528" y="1412776"/>
            <a:ext cx="34975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讨论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当</a:t>
            </a:r>
            <a:r>
              <a:rPr lang="zh-CN" altLang="en-US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lang="zh-CN" altLang="en-US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为何值时：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919536" y="1935996"/>
            <a:ext cx="644969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f(x)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 在 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x=0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点处连续但不可导；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960331" y="2459216"/>
            <a:ext cx="752221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f(x)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 在 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x=0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点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处可导但导函数不连续；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967320" y="3005045"/>
            <a:ext cx="591439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f(x)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 在 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x=0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点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处导函数连续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847528" y="3528265"/>
            <a:ext cx="89789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解：</a:t>
            </a:r>
            <a:endParaRPr lang="zh-CN" altLang="en-US" sz="2800" b="1" dirty="0">
              <a:solidFill>
                <a:srgbClr val="7030A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2694918" y="3636681"/>
          <a:ext cx="825500" cy="306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67" name="Equation" r:id="rId5" imgW="19812000" imgH="7620000" progId="Equation.DSMT4">
                  <p:embed/>
                </p:oleObj>
              </mc:Choice>
              <mc:Fallback>
                <p:oleObj name="Equation" r:id="rId5" imgW="19812000" imgH="7620000" progId="Equation.DSMT4">
                  <p:embed/>
                  <p:pic>
                    <p:nvPicPr>
                      <p:cNvPr id="0" name="图片 44166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694918" y="3636681"/>
                        <a:ext cx="825500" cy="30638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654273" y="3528265"/>
            <a:ext cx="89789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时，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" name="Rectangle 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3359696" y="3997824"/>
          <a:ext cx="2219325" cy="1182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68" name="Equation" r:id="rId7" imgW="52730400" imgH="29870400" progId="Equation.DSMT4">
                  <p:embed/>
                </p:oleObj>
              </mc:Choice>
              <mc:Fallback>
                <p:oleObj name="Equation" r:id="rId7" imgW="52730400" imgH="29870400" progId="Equation.DSMT4">
                  <p:embed/>
                  <p:pic>
                    <p:nvPicPr>
                      <p:cNvPr id="0" name="图片 44167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359696" y="3997824"/>
                        <a:ext cx="2219325" cy="118268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5684703" y="4391000"/>
          <a:ext cx="21209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69" name="Equation" r:id="rId9" imgW="50901600" imgH="20116800" progId="Equation.DSMT4">
                  <p:embed/>
                </p:oleObj>
              </mc:Choice>
              <mc:Fallback>
                <p:oleObj name="Equation" r:id="rId9" imgW="50901600" imgH="20116800" progId="Equation.DSMT4">
                  <p:embed/>
                  <p:pic>
                    <p:nvPicPr>
                      <p:cNvPr id="0" name="图片 44168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684703" y="4391000"/>
                        <a:ext cx="21209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7940638" y="4653136"/>
          <a:ext cx="5715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70" name="Equation" r:id="rId11" imgW="13716000" imgH="7924800" progId="Equation.DSMT4">
                  <p:embed/>
                </p:oleObj>
              </mc:Choice>
              <mc:Fallback>
                <p:oleObj name="Equation" r:id="rId11" imgW="13716000" imgH="7924800" progId="Equation.DSMT4">
                  <p:embed/>
                  <p:pic>
                    <p:nvPicPr>
                      <p:cNvPr id="0" name="图片 44169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940638" y="4653136"/>
                        <a:ext cx="571500" cy="330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2300536" y="5229200"/>
            <a:ext cx="5403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即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9" name="对象 18"/>
          <p:cNvGraphicFramePr>
            <a:graphicFrameLocks noChangeAspect="1"/>
          </p:cNvGraphicFramePr>
          <p:nvPr/>
        </p:nvGraphicFramePr>
        <p:xfrm>
          <a:off x="2841906" y="5287610"/>
          <a:ext cx="13970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71" name="Equation" r:id="rId13" imgW="33528000" imgH="9753600" progId="Equation.DSMT4">
                  <p:embed/>
                </p:oleObj>
              </mc:Choice>
              <mc:Fallback>
                <p:oleObj name="Equation" r:id="rId13" imgW="33528000" imgH="9753600" progId="Equation.DSMT4">
                  <p:embed/>
                  <p:pic>
                    <p:nvPicPr>
                      <p:cNvPr id="0" name="图片 44170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841906" y="5287610"/>
                        <a:ext cx="1397000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4367808" y="5229200"/>
            <a:ext cx="125539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因此，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634501" y="5229200"/>
            <a:ext cx="197040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导函数为：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8" grpId="0"/>
      <p:bldP spid="20" grpId="0"/>
      <p:bldP spid="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2957513" y="404813"/>
          <a:ext cx="6167437" cy="1354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57" name="Equation" r:id="rId1" imgW="146913600" imgH="34137600" progId="Equation.DSMT4">
                  <p:embed/>
                </p:oleObj>
              </mc:Choice>
              <mc:Fallback>
                <p:oleObj name="Equation" r:id="rId1" imgW="146913600" imgH="34137600" progId="Equation.DSMT4">
                  <p:embed/>
                  <p:pic>
                    <p:nvPicPr>
                      <p:cNvPr id="0" name="图片 4505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957513" y="404813"/>
                        <a:ext cx="6167437" cy="13541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2063552" y="1916832"/>
            <a:ext cx="411543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显然，这个函数当且仅当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6096000" y="2025248"/>
          <a:ext cx="800100" cy="306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86" name="Equation" r:id="rId3" imgW="19202400" imgH="7620000" progId="Equation.DSMT4">
                  <p:embed/>
                </p:oleObj>
              </mc:Choice>
              <mc:Fallback>
                <p:oleObj name="Equation" r:id="rId3" imgW="19202400" imgH="7620000" progId="Equation.DSMT4">
                  <p:embed/>
                  <p:pic>
                    <p:nvPicPr>
                      <p:cNvPr id="0" name="图片 45185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096000" y="2025248"/>
                        <a:ext cx="800100" cy="30638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960096" y="1916832"/>
            <a:ext cx="143510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时连续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063552" y="2492896"/>
            <a:ext cx="197040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综上可得：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524000" y="3031984"/>
            <a:ext cx="7528023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） 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    时 </a:t>
            </a:r>
            <a:r>
              <a:rPr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在 </a:t>
            </a:r>
            <a:r>
              <a:rPr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=0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点处连续但不可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导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2423592" y="3140400"/>
          <a:ext cx="776288" cy="306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87" name="Equation" r:id="rId5" imgW="18288000" imgH="7620000" progId="Equation.DSMT4">
                  <p:embed/>
                </p:oleObj>
              </mc:Choice>
              <mc:Fallback>
                <p:oleObj name="Equation" r:id="rId5" imgW="18288000" imgH="7620000" progId="Equation.DSMT4">
                  <p:embed/>
                  <p:pic>
                    <p:nvPicPr>
                      <p:cNvPr id="0" name="图片 45186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423592" y="3140400"/>
                        <a:ext cx="776288" cy="30638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1532628" y="4194466"/>
            <a:ext cx="8568952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）     时</a:t>
            </a:r>
            <a:r>
              <a:rPr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 在 </a:t>
            </a:r>
            <a:r>
              <a:rPr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=0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点处可导但导函数不连续；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2432220" y="4302882"/>
          <a:ext cx="839787" cy="306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88" name="Equation" r:id="rId7" imgW="19812000" imgH="7620000" progId="Equation.DSMT4">
                  <p:embed/>
                </p:oleObj>
              </mc:Choice>
              <mc:Fallback>
                <p:oleObj name="Equation" r:id="rId7" imgW="19812000" imgH="7620000" progId="Equation.DSMT4">
                  <p:embed/>
                  <p:pic>
                    <p:nvPicPr>
                      <p:cNvPr id="0" name="图片 45187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432220" y="4302882"/>
                        <a:ext cx="839787" cy="30638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1546327" y="4849996"/>
            <a:ext cx="746252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）     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时 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) 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在 </a:t>
            </a:r>
            <a:r>
              <a:rPr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=0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点处导函数连续．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2432220" y="4958412"/>
          <a:ext cx="814387" cy="306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89" name="Equation" r:id="rId9" imgW="19202400" imgH="7620000" progId="Equation.DSMT4">
                  <p:embed/>
                </p:oleObj>
              </mc:Choice>
              <mc:Fallback>
                <p:oleObj name="Equation" r:id="rId9" imgW="19202400" imgH="7620000" progId="Equation.DSMT4">
                  <p:embed/>
                  <p:pic>
                    <p:nvPicPr>
                      <p:cNvPr id="0" name="图片 45188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432220" y="4958412"/>
                        <a:ext cx="814387" cy="30638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7988828" y="620688"/>
          <a:ext cx="8382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90" name="Equation" r:id="rId11" imgW="20116800" imgH="8839200" progId="Equation.DSMT4">
                  <p:embed/>
                </p:oleObj>
              </mc:Choice>
              <mc:Fallback>
                <p:oleObj name="Equation" r:id="rId11" imgW="20116800" imgH="8839200" progId="Equation.DSMT4">
                  <p:embed/>
                  <p:pic>
                    <p:nvPicPr>
                      <p:cNvPr id="0" name="图片 45189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988828" y="620688"/>
                        <a:ext cx="838200" cy="368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8001528" y="1340768"/>
          <a:ext cx="8128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91" name="Equation" r:id="rId13" imgW="19507200" imgH="7620000" progId="Equation.DSMT4">
                  <p:embed/>
                </p:oleObj>
              </mc:Choice>
              <mc:Fallback>
                <p:oleObj name="Equation" r:id="rId13" imgW="19507200" imgH="7620000" progId="Equation.DSMT4">
                  <p:embed/>
                  <p:pic>
                    <p:nvPicPr>
                      <p:cNvPr id="0" name="图片 45190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8001528" y="1340768"/>
                        <a:ext cx="812800" cy="317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3071664" y="3555204"/>
            <a:ext cx="250761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（例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已证）；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  <p:bldP spid="9" grpId="0"/>
      <p:bldP spid="10" grpId="0"/>
      <p:bldP spid="13" grpId="0"/>
      <p:bldP spid="15" grpId="0"/>
      <p:bldP spid="1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1976063" y="60986"/>
            <a:ext cx="8229600" cy="778098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zh-CN" b="1" dirty="0" smtClean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latin typeface="隶书" panose="02010509060101010101" pitchFamily="49" charset="-122"/>
                <a:ea typeface="隶书" panose="02010509060101010101" pitchFamily="49" charset="-122"/>
              </a:rPr>
              <a:t>练习2.1.2（3）</a:t>
            </a:r>
            <a:endParaRPr lang="zh-CN" altLang="zh-CN" b="1" dirty="0" smtClean="0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969044" y="2784177"/>
            <a:ext cx="161290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求函数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1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2" name="对象 21"/>
          <p:cNvGraphicFramePr>
            <a:graphicFrameLocks noChangeAspect="1"/>
          </p:cNvGraphicFramePr>
          <p:nvPr/>
        </p:nvGraphicFramePr>
        <p:xfrm>
          <a:off x="3663805" y="2364749"/>
          <a:ext cx="3003550" cy="13620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081" name="Equation" r:id="rId1" imgW="71323200" imgH="34137600" progId="Equation.DSMT4">
                  <p:embed/>
                </p:oleObj>
              </mc:Choice>
              <mc:Fallback>
                <p:oleObj name="Equation" r:id="rId1" imgW="71323200" imgH="34137600" progId="Equation.DSMT4">
                  <p:embed/>
                  <p:pic>
                    <p:nvPicPr>
                      <p:cNvPr id="0" name="图片 46080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663805" y="2364749"/>
                        <a:ext cx="3003550" cy="1362076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6733144" y="2784177"/>
            <a:ext cx="197040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的导函数．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052624" y="4008313"/>
            <a:ext cx="125539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答案：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5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6" name="对象 25"/>
          <p:cNvGraphicFramePr>
            <a:graphicFrameLocks noChangeAspect="1"/>
          </p:cNvGraphicFramePr>
          <p:nvPr/>
        </p:nvGraphicFramePr>
        <p:xfrm>
          <a:off x="3319317" y="4019079"/>
          <a:ext cx="4325938" cy="1354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082" name="Equation" r:id="rId3" imgW="103022400" imgH="34137600" progId="Equation.DSMT4">
                  <p:embed/>
                </p:oleObj>
              </mc:Choice>
              <mc:Fallback>
                <p:oleObj name="Equation" r:id="rId3" imgW="103022400" imgH="34137600" progId="Equation.DSMT4">
                  <p:embed/>
                  <p:pic>
                    <p:nvPicPr>
                      <p:cNvPr id="0" name="图片 46081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319317" y="4019079"/>
                        <a:ext cx="4325938" cy="13541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ext Box 29"/>
          <p:cNvSpPr txBox="1">
            <a:spLocks noChangeArrowheads="1"/>
          </p:cNvSpPr>
          <p:nvPr/>
        </p:nvSpPr>
        <p:spPr bwMode="auto">
          <a:xfrm>
            <a:off x="1997426" y="901755"/>
            <a:ext cx="89598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3.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设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8" name="Object 30"/>
          <p:cNvGraphicFramePr>
            <a:graphicFrameLocks noChangeAspect="1"/>
          </p:cNvGraphicFramePr>
          <p:nvPr/>
        </p:nvGraphicFramePr>
        <p:xfrm>
          <a:off x="2901841" y="919608"/>
          <a:ext cx="23495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083" name="Equation" r:id="rId5" imgW="56388000" imgH="9448800" progId="Equation.DSMT4">
                  <p:embed/>
                </p:oleObj>
              </mc:Choice>
              <mc:Fallback>
                <p:oleObj name="Equation" r:id="rId5" imgW="56388000" imgH="9448800" progId="Equation.DSMT4">
                  <p:embed/>
                  <p:pic>
                    <p:nvPicPr>
                      <p:cNvPr id="0" name="图片 46082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901841" y="919608"/>
                        <a:ext cx="23495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31"/>
          <p:cNvGraphicFramePr>
            <a:graphicFrameLocks noChangeAspect="1"/>
          </p:cNvGraphicFramePr>
          <p:nvPr/>
        </p:nvGraphicFramePr>
        <p:xfrm>
          <a:off x="5303912" y="859318"/>
          <a:ext cx="30353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084" name="Equation" r:id="rId7" imgW="72847200" imgH="10668000" progId="Equation.DSMT4">
                  <p:embed/>
                </p:oleObj>
              </mc:Choice>
              <mc:Fallback>
                <p:oleObj name="Equation" r:id="rId7" imgW="72847200" imgH="10668000" progId="Equation.DSMT4">
                  <p:embed/>
                  <p:pic>
                    <p:nvPicPr>
                      <p:cNvPr id="0" name="图片 46083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303912" y="859318"/>
                        <a:ext cx="3035300" cy="444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TextBox 29"/>
          <p:cNvSpPr txBox="1"/>
          <p:nvPr/>
        </p:nvSpPr>
        <p:spPr>
          <a:xfrm>
            <a:off x="2052624" y="1556792"/>
            <a:ext cx="125539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答案：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31" name="对象 30"/>
          <p:cNvGraphicFramePr>
            <a:graphicFrameLocks noChangeAspect="1"/>
          </p:cNvGraphicFramePr>
          <p:nvPr/>
        </p:nvGraphicFramePr>
        <p:xfrm>
          <a:off x="3215680" y="1615202"/>
          <a:ext cx="47879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085" name="Equation" r:id="rId9" imgW="114909600" imgH="9753600" progId="Equation.DSMT4">
                  <p:embed/>
                </p:oleObj>
              </mc:Choice>
              <mc:Fallback>
                <p:oleObj name="Equation" r:id="rId9" imgW="114909600" imgH="9753600" progId="Equation.DSMT4">
                  <p:embed/>
                  <p:pic>
                    <p:nvPicPr>
                      <p:cNvPr id="0" name="图片 46084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215680" y="1615202"/>
                        <a:ext cx="4787900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3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1969078" y="305461"/>
            <a:ext cx="8229600" cy="778098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zh-CN" b="1" dirty="0" smtClean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latin typeface="隶书" panose="02010509060101010101" pitchFamily="49" charset="-122"/>
                <a:ea typeface="隶书" panose="02010509060101010101" pitchFamily="49" charset="-122"/>
              </a:rPr>
              <a:t>练习2.1.2（3）</a:t>
            </a:r>
            <a:endParaRPr lang="zh-CN" altLang="zh-CN" b="1" dirty="0" smtClean="0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969044" y="2843232"/>
            <a:ext cx="161290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6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设函数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1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/>
              <p:cNvSpPr txBox="1"/>
              <p:nvPr/>
            </p:nvSpPr>
            <p:spPr>
              <a:xfrm>
                <a:off x="7222729" y="2843232"/>
                <a:ext cx="3258820" cy="5219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8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试求常数</a:t>
                </a:r>
                <a14:m>
                  <m:oMath xmlns:m="http://schemas.openxmlformats.org/officeDocument/2006/math">
                    <m:r>
                      <a:rPr lang="en-US" altLang="zh-CN" sz="2800" b="1" i="1" dirty="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𝒂</m:t>
                    </m:r>
                    <m:r>
                      <a:rPr lang="en-US" altLang="zh-CN" sz="2800" b="1" i="1" dirty="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, </m:t>
                    </m:r>
                    <m:r>
                      <a:rPr lang="en-US" altLang="zh-CN" sz="2800" b="1" i="1" dirty="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𝒃</m:t>
                    </m:r>
                  </m:oMath>
                </a14:m>
                <a:r>
                  <a:rPr lang="zh-CN" altLang="en-US" sz="28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使</a:t>
                </a:r>
                <a14:m>
                  <m:oMath xmlns:m="http://schemas.openxmlformats.org/officeDocument/2006/math">
                    <m:r>
                      <a:rPr lang="en-US" altLang="zh-CN" sz="2800" b="1" i="1" dirty="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𝒇</m:t>
                    </m:r>
                    <m:r>
                      <a:rPr lang="en-US" altLang="zh-CN" sz="2800" b="1" i="1" dirty="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(</m:t>
                    </m:r>
                    <m:r>
                      <a:rPr lang="en-US" altLang="zh-CN" sz="2800" b="1" i="1" dirty="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𝒙</m:t>
                    </m:r>
                    <m:r>
                      <a:rPr lang="en-US" altLang="zh-CN" sz="2800" b="1" i="1" dirty="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)</m:t>
                    </m:r>
                  </m:oMath>
                </a14:m>
                <a:endParaRPr lang="zh-CN" altLang="en-US" sz="28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2729" y="2843232"/>
                <a:ext cx="3258820" cy="521970"/>
              </a:xfrm>
              <a:prstGeom prst="rect">
                <a:avLst/>
              </a:prstGeom>
              <a:blipFill rotWithShape="1">
                <a:blip r:embed="rId1"/>
                <a:stretch>
                  <a:fillRect l="-7" t="-65" r="-2643" b="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/>
          <p:cNvSpPr txBox="1"/>
          <p:nvPr/>
        </p:nvSpPr>
        <p:spPr>
          <a:xfrm>
            <a:off x="2326944" y="4372168"/>
            <a:ext cx="125539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答案：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5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 Box 29"/>
              <p:cNvSpPr txBox="1">
                <a:spLocks noChangeArrowheads="1"/>
              </p:cNvSpPr>
              <p:nvPr/>
            </p:nvSpPr>
            <p:spPr bwMode="auto">
              <a:xfrm>
                <a:off x="1969135" y="1143635"/>
                <a:ext cx="8881110" cy="5575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eaLnBrk="0" hangingPunct="0"/>
                <a:r>
                  <a:rPr kumimoji="1" lang="en-US" altLang="zh-CN" sz="2800" b="1" dirty="0" smtClean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5. </a:t>
                </a:r>
                <a:r>
                  <a:rPr kumimoji="1" lang="zh-CN" altLang="en-US" sz="2800" b="1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设</a:t>
                </a:r>
                <a14:m>
                  <m:oMath xmlns:m="http://schemas.openxmlformats.org/officeDocument/2006/math">
                    <m:r>
                      <a:rPr kumimoji="1" lang="en-US" altLang="zh-CN" sz="2800" b="1" i="1" dirty="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𝒇</m:t>
                    </m:r>
                    <m:r>
                      <a:rPr kumimoji="1" lang="en-US" altLang="zh-CN" sz="2800" b="1" i="1" dirty="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(</m:t>
                    </m:r>
                    <m:r>
                      <a:rPr kumimoji="1" lang="en-US" altLang="zh-CN" sz="2800" b="1" i="1" dirty="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𝒙</m:t>
                    </m:r>
                    <m:r>
                      <a:rPr kumimoji="1" lang="en-US" altLang="zh-CN" sz="2800" b="1" i="1" dirty="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)=</m:t>
                    </m:r>
                    <m:r>
                      <a:rPr kumimoji="1" lang="en-US" altLang="zh-CN" sz="2800" b="1" i="1" dirty="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𝒙</m:t>
                    </m:r>
                    <m:r>
                      <a:rPr kumimoji="1" lang="en-US" altLang="zh-CN" sz="2800" b="1" i="1" dirty="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(</m:t>
                    </m:r>
                    <m:r>
                      <a:rPr kumimoji="1" lang="en-US" altLang="zh-CN" sz="2800" b="1" i="1" dirty="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𝒙</m:t>
                    </m:r>
                    <m:r>
                      <a:rPr kumimoji="1" lang="en-US" altLang="zh-CN" sz="2800" b="1" i="1" dirty="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+</m:t>
                    </m:r>
                    <m:r>
                      <a:rPr kumimoji="1" lang="en-US" altLang="zh-CN" sz="2800" b="1" i="1" dirty="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𝟏</m:t>
                    </m:r>
                    <m:r>
                      <a:rPr kumimoji="1" lang="en-US" altLang="zh-CN" sz="2800" b="1" i="1" dirty="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)(</m:t>
                    </m:r>
                    <m:r>
                      <a:rPr kumimoji="1" lang="en-US" altLang="zh-CN" sz="2800" b="1" i="1" dirty="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𝒙</m:t>
                    </m:r>
                    <m:r>
                      <a:rPr kumimoji="1" lang="en-US" altLang="zh-CN" sz="2800" b="1" i="1" dirty="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+</m:t>
                    </m:r>
                    <m:r>
                      <a:rPr kumimoji="1" lang="en-US" altLang="zh-CN" sz="2800" b="1" i="1" dirty="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𝟐</m:t>
                    </m:r>
                    <m:r>
                      <a:rPr kumimoji="1" lang="en-US" altLang="zh-CN" sz="2800" b="1" i="1" dirty="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)⋯(</m:t>
                    </m:r>
                    <m:r>
                      <a:rPr kumimoji="1" lang="en-US" altLang="zh-CN" sz="2800" b="1" i="1" dirty="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𝒙</m:t>
                    </m:r>
                    <m:r>
                      <a:rPr kumimoji="1" lang="en-US" altLang="zh-CN" sz="2800" b="1" i="1" dirty="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+</m:t>
                    </m:r>
                    <m:r>
                      <a:rPr kumimoji="1" lang="en-US" altLang="zh-CN" sz="2800" b="1" i="1" dirty="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𝟏𝟎𝟎</m:t>
                    </m:r>
                    <m:r>
                      <a:rPr kumimoji="1" lang="en-US" altLang="zh-CN" sz="2800" b="1" i="1" dirty="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),</m:t>
                    </m:r>
                    <m:sSup>
                      <m:sSupPr>
                        <m:ctrlPr>
                          <a:rPr kumimoji="1" lang="en-US" altLang="zh-CN" sz="2800" b="1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kumimoji="1" lang="en-US" altLang="zh-CN" sz="2800" b="1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 </m:t>
                        </m:r>
                        <m:r>
                          <a:rPr kumimoji="1" lang="zh-CN" altLang="en-US" sz="2800" b="1" i="1" dirty="0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求</m:t>
                        </m:r>
                        <m:r>
                          <a:rPr kumimoji="1" lang="en-US" altLang="zh-CN" sz="2800" b="1" i="1" dirty="0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 </m:t>
                        </m:r>
                        <m:r>
                          <a:rPr kumimoji="1" lang="en-US" altLang="zh-CN" sz="2800" b="1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𝒇</m:t>
                        </m:r>
                      </m:e>
                      <m:sup>
                        <m:r>
                          <a:rPr kumimoji="1" lang="en-US" altLang="zh-CN" sz="2800" b="1" i="1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’</m:t>
                        </m:r>
                      </m:sup>
                    </m:sSup>
                    <m:r>
                      <a:rPr kumimoji="1" lang="en-US" altLang="zh-CN" sz="2800" b="1" i="1" dirty="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(</m:t>
                    </m:r>
                    <m:r>
                      <a:rPr kumimoji="1" lang="en-US" altLang="zh-CN" sz="2800" b="1" i="1" dirty="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𝟎</m:t>
                    </m:r>
                    <m:r>
                      <a:rPr kumimoji="1" lang="en-US" altLang="zh-CN" sz="2800" b="1" i="1" dirty="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). </m:t>
                    </m:r>
                  </m:oMath>
                </a14:m>
                <a:endParaRPr kumimoji="1" lang="zh-CN" altLang="en-US" sz="2400" b="1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7" name="Text 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69135" y="1143635"/>
                <a:ext cx="8881110" cy="55753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/>
          <p:cNvSpPr txBox="1"/>
          <p:nvPr/>
        </p:nvSpPr>
        <p:spPr>
          <a:xfrm>
            <a:off x="2326640" y="1907540"/>
            <a:ext cx="1255395" cy="54102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答案：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/>
            </p:nvSpPr>
            <p:spPr>
              <a:xfrm>
                <a:off x="3480371" y="1907794"/>
                <a:ext cx="1129030" cy="52197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>
                          <a:solidFill>
                            <a:srgbClr val="FF0000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𝟏𝟎𝟎</m:t>
                      </m:r>
                      <m:r>
                        <a:rPr lang="en-US" altLang="zh-CN" sz="2800" b="1" i="1">
                          <a:solidFill>
                            <a:srgbClr val="FF0000"/>
                          </a:solidFill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！</m:t>
                      </m:r>
                    </m:oMath>
                  </m:oMathPara>
                </a14:m>
                <a:endParaRPr lang="en-US" altLang="zh-CN" sz="2800" b="1" i="1">
                  <a:solidFill>
                    <a:srgbClr val="FF0000"/>
                  </a:solidFill>
                  <a:latin typeface="Cambria Math" panose="02040503050406030204" charset="0"/>
                  <a:ea typeface="MS Mincho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0371" y="1907794"/>
                <a:ext cx="1129030" cy="521970"/>
              </a:xfrm>
              <a:prstGeom prst="rect">
                <a:avLst/>
              </a:prstGeom>
              <a:blipFill rotWithShape="1">
                <a:blip r:embed="rId3"/>
                <a:stretch>
                  <a:fillRect l="-51" t="-49" r="-4843" b="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/>
              <p:cNvSpPr txBox="1"/>
              <p:nvPr/>
            </p:nvSpPr>
            <p:spPr>
              <a:xfrm>
                <a:off x="3480371" y="2695194"/>
                <a:ext cx="3612515" cy="81851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i="1">
                          <a:latin typeface="Cambria Math" panose="02040503050406030204" charset="0"/>
                          <a:cs typeface="Cambria Math" panose="02040503050406030204" charset="0"/>
                        </a:rPr>
                        <m:t>𝒇</m:t>
                      </m:r>
                      <m:r>
                        <a:rPr lang="en-US" altLang="zh-CN" sz="2400" b="1" i="1"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r>
                        <a:rPr lang="en-US" altLang="zh-CN" sz="2400" b="1" i="1">
                          <a:latin typeface="Cambria Math" panose="02040503050406030204" charset="0"/>
                          <a:cs typeface="Cambria Math" panose="02040503050406030204" charset="0"/>
                        </a:rPr>
                        <m:t>𝒙</m:t>
                      </m:r>
                      <m:r>
                        <a:rPr lang="en-US" altLang="zh-CN" sz="2400" b="1" i="1">
                          <a:latin typeface="Cambria Math" panose="02040503050406030204" charset="0"/>
                          <a:cs typeface="Cambria Math" panose="02040503050406030204" charset="0"/>
                        </a:rPr>
                        <m:t>)=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sz="24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400" b="1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2400" b="1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𝒂</m:t>
                                </m:r>
                                <m:sSup>
                                  <m:sSupPr>
                                    <m:ctrlPr>
                                      <a:rPr lang="en-US" altLang="zh-CN" sz="2400" b="1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400" b="1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𝒙</m:t>
                                    </m:r>
                                  </m:e>
                                  <m:sup>
                                    <m:r>
                                      <a:rPr lang="en-US" altLang="zh-CN" sz="2400" b="1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𝟐</m:t>
                                    </m:r>
                                  </m:sup>
                                </m:sSup>
                                <m:r>
                                  <a:rPr lang="en-US" altLang="zh-CN" sz="2400" b="1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+</m:t>
                                </m:r>
                                <m:r>
                                  <a:rPr lang="en-US" altLang="zh-CN" sz="2400" b="1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𝟏</m:t>
                                </m:r>
                                <m:r>
                                  <a:rPr lang="en-US" altLang="zh-CN" sz="2400" b="1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,       </m:t>
                                </m:r>
                                <m:r>
                                  <a:rPr lang="en-US" altLang="zh-CN" sz="2400" b="1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𝒙</m:t>
                                </m:r>
                                <m:r>
                                  <a:rPr lang="en-US" altLang="zh-CN" sz="2400" b="1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≥</m:t>
                                </m:r>
                                <m:r>
                                  <a:rPr lang="en-US" altLang="zh-CN" sz="2400" b="1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𝟏</m:t>
                                </m:r>
                                <m:r>
                                  <a:rPr lang="en-US" altLang="zh-CN" sz="2400" b="1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,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400" b="1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US" altLang="zh-CN" sz="2400" b="1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400" b="1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𝒙</m:t>
                                    </m:r>
                                  </m:e>
                                  <m:sup>
                                    <m:r>
                                      <a:rPr lang="en-US" altLang="zh-CN" sz="2400" b="1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𝟐</m:t>
                                    </m:r>
                                  </m:sup>
                                </m:sSup>
                                <m:r>
                                  <a:rPr lang="en-US" altLang="zh-CN" sz="2400" b="1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+</m:t>
                                </m:r>
                                <m:r>
                                  <a:rPr lang="en-US" altLang="zh-CN" sz="2400" b="1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𝒃𝒙</m:t>
                                </m:r>
                                <m:r>
                                  <a:rPr lang="en-US" altLang="zh-CN" sz="2400" b="1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,  </m:t>
                                </m:r>
                                <m:r>
                                  <a:rPr lang="en-US" altLang="zh-CN" sz="2400" b="1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𝒙</m:t>
                                </m:r>
                                <m:r>
                                  <a:rPr lang="en-US" altLang="zh-CN" sz="2400" b="1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&lt;</m:t>
                                </m:r>
                                <m:r>
                                  <a:rPr lang="en-US" altLang="zh-CN" sz="2400" b="1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𝟏</m:t>
                                </m:r>
                                <m:r>
                                  <a:rPr lang="en-US" altLang="zh-CN" sz="2400" b="1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,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2400" b="1"/>
              </a:p>
            </p:txBody>
          </p:sp>
        </mc:Choice>
        <mc:Fallback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0371" y="2695194"/>
                <a:ext cx="3612515" cy="818515"/>
              </a:xfrm>
              <a:prstGeom prst="rect">
                <a:avLst/>
              </a:prstGeom>
              <a:blipFill rotWithShape="1">
                <a:blip r:embed="rId4"/>
                <a:stretch>
                  <a:fillRect l="-16" t="-31" r="-2445" b="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22"/>
              <p:cNvSpPr txBox="1"/>
              <p:nvPr/>
            </p:nvSpPr>
            <p:spPr>
              <a:xfrm>
                <a:off x="2326879" y="3607137"/>
                <a:ext cx="2851785" cy="5219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p>
                <a:r>
                  <a:rPr lang="zh-CN" altLang="en-US" sz="28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在</a:t>
                </a:r>
                <a14:m>
                  <m:oMath xmlns:m="http://schemas.openxmlformats.org/officeDocument/2006/math">
                    <m:r>
                      <a:rPr lang="en-US" altLang="zh-CN" sz="2800" b="1" i="1" dirty="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𝒙</m:t>
                    </m:r>
                    <m:r>
                      <a:rPr lang="en-US" altLang="zh-CN" sz="2800" b="1" i="1" dirty="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=</m:t>
                    </m:r>
                    <m:r>
                      <a:rPr lang="en-US" altLang="zh-CN" sz="2800" b="1" i="1" dirty="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𝟏</m:t>
                    </m:r>
                  </m:oMath>
                </a14:m>
                <a:r>
                  <a:rPr lang="zh-CN" altLang="en-US" sz="28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处</a:t>
                </a:r>
                <a:r>
                  <a:rPr lang="zh-CN" altLang="en-US" sz="28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可导．</a:t>
                </a:r>
                <a:endParaRPr lang="zh-CN" altLang="en-US" sz="28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8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6879" y="3607137"/>
                <a:ext cx="2851785" cy="521970"/>
              </a:xfrm>
              <a:prstGeom prst="rect">
                <a:avLst/>
              </a:prstGeom>
              <a:blipFill rotWithShape="1">
                <a:blip r:embed="rId5"/>
                <a:stretch>
                  <a:fillRect l="-8" t="-65" r="-3020" b="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/>
              <p:cNvSpPr txBox="1"/>
              <p:nvPr/>
            </p:nvSpPr>
            <p:spPr>
              <a:xfrm>
                <a:off x="3480371" y="4372229"/>
                <a:ext cx="2231390" cy="52197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>
                          <a:solidFill>
                            <a:srgbClr val="FF0000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𝒂</m:t>
                      </m:r>
                      <m:r>
                        <a:rPr lang="en-US" altLang="zh-CN" sz="2800" b="1" i="1">
                          <a:solidFill>
                            <a:srgbClr val="FF0000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r>
                        <a:rPr lang="en-US" altLang="zh-CN" sz="2800" b="1" i="1">
                          <a:solidFill>
                            <a:srgbClr val="FF0000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𝟎</m:t>
                      </m:r>
                      <m:r>
                        <a:rPr lang="en-US" altLang="zh-CN" sz="2800" b="1" i="1">
                          <a:solidFill>
                            <a:srgbClr val="FF0000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,</m:t>
                      </m:r>
                      <m:r>
                        <a:rPr lang="en-US" altLang="zh-CN" sz="2800" b="1" i="1">
                          <a:solidFill>
                            <a:srgbClr val="FF0000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𝒃</m:t>
                      </m:r>
                      <m:r>
                        <a:rPr lang="en-US" altLang="zh-CN" sz="2800" b="1" i="1">
                          <a:solidFill>
                            <a:srgbClr val="FF0000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r>
                        <a:rPr lang="en-US" altLang="zh-CN" sz="2800" b="1" i="1">
                          <a:solidFill>
                            <a:srgbClr val="FF0000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𝟐</m:t>
                      </m:r>
                      <m:r>
                        <a:rPr lang="en-US" altLang="zh-CN" sz="2800" b="1" i="1">
                          <a:solidFill>
                            <a:srgbClr val="FF0000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.</m:t>
                      </m:r>
                    </m:oMath>
                  </m:oMathPara>
                </a14:m>
                <a:endParaRPr lang="en-US" altLang="zh-CN" sz="2800" b="1" i="1">
                  <a:solidFill>
                    <a:srgbClr val="FF0000"/>
                  </a:solidFill>
                  <a:latin typeface="Cambria Math" panose="02040503050406030204" charset="0"/>
                  <a:ea typeface="MS Mincho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0371" y="4372229"/>
                <a:ext cx="2231390" cy="521970"/>
              </a:xfrm>
              <a:prstGeom prst="rect">
                <a:avLst/>
              </a:prstGeom>
              <a:blipFill rotWithShape="1">
                <a:blip r:embed="rId6"/>
                <a:stretch>
                  <a:fillRect l="-26" t="-49" r="26" b="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3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2279704" y="755928"/>
            <a:ext cx="7128792" cy="9220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5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§2.2   导数的计算</a:t>
            </a:r>
            <a:endParaRPr lang="zh-CN" altLang="en-US" sz="5400" b="1" dirty="0">
              <a:solidFill>
                <a:srgbClr val="00B05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8" name="Text Box 8">
            <a:hlinkClick r:id="rId1" action="ppaction://hlinksldjump"/>
          </p:cNvPr>
          <p:cNvSpPr txBox="1">
            <a:spLocks noChangeArrowheads="1"/>
          </p:cNvSpPr>
          <p:nvPr/>
        </p:nvSpPr>
        <p:spPr bwMode="auto">
          <a:xfrm>
            <a:off x="2835810" y="2039145"/>
            <a:ext cx="6951400" cy="5835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3200" b="1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effectLst>
                  <a:outerShdw blurRad="38100" dist="38100" dir="2700000">
                    <a:srgbClr val="000000"/>
                  </a:outerShdw>
                </a:effectLst>
                <a:uFillTx/>
                <a:latin typeface="微软雅黑" panose="020B0503020204020204" charset="-122"/>
                <a:ea typeface="微软雅黑" panose="020B0503020204020204" charset="-122"/>
              </a:rPr>
              <a:t>2.2.1  高阶导数</a:t>
            </a:r>
            <a:endParaRPr lang="en-US" altLang="zh-CN" sz="3200" b="1" dirty="0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  <a:effectLst>
                <a:outerShdw blurRad="38100" dist="38100" dir="2700000">
                  <a:srgbClr val="000000"/>
                </a:outerShdw>
              </a:effectLst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 Box 8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2835991" y="2983657"/>
            <a:ext cx="8292383" cy="10763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3200" b="1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effectLst>
                  <a:outerShdw blurRad="38100" dist="38100" dir="2700000">
                    <a:srgbClr val="000000"/>
                  </a:outerShdw>
                </a:effectLst>
                <a:uFillTx/>
                <a:latin typeface="微软雅黑" panose="020B0503020204020204" charset="-122"/>
                <a:ea typeface="微软雅黑" panose="020B0503020204020204" charset="-122"/>
              </a:rPr>
              <a:t>2.2.2  隐函数 和</a:t>
            </a:r>
            <a:endParaRPr lang="en-US" altLang="zh-CN" sz="3200" b="1" dirty="0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  <a:effectLst>
                <a:outerShdw blurRad="38100" dist="38100" dir="2700000">
                  <a:srgbClr val="000000"/>
                </a:outerShdw>
              </a:effectLst>
              <a:uFillTx/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buClrTx/>
              <a:buSzTx/>
              <a:buFontTx/>
            </a:pPr>
            <a:r>
              <a:rPr lang="en-US" altLang="zh-CN" sz="3200" b="1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effectLst>
                  <a:outerShdw blurRad="38100" dist="38100" dir="2700000">
                    <a:srgbClr val="000000"/>
                  </a:outerShdw>
                </a:effectLst>
                <a:uFillTx/>
                <a:latin typeface="微软雅黑" panose="020B0503020204020204" charset="-122"/>
                <a:ea typeface="微软雅黑" panose="020B0503020204020204" charset="-122"/>
              </a:rPr>
              <a:t>          由参数方程确定的函数的导数</a:t>
            </a:r>
            <a:endParaRPr lang="en-US" altLang="zh-CN" sz="3200" b="1" dirty="0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  <a:effectLst>
                <a:outerShdw blurRad="38100" dist="38100" dir="2700000">
                  <a:srgbClr val="000000"/>
                </a:outerShdw>
              </a:effectLst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8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2534464" y="1206545"/>
            <a:ext cx="6951400" cy="5835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altLang="zh-CN" sz="3200" b="1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effectLst>
                  <a:outerShdw blurRad="38100" dist="38100" dir="2700000">
                    <a:srgbClr val="000000"/>
                  </a:outerShdw>
                </a:effectLst>
                <a:uFillTx/>
                <a:latin typeface="微软雅黑" panose="020B0503020204020204" charset="-122"/>
                <a:ea typeface="微软雅黑" panose="020B0503020204020204" charset="-122"/>
              </a:rPr>
              <a:t>2.2.1  高阶导数</a:t>
            </a:r>
            <a:endParaRPr lang="en-US" altLang="zh-CN" sz="3200" b="1" dirty="0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  <a:effectLst>
                <a:outerShdw blurRad="38100" dist="38100" dir="2700000">
                  <a:srgbClr val="000000"/>
                </a:outerShdw>
              </a:effectLst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534032" y="1931154"/>
            <a:ext cx="3657228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 smtClean="0">
                <a:latin typeface="+mn-ea"/>
              </a:rPr>
              <a:t>本小节内容提要：</a:t>
            </a:r>
            <a:endParaRPr lang="zh-CN" altLang="en-US" sz="3200" b="1" dirty="0" smtClean="0">
              <a:latin typeface="+mn-ea"/>
            </a:endParaRPr>
          </a:p>
        </p:txBody>
      </p:sp>
      <p:sp>
        <p:nvSpPr>
          <p:cNvPr id="4" name="Text Box 5">
            <a:hlinkClick r:id="rId1" action="ppaction://hlinksldjump"/>
          </p:cNvPr>
          <p:cNvSpPr txBox="1">
            <a:spLocks noChangeArrowheads="1"/>
          </p:cNvSpPr>
          <p:nvPr/>
        </p:nvSpPr>
        <p:spPr bwMode="auto">
          <a:xfrm>
            <a:off x="3296072" y="2742060"/>
            <a:ext cx="4744144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一．高阶导数的概念</a:t>
            </a:r>
            <a:endParaRPr lang="zh-CN" altLang="zh-CN" sz="32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Text Box 5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3296072" y="3480431"/>
            <a:ext cx="4744144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SzTx/>
              <a:buFontTx/>
            </a:pPr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二．高阶导数的计算</a:t>
            </a:r>
            <a:endParaRPr lang="zh-CN" altLang="zh-CN" sz="32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Text Box 5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3296072" y="4218801"/>
            <a:ext cx="4744144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SzTx/>
              <a:buFontTx/>
            </a:pPr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三．高阶导数计算杂例</a:t>
            </a:r>
            <a:endParaRPr lang="zh-CN" altLang="zh-CN" sz="32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5"/>
          <p:cNvSpPr txBox="1">
            <a:spLocks noChangeArrowheads="1"/>
          </p:cNvSpPr>
          <p:nvPr/>
        </p:nvSpPr>
        <p:spPr bwMode="auto">
          <a:xfrm>
            <a:off x="1851075" y="499155"/>
            <a:ext cx="4744144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高阶导数的概念</a:t>
            </a:r>
            <a:endParaRPr lang="zh-CN" altLang="zh-CN" sz="32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942291" y="1082432"/>
            <a:ext cx="1974677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1.定义</a:t>
            </a:r>
            <a:endParaRPr lang="zh-CN" altLang="en-US" sz="3200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graphicFrame>
        <p:nvGraphicFramePr>
          <p:cNvPr id="6" name="Object 3"/>
          <p:cNvGraphicFramePr>
            <a:graphicFrameLocks noChangeAspect="1"/>
          </p:cNvGraphicFramePr>
          <p:nvPr/>
        </p:nvGraphicFramePr>
        <p:xfrm>
          <a:off x="5895975" y="1730375"/>
          <a:ext cx="10795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Equation" r:id="rId1" imgW="25908000" imgH="9448800" progId="Equation.DSMT4">
                  <p:embed/>
                </p:oleObj>
              </mc:Choice>
              <mc:Fallback>
                <p:oleObj name="Equation" r:id="rId1" imgW="25908000" imgH="9448800" progId="Equation.DSMT4">
                  <p:embed/>
                  <p:pic>
                    <p:nvPicPr>
                      <p:cNvPr id="0" name="图片 1024"/>
                      <p:cNvPicPr>
                        <a:picLocks noChangeAspect="1"/>
                      </p:cNvPicPr>
                      <p:nvPr/>
                    </p:nvPicPr>
                    <p:blipFill>
                      <a:blip r:embed="rId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5895975" y="1730375"/>
                        <a:ext cx="10795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3536950" y="2489200"/>
            <a:ext cx="13716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速度</a:t>
            </a:r>
            <a:endParaRPr kumimoji="1" lang="zh-CN" altLang="en-US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6432550" y="2452688"/>
            <a:ext cx="8001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即</a:t>
            </a:r>
            <a:endParaRPr kumimoji="1" lang="zh-CN" altLang="en-US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9" name="Object 6"/>
          <p:cNvGraphicFramePr>
            <a:graphicFrameLocks noChangeAspect="1"/>
          </p:cNvGraphicFramePr>
          <p:nvPr/>
        </p:nvGraphicFramePr>
        <p:xfrm>
          <a:off x="7269163" y="2501456"/>
          <a:ext cx="842993" cy="411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1" name="Equation" r:id="rId3" imgW="8839200" imgH="4267200" progId="Equation.DSMT4">
                  <p:embed/>
                </p:oleObj>
              </mc:Choice>
              <mc:Fallback>
                <p:oleObj name="Equation" r:id="rId3" imgW="8839200" imgH="4267200" progId="Equation.DSMT4">
                  <p:embed/>
                  <p:pic>
                    <p:nvPicPr>
                      <p:cNvPr id="0" name="图片 1080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269163" y="2501456"/>
                        <a:ext cx="842993" cy="41101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7"/>
          <p:cNvSpPr txBox="1">
            <a:spLocks noChangeArrowheads="1"/>
          </p:cNvSpPr>
          <p:nvPr/>
        </p:nvSpPr>
        <p:spPr bwMode="auto">
          <a:xfrm>
            <a:off x="3536950" y="3567113"/>
            <a:ext cx="14478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加速度</a:t>
            </a:r>
            <a:endParaRPr kumimoji="1" lang="zh-CN" altLang="en-US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1" name="Object 8"/>
          <p:cNvGraphicFramePr>
            <a:graphicFrameLocks noChangeAspect="1"/>
          </p:cNvGraphicFramePr>
          <p:nvPr/>
        </p:nvGraphicFramePr>
        <p:xfrm>
          <a:off x="4727575" y="2292985"/>
          <a:ext cx="11049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2" name="Equation" r:id="rId5" imgW="26517600" imgH="21945600" progId="Equation.DSMT4">
                  <p:embed/>
                </p:oleObj>
              </mc:Choice>
              <mc:Fallback>
                <p:oleObj name="Equation" r:id="rId5" imgW="26517600" imgH="21945600" progId="Equation.DSMT4">
                  <p:embed/>
                  <p:pic>
                    <p:nvPicPr>
                      <p:cNvPr id="0" name="图片 1081"/>
                      <p:cNvPicPr>
                        <a:picLocks noChangeAspect="1"/>
                      </p:cNvPicPr>
                      <p:nvPr/>
                    </p:nvPicPr>
                    <p:blipFill>
                      <a:blip r:embed="rId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727575" y="2292985"/>
                        <a:ext cx="1104900" cy="914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9"/>
          <p:cNvGraphicFramePr>
            <a:graphicFrameLocks noChangeAspect="1"/>
          </p:cNvGraphicFramePr>
          <p:nvPr/>
        </p:nvGraphicFramePr>
        <p:xfrm>
          <a:off x="4854575" y="3422650"/>
          <a:ext cx="9779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3" name="Equation" r:id="rId7" imgW="23469600" imgH="21945600" progId="Equation.DSMT4">
                  <p:embed/>
                </p:oleObj>
              </mc:Choice>
              <mc:Fallback>
                <p:oleObj name="Equation" r:id="rId7" imgW="23469600" imgH="21945600" progId="Equation.DSMT4">
                  <p:embed/>
                  <p:pic>
                    <p:nvPicPr>
                      <p:cNvPr id="0" name="图片 1082"/>
                      <p:cNvPicPr>
                        <a:picLocks noChangeAspect="1"/>
                      </p:cNvPicPr>
                      <p:nvPr/>
                    </p:nvPicPr>
                    <p:blipFill>
                      <a:blip r:embed="rId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854575" y="3422650"/>
                        <a:ext cx="977900" cy="914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0"/>
          <p:cNvGraphicFramePr>
            <a:graphicFrameLocks noChangeAspect="1"/>
          </p:cNvGraphicFramePr>
          <p:nvPr/>
        </p:nvGraphicFramePr>
        <p:xfrm>
          <a:off x="5965190" y="3422650"/>
          <a:ext cx="14351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4" name="Equation" r:id="rId9" imgW="34442400" imgH="21945600" progId="Equation.DSMT4">
                  <p:embed/>
                </p:oleObj>
              </mc:Choice>
              <mc:Fallback>
                <p:oleObj name="Equation" r:id="rId9" imgW="34442400" imgH="21945600" progId="Equation.DSMT4">
                  <p:embed/>
                  <p:pic>
                    <p:nvPicPr>
                      <p:cNvPr id="0" name="图片 1083"/>
                      <p:cNvPicPr>
                        <a:picLocks noChangeAspect="1"/>
                      </p:cNvPicPr>
                      <p:nvPr/>
                    </p:nvPicPr>
                    <p:blipFill>
                      <a:blip r:embed="rId10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5965190" y="3422650"/>
                        <a:ext cx="1435100" cy="914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Box 11"/>
          <p:cNvSpPr txBox="1">
            <a:spLocks noChangeArrowheads="1"/>
          </p:cNvSpPr>
          <p:nvPr/>
        </p:nvSpPr>
        <p:spPr bwMode="auto">
          <a:xfrm>
            <a:off x="3536950" y="4687888"/>
            <a:ext cx="8001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即</a:t>
            </a:r>
            <a:endParaRPr kumimoji="1" lang="zh-CN" altLang="en-US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5" name="Object 12"/>
          <p:cNvGraphicFramePr>
            <a:graphicFrameLocks noChangeAspect="1"/>
          </p:cNvGraphicFramePr>
          <p:nvPr/>
        </p:nvGraphicFramePr>
        <p:xfrm>
          <a:off x="5357813" y="4748807"/>
          <a:ext cx="1178512" cy="4655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5" name="Equation" r:id="rId11" imgW="12496800" imgH="4876800" progId="Equation.DSMT4">
                  <p:embed/>
                </p:oleObj>
              </mc:Choice>
              <mc:Fallback>
                <p:oleObj name="Equation" r:id="rId11" imgW="12496800" imgH="4876800" progId="Equation.DSMT4">
                  <p:embed/>
                  <p:pic>
                    <p:nvPicPr>
                      <p:cNvPr id="0" name="图片 1084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357813" y="4748807"/>
                        <a:ext cx="1178512" cy="46553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Box 13"/>
          <p:cNvSpPr txBox="1">
            <a:spLocks noChangeArrowheads="1"/>
          </p:cNvSpPr>
          <p:nvPr/>
        </p:nvSpPr>
        <p:spPr bwMode="auto">
          <a:xfrm>
            <a:off x="2393950" y="1666240"/>
            <a:ext cx="36576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引例：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变速直线运动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 autoUpdateAnimBg="0"/>
      <p:bldP spid="8" grpId="0" bldLvl="0" animBg="1" autoUpdateAnimBg="0"/>
      <p:bldP spid="10" grpId="0" bldLvl="0" animBg="1" autoUpdateAnimBg="0"/>
      <p:bldP spid="14" grpId="0" bldLvl="0" animBg="1" autoUpdateAnimBg="0"/>
      <p:bldP spid="16" grpId="0" bldLvl="0" animBg="1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1631504" y="381000"/>
            <a:ext cx="2103884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0066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定义</a:t>
            </a:r>
            <a:r>
              <a:rPr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2.2.1</a:t>
            </a:r>
            <a:endParaRPr lang="en-US" altLang="zh-CN" sz="2800" b="1" dirty="0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3197051" y="381000"/>
            <a:ext cx="16002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若函数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Object 4"/>
          <p:cNvGraphicFramePr>
            <a:graphicFrameLocks noChangeAspect="1"/>
          </p:cNvGraphicFramePr>
          <p:nvPr/>
        </p:nvGraphicFramePr>
        <p:xfrm>
          <a:off x="4339552" y="477297"/>
          <a:ext cx="12954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" name="Equation" r:id="rId1" imgW="31089600" imgH="9448800" progId="Equation.DSMT4">
                  <p:embed/>
                </p:oleObj>
              </mc:Choice>
              <mc:Fallback>
                <p:oleObj name="Equation" r:id="rId1" imgW="31089600" imgH="9448800" progId="Equation.DSMT4">
                  <p:embed/>
                  <p:pic>
                    <p:nvPicPr>
                      <p:cNvPr id="0" name="图片 2048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339552" y="477297"/>
                        <a:ext cx="12954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5618163" y="381000"/>
            <a:ext cx="14478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的导数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6" name="Object 6"/>
          <p:cNvGraphicFramePr>
            <a:graphicFrameLocks noChangeAspect="1"/>
          </p:cNvGraphicFramePr>
          <p:nvPr/>
        </p:nvGraphicFramePr>
        <p:xfrm>
          <a:off x="6870700" y="474663"/>
          <a:ext cx="14351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1" name="Equation" r:id="rId3" imgW="34442400" imgH="9753600" progId="Equation.DSMT4">
                  <p:embed/>
                </p:oleObj>
              </mc:Choice>
              <mc:Fallback>
                <p:oleObj name="Equation" r:id="rId3" imgW="34442400" imgH="9753600" progId="Equation.DSMT4">
                  <p:embed/>
                  <p:pic>
                    <p:nvPicPr>
                      <p:cNvPr id="0" name="图片 2170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870700" y="474663"/>
                        <a:ext cx="1435100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8305800" y="415925"/>
            <a:ext cx="12192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可导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endParaRPr kumimoji="1" lang="en-US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8077200" y="1219200"/>
            <a:ext cx="8382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或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9" name="Object 9"/>
          <p:cNvGraphicFramePr>
            <a:graphicFrameLocks noChangeAspect="1"/>
          </p:cNvGraphicFramePr>
          <p:nvPr/>
        </p:nvGraphicFramePr>
        <p:xfrm>
          <a:off x="8604250" y="1035050"/>
          <a:ext cx="8382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2" name="Equation" r:id="rId5" imgW="20116800" imgH="23164800" progId="Equation.DSMT4">
                  <p:embed/>
                </p:oleObj>
              </mc:Choice>
              <mc:Fallback>
                <p:oleObj name="Equation" r:id="rId5" imgW="20116800" imgH="23164800" progId="Equation.DSMT4">
                  <p:embed/>
                  <p:pic>
                    <p:nvPicPr>
                      <p:cNvPr id="0" name="图片 2171"/>
                      <p:cNvPicPr>
                        <a:picLocks noChangeAspect="1"/>
                      </p:cNvPicPr>
                      <p:nvPr/>
                    </p:nvPicPr>
                    <p:blipFill>
                      <a:blip r:embed="rId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8604250" y="1035050"/>
                        <a:ext cx="838200" cy="965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10"/>
          <p:cNvSpPr txBox="1">
            <a:spLocks noChangeArrowheads="1"/>
          </p:cNvSpPr>
          <p:nvPr/>
        </p:nvSpPr>
        <p:spPr bwMode="auto">
          <a:xfrm>
            <a:off x="9448800" y="1219200"/>
            <a:ext cx="6096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即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1" name="Object 11"/>
          <p:cNvGraphicFramePr>
            <a:graphicFrameLocks noChangeAspect="1"/>
          </p:cNvGraphicFramePr>
          <p:nvPr/>
        </p:nvGraphicFramePr>
        <p:xfrm>
          <a:off x="3431704" y="2082939"/>
          <a:ext cx="1381345" cy="4819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3" name="Equation" r:id="rId7" imgW="14325600" imgH="4876800" progId="Equation.DSMT4">
                  <p:embed/>
                </p:oleObj>
              </mc:Choice>
              <mc:Fallback>
                <p:oleObj name="Equation" r:id="rId7" imgW="14325600" imgH="4876800" progId="Equation.DSMT4">
                  <p:embed/>
                  <p:pic>
                    <p:nvPicPr>
                      <p:cNvPr id="0" name="图片 2172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431704" y="2082939"/>
                        <a:ext cx="1381345" cy="48196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Box 12"/>
          <p:cNvSpPr txBox="1">
            <a:spLocks noChangeArrowheads="1"/>
          </p:cNvSpPr>
          <p:nvPr/>
        </p:nvSpPr>
        <p:spPr bwMode="auto">
          <a:xfrm>
            <a:off x="4948238" y="2054225"/>
            <a:ext cx="95885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或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3" name="Object 13"/>
          <p:cNvGraphicFramePr>
            <a:graphicFrameLocks noChangeAspect="1"/>
          </p:cNvGraphicFramePr>
          <p:nvPr/>
        </p:nvGraphicFramePr>
        <p:xfrm>
          <a:off x="5605279" y="1794334"/>
          <a:ext cx="2259209" cy="10586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4" name="Equation" r:id="rId9" imgW="23469600" imgH="10972800" progId="Equation.DSMT4">
                  <p:embed/>
                </p:oleObj>
              </mc:Choice>
              <mc:Fallback>
                <p:oleObj name="Equation" r:id="rId9" imgW="23469600" imgH="10972800" progId="Equation.DSMT4">
                  <p:embed/>
                  <p:pic>
                    <p:nvPicPr>
                      <p:cNvPr id="0" name="图片 2173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605279" y="1794334"/>
                        <a:ext cx="2259209" cy="105860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Box 14"/>
          <p:cNvSpPr txBox="1">
            <a:spLocks noChangeArrowheads="1"/>
          </p:cNvSpPr>
          <p:nvPr/>
        </p:nvSpPr>
        <p:spPr bwMode="auto">
          <a:xfrm>
            <a:off x="2135188" y="2971800"/>
            <a:ext cx="72390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类似地 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二阶导数的导数称为三阶导数 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endParaRPr kumimoji="1" lang="en-US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5" name="Object 15"/>
          <p:cNvGraphicFramePr>
            <a:graphicFrameLocks noChangeAspect="1"/>
          </p:cNvGraphicFramePr>
          <p:nvPr/>
        </p:nvGraphicFramePr>
        <p:xfrm>
          <a:off x="1836738" y="3632200"/>
          <a:ext cx="657225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5" name="Equation" r:id="rId11" imgW="7315200" imgH="4267200" progId="Equation.DSMT4">
                  <p:embed/>
                </p:oleObj>
              </mc:Choice>
              <mc:Fallback>
                <p:oleObj name="Equation" r:id="rId11" imgW="7315200" imgH="4267200" progId="Equation.DSMT4">
                  <p:embed/>
                  <p:pic>
                    <p:nvPicPr>
                      <p:cNvPr id="0" name="图片 2174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836738" y="3632200"/>
                        <a:ext cx="657225" cy="381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Box 16"/>
          <p:cNvSpPr txBox="1">
            <a:spLocks noChangeArrowheads="1"/>
          </p:cNvSpPr>
          <p:nvPr/>
        </p:nvSpPr>
        <p:spPr bwMode="auto">
          <a:xfrm>
            <a:off x="2514600" y="3568700"/>
            <a:ext cx="48768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阶导数的导数称为 </a:t>
            </a:r>
            <a:r>
              <a:rPr kumimoji="1"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阶导数 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endParaRPr kumimoji="1" lang="en-US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7" name="Object 17"/>
          <p:cNvGraphicFramePr>
            <a:graphicFrameLocks noChangeAspect="1"/>
          </p:cNvGraphicFramePr>
          <p:nvPr/>
        </p:nvGraphicFramePr>
        <p:xfrm>
          <a:off x="4122738" y="4265613"/>
          <a:ext cx="4953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6" name="Equation" r:id="rId13" imgW="11887200" imgH="9753600" progId="Equation.DSMT4">
                  <p:embed/>
                </p:oleObj>
              </mc:Choice>
              <mc:Fallback>
                <p:oleObj name="Equation" r:id="rId13" imgW="11887200" imgH="9753600" progId="Equation.DSMT4">
                  <p:embed/>
                  <p:pic>
                    <p:nvPicPr>
                      <p:cNvPr id="0" name="图片 2175"/>
                      <p:cNvPicPr>
                        <a:picLocks noChangeAspect="1"/>
                      </p:cNvPicPr>
                      <p:nvPr/>
                    </p:nvPicPr>
                    <p:blipFill>
                      <a:blip r:embed="rId1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122738" y="4265613"/>
                        <a:ext cx="495300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8"/>
          <p:cNvGraphicFramePr>
            <a:graphicFrameLocks noChangeAspect="1"/>
          </p:cNvGraphicFramePr>
          <p:nvPr/>
        </p:nvGraphicFramePr>
        <p:xfrm>
          <a:off x="5129213" y="4216400"/>
          <a:ext cx="6477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7" name="Equation" r:id="rId15" imgW="15544800" imgH="10972800" progId="Equation.DSMT4">
                  <p:embed/>
                </p:oleObj>
              </mc:Choice>
              <mc:Fallback>
                <p:oleObj name="Equation" r:id="rId15" imgW="15544800" imgH="10972800" progId="Equation.DSMT4">
                  <p:embed/>
                  <p:pic>
                    <p:nvPicPr>
                      <p:cNvPr id="0" name="图片 2176"/>
                      <p:cNvPicPr>
                        <a:picLocks noChangeAspect="1"/>
                      </p:cNvPicPr>
                      <p:nvPr/>
                    </p:nvPicPr>
                    <p:blipFill>
                      <a:blip r:embed="rId1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5129213" y="4216400"/>
                        <a:ext cx="64770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9"/>
          <p:cNvGraphicFramePr>
            <a:graphicFrameLocks noChangeAspect="1"/>
          </p:cNvGraphicFramePr>
          <p:nvPr/>
        </p:nvGraphicFramePr>
        <p:xfrm>
          <a:off x="6199188" y="4257675"/>
          <a:ext cx="11938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8" name="Equation" r:id="rId17" imgW="28651200" imgH="10972800" progId="Equation.DSMT4">
                  <p:embed/>
                </p:oleObj>
              </mc:Choice>
              <mc:Fallback>
                <p:oleObj name="Equation" r:id="rId17" imgW="28651200" imgH="10972800" progId="Equation.DSMT4">
                  <p:embed/>
                  <p:pic>
                    <p:nvPicPr>
                      <p:cNvPr id="0" name="图片 2177"/>
                      <p:cNvPicPr>
                        <a:picLocks noChangeAspect="1"/>
                      </p:cNvPicPr>
                      <p:nvPr/>
                    </p:nvPicPr>
                    <p:blipFill>
                      <a:blip r:embed="rId1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6199188" y="4257675"/>
                        <a:ext cx="119380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 Box 20"/>
          <p:cNvSpPr txBox="1">
            <a:spLocks noChangeArrowheads="1"/>
          </p:cNvSpPr>
          <p:nvPr/>
        </p:nvSpPr>
        <p:spPr bwMode="auto">
          <a:xfrm>
            <a:off x="2359025" y="5150803"/>
            <a:ext cx="8382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或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1" name="Object 21"/>
          <p:cNvGraphicFramePr>
            <a:graphicFrameLocks noChangeAspect="1"/>
          </p:cNvGraphicFramePr>
          <p:nvPr/>
        </p:nvGraphicFramePr>
        <p:xfrm>
          <a:off x="3944938" y="4929188"/>
          <a:ext cx="7747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9" name="Equation" r:id="rId19" imgW="18592800" imgH="23164800" progId="Equation.DSMT4">
                  <p:embed/>
                </p:oleObj>
              </mc:Choice>
              <mc:Fallback>
                <p:oleObj name="Equation" r:id="rId19" imgW="18592800" imgH="23164800" progId="Equation.DSMT4">
                  <p:embed/>
                  <p:pic>
                    <p:nvPicPr>
                      <p:cNvPr id="0" name="图片 2178"/>
                      <p:cNvPicPr>
                        <a:picLocks noChangeAspect="1"/>
                      </p:cNvPicPr>
                      <p:nvPr/>
                    </p:nvPicPr>
                    <p:blipFill>
                      <a:blip r:embed="rId20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944938" y="4929188"/>
                        <a:ext cx="774700" cy="965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22"/>
          <p:cNvGraphicFramePr>
            <a:graphicFrameLocks noChangeAspect="1"/>
          </p:cNvGraphicFramePr>
          <p:nvPr/>
        </p:nvGraphicFramePr>
        <p:xfrm>
          <a:off x="5154613" y="4929188"/>
          <a:ext cx="7874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0" name="Equation" r:id="rId21" imgW="18897600" imgH="23164800" progId="Equation.DSMT4">
                  <p:embed/>
                </p:oleObj>
              </mc:Choice>
              <mc:Fallback>
                <p:oleObj name="Equation" r:id="rId21" imgW="18897600" imgH="23164800" progId="Equation.DSMT4">
                  <p:embed/>
                  <p:pic>
                    <p:nvPicPr>
                      <p:cNvPr id="0" name="图片 2179"/>
                      <p:cNvPicPr>
                        <a:picLocks noChangeAspect="1"/>
                      </p:cNvPicPr>
                      <p:nvPr/>
                    </p:nvPicPr>
                    <p:blipFill>
                      <a:blip r:embed="rId2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5154613" y="4929188"/>
                        <a:ext cx="787400" cy="965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23"/>
          <p:cNvGraphicFramePr>
            <a:graphicFrameLocks noChangeAspect="1"/>
          </p:cNvGraphicFramePr>
          <p:nvPr/>
        </p:nvGraphicFramePr>
        <p:xfrm>
          <a:off x="6153150" y="4929188"/>
          <a:ext cx="13081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1" name="Equation" r:id="rId23" imgW="31394400" imgH="23164800" progId="Equation.DSMT4">
                  <p:embed/>
                </p:oleObj>
              </mc:Choice>
              <mc:Fallback>
                <p:oleObj name="Equation" r:id="rId23" imgW="31394400" imgH="23164800" progId="Equation.DSMT4">
                  <p:embed/>
                  <p:pic>
                    <p:nvPicPr>
                      <p:cNvPr id="0" name="图片 2180"/>
                      <p:cNvPicPr>
                        <a:picLocks noChangeAspect="1"/>
                      </p:cNvPicPr>
                      <p:nvPr/>
                    </p:nvPicPr>
                    <p:blipFill>
                      <a:blip r:embed="rId2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6153150" y="4929188"/>
                        <a:ext cx="1308100" cy="965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24"/>
          <p:cNvGraphicFramePr>
            <a:graphicFrameLocks noChangeAspect="1"/>
          </p:cNvGraphicFramePr>
          <p:nvPr/>
        </p:nvGraphicFramePr>
        <p:xfrm>
          <a:off x="4191000" y="1268413"/>
          <a:ext cx="7366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2" name="Equation" r:id="rId25" imgW="17678400" imgH="9448800" progId="Equation.DSMT4">
                  <p:embed/>
                </p:oleObj>
              </mc:Choice>
              <mc:Fallback>
                <p:oleObj name="Equation" r:id="rId25" imgW="17678400" imgH="9448800" progId="Equation.DSMT4">
                  <p:embed/>
                  <p:pic>
                    <p:nvPicPr>
                      <p:cNvPr id="0" name="图片 2181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4191000" y="1268413"/>
                        <a:ext cx="7366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Text Box 25"/>
          <p:cNvSpPr txBox="1">
            <a:spLocks noChangeArrowheads="1"/>
          </p:cNvSpPr>
          <p:nvPr/>
        </p:nvSpPr>
        <p:spPr bwMode="auto">
          <a:xfrm>
            <a:off x="4876800" y="1193800"/>
            <a:ext cx="23622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二阶导数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endParaRPr kumimoji="1" lang="en-US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6" name="Text Box 26"/>
          <p:cNvSpPr txBox="1">
            <a:spLocks noChangeArrowheads="1"/>
          </p:cNvSpPr>
          <p:nvPr/>
        </p:nvSpPr>
        <p:spPr bwMode="auto">
          <a:xfrm>
            <a:off x="6934200" y="1185863"/>
            <a:ext cx="10668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记作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7" name="Object 27"/>
          <p:cNvGraphicFramePr>
            <a:graphicFrameLocks noChangeAspect="1"/>
          </p:cNvGraphicFramePr>
          <p:nvPr/>
        </p:nvGraphicFramePr>
        <p:xfrm>
          <a:off x="7778750" y="1241425"/>
          <a:ext cx="3683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3" name="Equation" r:id="rId27" imgW="8839200" imgH="9753600" progId="Equation.DSMT4">
                  <p:embed/>
                </p:oleObj>
              </mc:Choice>
              <mc:Fallback>
                <p:oleObj name="Equation" r:id="rId27" imgW="8839200" imgH="9753600" progId="Equation.DSMT4">
                  <p:embed/>
                  <p:pic>
                    <p:nvPicPr>
                      <p:cNvPr id="0" name="图片 2182"/>
                      <p:cNvPicPr>
                        <a:picLocks noChangeAspect="1"/>
                      </p:cNvPicPr>
                      <p:nvPr/>
                    </p:nvPicPr>
                    <p:blipFill>
                      <a:blip r:embed="rId2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7778750" y="1241425"/>
                        <a:ext cx="368300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28"/>
          <p:cNvGraphicFramePr>
            <a:graphicFrameLocks noChangeAspect="1"/>
          </p:cNvGraphicFramePr>
          <p:nvPr/>
        </p:nvGraphicFramePr>
        <p:xfrm>
          <a:off x="1917700" y="1255713"/>
          <a:ext cx="8001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4" name="Equation" r:id="rId29" imgW="19202400" imgH="9753600" progId="Equation.DSMT4">
                  <p:embed/>
                </p:oleObj>
              </mc:Choice>
              <mc:Fallback>
                <p:oleObj name="Equation" r:id="rId29" imgW="19202400" imgH="9753600" progId="Equation.DSMT4">
                  <p:embed/>
                  <p:pic>
                    <p:nvPicPr>
                      <p:cNvPr id="0" name="图片 2183"/>
                      <p:cNvPicPr>
                        <a:picLocks noChangeAspect="1"/>
                      </p:cNvPicPr>
                      <p:nvPr/>
                    </p:nvPicPr>
                    <p:blipFill>
                      <a:blip r:embed="rId30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1917700" y="1255713"/>
                        <a:ext cx="800100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Text Box 29"/>
          <p:cNvSpPr txBox="1">
            <a:spLocks noChangeArrowheads="1"/>
          </p:cNvSpPr>
          <p:nvPr/>
        </p:nvSpPr>
        <p:spPr bwMode="auto">
          <a:xfrm>
            <a:off x="2667000" y="1179513"/>
            <a:ext cx="19050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的导数为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0" name="Text Box 30"/>
          <p:cNvSpPr txBox="1">
            <a:spLocks noChangeArrowheads="1"/>
          </p:cNvSpPr>
          <p:nvPr/>
        </p:nvSpPr>
        <p:spPr bwMode="auto">
          <a:xfrm>
            <a:off x="8382000" y="2971800"/>
            <a:ext cx="18288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依次类推 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endParaRPr kumimoji="1" lang="en-US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1" name="Text Box 31"/>
          <p:cNvSpPr txBox="1">
            <a:spLocks noChangeArrowheads="1"/>
          </p:cNvSpPr>
          <p:nvPr/>
        </p:nvSpPr>
        <p:spPr bwMode="auto">
          <a:xfrm>
            <a:off x="7239000" y="3558858"/>
            <a:ext cx="18288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分别记作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2" name="Text Box 32"/>
          <p:cNvSpPr txBox="1">
            <a:spLocks noChangeArrowheads="1"/>
          </p:cNvSpPr>
          <p:nvPr/>
        </p:nvSpPr>
        <p:spPr bwMode="auto">
          <a:xfrm>
            <a:off x="9220200" y="415925"/>
            <a:ext cx="89789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则称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6017260" y="4280535"/>
            <a:ext cx="421640" cy="377825"/>
          </a:xfrm>
          <a:prstGeom prst="rect">
            <a:avLst/>
          </a:prstGeom>
          <a:solidFill>
            <a:srgbClr val="ECE9C6"/>
          </a:solidFill>
        </p:spPr>
        <p:txBody>
          <a:bodyPr wrap="square" rtlCol="0">
            <a:noAutofit/>
          </a:bodyPr>
          <a:p>
            <a:r>
              <a:rPr lang="en-US" altLang="zh-CN"/>
              <a:t>…</a:t>
            </a:r>
            <a:endParaRPr lang="en-US" altLang="zh-CN"/>
          </a:p>
        </p:txBody>
      </p:sp>
      <p:sp>
        <p:nvSpPr>
          <p:cNvPr id="34" name="文本框 33"/>
          <p:cNvSpPr txBox="1"/>
          <p:nvPr/>
        </p:nvSpPr>
        <p:spPr>
          <a:xfrm>
            <a:off x="6017260" y="5222875"/>
            <a:ext cx="421640" cy="377825"/>
          </a:xfrm>
          <a:prstGeom prst="rect">
            <a:avLst/>
          </a:prstGeom>
          <a:solidFill>
            <a:srgbClr val="ECE9C6"/>
          </a:solidFill>
        </p:spPr>
        <p:txBody>
          <a:bodyPr wrap="square" rtlCol="0">
            <a:noAutofit/>
          </a:bodyPr>
          <a:p>
            <a:r>
              <a:rPr lang="en-US" altLang="zh-CN"/>
              <a:t>…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2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00"/>
                            </p:stCondLst>
                            <p:childTnLst>
                              <p:par>
                                <p:cTn id="5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000"/>
                            </p:stCondLst>
                            <p:childTnLst>
                              <p:par>
                                <p:cTn id="7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500"/>
                            </p:stCondLst>
                            <p:childTnLst>
                              <p:par>
                                <p:cTn id="7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500"/>
                            </p:stCondLst>
                            <p:childTnLst>
                              <p:par>
                                <p:cTn id="9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500"/>
                            </p:stCondLst>
                            <p:childTnLst>
                              <p:par>
                                <p:cTn id="1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500"/>
                            </p:stCondLst>
                            <p:childTnLst>
                              <p:par>
                                <p:cTn id="1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1000"/>
                            </p:stCondLst>
                            <p:childTnLst>
                              <p:par>
                                <p:cTn id="1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500"/>
                            </p:stCondLst>
                            <p:childTnLst>
                              <p:par>
                                <p:cTn id="1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1000"/>
                            </p:stCondLst>
                            <p:childTnLst>
                              <p:par>
                                <p:cTn id="1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 build="p"/>
      <p:bldP spid="5" grpId="0" advAuto="0" autoUpdateAnimBg="0" build="p"/>
      <p:bldP spid="7" grpId="0" advAuto="0" autoUpdateAnimBg="0" build="p"/>
      <p:bldP spid="8" grpId="0" bldLvl="0" animBg="1" autoUpdateAnimBg="0"/>
      <p:bldP spid="10" grpId="0" bldLvl="0" animBg="1" autoUpdateAnimBg="0"/>
      <p:bldP spid="12" grpId="0" bldLvl="0" animBg="1" autoUpdateAnimBg="0"/>
      <p:bldP spid="14" grpId="0" bldLvl="0" animBg="1" autoUpdateAnimBg="0"/>
      <p:bldP spid="16" grpId="0" bldLvl="0" animBg="1" autoUpdateAnimBg="0"/>
      <p:bldP spid="20" grpId="0" bldLvl="0" animBg="1" autoUpdateAnimBg="0"/>
      <p:bldP spid="25" grpId="0" bldLvl="0" animBg="1" autoUpdateAnimBg="0"/>
      <p:bldP spid="26" grpId="0" bldLvl="0" animBg="1" autoUpdateAnimBg="0"/>
      <p:bldP spid="29" grpId="0" bldLvl="0" animBg="1" autoUpdateAnimBg="0"/>
      <p:bldP spid="30" grpId="0" bldLvl="0" animBg="1" autoUpdateAnimBg="0"/>
      <p:bldP spid="31" grpId="0" bldLvl="0" animBg="1" autoUpdateAnimBg="0"/>
      <p:bldP spid="32" grpId="0" autoUpdateAnimBg="0" build="p"/>
      <p:bldP spid="33" grpId="0" bldLvl="0" animBg="1"/>
      <p:bldP spid="34" grpId="0" bldLvl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2057400" y="152400"/>
            <a:ext cx="4876800" cy="7620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Tx/>
              <a:buSzTx/>
              <a:buFontTx/>
            </a:pPr>
            <a:r>
              <a:rPr lang="zh-CN" altLang="en-US" sz="32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2.高阶导数的运算法则</a:t>
            </a:r>
            <a:endParaRPr lang="zh-CN" altLang="en-US" sz="3200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6203950" y="1010285"/>
            <a:ext cx="44069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都是 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阶可导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函数 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则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Object 4"/>
          <p:cNvGraphicFramePr>
            <a:graphicFrameLocks noChangeAspect="1"/>
          </p:cNvGraphicFramePr>
          <p:nvPr/>
        </p:nvGraphicFramePr>
        <p:xfrm>
          <a:off x="2531110" y="1781493"/>
          <a:ext cx="1965000" cy="54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" name="Equation" r:id="rId1" imgW="39928800" imgH="10972800" progId="Equation.DSMT4">
                  <p:embed/>
                </p:oleObj>
              </mc:Choice>
              <mc:Fallback>
                <p:oleObj name="Equation" r:id="rId1" imgW="39928800" imgH="10972800" progId="Equation.DSMT4">
                  <p:embed/>
                  <p:pic>
                    <p:nvPicPr>
                      <p:cNvPr id="0" name="图片 3072"/>
                      <p:cNvPicPr>
                        <a:picLocks noChangeAspect="1"/>
                      </p:cNvPicPr>
                      <p:nvPr/>
                    </p:nvPicPr>
                    <p:blipFill>
                      <a:blip r:embed="rId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531110" y="1781493"/>
                        <a:ext cx="1965000" cy="540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5"/>
          <p:cNvGraphicFramePr>
            <a:graphicFrameLocks noChangeAspect="1"/>
          </p:cNvGraphicFramePr>
          <p:nvPr/>
        </p:nvGraphicFramePr>
        <p:xfrm>
          <a:off x="4578350" y="1822768"/>
          <a:ext cx="1920000" cy="54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8" name="Equation" r:id="rId3" imgW="39014400" imgH="10972800" progId="Equation.DSMT4">
                  <p:embed/>
                </p:oleObj>
              </mc:Choice>
              <mc:Fallback>
                <p:oleObj name="Equation" r:id="rId3" imgW="39014400" imgH="10972800" progId="Equation.DSMT4">
                  <p:embed/>
                  <p:pic>
                    <p:nvPicPr>
                      <p:cNvPr id="0" name="图片 3137"/>
                      <p:cNvPicPr>
                        <a:picLocks noChangeAspect="1"/>
                      </p:cNvPicPr>
                      <p:nvPr/>
                    </p:nvPicPr>
                    <p:blipFill>
                      <a:blip r:embed="rId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578350" y="1822768"/>
                        <a:ext cx="1920000" cy="540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6"/>
          <p:cNvGraphicFramePr>
            <a:graphicFrameLocks noChangeAspect="1"/>
          </p:cNvGraphicFramePr>
          <p:nvPr/>
        </p:nvGraphicFramePr>
        <p:xfrm>
          <a:off x="2531110" y="2842895"/>
          <a:ext cx="1725000" cy="54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9" name="Equation" r:id="rId5" imgW="35052000" imgH="10972800" progId="Equation.DSMT4">
                  <p:embed/>
                </p:oleObj>
              </mc:Choice>
              <mc:Fallback>
                <p:oleObj name="Equation" r:id="rId5" imgW="35052000" imgH="10972800" progId="Equation.DSMT4">
                  <p:embed/>
                  <p:pic>
                    <p:nvPicPr>
                      <p:cNvPr id="0" name="图片 3138"/>
                      <p:cNvPicPr>
                        <a:picLocks noChangeAspect="1"/>
                      </p:cNvPicPr>
                      <p:nvPr/>
                    </p:nvPicPr>
                    <p:blipFill>
                      <a:blip r:embed="rId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531110" y="2842895"/>
                        <a:ext cx="1725000" cy="540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7"/>
          <p:cNvGraphicFramePr>
            <a:graphicFrameLocks noChangeAspect="1"/>
          </p:cNvGraphicFramePr>
          <p:nvPr/>
        </p:nvGraphicFramePr>
        <p:xfrm>
          <a:off x="4375785" y="2884170"/>
          <a:ext cx="1260000" cy="54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0" name="Equation" r:id="rId7" imgW="25603200" imgH="10972800" progId="Equation.DSMT4">
                  <p:embed/>
                </p:oleObj>
              </mc:Choice>
              <mc:Fallback>
                <p:oleObj name="Equation" r:id="rId7" imgW="25603200" imgH="10972800" progId="Equation.DSMT4">
                  <p:embed/>
                  <p:pic>
                    <p:nvPicPr>
                      <p:cNvPr id="0" name="图片 3139"/>
                      <p:cNvPicPr>
                        <a:picLocks noChangeAspect="1"/>
                      </p:cNvPicPr>
                      <p:nvPr/>
                    </p:nvPicPr>
                    <p:blipFill>
                      <a:blip r:embed="rId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375785" y="2884170"/>
                        <a:ext cx="1260000" cy="540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5755005" y="2862580"/>
            <a:ext cx="19812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为常数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endParaRPr kumimoji="1" lang="en-US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Text Box 16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6089650" y="5142230"/>
            <a:ext cx="475742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莱布尼兹</a:t>
            </a:r>
            <a:r>
              <a:rPr kumimoji="1"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(Leibniz)</a:t>
            </a:r>
            <a:r>
              <a:rPr kumimoji="1" lang="zh-CN" altLang="en-US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公式</a:t>
            </a:r>
            <a:endParaRPr kumimoji="1" lang="zh-CN" altLang="en-US" sz="2800" b="1" dirty="0">
              <a:solidFill>
                <a:srgbClr val="7030A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10" name="Group 17"/>
          <p:cNvGrpSpPr/>
          <p:nvPr/>
        </p:nvGrpSpPr>
        <p:grpSpPr bwMode="auto">
          <a:xfrm>
            <a:off x="2057400" y="1009650"/>
            <a:ext cx="4146550" cy="522288"/>
            <a:chOff x="336" y="576"/>
            <a:chExt cx="2612" cy="329"/>
          </a:xfrm>
        </p:grpSpPr>
        <p:graphicFrame>
          <p:nvGraphicFramePr>
            <p:cNvPr id="11" name="Object 18"/>
            <p:cNvGraphicFramePr>
              <a:graphicFrameLocks noChangeAspect="1"/>
            </p:cNvGraphicFramePr>
            <p:nvPr/>
          </p:nvGraphicFramePr>
          <p:xfrm>
            <a:off x="1112" y="628"/>
            <a:ext cx="760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1" name="Equation" r:id="rId9" imgW="28956000" imgH="9448800" progId="Equation.DSMT4">
                    <p:embed/>
                  </p:oleObj>
                </mc:Choice>
                <mc:Fallback>
                  <p:oleObj name="Equation" r:id="rId9" imgW="28956000" imgH="9448800" progId="Equation.DSMT4">
                    <p:embed/>
                    <p:pic>
                      <p:nvPicPr>
                        <p:cNvPr id="0" name="图片 3140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0"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112" y="628"/>
                          <a:ext cx="760" cy="24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" name="Text Box 19"/>
            <p:cNvSpPr txBox="1">
              <a:spLocks noChangeArrowheads="1"/>
            </p:cNvSpPr>
            <p:nvPr/>
          </p:nvSpPr>
          <p:spPr bwMode="auto">
            <a:xfrm>
              <a:off x="1872" y="576"/>
              <a:ext cx="480" cy="3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8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及</a:t>
              </a:r>
              <a:endPara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3" name="Object 20"/>
            <p:cNvGraphicFramePr>
              <a:graphicFrameLocks noChangeAspect="1"/>
            </p:cNvGraphicFramePr>
            <p:nvPr/>
          </p:nvGraphicFramePr>
          <p:xfrm>
            <a:off x="2220" y="628"/>
            <a:ext cx="728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2" name="Equation" r:id="rId11" imgW="27736800" imgH="9448800" progId="Equation.DSMT4">
                    <p:embed/>
                  </p:oleObj>
                </mc:Choice>
                <mc:Fallback>
                  <p:oleObj name="Equation" r:id="rId11" imgW="27736800" imgH="9448800" progId="Equation.DSMT4">
                    <p:embed/>
                    <p:pic>
                      <p:nvPicPr>
                        <p:cNvPr id="0" name="图片 3141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2"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220" y="628"/>
                          <a:ext cx="728" cy="24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" name="Text Box 21"/>
            <p:cNvSpPr txBox="1">
              <a:spLocks noChangeArrowheads="1"/>
            </p:cNvSpPr>
            <p:nvPr/>
          </p:nvSpPr>
          <p:spPr bwMode="auto">
            <a:xfrm>
              <a:off x="336" y="576"/>
              <a:ext cx="912" cy="3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8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设函数</a:t>
              </a:r>
              <a:endPara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15" name="Object 33"/>
          <p:cNvGraphicFramePr>
            <a:graphicFrameLocks noChangeAspect="1"/>
          </p:cNvGraphicFramePr>
          <p:nvPr/>
        </p:nvGraphicFramePr>
        <p:xfrm>
          <a:off x="2416810" y="3620453"/>
          <a:ext cx="5176838" cy="1323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3" name="Equation" r:id="rId13" imgW="40538400" imgH="10363200" progId="Equation.DSMT4">
                  <p:embed/>
                </p:oleObj>
              </mc:Choice>
              <mc:Fallback>
                <p:oleObj name="Equation" r:id="rId13" imgW="40538400" imgH="10363200" progId="Equation.DSMT4">
                  <p:embed/>
                  <p:pic>
                    <p:nvPicPr>
                      <p:cNvPr id="0" name="图片 3142"/>
                      <p:cNvPicPr>
                        <a:picLocks noChangeAspect="1"/>
                      </p:cNvPicPr>
                      <p:nvPr/>
                    </p:nvPicPr>
                    <p:blipFill>
                      <a:blip r:embed="rId1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416810" y="3620453"/>
                        <a:ext cx="5176838" cy="13239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 autoUpdateAnimBg="0"/>
      <p:bldP spid="8" grpId="0" bldLvl="0" animBg="1" autoUpdateAnimBg="0"/>
      <p:bldP spid="9" grpId="0" bldLvl="0" animBg="1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ChangeAspect="1"/>
          </p:cNvGraphicFramePr>
          <p:nvPr/>
        </p:nvGraphicFramePr>
        <p:xfrm>
          <a:off x="5232400" y="4384675"/>
          <a:ext cx="9398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7" name="Equation" r:id="rId1" imgW="22555200" imgH="9753600" progId="Equation.DSMT4">
                  <p:embed/>
                </p:oleObj>
              </mc:Choice>
              <mc:Fallback>
                <p:oleObj name="Equation" r:id="rId1" imgW="22555200" imgH="9753600" progId="Equation.DSMT4">
                  <p:embed/>
                  <p:pic>
                    <p:nvPicPr>
                      <p:cNvPr id="0" name="图片 409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232400" y="4384675"/>
                        <a:ext cx="939800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3"/>
          <p:cNvGraphicFramePr>
            <a:graphicFrameLocks noChangeAspect="1"/>
          </p:cNvGraphicFramePr>
          <p:nvPr/>
        </p:nvGraphicFramePr>
        <p:xfrm>
          <a:off x="3448050" y="3051175"/>
          <a:ext cx="6985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79" name="Equation" r:id="rId3" imgW="16764000" imgH="9753600" progId="Equation.DSMT4">
                  <p:embed/>
                </p:oleObj>
              </mc:Choice>
              <mc:Fallback>
                <p:oleObj name="Equation" r:id="rId3" imgW="16764000" imgH="9753600" progId="Equation.DSMT4">
                  <p:embed/>
                  <p:pic>
                    <p:nvPicPr>
                      <p:cNvPr id="0" name="图片 4278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448050" y="3051175"/>
                        <a:ext cx="698500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4"/>
          <p:cNvGraphicFramePr>
            <a:graphicFrameLocks noChangeAspect="1"/>
          </p:cNvGraphicFramePr>
          <p:nvPr/>
        </p:nvGraphicFramePr>
        <p:xfrm>
          <a:off x="4222750" y="3051175"/>
          <a:ext cx="14605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80" name="Equation" r:id="rId5" imgW="35052000" imgH="9753600" progId="Equation.DSMT4">
                  <p:embed/>
                </p:oleObj>
              </mc:Choice>
              <mc:Fallback>
                <p:oleObj name="Equation" r:id="rId5" imgW="35052000" imgH="9753600" progId="Equation.DSMT4">
                  <p:embed/>
                  <p:pic>
                    <p:nvPicPr>
                      <p:cNvPr id="0" name="图片 4279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222750" y="3051175"/>
                        <a:ext cx="1460500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5"/>
          <p:cNvGraphicFramePr>
            <a:graphicFrameLocks noChangeAspect="1"/>
          </p:cNvGraphicFramePr>
          <p:nvPr/>
        </p:nvGraphicFramePr>
        <p:xfrm>
          <a:off x="3435350" y="3729038"/>
          <a:ext cx="7493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81" name="Equation" r:id="rId7" imgW="17983200" imgH="9753600" progId="Equation.DSMT4">
                  <p:embed/>
                </p:oleObj>
              </mc:Choice>
              <mc:Fallback>
                <p:oleObj name="Equation" r:id="rId7" imgW="17983200" imgH="9753600" progId="Equation.DSMT4">
                  <p:embed/>
                  <p:pic>
                    <p:nvPicPr>
                      <p:cNvPr id="0" name="图片 4280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435350" y="3729038"/>
                        <a:ext cx="749300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6"/>
          <p:cNvGraphicFramePr>
            <a:graphicFrameLocks noChangeAspect="1"/>
          </p:cNvGraphicFramePr>
          <p:nvPr/>
        </p:nvGraphicFramePr>
        <p:xfrm>
          <a:off x="4203700" y="3736975"/>
          <a:ext cx="17780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82" name="Equation" r:id="rId9" imgW="42672000" imgH="9753600" progId="Equation.DSMT4">
                  <p:embed/>
                </p:oleObj>
              </mc:Choice>
              <mc:Fallback>
                <p:oleObj name="Equation" r:id="rId9" imgW="42672000" imgH="9753600" progId="Equation.DSMT4">
                  <p:embed/>
                  <p:pic>
                    <p:nvPicPr>
                      <p:cNvPr id="0" name="图片 4281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203700" y="3736975"/>
                        <a:ext cx="1778000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7"/>
          <p:cNvGraphicFramePr>
            <a:graphicFrameLocks noChangeAspect="1"/>
          </p:cNvGraphicFramePr>
          <p:nvPr/>
        </p:nvGraphicFramePr>
        <p:xfrm>
          <a:off x="6130925" y="3735388"/>
          <a:ext cx="18542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83" name="Equation" r:id="rId11" imgW="44500800" imgH="9753600" progId="Equation.DSMT4">
                  <p:embed/>
                </p:oleObj>
              </mc:Choice>
              <mc:Fallback>
                <p:oleObj name="Equation" r:id="rId11" imgW="44500800" imgH="9753600" progId="Equation.DSMT4">
                  <p:embed/>
                  <p:pic>
                    <p:nvPicPr>
                      <p:cNvPr id="0" name="图片 4282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130925" y="3735388"/>
                        <a:ext cx="1854200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8"/>
          <p:cNvGraphicFramePr>
            <a:graphicFrameLocks noChangeAspect="1"/>
          </p:cNvGraphicFramePr>
          <p:nvPr/>
        </p:nvGraphicFramePr>
        <p:xfrm>
          <a:off x="7173913" y="3751263"/>
          <a:ext cx="223837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84" name="Equation" r:id="rId13" imgW="5486400" imgH="9448800" progId="Equation.DSMT4">
                  <p:embed/>
                </p:oleObj>
              </mc:Choice>
              <mc:Fallback>
                <p:oleObj name="Equation" r:id="rId13" imgW="5486400" imgH="9448800" progId="Equation.DSMT4">
                  <p:embed/>
                  <p:pic>
                    <p:nvPicPr>
                      <p:cNvPr id="0" name="图片 4283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7173913" y="3751263"/>
                        <a:ext cx="223837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9"/>
          <p:cNvGraphicFramePr>
            <a:graphicFrameLocks noChangeAspect="1"/>
          </p:cNvGraphicFramePr>
          <p:nvPr/>
        </p:nvGraphicFramePr>
        <p:xfrm>
          <a:off x="8115300" y="3736975"/>
          <a:ext cx="7112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85" name="Equation" r:id="rId15" imgW="17068800" imgH="9753600" progId="Equation.DSMT4">
                  <p:embed/>
                </p:oleObj>
              </mc:Choice>
              <mc:Fallback>
                <p:oleObj name="Equation" r:id="rId15" imgW="17068800" imgH="9753600" progId="Equation.DSMT4">
                  <p:embed/>
                  <p:pic>
                    <p:nvPicPr>
                      <p:cNvPr id="0" name="图片 4284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8115300" y="3736975"/>
                        <a:ext cx="711200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0"/>
          <p:cNvGraphicFramePr>
            <a:graphicFrameLocks noChangeAspect="1"/>
          </p:cNvGraphicFramePr>
          <p:nvPr/>
        </p:nvGraphicFramePr>
        <p:xfrm>
          <a:off x="3390900" y="4383088"/>
          <a:ext cx="7874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86" name="Equation" r:id="rId17" imgW="18897600" imgH="9753600" progId="Equation.DSMT4">
                  <p:embed/>
                </p:oleObj>
              </mc:Choice>
              <mc:Fallback>
                <p:oleObj name="Equation" r:id="rId17" imgW="18897600" imgH="9753600" progId="Equation.DSMT4">
                  <p:embed/>
                  <p:pic>
                    <p:nvPicPr>
                      <p:cNvPr id="0" name="图片 4285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390900" y="4383088"/>
                        <a:ext cx="787400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1"/>
          <p:cNvGraphicFramePr>
            <a:graphicFrameLocks noChangeAspect="1"/>
          </p:cNvGraphicFramePr>
          <p:nvPr/>
        </p:nvGraphicFramePr>
        <p:xfrm>
          <a:off x="4197350" y="4384675"/>
          <a:ext cx="8255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87" name="Equation" r:id="rId19" imgW="19812000" imgH="9753600" progId="Equation.DSMT4">
                  <p:embed/>
                </p:oleObj>
              </mc:Choice>
              <mc:Fallback>
                <p:oleObj name="Equation" r:id="rId19" imgW="19812000" imgH="9753600" progId="Equation.DSMT4">
                  <p:embed/>
                  <p:pic>
                    <p:nvPicPr>
                      <p:cNvPr id="0" name="图片 4286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4197350" y="4384675"/>
                        <a:ext cx="825500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2"/>
          <p:cNvGraphicFramePr>
            <a:graphicFrameLocks noChangeAspect="1"/>
          </p:cNvGraphicFramePr>
          <p:nvPr/>
        </p:nvGraphicFramePr>
        <p:xfrm>
          <a:off x="6299200" y="4384675"/>
          <a:ext cx="9398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88" name="Equation" r:id="rId21" imgW="22555200" imgH="9753600" progId="Equation.DSMT4">
                  <p:embed/>
                </p:oleObj>
              </mc:Choice>
              <mc:Fallback>
                <p:oleObj name="Equation" r:id="rId21" imgW="22555200" imgH="9753600" progId="Equation.DSMT4">
                  <p:embed/>
                  <p:pic>
                    <p:nvPicPr>
                      <p:cNvPr id="0" name="图片 4287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6299200" y="4384675"/>
                        <a:ext cx="939800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3"/>
          <p:cNvGraphicFramePr>
            <a:graphicFrameLocks noChangeAspect="1"/>
          </p:cNvGraphicFramePr>
          <p:nvPr/>
        </p:nvGraphicFramePr>
        <p:xfrm>
          <a:off x="7429500" y="4384675"/>
          <a:ext cx="7620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89" name="Equation" r:id="rId23" imgW="18288000" imgH="9753600" progId="Equation.DSMT4">
                  <p:embed/>
                </p:oleObj>
              </mc:Choice>
              <mc:Fallback>
                <p:oleObj name="Equation" r:id="rId23" imgW="18288000" imgH="9753600" progId="Equation.DSMT4">
                  <p:embed/>
                  <p:pic>
                    <p:nvPicPr>
                      <p:cNvPr id="0" name="图片 4288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7429500" y="4384675"/>
                        <a:ext cx="762000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Box 14"/>
          <p:cNvSpPr txBox="1">
            <a:spLocks noChangeArrowheads="1"/>
          </p:cNvSpPr>
          <p:nvPr/>
        </p:nvSpPr>
        <p:spPr bwMode="auto">
          <a:xfrm>
            <a:off x="2667000" y="5330825"/>
            <a:ext cx="64008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用数学归纳法可证</a:t>
            </a:r>
            <a:r>
              <a:rPr kumimoji="1" lang="zh-CN" altLang="en-US" sz="2800" b="1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莱布尼兹公式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成立 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kumimoji="1" lang="en-US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5" name="Object 23"/>
          <p:cNvGraphicFramePr>
            <a:graphicFrameLocks noChangeAspect="1"/>
          </p:cNvGraphicFramePr>
          <p:nvPr/>
        </p:nvGraphicFramePr>
        <p:xfrm>
          <a:off x="2620963" y="404813"/>
          <a:ext cx="1763712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90" name="Equation" r:id="rId25" imgW="15544800" imgH="5486400" progId="Equation.DSMT4">
                  <p:embed/>
                </p:oleObj>
              </mc:Choice>
              <mc:Fallback>
                <p:oleObj name="Equation" r:id="rId25" imgW="15544800" imgH="5486400" progId="Equation.DSMT4">
                  <p:embed/>
                  <p:pic>
                    <p:nvPicPr>
                      <p:cNvPr id="0" name="图片 4289"/>
                      <p:cNvPicPr>
                        <a:picLocks noChangeAspect="1"/>
                      </p:cNvPicPr>
                      <p:nvPr/>
                    </p:nvPicPr>
                    <p:blipFill>
                      <a:blip r:embed="rId2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620963" y="404813"/>
                        <a:ext cx="1763712" cy="622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24"/>
          <p:cNvGraphicFramePr>
            <a:graphicFrameLocks noChangeAspect="1"/>
          </p:cNvGraphicFramePr>
          <p:nvPr/>
        </p:nvGraphicFramePr>
        <p:xfrm>
          <a:off x="4408488" y="438150"/>
          <a:ext cx="9652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91" name="Equation" r:id="rId27" imgW="23164800" imgH="10972800" progId="Equation.DSMT4">
                  <p:embed/>
                </p:oleObj>
              </mc:Choice>
              <mc:Fallback>
                <p:oleObj name="Equation" r:id="rId27" imgW="23164800" imgH="10972800" progId="Equation.DSMT4">
                  <p:embed/>
                  <p:pic>
                    <p:nvPicPr>
                      <p:cNvPr id="0" name="图片 4290"/>
                      <p:cNvPicPr>
                        <a:picLocks noChangeAspect="1"/>
                      </p:cNvPicPr>
                      <p:nvPr/>
                    </p:nvPicPr>
                    <p:blipFill>
                      <a:blip r:embed="rId2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408488" y="438150"/>
                        <a:ext cx="96520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25"/>
          <p:cNvGraphicFramePr>
            <a:graphicFrameLocks noChangeAspect="1"/>
          </p:cNvGraphicFramePr>
          <p:nvPr/>
        </p:nvGraphicFramePr>
        <p:xfrm>
          <a:off x="7159625" y="266700"/>
          <a:ext cx="108585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92" name="Equation" r:id="rId29" imgW="28041600" imgH="21945600" progId="Equation.DSMT4">
                  <p:embed/>
                </p:oleObj>
              </mc:Choice>
              <mc:Fallback>
                <p:oleObj name="Equation" r:id="rId29" imgW="28041600" imgH="21945600" progId="Equation.DSMT4">
                  <p:embed/>
                  <p:pic>
                    <p:nvPicPr>
                      <p:cNvPr id="0" name="图片 4291"/>
                      <p:cNvPicPr>
                        <a:picLocks noChangeAspect="1"/>
                      </p:cNvPicPr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7159625" y="266700"/>
                        <a:ext cx="1085850" cy="850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26"/>
          <p:cNvGraphicFramePr>
            <a:graphicFrameLocks noChangeAspect="1"/>
          </p:cNvGraphicFramePr>
          <p:nvPr/>
        </p:nvGraphicFramePr>
        <p:xfrm>
          <a:off x="4450398" y="1234123"/>
          <a:ext cx="3482975" cy="85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93" name="Equation" r:id="rId31" imgW="89916000" imgH="21945600" progId="Equation.DSMT4">
                  <p:embed/>
                </p:oleObj>
              </mc:Choice>
              <mc:Fallback>
                <p:oleObj name="Equation" r:id="rId31" imgW="89916000" imgH="21945600" progId="Equation.DSMT4">
                  <p:embed/>
                  <p:pic>
                    <p:nvPicPr>
                      <p:cNvPr id="0" name="图片 4292"/>
                      <p:cNvPicPr>
                        <a:picLocks noChangeAspect="1"/>
                      </p:cNvPicPr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4450398" y="1234123"/>
                        <a:ext cx="3482975" cy="85248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27"/>
          <p:cNvGraphicFramePr>
            <a:graphicFrameLocks noChangeAspect="1"/>
          </p:cNvGraphicFramePr>
          <p:nvPr/>
        </p:nvGraphicFramePr>
        <p:xfrm>
          <a:off x="8383588" y="438150"/>
          <a:ext cx="13081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94" name="Equation" r:id="rId33" imgW="31394400" imgH="10972800" progId="Equation.DSMT4">
                  <p:embed/>
                </p:oleObj>
              </mc:Choice>
              <mc:Fallback>
                <p:oleObj name="Equation" r:id="rId33" imgW="31394400" imgH="10972800" progId="Equation.DSMT4">
                  <p:embed/>
                  <p:pic>
                    <p:nvPicPr>
                      <p:cNvPr id="0" name="图片 4293"/>
                      <p:cNvPicPr>
                        <a:picLocks noChangeAspect="1"/>
                      </p:cNvPicPr>
                      <p:nvPr/>
                    </p:nvPicPr>
                    <p:blipFill>
                      <a:blip r:embed="rId3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8383588" y="438150"/>
                        <a:ext cx="130810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28"/>
          <p:cNvGraphicFramePr>
            <a:graphicFrameLocks noChangeAspect="1"/>
          </p:cNvGraphicFramePr>
          <p:nvPr/>
        </p:nvGraphicFramePr>
        <p:xfrm>
          <a:off x="7984808" y="1369060"/>
          <a:ext cx="1270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95" name="Equation" r:id="rId35" imgW="30480000" imgH="10972800" progId="Equation.DSMT4">
                  <p:embed/>
                </p:oleObj>
              </mc:Choice>
              <mc:Fallback>
                <p:oleObj name="Equation" r:id="rId35" imgW="30480000" imgH="10972800" progId="Equation.DSMT4">
                  <p:embed/>
                  <p:pic>
                    <p:nvPicPr>
                      <p:cNvPr id="0" name="图片 4294"/>
                      <p:cNvPicPr>
                        <a:picLocks noChangeAspect="1"/>
                      </p:cNvPicPr>
                      <p:nvPr/>
                    </p:nvPicPr>
                    <p:blipFill>
                      <a:blip r:embed="rId3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7984808" y="1369060"/>
                        <a:ext cx="127000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29"/>
          <p:cNvGraphicFramePr>
            <a:graphicFrameLocks noChangeAspect="1"/>
          </p:cNvGraphicFramePr>
          <p:nvPr/>
        </p:nvGraphicFramePr>
        <p:xfrm>
          <a:off x="4450398" y="2092325"/>
          <a:ext cx="14859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96" name="Equation" r:id="rId37" imgW="35661600" imgH="10972800" progId="Equation.DSMT4">
                  <p:embed/>
                </p:oleObj>
              </mc:Choice>
              <mc:Fallback>
                <p:oleObj name="Equation" r:id="rId37" imgW="35661600" imgH="10972800" progId="Equation.DSMT4">
                  <p:embed/>
                  <p:pic>
                    <p:nvPicPr>
                      <p:cNvPr id="0" name="图片 4295"/>
                      <p:cNvPicPr>
                        <a:picLocks noChangeAspect="1"/>
                      </p:cNvPicPr>
                      <p:nvPr/>
                    </p:nvPicPr>
                    <p:blipFill>
                      <a:blip r:embed="rId3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450398" y="2092325"/>
                        <a:ext cx="148590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30"/>
          <p:cNvGraphicFramePr>
            <a:graphicFrameLocks noChangeAspect="1"/>
          </p:cNvGraphicFramePr>
          <p:nvPr/>
        </p:nvGraphicFramePr>
        <p:xfrm>
          <a:off x="5570538" y="438150"/>
          <a:ext cx="14478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97" name="Equation" r:id="rId39" imgW="34747200" imgH="10972800" progId="Equation.DSMT4">
                  <p:embed/>
                </p:oleObj>
              </mc:Choice>
              <mc:Fallback>
                <p:oleObj name="Equation" r:id="rId39" imgW="34747200" imgH="10972800" progId="Equation.DSMT4">
                  <p:embed/>
                  <p:pic>
                    <p:nvPicPr>
                      <p:cNvPr id="0" name="图片 4296"/>
                      <p:cNvPicPr>
                        <a:picLocks noChangeAspect="1"/>
                      </p:cNvPicPr>
                      <p:nvPr/>
                    </p:nvPicPr>
                    <p:blipFill>
                      <a:blip r:embed="rId40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5570538" y="438150"/>
                        <a:ext cx="144780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1919536" y="446832"/>
            <a:ext cx="5403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即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853496" y="2392060"/>
            <a:ext cx="253111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=1,2,3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时为：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41"/>
          <a:srcRect l="18519" r="20741" b="4500"/>
          <a:stretch>
            <a:fillRect/>
          </a:stretch>
        </p:blipFill>
        <p:spPr>
          <a:xfrm>
            <a:off x="4676140" y="1415415"/>
            <a:ext cx="260350" cy="363855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/>
        </p:nvPicPr>
        <p:blipFill>
          <a:blip r:embed="rId41"/>
          <a:srcRect l="18519" r="20741" b="4500"/>
          <a:stretch>
            <a:fillRect/>
          </a:stretch>
        </p:blipFill>
        <p:spPr>
          <a:xfrm>
            <a:off x="4676140" y="2092325"/>
            <a:ext cx="260350" cy="363855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/>
        </p:nvPicPr>
        <p:blipFill>
          <a:blip r:embed="rId41"/>
          <a:srcRect l="18519" r="20741" b="4500"/>
          <a:stretch>
            <a:fillRect/>
          </a:stretch>
        </p:blipFill>
        <p:spPr>
          <a:xfrm>
            <a:off x="6299200" y="1234440"/>
            <a:ext cx="260350" cy="3638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ldLvl="0" animBg="1" autoUpdateAnimBg="0"/>
      <p:bldP spid="23" grpId="0"/>
      <p:bldP spid="2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5"/>
          <p:cNvSpPr txBox="1">
            <a:spLocks noChangeArrowheads="1"/>
          </p:cNvSpPr>
          <p:nvPr/>
        </p:nvSpPr>
        <p:spPr bwMode="auto">
          <a:xfrm>
            <a:off x="2017445" y="330880"/>
            <a:ext cx="4744144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高阶导数的计算</a:t>
            </a:r>
            <a:endParaRPr lang="zh-CN" altLang="zh-CN" sz="32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2051538" y="914400"/>
            <a:ext cx="2244262" cy="7620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Tx/>
              <a:buSzTx/>
              <a:buFontTx/>
            </a:pPr>
            <a:r>
              <a:rPr lang="zh-CN" altLang="en-US" sz="32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1.直接法</a:t>
            </a:r>
            <a:endParaRPr lang="zh-CN" altLang="en-US" sz="3200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2947193" y="1670051"/>
            <a:ext cx="8382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设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Object 3"/>
          <p:cNvGraphicFramePr>
            <a:graphicFrameLocks noChangeAspect="1"/>
          </p:cNvGraphicFramePr>
          <p:nvPr/>
        </p:nvGraphicFramePr>
        <p:xfrm>
          <a:off x="3670300" y="1668463"/>
          <a:ext cx="42783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1" name="Equation" r:id="rId1" imgW="102717600" imgH="11277600" progId="Equation.DSMT4">
                  <p:embed/>
                </p:oleObj>
              </mc:Choice>
              <mc:Fallback>
                <p:oleObj name="Equation" r:id="rId1" imgW="102717600" imgH="11277600" progId="Equation.DSMT4">
                  <p:embed/>
                  <p:pic>
                    <p:nvPicPr>
                      <p:cNvPr id="0" name="图片 5120"/>
                      <p:cNvPicPr>
                        <a:picLocks noChangeAspect="1"/>
                      </p:cNvPicPr>
                      <p:nvPr/>
                    </p:nvPicPr>
                    <p:blipFill>
                      <a:blip r:embed="rId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670300" y="1668463"/>
                        <a:ext cx="4278313" cy="469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8135143" y="1636713"/>
            <a:ext cx="66675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求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7" name="Object 5"/>
          <p:cNvGraphicFramePr>
            <a:graphicFrameLocks noChangeAspect="1"/>
          </p:cNvGraphicFramePr>
          <p:nvPr/>
        </p:nvGraphicFramePr>
        <p:xfrm>
          <a:off x="8699500" y="1681163"/>
          <a:ext cx="6223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53" name="Equation" r:id="rId3" imgW="14935200" imgH="10972800" progId="Equation.DSMT4">
                  <p:embed/>
                </p:oleObj>
              </mc:Choice>
              <mc:Fallback>
                <p:oleObj name="Equation" r:id="rId3" imgW="14935200" imgH="10972800" progId="Equation.DSMT4">
                  <p:embed/>
                  <p:pic>
                    <p:nvPicPr>
                      <p:cNvPr id="0" name="图片 5252"/>
                      <p:cNvPicPr>
                        <a:picLocks noChangeAspect="1"/>
                      </p:cNvPicPr>
                      <p:nvPr/>
                    </p:nvPicPr>
                    <p:blipFill>
                      <a:blip r:embed="rId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8699500" y="1681163"/>
                        <a:ext cx="62230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6"/>
          <p:cNvSpPr txBox="1">
            <a:spLocks noChangeArrowheads="1"/>
          </p:cNvSpPr>
          <p:nvPr/>
        </p:nvSpPr>
        <p:spPr bwMode="auto">
          <a:xfrm>
            <a:off x="2180748" y="2453006"/>
            <a:ext cx="8890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kumimoji="1"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endParaRPr kumimoji="1" lang="en-US" altLang="zh-CN" sz="2800" b="1" dirty="0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9" name="Object 7"/>
          <p:cNvGraphicFramePr>
            <a:graphicFrameLocks noChangeAspect="1"/>
          </p:cNvGraphicFramePr>
          <p:nvPr/>
        </p:nvGraphicFramePr>
        <p:xfrm>
          <a:off x="3286125" y="2547938"/>
          <a:ext cx="12192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54" name="Equation" r:id="rId5" imgW="29260800" imgH="10363200" progId="Equation.DSMT4">
                  <p:embed/>
                </p:oleObj>
              </mc:Choice>
              <mc:Fallback>
                <p:oleObj name="Equation" r:id="rId5" imgW="29260800" imgH="10363200" progId="Equation.DSMT4">
                  <p:embed/>
                  <p:pic>
                    <p:nvPicPr>
                      <p:cNvPr id="0" name="图片 5253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286125" y="2547938"/>
                        <a:ext cx="12192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8"/>
          <p:cNvGraphicFramePr>
            <a:graphicFrameLocks noChangeAspect="1"/>
          </p:cNvGraphicFramePr>
          <p:nvPr/>
        </p:nvGraphicFramePr>
        <p:xfrm>
          <a:off x="4578350" y="2547938"/>
          <a:ext cx="9779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55" name="Equation" r:id="rId7" imgW="23469600" imgH="10363200" progId="Equation.DSMT4">
                  <p:embed/>
                </p:oleObj>
              </mc:Choice>
              <mc:Fallback>
                <p:oleObj name="Equation" r:id="rId7" imgW="23469600" imgH="10363200" progId="Equation.DSMT4">
                  <p:embed/>
                  <p:pic>
                    <p:nvPicPr>
                      <p:cNvPr id="0" name="图片 5254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578350" y="2547938"/>
                        <a:ext cx="9779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9"/>
          <p:cNvGraphicFramePr>
            <a:graphicFrameLocks noChangeAspect="1"/>
          </p:cNvGraphicFramePr>
          <p:nvPr/>
        </p:nvGraphicFramePr>
        <p:xfrm>
          <a:off x="6962775" y="2506663"/>
          <a:ext cx="16637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56" name="Equation" r:id="rId9" imgW="39928800" imgH="11277600" progId="Equation.DSMT4">
                  <p:embed/>
                </p:oleObj>
              </mc:Choice>
              <mc:Fallback>
                <p:oleObj name="Equation" r:id="rId9" imgW="39928800" imgH="11277600" progId="Equation.DSMT4">
                  <p:embed/>
                  <p:pic>
                    <p:nvPicPr>
                      <p:cNvPr id="0" name="图片 5255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962775" y="2506663"/>
                        <a:ext cx="1663700" cy="469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0"/>
          <p:cNvGraphicFramePr>
            <a:graphicFrameLocks noChangeAspect="1"/>
          </p:cNvGraphicFramePr>
          <p:nvPr/>
        </p:nvGraphicFramePr>
        <p:xfrm>
          <a:off x="3308350" y="3236913"/>
          <a:ext cx="176371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57" name="Equation" r:id="rId11" imgW="42367200" imgH="10363200" progId="Equation.DSMT4">
                  <p:embed/>
                </p:oleObj>
              </mc:Choice>
              <mc:Fallback>
                <p:oleObj name="Equation" r:id="rId11" imgW="42367200" imgH="10363200" progId="Equation.DSMT4">
                  <p:embed/>
                  <p:pic>
                    <p:nvPicPr>
                      <p:cNvPr id="0" name="图片 5256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308350" y="3236913"/>
                        <a:ext cx="1763713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1"/>
          <p:cNvGraphicFramePr>
            <a:graphicFrameLocks noChangeAspect="1"/>
          </p:cNvGraphicFramePr>
          <p:nvPr/>
        </p:nvGraphicFramePr>
        <p:xfrm>
          <a:off x="5194300" y="3249613"/>
          <a:ext cx="10287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58" name="Equation" r:id="rId13" imgW="24688800" imgH="10363200" progId="Equation.DSMT4">
                  <p:embed/>
                </p:oleObj>
              </mc:Choice>
              <mc:Fallback>
                <p:oleObj name="Equation" r:id="rId13" imgW="24688800" imgH="10363200" progId="Equation.DSMT4">
                  <p:embed/>
                  <p:pic>
                    <p:nvPicPr>
                      <p:cNvPr id="0" name="图片 5257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194300" y="3249613"/>
                        <a:ext cx="10287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2"/>
          <p:cNvGraphicFramePr>
            <a:graphicFrameLocks noChangeAspect="1"/>
          </p:cNvGraphicFramePr>
          <p:nvPr/>
        </p:nvGraphicFramePr>
        <p:xfrm>
          <a:off x="6438900" y="3192463"/>
          <a:ext cx="2805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59" name="Equation" r:id="rId15" imgW="67360800" imgH="11277600" progId="Equation.DSMT4">
                  <p:embed/>
                </p:oleObj>
              </mc:Choice>
              <mc:Fallback>
                <p:oleObj name="Equation" r:id="rId15" imgW="67360800" imgH="11277600" progId="Equation.DSMT4">
                  <p:embed/>
                  <p:pic>
                    <p:nvPicPr>
                      <p:cNvPr id="0" name="图片 5258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438900" y="3192463"/>
                        <a:ext cx="2805113" cy="469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 Box 13"/>
          <p:cNvSpPr txBox="1">
            <a:spLocks noChangeArrowheads="1"/>
          </p:cNvSpPr>
          <p:nvPr/>
        </p:nvSpPr>
        <p:spPr bwMode="auto">
          <a:xfrm>
            <a:off x="2496343" y="3916363"/>
            <a:ext cx="19050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依次类推 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endParaRPr kumimoji="1" lang="en-US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6" name="Object 14"/>
          <p:cNvGraphicFramePr>
            <a:graphicFrameLocks noChangeAspect="1"/>
          </p:cNvGraphicFramePr>
          <p:nvPr/>
        </p:nvGraphicFramePr>
        <p:xfrm>
          <a:off x="4773613" y="4365105"/>
          <a:ext cx="1503535" cy="5323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60" name="Equation" r:id="rId17" imgW="16459200" imgH="5791200" progId="Equation.DSMT4">
                  <p:embed/>
                </p:oleObj>
              </mc:Choice>
              <mc:Fallback>
                <p:oleObj name="Equation" r:id="rId17" imgW="16459200" imgH="5791200" progId="Equation.DSMT4">
                  <p:embed/>
                  <p:pic>
                    <p:nvPicPr>
                      <p:cNvPr id="0" name="图片 5259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773613" y="4365105"/>
                        <a:ext cx="1503535" cy="532334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5"/>
          <p:cNvGraphicFramePr>
            <a:graphicFrameLocks noChangeAspect="1"/>
          </p:cNvGraphicFramePr>
          <p:nvPr/>
        </p:nvGraphicFramePr>
        <p:xfrm>
          <a:off x="5681663" y="2505075"/>
          <a:ext cx="10795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61" name="Equation" r:id="rId19" imgW="25908000" imgH="11277600" progId="Equation.DSMT4">
                  <p:embed/>
                </p:oleObj>
              </mc:Choice>
              <mc:Fallback>
                <p:oleObj name="Equation" r:id="rId19" imgW="25908000" imgH="11277600" progId="Equation.DSMT4">
                  <p:embed/>
                  <p:pic>
                    <p:nvPicPr>
                      <p:cNvPr id="0" name="图片 5260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5681663" y="2505075"/>
                        <a:ext cx="1079500" cy="469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Rectangle 16"/>
          <p:cNvSpPr txBox="1">
            <a:spLocks noChangeArrowheads="1"/>
          </p:cNvSpPr>
          <p:nvPr/>
        </p:nvSpPr>
        <p:spPr>
          <a:xfrm>
            <a:off x="2121693" y="1682751"/>
            <a:ext cx="1219200" cy="5334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1.</a:t>
            </a:r>
            <a:endParaRPr lang="en-US" altLang="zh-CN" sz="2800" b="1" dirty="0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9" name="Text Box 17"/>
          <p:cNvSpPr txBox="1">
            <a:spLocks noChangeArrowheads="1"/>
          </p:cNvSpPr>
          <p:nvPr/>
        </p:nvSpPr>
        <p:spPr bwMode="auto">
          <a:xfrm>
            <a:off x="2121693" y="4976093"/>
            <a:ext cx="19812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思考</a:t>
            </a:r>
            <a:r>
              <a:rPr kumimoji="1" lang="en-US" altLang="zh-CN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:</a:t>
            </a:r>
            <a:r>
              <a:rPr kumimoji="1" lang="en-US" altLang="zh-CN" sz="28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设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0" name="Object 18"/>
          <p:cNvGraphicFramePr>
            <a:graphicFrameLocks noChangeAspect="1"/>
          </p:cNvGraphicFramePr>
          <p:nvPr/>
        </p:nvGraphicFramePr>
        <p:xfrm>
          <a:off x="3803650" y="4966568"/>
          <a:ext cx="3478213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62" name="Equation" r:id="rId21" imgW="83515200" imgH="10972800" progId="Equation.DSMT4">
                  <p:embed/>
                </p:oleObj>
              </mc:Choice>
              <mc:Fallback>
                <p:oleObj name="Equation" r:id="rId21" imgW="83515200" imgH="10972800" progId="Equation.DSMT4">
                  <p:embed/>
                  <p:pic>
                    <p:nvPicPr>
                      <p:cNvPr id="0" name="图片 5261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3803650" y="4966568"/>
                        <a:ext cx="3478213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19"/>
          <p:cNvGraphicFramePr>
            <a:graphicFrameLocks noChangeAspect="1"/>
          </p:cNvGraphicFramePr>
          <p:nvPr/>
        </p:nvGraphicFramePr>
        <p:xfrm>
          <a:off x="7950200" y="4966568"/>
          <a:ext cx="10668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63" name="Equation" r:id="rId23" imgW="25603200" imgH="10972800" progId="Equation.DSMT4">
                  <p:embed/>
                </p:oleObj>
              </mc:Choice>
              <mc:Fallback>
                <p:oleObj name="Equation" r:id="rId23" imgW="25603200" imgH="10972800" progId="Equation.DSMT4">
                  <p:embed/>
                  <p:pic>
                    <p:nvPicPr>
                      <p:cNvPr id="0" name="图片 5262"/>
                      <p:cNvPicPr>
                        <a:picLocks noChangeAspect="1"/>
                      </p:cNvPicPr>
                      <p:nvPr/>
                    </p:nvPicPr>
                    <p:blipFill>
                      <a:blip r:embed="rId2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7950200" y="4966568"/>
                        <a:ext cx="106680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Text Box 21"/>
          <p:cNvSpPr txBox="1">
            <a:spLocks noChangeArrowheads="1"/>
          </p:cNvSpPr>
          <p:nvPr/>
        </p:nvSpPr>
        <p:spPr bwMode="auto">
          <a:xfrm>
            <a:off x="7373143" y="4941168"/>
            <a:ext cx="54038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问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4" name="Text Box 22"/>
          <p:cNvSpPr txBox="1">
            <a:spLocks noChangeArrowheads="1"/>
          </p:cNvSpPr>
          <p:nvPr/>
        </p:nvSpPr>
        <p:spPr bwMode="auto">
          <a:xfrm>
            <a:off x="4248943" y="3884613"/>
            <a:ext cx="89789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可得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25"/>
          <a:srcRect l="18519" r="20741" b="4500"/>
          <a:stretch>
            <a:fillRect/>
          </a:stretch>
        </p:blipFill>
        <p:spPr>
          <a:xfrm>
            <a:off x="6501130" y="1682750"/>
            <a:ext cx="260350" cy="363855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25"/>
          <a:srcRect l="18519" r="20741" b="4500"/>
          <a:stretch>
            <a:fillRect/>
          </a:stretch>
        </p:blipFill>
        <p:spPr>
          <a:xfrm>
            <a:off x="6887210" y="2531745"/>
            <a:ext cx="260350" cy="363855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/>
        </p:nvPicPr>
        <p:blipFill>
          <a:blip r:embed="rId25"/>
          <a:srcRect l="18519" r="20741" b="4500"/>
          <a:stretch>
            <a:fillRect/>
          </a:stretch>
        </p:blipFill>
        <p:spPr>
          <a:xfrm>
            <a:off x="6626860" y="3192780"/>
            <a:ext cx="260350" cy="3638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24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500"/>
                            </p:stCondLst>
                            <p:childTnLst>
                              <p:par>
                                <p:cTn id="9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500"/>
                            </p:stCondLst>
                            <p:childTnLst>
                              <p:par>
                                <p:cTn id="10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2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500"/>
                            </p:stCondLst>
                            <p:childTnLst>
                              <p:par>
                                <p:cTn id="1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bldLvl="0" animBg="1"/>
      <p:bldP spid="6" grpId="0" bldLvl="0" animBg="1"/>
      <p:bldP spid="8" grpId="0" bldLvl="0" animBg="1" autoUpdateAnimBg="0"/>
      <p:bldP spid="15" grpId="0" bldLvl="0" animBg="1" autoUpdateAnimBg="0"/>
      <p:bldP spid="18" grpId="0"/>
      <p:bldP spid="19" grpId="0" bldLvl="0" animBg="1" autoUpdateAnimBg="0"/>
      <p:bldP spid="23" grpId="0" autoUpdateAnimBg="0" build="p"/>
      <p:bldP spid="24" grpId="0" autoUpdateAnimBg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2075815" y="671014"/>
          <a:ext cx="1779587" cy="47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13" name="Equation" r:id="rId1" imgW="42062400" imgH="11887200" progId="Equation.DSMT4">
                  <p:embed/>
                </p:oleObj>
              </mc:Choice>
              <mc:Fallback>
                <p:oleObj name="Equation" r:id="rId1" imgW="42062400" imgH="11887200" progId="Equation.DSMT4">
                  <p:embed/>
                  <p:pic>
                    <p:nvPicPr>
                      <p:cNvPr id="0" name="图片 7312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075815" y="671014"/>
                        <a:ext cx="1779587" cy="4746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4478551" y="670878"/>
          <a:ext cx="3698875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14" name="Equation" r:id="rId3" imgW="87477600" imgH="10972800" progId="Equation.DSMT4">
                  <p:embed/>
                </p:oleObj>
              </mc:Choice>
              <mc:Fallback>
                <p:oleObj name="Equation" r:id="rId3" imgW="87477600" imgH="10972800" progId="Equation.DSMT4">
                  <p:embed/>
                  <p:pic>
                    <p:nvPicPr>
                      <p:cNvPr id="0" name="图片 7313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478551" y="670878"/>
                        <a:ext cx="3698875" cy="4381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3" name="Rectangle 10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5" name="Rectangle 1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7" name="Rectangle 1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9" name="Rectangle 1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21" name="Rectangle 1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23" name="Rectangle 20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25" name="Rectangle 2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27" name="TextBox 26"/>
          <p:cNvSpPr txBox="1"/>
          <p:nvPr/>
        </p:nvSpPr>
        <p:spPr>
          <a:xfrm>
            <a:off x="2075994" y="1620902"/>
            <a:ext cx="72009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解</a:t>
            </a:r>
            <a:r>
              <a:rPr lang="en-US" altLang="zh-CN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endParaRPr lang="zh-CN" altLang="en-US" sz="2800" b="1" dirty="0">
              <a:solidFill>
                <a:srgbClr val="7030A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857419" y="1620902"/>
            <a:ext cx="197040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逐次求导得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9" name="Rectangle 35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30" name="对象 29"/>
          <p:cNvGraphicFramePr>
            <a:graphicFrameLocks noChangeAspect="1"/>
          </p:cNvGraphicFramePr>
          <p:nvPr/>
        </p:nvGraphicFramePr>
        <p:xfrm>
          <a:off x="2857720" y="2592432"/>
          <a:ext cx="6115050" cy="1008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23" name="Equation" r:id="rId5" imgW="145694400" imgH="24993600" progId="Equation.DSMT4">
                  <p:embed/>
                </p:oleObj>
              </mc:Choice>
              <mc:Fallback>
                <p:oleObj name="Equation" r:id="rId5" imgW="145694400" imgH="24993600" progId="Equation.DSMT4">
                  <p:embed/>
                  <p:pic>
                    <p:nvPicPr>
                      <p:cNvPr id="0" name="图片 7322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857720" y="2592432"/>
                        <a:ext cx="6115050" cy="10080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Rectangle 37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33" name="对象 32"/>
          <p:cNvGraphicFramePr>
            <a:graphicFrameLocks noChangeAspect="1"/>
          </p:cNvGraphicFramePr>
          <p:nvPr/>
        </p:nvGraphicFramePr>
        <p:xfrm>
          <a:off x="2857381" y="4202534"/>
          <a:ext cx="4513580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24" name="Equation" r:id="rId7" imgW="107289600" imgH="10972800" progId="Equation.DSMT4">
                  <p:embed/>
                </p:oleObj>
              </mc:Choice>
              <mc:Fallback>
                <p:oleObj name="Equation" r:id="rId7" imgW="107289600" imgH="10972800" progId="Equation.DSMT4">
                  <p:embed/>
                  <p:pic>
                    <p:nvPicPr>
                      <p:cNvPr id="0" name="图片 7323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857381" y="4202534"/>
                        <a:ext cx="4513580" cy="4381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07089" y="499537"/>
            <a:ext cx="143700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 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设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3416601" y="577631"/>
          <a:ext cx="1829449" cy="36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5" name="Equation" r:id="rId1" imgW="42062400" imgH="8839200" progId="Equation.DSMT4">
                  <p:embed/>
                </p:oleObj>
              </mc:Choice>
              <mc:Fallback>
                <p:oleObj name="Equation" r:id="rId1" imgW="42062400" imgH="8839200" progId="Equation.DSMT4">
                  <p:embed/>
                  <p:pic>
                    <p:nvPicPr>
                      <p:cNvPr id="0" name="图片 614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416601" y="577631"/>
                        <a:ext cx="1829449" cy="360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318264" y="506522"/>
            <a:ext cx="5403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求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5858302" y="557301"/>
          <a:ext cx="1774825" cy="4000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23" name="Equation" r:id="rId3" imgW="42062400" imgH="9753600" progId="Equation.DSMT4">
                  <p:embed/>
                </p:oleObj>
              </mc:Choice>
              <mc:Fallback>
                <p:oleObj name="Equation" r:id="rId3" imgW="42062400" imgH="9753600" progId="Equation.DSMT4">
                  <p:embed/>
                  <p:pic>
                    <p:nvPicPr>
                      <p:cNvPr id="0" name="图片 6222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858302" y="557301"/>
                        <a:ext cx="1774825" cy="4000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175436" y="1028482"/>
            <a:ext cx="89979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解</a:t>
            </a:r>
            <a:r>
              <a:rPr lang="en-US" altLang="zh-CN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endParaRPr lang="zh-CN" altLang="en-US" sz="2800" b="1" dirty="0">
              <a:solidFill>
                <a:srgbClr val="7030A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014345" y="1035050"/>
            <a:ext cx="775843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要先求出高阶导函数，再代入值.</a:t>
            </a:r>
            <a:endParaRPr lang="zh-CN" altLang="en-US" sz="2800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3014514" y="1729512"/>
          <a:ext cx="1608137" cy="811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24" name="Equation" r:id="rId5" imgW="38404800" imgH="20116800" progId="Equation.DSMT4">
                  <p:embed/>
                </p:oleObj>
              </mc:Choice>
              <mc:Fallback>
                <p:oleObj name="Equation" r:id="rId5" imgW="38404800" imgH="20116800" progId="Equation.DSMT4">
                  <p:embed/>
                  <p:pic>
                    <p:nvPicPr>
                      <p:cNvPr id="0" name="图片 6223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014514" y="1729512"/>
                        <a:ext cx="1608137" cy="8112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5048632" y="1729512"/>
          <a:ext cx="2093912" cy="1063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25" name="Equation" r:id="rId7" imgW="49682400" imgH="26212800" progId="Equation.DSMT4">
                  <p:embed/>
                </p:oleObj>
              </mc:Choice>
              <mc:Fallback>
                <p:oleObj name="Equation" r:id="rId7" imgW="49682400" imgH="26212800" progId="Equation.DSMT4">
                  <p:embed/>
                  <p:pic>
                    <p:nvPicPr>
                      <p:cNvPr id="0" name="图片 6224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048632" y="1729512"/>
                        <a:ext cx="2093912" cy="10636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1847528" y="1772816"/>
            <a:ext cx="5403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由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847528" y="2613164"/>
            <a:ext cx="5403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得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6" name="Rectangle 10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2906368" y="2713484"/>
          <a:ext cx="1404938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26" name="Equation" r:id="rId9" imgW="33528000" imgH="9753600" progId="Equation.DSMT4">
                  <p:embed/>
                </p:oleObj>
              </mc:Choice>
              <mc:Fallback>
                <p:oleObj name="Equation" r:id="rId9" imgW="33528000" imgH="9753600" progId="Equation.DSMT4">
                  <p:embed/>
                  <p:pic>
                    <p:nvPicPr>
                      <p:cNvPr id="0" name="图片 6225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906368" y="2713484"/>
                        <a:ext cx="1404938" cy="4000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1847528" y="3452877"/>
            <a:ext cx="89789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再由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9" name="Rectangle 1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3863023" y="3248660"/>
          <a:ext cx="1995487" cy="1101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27" name="Equation" r:id="rId11" imgW="47548800" imgH="27432000" progId="Equation.DSMT4">
                  <p:embed/>
                </p:oleObj>
              </mc:Choice>
              <mc:Fallback>
                <p:oleObj name="Equation" r:id="rId11" imgW="47548800" imgH="27432000" progId="Equation.DSMT4">
                  <p:embed/>
                  <p:pic>
                    <p:nvPicPr>
                      <p:cNvPr id="0" name="图片 6226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863023" y="3248660"/>
                        <a:ext cx="1995487" cy="11017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1847528" y="4509120"/>
            <a:ext cx="5403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得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2" name="Rectangle 1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3" name="对象 22"/>
          <p:cNvGraphicFramePr>
            <a:graphicFrameLocks noChangeAspect="1"/>
          </p:cNvGraphicFramePr>
          <p:nvPr/>
        </p:nvGraphicFramePr>
        <p:xfrm>
          <a:off x="2484728" y="4600292"/>
          <a:ext cx="1639888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28" name="Equation" r:id="rId13" imgW="39014400" imgH="9753600" progId="Equation.DSMT4">
                  <p:embed/>
                </p:oleObj>
              </mc:Choice>
              <mc:Fallback>
                <p:oleObj name="Equation" r:id="rId13" imgW="39014400" imgH="9753600" progId="Equation.DSMT4">
                  <p:embed/>
                  <p:pic>
                    <p:nvPicPr>
                      <p:cNvPr id="0" name="图片 6227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484728" y="4600292"/>
                        <a:ext cx="1639888" cy="4000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4" grpId="0"/>
      <p:bldP spid="15" grpId="0"/>
      <p:bldP spid="18" grpId="0"/>
      <p:bldP spid="2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50549" y="616377"/>
            <a:ext cx="131191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baseline="30000" dirty="0" smtClean="0">
                <a:solidFill>
                  <a:srgbClr val="7030A0"/>
                </a:solidFill>
                <a:latin typeface="幼圆" panose="02010509060101010101" charset="-122"/>
                <a:ea typeface="幼圆" panose="02010509060101010101" charset="-122"/>
              </a:rPr>
              <a:t>☆</a:t>
            </a:r>
            <a:r>
              <a:rPr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 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866309" y="573197"/>
            <a:ext cx="447294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求下列各组函数的高阶导数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7436233" y="615046"/>
          <a:ext cx="617538" cy="4381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69" name="Equation" r:id="rId1" imgW="14630400" imgH="10972800" progId="Equation.DSMT4">
                  <p:embed/>
                </p:oleObj>
              </mc:Choice>
              <mc:Fallback>
                <p:oleObj name="Equation" r:id="rId1" imgW="14630400" imgH="10972800" progId="Equation.DSMT4">
                  <p:embed/>
                  <p:pic>
                    <p:nvPicPr>
                      <p:cNvPr id="0" name="图片 7168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436233" y="615046"/>
                        <a:ext cx="617538" cy="4381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2006600" y="1220649"/>
          <a:ext cx="1754188" cy="811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15" name="Equation" r:id="rId3" imgW="41452800" imgH="20116800" progId="Equation.DSMT4">
                  <p:embed/>
                </p:oleObj>
              </mc:Choice>
              <mc:Fallback>
                <p:oleObj name="Equation" r:id="rId3" imgW="41452800" imgH="20116800" progId="Equation.DSMT4">
                  <p:embed/>
                  <p:pic>
                    <p:nvPicPr>
                      <p:cNvPr id="0" name="图片 7314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006600" y="1220649"/>
                        <a:ext cx="1754188" cy="81121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10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4351298" y="1199545"/>
          <a:ext cx="1371600" cy="811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16" name="Equation" r:id="rId5" imgW="32918400" imgH="20116800" progId="Equation.DSMT4">
                  <p:embed/>
                </p:oleObj>
              </mc:Choice>
              <mc:Fallback>
                <p:oleObj name="Equation" r:id="rId5" imgW="32918400" imgH="20116800" progId="Equation.DSMT4">
                  <p:embed/>
                  <p:pic>
                    <p:nvPicPr>
                      <p:cNvPr id="0" name="图片 7315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351298" y="1199545"/>
                        <a:ext cx="1371600" cy="8112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1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6312659" y="1460907"/>
          <a:ext cx="1741488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17" name="Equation" r:id="rId7" imgW="41452800" imgH="9448800" progId="Equation.DSMT4">
                  <p:embed/>
                </p:oleObj>
              </mc:Choice>
              <mc:Fallback>
                <p:oleObj name="Equation" r:id="rId7" imgW="41452800" imgH="9448800" progId="Equation.DSMT4">
                  <p:embed/>
                  <p:pic>
                    <p:nvPicPr>
                      <p:cNvPr id="0" name="图片 7316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312659" y="1460907"/>
                        <a:ext cx="1741488" cy="3873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Rectangle 1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2006600" y="2113818"/>
          <a:ext cx="2070100" cy="474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18" name="Equation" r:id="rId9" imgW="49682400" imgH="11582400" progId="Equation.DSMT4">
                  <p:embed/>
                </p:oleObj>
              </mc:Choice>
              <mc:Fallback>
                <p:oleObj name="Equation" r:id="rId9" imgW="49682400" imgH="11582400" progId="Equation.DSMT4">
                  <p:embed/>
                  <p:pic>
                    <p:nvPicPr>
                      <p:cNvPr id="0" name="图片 7317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006600" y="2113818"/>
                        <a:ext cx="2070100" cy="47466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Rectangle 1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4454674" y="2203847"/>
          <a:ext cx="1296988" cy="3111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19" name="Equation" r:id="rId11" imgW="30784800" imgH="7620000" progId="Equation.DSMT4">
                  <p:embed/>
                </p:oleObj>
              </mc:Choice>
              <mc:Fallback>
                <p:oleObj name="Equation" r:id="rId11" imgW="30784800" imgH="7620000" progId="Equation.DSMT4">
                  <p:embed/>
                  <p:pic>
                    <p:nvPicPr>
                      <p:cNvPr id="0" name="图片 7318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454674" y="2203847"/>
                        <a:ext cx="1296988" cy="3111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Rectangle 1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2" name="对象 21"/>
          <p:cNvGraphicFramePr>
            <a:graphicFrameLocks noChangeAspect="1"/>
          </p:cNvGraphicFramePr>
          <p:nvPr/>
        </p:nvGraphicFramePr>
        <p:xfrm>
          <a:off x="2006600" y="2780928"/>
          <a:ext cx="1754188" cy="47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20" name="Equation" r:id="rId13" imgW="41757600" imgH="11887200" progId="Equation.DSMT4">
                  <p:embed/>
                </p:oleObj>
              </mc:Choice>
              <mc:Fallback>
                <p:oleObj name="Equation" r:id="rId13" imgW="41757600" imgH="11887200" progId="Equation.DSMT4">
                  <p:embed/>
                  <p:pic>
                    <p:nvPicPr>
                      <p:cNvPr id="0" name="图片 7319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006600" y="2780928"/>
                        <a:ext cx="1754188" cy="4746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Rectangle 20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4" name="对象 23"/>
          <p:cNvGraphicFramePr>
            <a:graphicFrameLocks noChangeAspect="1"/>
          </p:cNvGraphicFramePr>
          <p:nvPr/>
        </p:nvGraphicFramePr>
        <p:xfrm>
          <a:off x="4443730" y="2780665"/>
          <a:ext cx="3149600" cy="47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21" name="Equation" r:id="rId15" imgW="75590400" imgH="11887200" progId="Equation.DSMT4">
                  <p:embed/>
                </p:oleObj>
              </mc:Choice>
              <mc:Fallback>
                <p:oleObj name="Equation" r:id="rId15" imgW="75590400" imgH="11887200" progId="Equation.DSMT4">
                  <p:embed/>
                  <p:pic>
                    <p:nvPicPr>
                      <p:cNvPr id="0" name="图片 7320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443730" y="2780665"/>
                        <a:ext cx="3149600" cy="4746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Rectangle 2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6" name="对象 25"/>
          <p:cNvGraphicFramePr>
            <a:graphicFrameLocks noChangeAspect="1"/>
          </p:cNvGraphicFramePr>
          <p:nvPr/>
        </p:nvGraphicFramePr>
        <p:xfrm>
          <a:off x="7896200" y="2799090"/>
          <a:ext cx="971551" cy="4381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22" name="Equation" r:id="rId17" imgW="23164800" imgH="10972800" progId="Equation.DSMT4">
                  <p:embed/>
                </p:oleObj>
              </mc:Choice>
              <mc:Fallback>
                <p:oleObj name="Equation" r:id="rId17" imgW="23164800" imgH="10972800" progId="Equation.DSMT4">
                  <p:embed/>
                  <p:pic>
                    <p:nvPicPr>
                      <p:cNvPr id="0" name="图片 7321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7896200" y="2799090"/>
                        <a:ext cx="971551" cy="4381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1834059" y="3606547"/>
            <a:ext cx="72009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解</a:t>
            </a:r>
            <a:r>
              <a:rPr lang="en-US" altLang="zh-CN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endParaRPr lang="zh-CN" altLang="en-US" sz="2800" b="1" dirty="0">
              <a:solidFill>
                <a:srgbClr val="7030A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553889" y="3606547"/>
            <a:ext cx="197040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逐次求导得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9" name="Rectangle 35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2" name="Rectangle 37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" name="TextBox 1"/>
          <p:cNvSpPr txBox="1"/>
          <p:nvPr/>
        </p:nvSpPr>
        <p:spPr>
          <a:xfrm>
            <a:off x="2006908" y="4450249"/>
            <a:ext cx="72199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(2)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34" name="对象 33"/>
          <p:cNvGraphicFramePr>
            <a:graphicFrameLocks noChangeAspect="1"/>
          </p:cNvGraphicFramePr>
          <p:nvPr/>
        </p:nvGraphicFramePr>
        <p:xfrm>
          <a:off x="2866435" y="4187666"/>
          <a:ext cx="1800225" cy="1050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3" name="Equation" r:id="rId19" imgW="42672000" imgH="26212800" progId="Equation.DSMT4">
                  <p:embed/>
                </p:oleObj>
              </mc:Choice>
              <mc:Fallback>
                <p:oleObj name="Equation" r:id="rId19" imgW="42672000" imgH="26212800" progId="Equation.DSMT4">
                  <p:embed/>
                  <p:pic>
                    <p:nvPicPr>
                      <p:cNvPr id="0" name="图片 8192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2866435" y="4187666"/>
                        <a:ext cx="1800225" cy="10509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对象 34"/>
          <p:cNvGraphicFramePr>
            <a:graphicFrameLocks noChangeAspect="1"/>
          </p:cNvGraphicFramePr>
          <p:nvPr/>
        </p:nvGraphicFramePr>
        <p:xfrm>
          <a:off x="5119509" y="4187666"/>
          <a:ext cx="4725988" cy="10509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83" name="Equation" r:id="rId21" imgW="112471200" imgH="26212800" progId="Equation.DSMT4">
                  <p:embed/>
                </p:oleObj>
              </mc:Choice>
              <mc:Fallback>
                <p:oleObj name="Equation" r:id="rId21" imgW="112471200" imgH="26212800" progId="Equation.DSMT4">
                  <p:embed/>
                  <p:pic>
                    <p:nvPicPr>
                      <p:cNvPr id="0" name="图片 8282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5119509" y="4187666"/>
                        <a:ext cx="4725988" cy="1050926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对象 35"/>
          <p:cNvGraphicFramePr>
            <a:graphicFrameLocks noChangeAspect="1"/>
          </p:cNvGraphicFramePr>
          <p:nvPr/>
        </p:nvGraphicFramePr>
        <p:xfrm>
          <a:off x="2866212" y="5586884"/>
          <a:ext cx="2506663" cy="976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84" name="Equation" r:id="rId23" imgW="59436000" imgH="24079200" progId="Equation.DSMT4">
                  <p:embed/>
                </p:oleObj>
              </mc:Choice>
              <mc:Fallback>
                <p:oleObj name="Equation" r:id="rId23" imgW="59436000" imgH="24079200" progId="Equation.DSMT4">
                  <p:embed/>
                  <p:pic>
                    <p:nvPicPr>
                      <p:cNvPr id="0" name="图片 8283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2866212" y="5586884"/>
                        <a:ext cx="2506663" cy="9763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  <p:bldP spid="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9" name="TextBox 8"/>
          <p:cNvSpPr txBox="1"/>
          <p:nvPr/>
        </p:nvSpPr>
        <p:spPr>
          <a:xfrm>
            <a:off x="1834195" y="1384964"/>
            <a:ext cx="125539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同理，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2969942" y="1668546"/>
          <a:ext cx="3113088" cy="976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85" name="Equation" r:id="rId1" imgW="74371200" imgH="24079200" progId="Equation.DSMT4">
                  <p:embed/>
                </p:oleObj>
              </mc:Choice>
              <mc:Fallback>
                <p:oleObj name="Equation" r:id="rId1" imgW="74371200" imgH="24079200" progId="Equation.DSMT4">
                  <p:embed/>
                  <p:pic>
                    <p:nvPicPr>
                      <p:cNvPr id="0" name="图片 828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969942" y="1668546"/>
                        <a:ext cx="3113088" cy="9763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0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2883580" y="3336022"/>
          <a:ext cx="4111625" cy="919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86" name="Equation" r:id="rId3" imgW="98145600" imgH="22860000" progId="Equation.DSMT4">
                  <p:embed/>
                </p:oleObj>
              </mc:Choice>
              <mc:Fallback>
                <p:oleObj name="Equation" r:id="rId3" imgW="98145600" imgH="22860000" progId="Equation.DSMT4">
                  <p:embed/>
                  <p:pic>
                    <p:nvPicPr>
                      <p:cNvPr id="0" name="图片 8285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883580" y="3336022"/>
                        <a:ext cx="4111625" cy="9191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Box 10"/>
          <p:cNvSpPr txBox="1">
            <a:spLocks noChangeArrowheads="1"/>
          </p:cNvSpPr>
          <p:nvPr/>
        </p:nvSpPr>
        <p:spPr bwMode="auto">
          <a:xfrm>
            <a:off x="7435073" y="3534285"/>
            <a:ext cx="2209800" cy="5219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accent2"/>
            </a:solidFill>
            <a:miter lim="800000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规定 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0 ! = 1</a:t>
            </a:r>
            <a:endParaRPr kumimoji="1" lang="en-US" altLang="zh-CN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5" name="Text Box 11"/>
          <p:cNvSpPr txBox="1">
            <a:spLocks noChangeArrowheads="1"/>
          </p:cNvSpPr>
          <p:nvPr/>
        </p:nvSpPr>
        <p:spPr bwMode="auto">
          <a:xfrm>
            <a:off x="1985645" y="4990465"/>
            <a:ext cx="14478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思考</a:t>
            </a:r>
            <a:r>
              <a:rPr kumimoji="1" lang="en-US" altLang="zh-CN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:</a:t>
            </a:r>
            <a:endParaRPr kumimoji="1" lang="en-US" altLang="zh-CN" sz="28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graphicFrame>
        <p:nvGraphicFramePr>
          <p:cNvPr id="16" name="Object 28"/>
          <p:cNvGraphicFramePr>
            <a:graphicFrameLocks noChangeAspect="1"/>
          </p:cNvGraphicFramePr>
          <p:nvPr/>
        </p:nvGraphicFramePr>
        <p:xfrm>
          <a:off x="3088958" y="5010785"/>
          <a:ext cx="2271484" cy="43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87" name="Equation" r:id="rId5" imgW="49682400" imgH="9448800" progId="Equation.DSMT4">
                  <p:embed/>
                </p:oleObj>
              </mc:Choice>
              <mc:Fallback>
                <p:oleObj name="Equation" r:id="rId5" imgW="49682400" imgH="9448800" progId="Equation.DSMT4">
                  <p:embed/>
                  <p:pic>
                    <p:nvPicPr>
                      <p:cNvPr id="0" name="图片 8286"/>
                      <p:cNvPicPr>
                        <a:picLocks noChangeAspect="1"/>
                      </p:cNvPicPr>
                      <p:nvPr/>
                    </p:nvPicPr>
                    <p:blipFill>
                      <a:blip r:embed="rId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088958" y="5010785"/>
                        <a:ext cx="2271484" cy="432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29"/>
          <p:cNvGraphicFramePr>
            <a:graphicFrameLocks noChangeAspect="1"/>
          </p:cNvGraphicFramePr>
          <p:nvPr/>
        </p:nvGraphicFramePr>
        <p:xfrm>
          <a:off x="5476875" y="4975860"/>
          <a:ext cx="871000" cy="46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89" name="Equation" r:id="rId7" imgW="20421600" imgH="10972800" progId="Equation.DSMT4">
                  <p:embed/>
                </p:oleObj>
              </mc:Choice>
              <mc:Fallback>
                <p:oleObj name="Equation" r:id="rId7" imgW="20421600" imgH="10972800" progId="Equation.DSMT4">
                  <p:embed/>
                  <p:pic>
                    <p:nvPicPr>
                      <p:cNvPr id="0" name="图片 8288"/>
                      <p:cNvPicPr>
                        <a:picLocks noChangeAspect="1"/>
                      </p:cNvPicPr>
                      <p:nvPr/>
                    </p:nvPicPr>
                    <p:blipFill>
                      <a:blip r:embed="rId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5476875" y="4975860"/>
                        <a:ext cx="871000" cy="468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/>
        </p:nvGraphicFramePr>
        <p:xfrm>
          <a:off x="6523038" y="5027613"/>
          <a:ext cx="201600" cy="36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90" name="Equation" r:id="rId9" imgW="4267200" imgH="7620000" progId="Equation.DSMT4">
                  <p:embed/>
                </p:oleObj>
              </mc:Choice>
              <mc:Fallback>
                <p:oleObj name="Equation" r:id="rId9" imgW="4267200" imgH="7620000" progId="Equation.DSMT4">
                  <p:embed/>
                  <p:pic>
                    <p:nvPicPr>
                      <p:cNvPr id="0" name="图片 8289"/>
                      <p:cNvPicPr>
                        <a:picLocks noChangeAspect="1"/>
                      </p:cNvPicPr>
                      <p:nvPr/>
                    </p:nvPicPr>
                    <p:blipFill>
                      <a:blip r:embed="rId10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6523038" y="5027613"/>
                        <a:ext cx="201600" cy="360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1" name="Object 99"/>
          <p:cNvGraphicFramePr>
            <a:graphicFrameLocks noChangeAspect="1"/>
          </p:cNvGraphicFramePr>
          <p:nvPr/>
        </p:nvGraphicFramePr>
        <p:xfrm>
          <a:off x="7435195" y="4745330"/>
          <a:ext cx="1440160" cy="9238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" name="Equation" r:id="rId11" imgW="16154400" imgH="10363200" progId="Equation.DSMT4">
                  <p:embed/>
                </p:oleObj>
              </mc:Choice>
              <mc:Fallback>
                <p:oleObj name="Equation" r:id="rId11" imgW="16154400" imgH="10363200" progId="Equation.DSMT4">
                  <p:embed/>
                  <p:pic>
                    <p:nvPicPr>
                      <p:cNvPr id="0" name="图片 8290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435195" y="4745330"/>
                        <a:ext cx="1440160" cy="923876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40000"/>
                          <a:lumOff val="60000"/>
                          <a:alpha val="67000"/>
                        </a:schemeClr>
                      </a:solidFill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8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4" grpId="0" bldLvl="0" animBg="1" autoUpdateAnimBg="0"/>
      <p:bldP spid="15" grpId="0" bldLvl="0" animBg="1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2049145" y="447358"/>
            <a:ext cx="1752600" cy="53975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7" name="Object 7"/>
          <p:cNvGraphicFramePr>
            <a:graphicFrameLocks noChangeAspect="1"/>
          </p:cNvGraphicFramePr>
          <p:nvPr/>
        </p:nvGraphicFramePr>
        <p:xfrm>
          <a:off x="3162935" y="487998"/>
          <a:ext cx="13716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7" name="Equation" r:id="rId1" imgW="32918400" imgH="9753600" progId="Equation.DSMT4">
                  <p:embed/>
                </p:oleObj>
              </mc:Choice>
              <mc:Fallback>
                <p:oleObj name="Equation" r:id="rId1" imgW="32918400" imgH="97536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162935" y="487998"/>
                        <a:ext cx="1371600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8"/>
          <p:cNvGraphicFramePr>
            <a:graphicFrameLocks noChangeAspect="1"/>
          </p:cNvGraphicFramePr>
          <p:nvPr/>
        </p:nvGraphicFramePr>
        <p:xfrm>
          <a:off x="4592088" y="371150"/>
          <a:ext cx="18034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51" name="Equation" r:id="rId3" imgW="43281600" imgH="16459200" progId="Equation.DSMT4">
                  <p:embed/>
                </p:oleObj>
              </mc:Choice>
              <mc:Fallback>
                <p:oleObj name="Equation" r:id="rId3" imgW="43281600" imgH="16459200" progId="Equation.DSMT4">
                  <p:embed/>
                  <p:pic>
                    <p:nvPicPr>
                      <p:cNvPr id="0" name="图片 9350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592088" y="371150"/>
                        <a:ext cx="1803400" cy="685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9"/>
          <p:cNvGraphicFramePr>
            <a:graphicFrameLocks noChangeAspect="1"/>
          </p:cNvGraphicFramePr>
          <p:nvPr/>
        </p:nvGraphicFramePr>
        <p:xfrm>
          <a:off x="3162975" y="1052736"/>
          <a:ext cx="22225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52" name="Equation" r:id="rId5" imgW="53340000" imgH="16459200" progId="Equation.DSMT4">
                  <p:embed/>
                </p:oleObj>
              </mc:Choice>
              <mc:Fallback>
                <p:oleObj name="Equation" r:id="rId5" imgW="53340000" imgH="16459200" progId="Equation.DSMT4">
                  <p:embed/>
                  <p:pic>
                    <p:nvPicPr>
                      <p:cNvPr id="0" name="图片 9351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162975" y="1052736"/>
                        <a:ext cx="2222500" cy="685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0"/>
          <p:cNvGraphicFramePr>
            <a:graphicFrameLocks noChangeAspect="1"/>
          </p:cNvGraphicFramePr>
          <p:nvPr/>
        </p:nvGraphicFramePr>
        <p:xfrm>
          <a:off x="5447928" y="1052989"/>
          <a:ext cx="23241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53" name="Equation" r:id="rId7" imgW="55778400" imgH="16459200" progId="Equation.DSMT4">
                  <p:embed/>
                </p:oleObj>
              </mc:Choice>
              <mc:Fallback>
                <p:oleObj name="Equation" r:id="rId7" imgW="55778400" imgH="16459200" progId="Equation.DSMT4">
                  <p:embed/>
                  <p:pic>
                    <p:nvPicPr>
                      <p:cNvPr id="0" name="图片 9352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447928" y="1052989"/>
                        <a:ext cx="2324100" cy="685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1"/>
          <p:cNvGraphicFramePr>
            <a:graphicFrameLocks noChangeAspect="1"/>
          </p:cNvGraphicFramePr>
          <p:nvPr/>
        </p:nvGraphicFramePr>
        <p:xfrm>
          <a:off x="7879055" y="1052989"/>
          <a:ext cx="2106612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54" name="Equation" r:id="rId9" imgW="50596800" imgH="16459200" progId="Equation.DSMT4">
                  <p:embed/>
                </p:oleObj>
              </mc:Choice>
              <mc:Fallback>
                <p:oleObj name="Equation" r:id="rId9" imgW="50596800" imgH="16459200" progId="Equation.DSMT4">
                  <p:embed/>
                  <p:pic>
                    <p:nvPicPr>
                      <p:cNvPr id="0" name="图片 9353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879055" y="1052989"/>
                        <a:ext cx="2106612" cy="685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2"/>
          <p:cNvGraphicFramePr>
            <a:graphicFrameLocks noChangeAspect="1"/>
          </p:cNvGraphicFramePr>
          <p:nvPr/>
        </p:nvGraphicFramePr>
        <p:xfrm>
          <a:off x="3163193" y="1844824"/>
          <a:ext cx="2614612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55" name="Equation" r:id="rId11" imgW="62788800" imgH="16459200" progId="Equation.DSMT4">
                  <p:embed/>
                </p:oleObj>
              </mc:Choice>
              <mc:Fallback>
                <p:oleObj name="Equation" r:id="rId11" imgW="62788800" imgH="16459200" progId="Equation.DSMT4">
                  <p:embed/>
                  <p:pic>
                    <p:nvPicPr>
                      <p:cNvPr id="0" name="图片 9354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163193" y="1844824"/>
                        <a:ext cx="2614612" cy="685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3"/>
          <p:cNvGraphicFramePr>
            <a:graphicFrameLocks noChangeAspect="1"/>
          </p:cNvGraphicFramePr>
          <p:nvPr/>
        </p:nvGraphicFramePr>
        <p:xfrm>
          <a:off x="5860038" y="1844824"/>
          <a:ext cx="20955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56" name="Equation" r:id="rId13" imgW="50292000" imgH="16459200" progId="Equation.DSMT4">
                  <p:embed/>
                </p:oleObj>
              </mc:Choice>
              <mc:Fallback>
                <p:oleObj name="Equation" r:id="rId13" imgW="50292000" imgH="16459200" progId="Equation.DSMT4">
                  <p:embed/>
                  <p:pic>
                    <p:nvPicPr>
                      <p:cNvPr id="0" name="图片 9355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860038" y="1844824"/>
                        <a:ext cx="2095500" cy="685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Box 14"/>
          <p:cNvSpPr txBox="1">
            <a:spLocks noChangeArrowheads="1"/>
          </p:cNvSpPr>
          <p:nvPr/>
        </p:nvSpPr>
        <p:spPr bwMode="auto">
          <a:xfrm>
            <a:off x="2049145" y="2710066"/>
            <a:ext cx="2438400" cy="53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一般地 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endParaRPr kumimoji="1"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5" name="Object 15"/>
          <p:cNvGraphicFramePr>
            <a:graphicFrameLocks noChangeAspect="1"/>
          </p:cNvGraphicFramePr>
          <p:nvPr/>
        </p:nvGraphicFramePr>
        <p:xfrm>
          <a:off x="3705129" y="2792546"/>
          <a:ext cx="2589213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57" name="Equation" r:id="rId15" imgW="62179200" imgH="10972800" progId="Equation.DSMT4">
                  <p:embed/>
                </p:oleObj>
              </mc:Choice>
              <mc:Fallback>
                <p:oleObj name="Equation" r:id="rId15" imgW="62179200" imgH="10972800" progId="Equation.DSMT4">
                  <p:embed/>
                  <p:pic>
                    <p:nvPicPr>
                      <p:cNvPr id="0" name="图片 9356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705129" y="2792546"/>
                        <a:ext cx="2589213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Box 16"/>
          <p:cNvSpPr txBox="1">
            <a:spLocks noChangeArrowheads="1"/>
          </p:cNvSpPr>
          <p:nvPr/>
        </p:nvSpPr>
        <p:spPr bwMode="auto">
          <a:xfrm>
            <a:off x="2077466" y="3645024"/>
            <a:ext cx="2514600" cy="53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类似可证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endParaRPr kumimoji="1" lang="en-US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7" name="Object 17"/>
          <p:cNvGraphicFramePr>
            <a:graphicFrameLocks noChangeAspect="1"/>
          </p:cNvGraphicFramePr>
          <p:nvPr/>
        </p:nvGraphicFramePr>
        <p:xfrm>
          <a:off x="4001546" y="3685912"/>
          <a:ext cx="2690812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58" name="Equation" r:id="rId17" imgW="64617600" imgH="10972800" progId="Equation.DSMT4">
                  <p:embed/>
                </p:oleObj>
              </mc:Choice>
              <mc:Fallback>
                <p:oleObj name="Equation" r:id="rId17" imgW="64617600" imgH="10972800" progId="Equation.DSMT4">
                  <p:embed/>
                  <p:pic>
                    <p:nvPicPr>
                      <p:cNvPr id="0" name="图片 9357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001546" y="3685912"/>
                        <a:ext cx="2690812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8"/>
          <p:cNvGraphicFramePr>
            <a:graphicFrameLocks noChangeAspect="1"/>
          </p:cNvGraphicFramePr>
          <p:nvPr/>
        </p:nvGraphicFramePr>
        <p:xfrm>
          <a:off x="6294342" y="2710314"/>
          <a:ext cx="8001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59" name="Equation" r:id="rId19" imgW="19202400" imgH="16459200" progId="Equation.DSMT4">
                  <p:embed/>
                </p:oleObj>
              </mc:Choice>
              <mc:Fallback>
                <p:oleObj name="Equation" r:id="rId19" imgW="19202400" imgH="16459200" progId="Equation.DSMT4">
                  <p:embed/>
                  <p:pic>
                    <p:nvPicPr>
                      <p:cNvPr id="0" name="图片 9358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6294342" y="2710314"/>
                        <a:ext cx="800100" cy="685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9"/>
          <p:cNvGraphicFramePr>
            <a:graphicFrameLocks noChangeAspect="1"/>
          </p:cNvGraphicFramePr>
          <p:nvPr/>
        </p:nvGraphicFramePr>
        <p:xfrm>
          <a:off x="6692130" y="3575804"/>
          <a:ext cx="8001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60" name="Equation" r:id="rId21" imgW="19202400" imgH="16459200" progId="Equation.DSMT4">
                  <p:embed/>
                </p:oleObj>
              </mc:Choice>
              <mc:Fallback>
                <p:oleObj name="Equation" r:id="rId21" imgW="19202400" imgH="16459200" progId="Equation.DSMT4">
                  <p:embed/>
                  <p:pic>
                    <p:nvPicPr>
                      <p:cNvPr id="0" name="图片 9359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6692130" y="3575804"/>
                        <a:ext cx="800100" cy="685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2092367" y="4509120"/>
            <a:ext cx="161290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进一步有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1" name="Rectangle 1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2" name="对象 21"/>
          <p:cNvGraphicFramePr>
            <a:graphicFrameLocks noChangeAspect="1"/>
          </p:cNvGraphicFramePr>
          <p:nvPr/>
        </p:nvGraphicFramePr>
        <p:xfrm>
          <a:off x="3849288" y="4695170"/>
          <a:ext cx="3973513" cy="798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61" name="Equation" r:id="rId23" imgW="94488000" imgH="19812000" progId="Equation.DSMT4">
                  <p:embed/>
                </p:oleObj>
              </mc:Choice>
              <mc:Fallback>
                <p:oleObj name="Equation" r:id="rId23" imgW="94488000" imgH="19812000" progId="Equation.DSMT4">
                  <p:embed/>
                  <p:pic>
                    <p:nvPicPr>
                      <p:cNvPr id="0" name="图片 9360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3849288" y="4695170"/>
                        <a:ext cx="3973513" cy="7985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Rectangle 1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4" name="对象 23"/>
          <p:cNvGraphicFramePr>
            <a:graphicFrameLocks noChangeAspect="1"/>
          </p:cNvGraphicFramePr>
          <p:nvPr/>
        </p:nvGraphicFramePr>
        <p:xfrm>
          <a:off x="3885997" y="5563205"/>
          <a:ext cx="4068763" cy="798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62" name="Equation" r:id="rId25" imgW="96926400" imgH="19812000" progId="Equation.DSMT4">
                  <p:embed/>
                </p:oleObj>
              </mc:Choice>
              <mc:Fallback>
                <p:oleObj name="Equation" r:id="rId25" imgW="96926400" imgH="19812000" progId="Equation.DSMT4">
                  <p:embed/>
                  <p:pic>
                    <p:nvPicPr>
                      <p:cNvPr id="0" name="图片 9361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3885997" y="5563205"/>
                        <a:ext cx="4068763" cy="7985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ldLvl="0" animBg="1" autoUpdateAnimBg="0"/>
      <p:bldP spid="16" grpId="0" bldLvl="0" animBg="1" autoUpdateAnimBg="0"/>
      <p:bldP spid="20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2021205" y="432753"/>
            <a:ext cx="1752600" cy="53975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Object 3"/>
          <p:cNvGraphicFramePr>
            <a:graphicFrameLocks noChangeAspect="1"/>
          </p:cNvGraphicFramePr>
          <p:nvPr/>
        </p:nvGraphicFramePr>
        <p:xfrm>
          <a:off x="6996113" y="4353243"/>
          <a:ext cx="2158000" cy="46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1" name="Equation" r:id="rId1" imgW="50596800" imgH="10972800" progId="Equation.DSMT4">
                  <p:embed/>
                </p:oleObj>
              </mc:Choice>
              <mc:Fallback>
                <p:oleObj name="Equation" r:id="rId1" imgW="50596800" imgH="10972800" progId="Equation.DSMT4">
                  <p:embed/>
                  <p:pic>
                    <p:nvPicPr>
                      <p:cNvPr id="0" name="图片 10240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996113" y="4353243"/>
                        <a:ext cx="2158000" cy="468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1887895" y="2800871"/>
            <a:ext cx="16764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特别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地有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endParaRPr kumimoji="1"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6" name="Object 15"/>
          <p:cNvGraphicFramePr>
            <a:graphicFrameLocks noChangeAspect="1"/>
          </p:cNvGraphicFramePr>
          <p:nvPr/>
        </p:nvGraphicFramePr>
        <p:xfrm>
          <a:off x="3563938" y="4355148"/>
          <a:ext cx="1391000" cy="46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2" name="Equation" r:id="rId3" imgW="32613600" imgH="10972800" progId="Equation.DSMT4">
                  <p:embed/>
                </p:oleObj>
              </mc:Choice>
              <mc:Fallback>
                <p:oleObj name="Equation" r:id="rId3" imgW="32613600" imgH="10972800" progId="Equation.DSMT4">
                  <p:embed/>
                  <p:pic>
                    <p:nvPicPr>
                      <p:cNvPr id="0" name="图片 10241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563938" y="4355148"/>
                        <a:ext cx="1391000" cy="468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6"/>
          <p:cNvGraphicFramePr>
            <a:graphicFrameLocks noChangeAspect="1"/>
          </p:cNvGraphicFramePr>
          <p:nvPr/>
        </p:nvGraphicFramePr>
        <p:xfrm>
          <a:off x="5142548" y="4353243"/>
          <a:ext cx="1586000" cy="46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3" name="Equation" r:id="rId5" imgW="37185600" imgH="10972800" progId="Equation.DSMT4">
                  <p:embed/>
                </p:oleObj>
              </mc:Choice>
              <mc:Fallback>
                <p:oleObj name="Equation" r:id="rId5" imgW="37185600" imgH="10972800" progId="Equation.DSMT4">
                  <p:embed/>
                  <p:pic>
                    <p:nvPicPr>
                      <p:cNvPr id="0" name="图片 10242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142548" y="4353243"/>
                        <a:ext cx="1586000" cy="468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17"/>
          <p:cNvGraphicFramePr>
            <a:graphicFrameLocks noChangeAspect="1"/>
          </p:cNvGraphicFramePr>
          <p:nvPr/>
        </p:nvGraphicFramePr>
        <p:xfrm>
          <a:off x="3380740" y="5151120"/>
          <a:ext cx="1871980" cy="4679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4" name="Equation" r:id="rId7" imgW="43891200" imgH="10972800" progId="Equation.DSMT4">
                  <p:embed/>
                </p:oleObj>
              </mc:Choice>
              <mc:Fallback>
                <p:oleObj name="Equation" r:id="rId7" imgW="43891200" imgH="10972800" progId="Equation.DSMT4">
                  <p:embed/>
                  <p:pic>
                    <p:nvPicPr>
                      <p:cNvPr id="0" name="图片 10243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380740" y="5151120"/>
                        <a:ext cx="1871980" cy="46799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8"/>
          <p:cNvGraphicFramePr>
            <a:graphicFrameLocks noChangeAspect="1"/>
          </p:cNvGraphicFramePr>
          <p:nvPr/>
        </p:nvGraphicFramePr>
        <p:xfrm>
          <a:off x="3773805" y="2846705"/>
          <a:ext cx="1651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5" name="Equation" r:id="rId9" imgW="39624000" imgH="10972800" progId="Equation.DSMT4">
                  <p:embed/>
                </p:oleObj>
              </mc:Choice>
              <mc:Fallback>
                <p:oleObj name="Equation" r:id="rId9" imgW="39624000" imgH="10972800" progId="Equation.DSMT4">
                  <p:embed/>
                  <p:pic>
                    <p:nvPicPr>
                      <p:cNvPr id="0" name="图片 10244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773805" y="2846705"/>
                        <a:ext cx="1651000" cy="457200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ln w="9525" cap="flat" cmpd="sng">
                        <a:solidFill>
                          <a:srgbClr val="C0504D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3143672" y="272256"/>
          <a:ext cx="2281238" cy="715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6" name="Equation" r:id="rId11" imgW="54559200" imgH="17678400" progId="Equation.DSMT4">
                  <p:embed/>
                </p:oleObj>
              </mc:Choice>
              <mc:Fallback>
                <p:oleObj name="Equation" r:id="rId11" imgW="54559200" imgH="17678400" progId="Equation.DSMT4">
                  <p:embed/>
                  <p:pic>
                    <p:nvPicPr>
                      <p:cNvPr id="0" name="图片 10245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143672" y="272256"/>
                        <a:ext cx="2281238" cy="7159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3143672" y="1052736"/>
          <a:ext cx="2840038" cy="715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7" name="Equation" r:id="rId13" imgW="67360800" imgH="17678400" progId="Equation.DSMT4">
                  <p:embed/>
                </p:oleObj>
              </mc:Choice>
              <mc:Fallback>
                <p:oleObj name="Equation" r:id="rId13" imgW="67360800" imgH="17678400" progId="Equation.DSMT4">
                  <p:embed/>
                  <p:pic>
                    <p:nvPicPr>
                      <p:cNvPr id="0" name="图片 10246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143672" y="1052736"/>
                        <a:ext cx="2840038" cy="7159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3143672" y="1844824"/>
          <a:ext cx="2630488" cy="627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8" name="Equation" r:id="rId15" imgW="62788800" imgH="15544800" progId="Equation.DSMT4">
                  <p:embed/>
                </p:oleObj>
              </mc:Choice>
              <mc:Fallback>
                <p:oleObj name="Equation" r:id="rId15" imgW="62788800" imgH="15544800" progId="Equation.DSMT4">
                  <p:embed/>
                  <p:pic>
                    <p:nvPicPr>
                      <p:cNvPr id="0" name="图片 10247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143672" y="1844824"/>
                        <a:ext cx="2630488" cy="6270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1871385" y="3651890"/>
            <a:ext cx="161290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对于函数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3564255" y="3679190"/>
          <a:ext cx="1132696" cy="46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9" name="Equation" r:id="rId17" imgW="25298400" imgH="10972800" progId="Equation.DSMT4">
                  <p:embed/>
                </p:oleObj>
              </mc:Choice>
              <mc:Fallback>
                <p:oleObj name="Equation" r:id="rId17" imgW="25298400" imgH="10972800" progId="Equation.DSMT4">
                  <p:embed/>
                  <p:pic>
                    <p:nvPicPr>
                      <p:cNvPr id="0" name="图片 10248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564255" y="3679190"/>
                        <a:ext cx="1132696" cy="468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7" name="图片 26"/>
          <p:cNvPicPr>
            <a:picLocks noChangeAspect="1"/>
          </p:cNvPicPr>
          <p:nvPr/>
        </p:nvPicPr>
        <p:blipFill>
          <a:blip r:embed="rId19"/>
          <a:srcRect l="18519" r="20741" b="4500"/>
          <a:stretch>
            <a:fillRect/>
          </a:stretch>
        </p:blipFill>
        <p:spPr>
          <a:xfrm>
            <a:off x="8618220" y="4405630"/>
            <a:ext cx="260350" cy="3638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bldLvl="0" animBg="1" autoUpdateAnimBg="0"/>
      <p:bldP spid="1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1752600" y="347821"/>
            <a:ext cx="1295400" cy="6096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 </a:t>
            </a:r>
            <a:endParaRPr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Object 3"/>
          <p:cNvGraphicFramePr>
            <a:graphicFrameLocks noChangeAspect="1"/>
          </p:cNvGraphicFramePr>
          <p:nvPr/>
        </p:nvGraphicFramePr>
        <p:xfrm>
          <a:off x="2940050" y="347663"/>
          <a:ext cx="14097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5" name="Equation" r:id="rId1" imgW="33832800" imgH="10972800" progId="Equation.DSMT4">
                  <p:embed/>
                </p:oleObj>
              </mc:Choice>
              <mc:Fallback>
                <p:oleObj name="Equation" r:id="rId1" imgW="33832800" imgH="10972800" progId="Equation.DSMT4">
                  <p:embed/>
                  <p:pic>
                    <p:nvPicPr>
                      <p:cNvPr id="0" name="图片 11264"/>
                      <p:cNvPicPr>
                        <a:picLocks noChangeAspect="1"/>
                      </p:cNvPicPr>
                      <p:nvPr/>
                    </p:nvPicPr>
                    <p:blipFill>
                      <a:blip r:embed="rId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940050" y="347663"/>
                        <a:ext cx="140970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4419600" y="302419"/>
            <a:ext cx="7620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求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Object 5"/>
          <p:cNvGraphicFramePr>
            <a:graphicFrameLocks noChangeAspect="1"/>
          </p:cNvGraphicFramePr>
          <p:nvPr/>
        </p:nvGraphicFramePr>
        <p:xfrm>
          <a:off x="4946650" y="347663"/>
          <a:ext cx="7239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6" name="Equation" r:id="rId3" imgW="17373600" imgH="10972800" progId="Equation.DSMT4">
                  <p:embed/>
                </p:oleObj>
              </mc:Choice>
              <mc:Fallback>
                <p:oleObj name="Equation" r:id="rId3" imgW="17373600" imgH="10972800" progId="Equation.DSMT4">
                  <p:embed/>
                  <p:pic>
                    <p:nvPicPr>
                      <p:cNvPr id="0" name="图片 11265"/>
                      <p:cNvPicPr>
                        <a:picLocks noChangeAspect="1"/>
                      </p:cNvPicPr>
                      <p:nvPr/>
                    </p:nvPicPr>
                    <p:blipFill>
                      <a:blip r:embed="rId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946650" y="347663"/>
                        <a:ext cx="72390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2044700" y="969486"/>
            <a:ext cx="15240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kumimoji="1"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设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7" name="Object 7"/>
          <p:cNvGraphicFramePr>
            <a:graphicFrameLocks noChangeAspect="1"/>
          </p:cNvGraphicFramePr>
          <p:nvPr/>
        </p:nvGraphicFramePr>
        <p:xfrm>
          <a:off x="3308350" y="985838"/>
          <a:ext cx="20955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7" name="Equation" r:id="rId5" imgW="50292000" imgH="10972800" progId="Equation.DSMT4">
                  <p:embed/>
                </p:oleObj>
              </mc:Choice>
              <mc:Fallback>
                <p:oleObj name="Equation" r:id="rId5" imgW="50292000" imgH="10972800" progId="Equation.DSMT4">
                  <p:embed/>
                  <p:pic>
                    <p:nvPicPr>
                      <p:cNvPr id="0" name="图片 11266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308350" y="985838"/>
                        <a:ext cx="209550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5486400" y="912019"/>
            <a:ext cx="7620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则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9" name="Object 9"/>
          <p:cNvGraphicFramePr>
            <a:graphicFrameLocks noChangeAspect="1"/>
          </p:cNvGraphicFramePr>
          <p:nvPr/>
        </p:nvGraphicFramePr>
        <p:xfrm>
          <a:off x="3302000" y="1608138"/>
          <a:ext cx="16256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8" name="Equation" r:id="rId7" imgW="39014400" imgH="9144000" progId="Equation.DSMT4">
                  <p:embed/>
                </p:oleObj>
              </mc:Choice>
              <mc:Fallback>
                <p:oleObj name="Equation" r:id="rId7" imgW="39014400" imgH="9144000" progId="Equation.DSMT4">
                  <p:embed/>
                  <p:pic>
                    <p:nvPicPr>
                      <p:cNvPr id="0" name="图片 11267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302000" y="1608138"/>
                        <a:ext cx="1625600" cy="381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0"/>
          <p:cNvGraphicFramePr>
            <a:graphicFrameLocks noChangeAspect="1"/>
          </p:cNvGraphicFramePr>
          <p:nvPr/>
        </p:nvGraphicFramePr>
        <p:xfrm>
          <a:off x="3244850" y="2198688"/>
          <a:ext cx="11557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9" name="Equation" r:id="rId9" imgW="27736800" imgH="9753600" progId="Equation.DSMT4">
                  <p:embed/>
                </p:oleObj>
              </mc:Choice>
              <mc:Fallback>
                <p:oleObj name="Equation" r:id="rId9" imgW="27736800" imgH="9753600" progId="Equation.DSMT4">
                  <p:embed/>
                  <p:pic>
                    <p:nvPicPr>
                      <p:cNvPr id="0" name="图片 11268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244850" y="2198688"/>
                        <a:ext cx="1155700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1"/>
          <p:cNvGraphicFramePr>
            <a:graphicFrameLocks noChangeAspect="1"/>
          </p:cNvGraphicFramePr>
          <p:nvPr/>
        </p:nvGraphicFramePr>
        <p:xfrm>
          <a:off x="4654550" y="2198688"/>
          <a:ext cx="10160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0" name="Equation" r:id="rId11" imgW="24384000" imgH="9753600" progId="Equation.DSMT4">
                  <p:embed/>
                </p:oleObj>
              </mc:Choice>
              <mc:Fallback>
                <p:oleObj name="Equation" r:id="rId11" imgW="24384000" imgH="9753600" progId="Equation.DSMT4">
                  <p:embed/>
                  <p:pic>
                    <p:nvPicPr>
                      <p:cNvPr id="0" name="图片 11269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654550" y="2198688"/>
                        <a:ext cx="1016000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2"/>
          <p:cNvGraphicFramePr>
            <a:graphicFrameLocks noChangeAspect="1"/>
          </p:cNvGraphicFramePr>
          <p:nvPr/>
        </p:nvGraphicFramePr>
        <p:xfrm>
          <a:off x="3215680" y="2636912"/>
          <a:ext cx="1234399" cy="5297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1" name="Equation" r:id="rId13" imgW="11582400" imgH="4876800" progId="Equation.DSMT4">
                  <p:embed/>
                </p:oleObj>
              </mc:Choice>
              <mc:Fallback>
                <p:oleObj name="Equation" r:id="rId13" imgW="11582400" imgH="4876800" progId="Equation.DSMT4">
                  <p:embed/>
                  <p:pic>
                    <p:nvPicPr>
                      <p:cNvPr id="0" name="图片 11270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215680" y="2636912"/>
                        <a:ext cx="1234399" cy="529704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13"/>
          <p:cNvSpPr txBox="1">
            <a:spLocks noChangeArrowheads="1"/>
          </p:cNvSpPr>
          <p:nvPr/>
        </p:nvSpPr>
        <p:spPr bwMode="auto">
          <a:xfrm>
            <a:off x="1752600" y="3336131"/>
            <a:ext cx="40386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代入莱布尼兹公式 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得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4" name="Object 14"/>
          <p:cNvGraphicFramePr>
            <a:graphicFrameLocks noChangeAspect="1"/>
          </p:cNvGraphicFramePr>
          <p:nvPr/>
        </p:nvGraphicFramePr>
        <p:xfrm>
          <a:off x="2330450" y="4040188"/>
          <a:ext cx="9525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2" name="Equation" r:id="rId15" imgW="22860000" imgH="10972800" progId="Equation.DSMT4">
                  <p:embed/>
                </p:oleObj>
              </mc:Choice>
              <mc:Fallback>
                <p:oleObj name="Equation" r:id="rId15" imgW="22860000" imgH="10972800" progId="Equation.DSMT4">
                  <p:embed/>
                  <p:pic>
                    <p:nvPicPr>
                      <p:cNvPr id="0" name="图片 11271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330450" y="4040188"/>
                        <a:ext cx="95250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5"/>
          <p:cNvGraphicFramePr>
            <a:graphicFrameLocks noChangeAspect="1"/>
          </p:cNvGraphicFramePr>
          <p:nvPr/>
        </p:nvGraphicFramePr>
        <p:xfrm>
          <a:off x="3492500" y="4040188"/>
          <a:ext cx="8636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3" name="Equation" r:id="rId17" imgW="20726400" imgH="9144000" progId="Equation.DSMT4">
                  <p:embed/>
                </p:oleObj>
              </mc:Choice>
              <mc:Fallback>
                <p:oleObj name="Equation" r:id="rId17" imgW="20726400" imgH="9144000" progId="Equation.DSMT4">
                  <p:embed/>
                  <p:pic>
                    <p:nvPicPr>
                      <p:cNvPr id="0" name="图片 11272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492500" y="4040188"/>
                        <a:ext cx="863600" cy="381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6"/>
          <p:cNvGraphicFramePr>
            <a:graphicFrameLocks noChangeAspect="1"/>
          </p:cNvGraphicFramePr>
          <p:nvPr/>
        </p:nvGraphicFramePr>
        <p:xfrm>
          <a:off x="4274880" y="3979416"/>
          <a:ext cx="524976" cy="5297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4" name="Equation" r:id="rId19" imgW="4876800" imgH="4876800" progId="Equation.DSMT4">
                  <p:embed/>
                </p:oleObj>
              </mc:Choice>
              <mc:Fallback>
                <p:oleObj name="Equation" r:id="rId19" imgW="4876800" imgH="4876800" progId="Equation.DSMT4">
                  <p:embed/>
                  <p:pic>
                    <p:nvPicPr>
                      <p:cNvPr id="0" name="图片 11273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4274880" y="3979416"/>
                        <a:ext cx="524976" cy="529704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7"/>
          <p:cNvGraphicFramePr>
            <a:graphicFrameLocks noChangeAspect="1"/>
          </p:cNvGraphicFramePr>
          <p:nvPr/>
        </p:nvGraphicFramePr>
        <p:xfrm>
          <a:off x="5143500" y="4040188"/>
          <a:ext cx="15748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5" name="Equation" r:id="rId21" imgW="37795200" imgH="9144000" progId="Equation.DSMT4">
                  <p:embed/>
                </p:oleObj>
              </mc:Choice>
              <mc:Fallback>
                <p:oleObj name="Equation" r:id="rId21" imgW="37795200" imgH="9144000" progId="Equation.DSMT4">
                  <p:embed/>
                  <p:pic>
                    <p:nvPicPr>
                      <p:cNvPr id="0" name="图片 11274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5143500" y="4040188"/>
                        <a:ext cx="1574800" cy="381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8"/>
          <p:cNvGraphicFramePr>
            <a:graphicFrameLocks noChangeAspect="1"/>
          </p:cNvGraphicFramePr>
          <p:nvPr/>
        </p:nvGraphicFramePr>
        <p:xfrm>
          <a:off x="6665318" y="4005064"/>
          <a:ext cx="624294" cy="47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6" name="Equation" r:id="rId23" imgW="5791200" imgH="4267200" progId="Equation.DSMT4">
                  <p:embed/>
                </p:oleObj>
              </mc:Choice>
              <mc:Fallback>
                <p:oleObj name="Equation" r:id="rId23" imgW="5791200" imgH="4267200" progId="Equation.DSMT4">
                  <p:embed/>
                  <p:pic>
                    <p:nvPicPr>
                      <p:cNvPr id="0" name="图片 11275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6665318" y="4005064"/>
                        <a:ext cx="624294" cy="4729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9"/>
          <p:cNvGraphicFramePr>
            <a:graphicFrameLocks noChangeAspect="1"/>
          </p:cNvGraphicFramePr>
          <p:nvPr/>
        </p:nvGraphicFramePr>
        <p:xfrm>
          <a:off x="7478713" y="3875088"/>
          <a:ext cx="1157287" cy="885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7" name="Equation" r:id="rId25" imgW="28651200" imgH="21945600" progId="Equation.DSMT4">
                  <p:embed/>
                </p:oleObj>
              </mc:Choice>
              <mc:Fallback>
                <p:oleObj name="Equation" r:id="rId25" imgW="28651200" imgH="21945600" progId="Equation.DSMT4">
                  <p:embed/>
                  <p:pic>
                    <p:nvPicPr>
                      <p:cNvPr id="0" name="图片 11276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7478713" y="3875088"/>
                        <a:ext cx="1157287" cy="8858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20"/>
          <p:cNvGraphicFramePr>
            <a:graphicFrameLocks noChangeAspect="1"/>
          </p:cNvGraphicFramePr>
          <p:nvPr/>
        </p:nvGraphicFramePr>
        <p:xfrm>
          <a:off x="9587153" y="4029305"/>
          <a:ext cx="397279" cy="430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8" name="Equation" r:id="rId27" imgW="3657600" imgH="3962400" progId="Equation.DSMT4">
                  <p:embed/>
                </p:oleObj>
              </mc:Choice>
              <mc:Fallback>
                <p:oleObj name="Equation" r:id="rId27" imgW="3657600" imgH="3962400" progId="Equation.DSMT4">
                  <p:embed/>
                  <p:pic>
                    <p:nvPicPr>
                      <p:cNvPr id="0" name="图片 11277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9587153" y="4029305"/>
                        <a:ext cx="397279" cy="43038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21"/>
          <p:cNvGraphicFramePr>
            <a:graphicFrameLocks noChangeAspect="1"/>
          </p:cNvGraphicFramePr>
          <p:nvPr/>
        </p:nvGraphicFramePr>
        <p:xfrm>
          <a:off x="3194050" y="4799013"/>
          <a:ext cx="11430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9" name="Equation" r:id="rId29" imgW="27432000" imgH="9144000" progId="Equation.DSMT4">
                  <p:embed/>
                </p:oleObj>
              </mc:Choice>
              <mc:Fallback>
                <p:oleObj name="Equation" r:id="rId29" imgW="27432000" imgH="9144000" progId="Equation.DSMT4">
                  <p:embed/>
                  <p:pic>
                    <p:nvPicPr>
                      <p:cNvPr id="0" name="图片 11278"/>
                      <p:cNvPicPr>
                        <a:picLocks noChangeAspect="1"/>
                      </p:cNvPicPr>
                      <p:nvPr/>
                    </p:nvPicPr>
                    <p:blipFill>
                      <a:blip r:embed="rId30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194050" y="4799013"/>
                        <a:ext cx="1143000" cy="381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22"/>
          <p:cNvGraphicFramePr>
            <a:graphicFrameLocks noChangeAspect="1"/>
          </p:cNvGraphicFramePr>
          <p:nvPr/>
        </p:nvGraphicFramePr>
        <p:xfrm>
          <a:off x="4495800" y="4776788"/>
          <a:ext cx="2159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0" name="Equation" r:id="rId31" imgW="51816000" imgH="10972800" progId="Equation.DSMT4">
                  <p:embed/>
                </p:oleObj>
              </mc:Choice>
              <mc:Fallback>
                <p:oleObj name="Equation" r:id="rId31" imgW="51816000" imgH="10972800" progId="Equation.DSMT4">
                  <p:embed/>
                  <p:pic>
                    <p:nvPicPr>
                      <p:cNvPr id="0" name="图片 11279"/>
                      <p:cNvPicPr>
                        <a:picLocks noChangeAspect="1"/>
                      </p:cNvPicPr>
                      <p:nvPr/>
                    </p:nvPicPr>
                    <p:blipFill>
                      <a:blip r:embed="rId3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495800" y="4776788"/>
                        <a:ext cx="215900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23"/>
          <p:cNvGraphicFramePr>
            <a:graphicFrameLocks noChangeAspect="1"/>
          </p:cNvGraphicFramePr>
          <p:nvPr/>
        </p:nvGraphicFramePr>
        <p:xfrm>
          <a:off x="8826500" y="4040188"/>
          <a:ext cx="8382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1" name="Equation" r:id="rId33" imgW="20116800" imgH="9144000" progId="Equation.DSMT4">
                  <p:embed/>
                </p:oleObj>
              </mc:Choice>
              <mc:Fallback>
                <p:oleObj name="Equation" r:id="rId33" imgW="20116800" imgH="9144000" progId="Equation.DSMT4">
                  <p:embed/>
                  <p:pic>
                    <p:nvPicPr>
                      <p:cNvPr id="0" name="图片 11280"/>
                      <p:cNvPicPr>
                        <a:picLocks noChangeAspect="1"/>
                      </p:cNvPicPr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8826500" y="4040188"/>
                        <a:ext cx="838200" cy="381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24"/>
          <p:cNvGraphicFramePr>
            <a:graphicFrameLocks noChangeAspect="1"/>
          </p:cNvGraphicFramePr>
          <p:nvPr/>
        </p:nvGraphicFramePr>
        <p:xfrm>
          <a:off x="5354638" y="1643063"/>
          <a:ext cx="2519362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2" name="Equation" r:id="rId35" imgW="60960000" imgH="9448800" progId="Equation.DSMT4">
                  <p:embed/>
                </p:oleObj>
              </mc:Choice>
              <mc:Fallback>
                <p:oleObj name="Equation" r:id="rId35" imgW="60960000" imgH="9448800" progId="Equation.DSMT4">
                  <p:embed/>
                  <p:pic>
                    <p:nvPicPr>
                      <p:cNvPr id="0" name="图片 11281"/>
                      <p:cNvPicPr>
                        <a:picLocks noChangeAspect="1"/>
                      </p:cNvPicPr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5354638" y="1643063"/>
                        <a:ext cx="2519362" cy="3905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25"/>
          <p:cNvGraphicFramePr>
            <a:graphicFrameLocks noChangeAspect="1"/>
          </p:cNvGraphicFramePr>
          <p:nvPr/>
        </p:nvGraphicFramePr>
        <p:xfrm>
          <a:off x="4692650" y="2808288"/>
          <a:ext cx="20193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3" name="Equation" r:id="rId37" imgW="48463200" imgH="9448800" progId="Equation.DSMT4">
                  <p:embed/>
                </p:oleObj>
              </mc:Choice>
              <mc:Fallback>
                <p:oleObj name="Equation" r:id="rId37" imgW="48463200" imgH="9448800" progId="Equation.DSMT4">
                  <p:embed/>
                  <p:pic>
                    <p:nvPicPr>
                      <p:cNvPr id="0" name="图片 11282"/>
                      <p:cNvPicPr>
                        <a:picLocks noChangeAspect="1"/>
                      </p:cNvPicPr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4692650" y="2808288"/>
                        <a:ext cx="20193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7" name="图片 26"/>
          <p:cNvPicPr>
            <a:picLocks noChangeAspect="1"/>
          </p:cNvPicPr>
          <p:nvPr/>
        </p:nvPicPr>
        <p:blipFill>
          <a:blip r:embed="rId39"/>
          <a:srcRect l="18519" r="20741" b="4500"/>
          <a:stretch>
            <a:fillRect/>
          </a:stretch>
        </p:blipFill>
        <p:spPr>
          <a:xfrm>
            <a:off x="6777355" y="1643380"/>
            <a:ext cx="260350" cy="363855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39"/>
          <a:srcRect l="18519" r="20741" b="4500"/>
          <a:stretch>
            <a:fillRect/>
          </a:stretch>
        </p:blipFill>
        <p:spPr>
          <a:xfrm>
            <a:off x="5670550" y="2790190"/>
            <a:ext cx="260350" cy="3638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 autoUpdateAnimBg="0"/>
      <p:bldP spid="8" grpId="0" bldLvl="0" animBg="1" autoUpdateAnimBg="0"/>
      <p:bldP spid="13" grpId="0" bldLvl="0" animBg="1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42210" y="560750"/>
            <a:ext cx="181800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2.间接法</a:t>
            </a:r>
            <a:endParaRPr lang="zh-CN" altLang="en-US" sz="3200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792270" y="587995"/>
            <a:ext cx="590296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利用已经获得的</a:t>
            </a:r>
            <a:r>
              <a:rPr lang="zh-CN" altLang="en-US" sz="28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结果计算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高阶导数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．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207310" y="1296635"/>
            <a:ext cx="143700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5. 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求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3644292" y="1338525"/>
          <a:ext cx="617537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89" name="Equation" r:id="rId1" imgW="14630400" imgH="10972800" progId="Equation.DSMT4">
                  <p:embed/>
                </p:oleObj>
              </mc:Choice>
              <mc:Fallback>
                <p:oleObj name="Equation" r:id="rId1" imgW="14630400" imgH="10972800" progId="Equation.DSMT4">
                  <p:embed/>
                  <p:pic>
                    <p:nvPicPr>
                      <p:cNvPr id="0" name="图片 12288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644292" y="1338525"/>
                        <a:ext cx="617537" cy="4381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2285673" y="1819327"/>
          <a:ext cx="2244725" cy="811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0" name="Equation" r:id="rId3" imgW="53644800" imgH="20116800" progId="Equation.DSMT4">
                  <p:embed/>
                </p:oleObj>
              </mc:Choice>
              <mc:Fallback>
                <p:oleObj name="Equation" r:id="rId3" imgW="53644800" imgH="20116800" progId="Equation.DSMT4">
                  <p:embed/>
                  <p:pic>
                    <p:nvPicPr>
                      <p:cNvPr id="0" name="图片 12289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285673" y="1819327"/>
                        <a:ext cx="2244725" cy="8112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6096000" y="1819486"/>
          <a:ext cx="3065463" cy="84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1" name="Equation" r:id="rId5" imgW="72847200" imgH="21336000" progId="Equation.DSMT4">
                  <p:embed/>
                </p:oleObj>
              </mc:Choice>
              <mc:Fallback>
                <p:oleObj name="Equation" r:id="rId5" imgW="72847200" imgH="21336000" progId="Equation.DSMT4">
                  <p:embed/>
                  <p:pic>
                    <p:nvPicPr>
                      <p:cNvPr id="0" name="图片 12290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096000" y="1819486"/>
                        <a:ext cx="3065463" cy="8477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2285673" y="2853571"/>
          <a:ext cx="3403600" cy="47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2" name="Equation" r:id="rId7" imgW="80772000" imgH="11887200" progId="Equation.DSMT4">
                  <p:embed/>
                </p:oleObj>
              </mc:Choice>
              <mc:Fallback>
                <p:oleObj name="Equation" r:id="rId7" imgW="80772000" imgH="11887200" progId="Equation.DSMT4">
                  <p:embed/>
                  <p:pic>
                    <p:nvPicPr>
                      <p:cNvPr id="0" name="图片 12291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285673" y="2853571"/>
                        <a:ext cx="3403600" cy="4746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0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6096000" y="2882146"/>
          <a:ext cx="4321175" cy="47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3" name="Equation" r:id="rId9" imgW="103327200" imgH="11887200" progId="Equation.DSMT4">
                  <p:embed/>
                </p:oleObj>
              </mc:Choice>
              <mc:Fallback>
                <p:oleObj name="Equation" r:id="rId9" imgW="103327200" imgH="11887200" progId="Equation.DSMT4">
                  <p:embed/>
                  <p:pic>
                    <p:nvPicPr>
                      <p:cNvPr id="0" name="图片 12292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096000" y="2882146"/>
                        <a:ext cx="4321175" cy="4746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2232075" y="3365247"/>
            <a:ext cx="89789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解：</a:t>
            </a:r>
            <a:endParaRPr lang="zh-CN" altLang="en-US" sz="2800" b="1" dirty="0">
              <a:solidFill>
                <a:srgbClr val="7030A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042179" y="3880212"/>
            <a:ext cx="107759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（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1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）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129748" y="3880212"/>
            <a:ext cx="125539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裂项法</a:t>
            </a:r>
            <a:endParaRPr lang="zh-CN" altLang="en-US" sz="2800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17" name="Rectangle 1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4839732" y="3684781"/>
          <a:ext cx="3006725" cy="912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4" name="Equation" r:id="rId11" imgW="71628000" imgH="22555200" progId="Equation.DSMT4">
                  <p:embed/>
                </p:oleObj>
              </mc:Choice>
              <mc:Fallback>
                <p:oleObj name="Equation" r:id="rId11" imgW="71628000" imgH="22555200" progId="Equation.DSMT4">
                  <p:embed/>
                  <p:pic>
                    <p:nvPicPr>
                      <p:cNvPr id="0" name="图片 12293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839732" y="3684781"/>
                        <a:ext cx="3006725" cy="91281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Rectangle 1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3217863" y="4797425"/>
          <a:ext cx="5408612" cy="974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5" name="Equation" r:id="rId13" imgW="128930400" imgH="24384000" progId="Equation.DSMT4">
                  <p:embed/>
                </p:oleObj>
              </mc:Choice>
              <mc:Fallback>
                <p:oleObj name="Equation" r:id="rId13" imgW="128930400" imgH="24384000" progId="Equation.DSMT4">
                  <p:embed/>
                  <p:pic>
                    <p:nvPicPr>
                      <p:cNvPr id="0" name="图片 12294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217863" y="4797425"/>
                        <a:ext cx="5408612" cy="9747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/>
        </p:nvGraphicFramePr>
        <p:xfrm>
          <a:off x="4007768" y="4797152"/>
          <a:ext cx="10541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6" name="Equation" r:id="rId15" imgW="25298400" imgH="10972800" progId="Equation.DSMT4">
                  <p:embed/>
                </p:oleObj>
              </mc:Choice>
              <mc:Fallback>
                <p:oleObj name="Equation" r:id="rId15" imgW="25298400" imgH="10972800" progId="Equation.DSMT4">
                  <p:embed/>
                  <p:pic>
                    <p:nvPicPr>
                      <p:cNvPr id="0" name="图片 12295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007768" y="4797152"/>
                        <a:ext cx="105410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14" grpId="0"/>
      <p:bldP spid="15" grpId="0"/>
      <p:bldP spid="1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35560" y="260648"/>
            <a:ext cx="107759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（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2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）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094447" y="260648"/>
            <a:ext cx="590867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有理函数分解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（见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P21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阅读材料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1.2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3282950" y="961073"/>
          <a:ext cx="5329238" cy="849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3" name="Equation" r:id="rId1" imgW="126796800" imgH="21336000" progId="Equation.DSMT4">
                  <p:embed/>
                </p:oleObj>
              </mc:Choice>
              <mc:Fallback>
                <p:oleObj name="Equation" r:id="rId1" imgW="126796800" imgH="21336000" progId="Equation.DSMT4">
                  <p:embed/>
                  <p:pic>
                    <p:nvPicPr>
                      <p:cNvPr id="0" name="图片 13312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282950" y="961073"/>
                        <a:ext cx="5329238" cy="84931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3549650" y="1989138"/>
          <a:ext cx="33528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4" name="Equation" r:id="rId3" imgW="80467200" imgH="20116800" progId="Equation.DSMT4">
                  <p:embed/>
                </p:oleObj>
              </mc:Choice>
              <mc:Fallback>
                <p:oleObj name="Equation" r:id="rId3" imgW="80467200" imgH="20116800" progId="Equation.DSMT4">
                  <p:embed/>
                  <p:pic>
                    <p:nvPicPr>
                      <p:cNvPr id="0" name="图片 13313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549650" y="1989138"/>
                        <a:ext cx="33528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404041" y="3040008"/>
            <a:ext cx="5403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故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3434497" y="3006990"/>
          <a:ext cx="3757613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5" name="Equation" r:id="rId5" imgW="89306400" imgH="21640800" progId="Equation.DSMT4">
                  <p:embed/>
                </p:oleObj>
              </mc:Choice>
              <mc:Fallback>
                <p:oleObj name="Equation" r:id="rId5" imgW="89306400" imgH="21640800" progId="Equation.DSMT4">
                  <p:embed/>
                  <p:pic>
                    <p:nvPicPr>
                      <p:cNvPr id="0" name="图片 13314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434497" y="3006990"/>
                        <a:ext cx="3757613" cy="8604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2456180" y="4119563"/>
          <a:ext cx="693738" cy="306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6" name="Equation" r:id="rId7" imgW="16459200" imgH="7620000" progId="Equation.DSMT4">
                  <p:embed/>
                </p:oleObj>
              </mc:Choice>
              <mc:Fallback>
                <p:oleObj name="Equation" r:id="rId7" imgW="16459200" imgH="7620000" progId="Equation.DSMT4">
                  <p:embed/>
                  <p:pic>
                    <p:nvPicPr>
                      <p:cNvPr id="0" name="图片 13315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456180" y="4119563"/>
                        <a:ext cx="693738" cy="30638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213173" y="4012178"/>
            <a:ext cx="89789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时，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" name="Rectangle 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3442038" y="4612243"/>
          <a:ext cx="5307013" cy="973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7" name="Equation" r:id="rId9" imgW="126492000" imgH="24384000" progId="Equation.DSMT4">
                  <p:embed/>
                </p:oleObj>
              </mc:Choice>
              <mc:Fallback>
                <p:oleObj name="Equation" r:id="rId9" imgW="126492000" imgH="24384000" progId="Equation.DSMT4">
                  <p:embed/>
                  <p:pic>
                    <p:nvPicPr>
                      <p:cNvPr id="0" name="图片 13316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442038" y="4612243"/>
                        <a:ext cx="5307013" cy="9731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7" grpId="0"/>
      <p:bldP spid="1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35560" y="260648"/>
            <a:ext cx="107759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（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3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）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023786" y="260648"/>
            <a:ext cx="268541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将三角函数降次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3466008" y="836712"/>
          <a:ext cx="2338387" cy="811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37" name="Equation" r:id="rId1" imgW="55778400" imgH="20116800" progId="Equation.DSMT4">
                  <p:embed/>
                </p:oleObj>
              </mc:Choice>
              <mc:Fallback>
                <p:oleObj name="Equation" r:id="rId1" imgW="55778400" imgH="20116800" progId="Equation.DSMT4">
                  <p:embed/>
                  <p:pic>
                    <p:nvPicPr>
                      <p:cNvPr id="0" name="图片 1433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466008" y="836712"/>
                        <a:ext cx="2338387" cy="81121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3357538" y="1748939"/>
          <a:ext cx="3606800" cy="811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38" name="Equation" r:id="rId3" imgW="85648800" imgH="20116800" progId="Equation.DSMT4">
                  <p:embed/>
                </p:oleObj>
              </mc:Choice>
              <mc:Fallback>
                <p:oleObj name="Equation" r:id="rId3" imgW="85648800" imgH="20116800" progId="Equation.DSMT4">
                  <p:embed/>
                  <p:pic>
                    <p:nvPicPr>
                      <p:cNvPr id="0" name="图片 14337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357538" y="1748939"/>
                        <a:ext cx="3606800" cy="81121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404423" y="1534696"/>
            <a:ext cx="5403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故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144956" y="2564904"/>
            <a:ext cx="107759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（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4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）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3173646" y="3125981"/>
          <a:ext cx="3873500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39" name="Equation" r:id="rId5" imgW="92354400" imgH="10972800" progId="Equation.DSMT4">
                  <p:embed/>
                </p:oleObj>
              </mc:Choice>
              <mc:Fallback>
                <p:oleObj name="Equation" r:id="rId5" imgW="92354400" imgH="10972800" progId="Equation.DSMT4">
                  <p:embed/>
                  <p:pic>
                    <p:nvPicPr>
                      <p:cNvPr id="0" name="图片 14338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173646" y="3125981"/>
                        <a:ext cx="3873500" cy="4413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119036" y="2564904"/>
            <a:ext cx="268541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利用辅助角公式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3465513" y="3717290"/>
          <a:ext cx="35814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0" name="Equation" r:id="rId7" imgW="85953600" imgH="13106400" progId="Equation.DSMT4">
                  <p:embed/>
                </p:oleObj>
              </mc:Choice>
              <mc:Fallback>
                <p:oleObj name="Equation" r:id="rId7" imgW="85953600" imgH="13106400" progId="Equation.DSMT4">
                  <p:embed/>
                  <p:pic>
                    <p:nvPicPr>
                      <p:cNvPr id="0" name="图片 14339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465513" y="3717290"/>
                        <a:ext cx="3581400" cy="5461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7264664" y="3784977"/>
            <a:ext cx="89789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其中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" name="Rectangle 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8223386" y="3630026"/>
          <a:ext cx="1422400" cy="8318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1" name="Equation" r:id="rId9" imgW="34137600" imgH="20116800" progId="Equation.DSMT4">
                  <p:embed/>
                </p:oleObj>
              </mc:Choice>
              <mc:Fallback>
                <p:oleObj name="Equation" r:id="rId9" imgW="34137600" imgH="20116800" progId="Equation.DSMT4">
                  <p:embed/>
                  <p:pic>
                    <p:nvPicPr>
                      <p:cNvPr id="0" name="图片 14340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8223386" y="3630026"/>
                        <a:ext cx="1422400" cy="8318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2404294" y="4307195"/>
            <a:ext cx="340042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重复使用这个规律得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8" name="Rectangle 15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9" name="对象 18"/>
          <p:cNvGraphicFramePr>
            <a:graphicFrameLocks noChangeAspect="1"/>
          </p:cNvGraphicFramePr>
          <p:nvPr/>
        </p:nvGraphicFramePr>
        <p:xfrm>
          <a:off x="3173822" y="4893672"/>
          <a:ext cx="4629150" cy="741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2" name="Equation" r:id="rId11" imgW="110032800" imgH="18592800" progId="Equation.DSMT4">
                  <p:embed/>
                </p:oleObj>
              </mc:Choice>
              <mc:Fallback>
                <p:oleObj name="Equation" r:id="rId11" imgW="110032800" imgH="18592800" progId="Equation.DSMT4">
                  <p:embed/>
                  <p:pic>
                    <p:nvPicPr>
                      <p:cNvPr id="0" name="图片 14341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173822" y="4893672"/>
                        <a:ext cx="4629150" cy="7413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8" grpId="0"/>
      <p:bldP spid="9" grpId="0"/>
      <p:bldP spid="12" grpId="0"/>
      <p:bldP spid="14" grpId="0"/>
      <p:bldP spid="17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5"/>
          <p:cNvSpPr txBox="1">
            <a:spLocks noChangeArrowheads="1"/>
          </p:cNvSpPr>
          <p:nvPr/>
        </p:nvSpPr>
        <p:spPr bwMode="auto">
          <a:xfrm>
            <a:off x="1833930" y="199435"/>
            <a:ext cx="4744144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高阶导数计算杂例</a:t>
            </a:r>
            <a:endParaRPr lang="zh-CN" altLang="zh-CN" sz="32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279576" y="773415"/>
            <a:ext cx="143700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6. 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设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3707526" y="841349"/>
          <a:ext cx="1747838" cy="3873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1" name="Equation" r:id="rId1" imgW="41757600" imgH="9448800" progId="Equation.DSMT4">
                  <p:embed/>
                </p:oleObj>
              </mc:Choice>
              <mc:Fallback>
                <p:oleObj name="Equation" r:id="rId1" imgW="41757600" imgH="9448800" progId="Equation.DSMT4">
                  <p:embed/>
                  <p:pic>
                    <p:nvPicPr>
                      <p:cNvPr id="0" name="图片 15360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707526" y="841349"/>
                        <a:ext cx="1747838" cy="3873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552956" y="773415"/>
            <a:ext cx="268541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证明它满足方程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2835955" y="1335370"/>
          <a:ext cx="5822950" cy="4381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2" name="Equation" r:id="rId3" imgW="138684000" imgH="10972800" progId="Equation.DSMT4">
                  <p:embed/>
                </p:oleObj>
              </mc:Choice>
              <mc:Fallback>
                <p:oleObj name="Equation" r:id="rId3" imgW="138684000" imgH="10972800" progId="Equation.DSMT4">
                  <p:embed/>
                  <p:pic>
                    <p:nvPicPr>
                      <p:cNvPr id="0" name="图片 15361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835955" y="1335370"/>
                        <a:ext cx="5822950" cy="4381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388920" y="1903626"/>
            <a:ext cx="107759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解： </a:t>
            </a:r>
            <a:endParaRPr lang="zh-CN" altLang="en-US" sz="2800" b="1" dirty="0">
              <a:solidFill>
                <a:srgbClr val="7030A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139527" y="1921406"/>
            <a:ext cx="197040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先求导，得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" name="Rectangle 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3466464" y="2420888"/>
          <a:ext cx="1874838" cy="900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3" name="Equation" r:id="rId5" imgW="44805600" imgH="22250400" progId="Equation.DSMT4">
                  <p:embed/>
                </p:oleObj>
              </mc:Choice>
              <mc:Fallback>
                <p:oleObj name="Equation" r:id="rId5" imgW="44805600" imgH="22250400" progId="Equation.DSMT4">
                  <p:embed/>
                  <p:pic>
                    <p:nvPicPr>
                      <p:cNvPr id="0" name="图片 15362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466464" y="2420888"/>
                        <a:ext cx="1874838" cy="9001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5614617" y="2595131"/>
            <a:ext cx="125539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改写为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6" name="Rectangle 10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6869802" y="2591321"/>
          <a:ext cx="1914525" cy="5270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4" name="Equation" r:id="rId7" imgW="45415200" imgH="13106400" progId="Equation.DSMT4">
                  <p:embed/>
                </p:oleObj>
              </mc:Choice>
              <mc:Fallback>
                <p:oleObj name="Equation" r:id="rId7" imgW="45415200" imgH="13106400" progId="Equation.DSMT4">
                  <p:embed/>
                  <p:pic>
                    <p:nvPicPr>
                      <p:cNvPr id="0" name="图片 15363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869802" y="2591321"/>
                        <a:ext cx="1914525" cy="5270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1919536" y="3356992"/>
            <a:ext cx="340042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再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对</a:t>
            </a:r>
            <a:r>
              <a:rPr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求一次导数，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9" name="Rectangle 1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2135560" y="3880212"/>
          <a:ext cx="4137025" cy="900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5" name="Equation" r:id="rId9" imgW="98755200" imgH="22250400" progId="Equation.DSMT4">
                  <p:embed/>
                </p:oleObj>
              </mc:Choice>
              <mc:Fallback>
                <p:oleObj name="Equation" r:id="rId9" imgW="98755200" imgH="22250400" progId="Equation.DSMT4">
                  <p:embed/>
                  <p:pic>
                    <p:nvPicPr>
                      <p:cNvPr id="0" name="图片 15364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135560" y="3880212"/>
                        <a:ext cx="4137025" cy="9001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6538810" y="3922016"/>
            <a:ext cx="5403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即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2" name="Rectangle 1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3" name="对象 22"/>
          <p:cNvGraphicFramePr>
            <a:graphicFrameLocks noChangeAspect="1"/>
          </p:cNvGraphicFramePr>
          <p:nvPr/>
        </p:nvGraphicFramePr>
        <p:xfrm>
          <a:off x="7239744" y="3964550"/>
          <a:ext cx="2732088" cy="4381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6" name="Equation" r:id="rId11" imgW="65227200" imgH="10972800" progId="Equation.DSMT4">
                  <p:embed/>
                </p:oleObj>
              </mc:Choice>
              <mc:Fallback>
                <p:oleObj name="Equation" r:id="rId11" imgW="65227200" imgH="10972800" progId="Equation.DSMT4">
                  <p:embed/>
                  <p:pic>
                    <p:nvPicPr>
                      <p:cNvPr id="0" name="图片 15365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239744" y="3964550"/>
                        <a:ext cx="2732088" cy="4381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1919536" y="4725144"/>
            <a:ext cx="404622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两端对 </a:t>
            </a:r>
            <a:r>
              <a:rPr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 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求 </a:t>
            </a:r>
            <a:r>
              <a:rPr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阶导数得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5" name="Rectangle 1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6" name="对象 25"/>
          <p:cNvGraphicFramePr>
            <a:graphicFrameLocks noChangeAspect="1"/>
          </p:cNvGraphicFramePr>
          <p:nvPr/>
        </p:nvGraphicFramePr>
        <p:xfrm>
          <a:off x="1610484" y="5247094"/>
          <a:ext cx="6292850" cy="912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7" name="Equation" r:id="rId13" imgW="149961600" imgH="22555200" progId="Equation.DSMT4">
                  <p:embed/>
                </p:oleObj>
              </mc:Choice>
              <mc:Fallback>
                <p:oleObj name="Equation" r:id="rId13" imgW="149961600" imgH="22555200" progId="Equation.DSMT4">
                  <p:embed/>
                  <p:pic>
                    <p:nvPicPr>
                      <p:cNvPr id="0" name="图片 15366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610484" y="5247094"/>
                        <a:ext cx="6292850" cy="9128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Rectangle 1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8" name="对象 27"/>
          <p:cNvGraphicFramePr>
            <a:graphicFrameLocks noChangeAspect="1"/>
          </p:cNvGraphicFramePr>
          <p:nvPr/>
        </p:nvGraphicFramePr>
        <p:xfrm>
          <a:off x="7957734" y="5415761"/>
          <a:ext cx="2814638" cy="5778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8" name="Equation" r:id="rId15" imgW="67360800" imgH="14020800" progId="Equation.DSMT4">
                  <p:embed/>
                </p:oleObj>
              </mc:Choice>
              <mc:Fallback>
                <p:oleObj name="Equation" r:id="rId15" imgW="67360800" imgH="14020800" progId="Equation.DSMT4">
                  <p:embed/>
                  <p:pic>
                    <p:nvPicPr>
                      <p:cNvPr id="0" name="图片 15367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7957734" y="5415761"/>
                        <a:ext cx="2814638" cy="5778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2071296" y="6160224"/>
            <a:ext cx="250761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整理后即得证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11" grpId="0"/>
      <p:bldP spid="14" grpId="0"/>
      <p:bldP spid="18" grpId="0"/>
      <p:bldP spid="21" grpId="0"/>
      <p:bldP spid="24" grpId="0"/>
      <p:bldP spid="29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79576" y="511805"/>
            <a:ext cx="143700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7. 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设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3671151" y="579740"/>
          <a:ext cx="2836863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5" name="Equation" r:id="rId1" imgW="67360800" imgH="9448800" progId="Equation.DSMT4">
                  <p:embed/>
                </p:oleObj>
              </mc:Choice>
              <mc:Fallback>
                <p:oleObj name="Equation" r:id="rId1" imgW="67360800" imgH="9448800" progId="Equation.DSMT4">
                  <p:embed/>
                  <p:pic>
                    <p:nvPicPr>
                      <p:cNvPr id="0" name="图片 1638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671151" y="579740"/>
                        <a:ext cx="2836863" cy="3873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56040" y="511805"/>
            <a:ext cx="5089474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都有直到三阶的高阶导数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847528" y="1035025"/>
            <a:ext cx="5403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求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2279856" y="1088345"/>
          <a:ext cx="1817688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6" name="Equation" r:id="rId3" imgW="43281600" imgH="11582400" progId="Equation.DSMT4">
                  <p:embed/>
                </p:oleObj>
              </mc:Choice>
              <mc:Fallback>
                <p:oleObj name="Equation" r:id="rId3" imgW="43281600" imgH="11582400" progId="Equation.DSMT4">
                  <p:embed/>
                  <p:pic>
                    <p:nvPicPr>
                      <p:cNvPr id="0" name="图片 16385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279856" y="1088345"/>
                        <a:ext cx="1817688" cy="469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151784" y="1035025"/>
            <a:ext cx="232791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的三阶导数．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460715" y="1700808"/>
            <a:ext cx="107759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解： </a:t>
            </a:r>
            <a:endParaRPr lang="zh-CN" altLang="en-US" sz="2800" b="1" dirty="0">
              <a:solidFill>
                <a:srgbClr val="7030A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547872" y="1700808"/>
            <a:ext cx="340042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反复利用链法则，得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" name="Rectangle 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2279576" y="2255078"/>
          <a:ext cx="2176462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7" name="Equation" r:id="rId5" imgW="51816000" imgH="9753600" progId="Equation.DSMT4">
                  <p:embed/>
                </p:oleObj>
              </mc:Choice>
              <mc:Fallback>
                <p:oleObj name="Equation" r:id="rId5" imgW="51816000" imgH="9753600" progId="Equation.DSMT4">
                  <p:embed/>
                  <p:pic>
                    <p:nvPicPr>
                      <p:cNvPr id="0" name="图片 16386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279576" y="2255078"/>
                        <a:ext cx="2176462" cy="4000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4439816" y="2224028"/>
          <a:ext cx="23622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8" name="Equation" r:id="rId7" imgW="56692800" imgH="9753600" progId="Equation.DSMT4">
                  <p:embed/>
                </p:oleObj>
              </mc:Choice>
              <mc:Fallback>
                <p:oleObj name="Equation" r:id="rId7" imgW="56692800" imgH="9753600" progId="Equation.DSMT4">
                  <p:embed/>
                  <p:pic>
                    <p:nvPicPr>
                      <p:cNvPr id="0" name="图片 16387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439816" y="2224028"/>
                        <a:ext cx="2362200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Rectangle 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2279576" y="2780928"/>
          <a:ext cx="5149850" cy="4603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9" name="Equation" r:id="rId9" imgW="122529600" imgH="11582400" progId="Equation.DSMT4">
                  <p:embed/>
                </p:oleObj>
              </mc:Choice>
              <mc:Fallback>
                <p:oleObj name="Equation" r:id="rId9" imgW="122529600" imgH="11582400" progId="Equation.DSMT4">
                  <p:embed/>
                  <p:pic>
                    <p:nvPicPr>
                      <p:cNvPr id="0" name="图片 16388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279576" y="2780928"/>
                        <a:ext cx="5149850" cy="460376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/>
        </p:nvGraphicFramePr>
        <p:xfrm>
          <a:off x="2798844" y="3284984"/>
          <a:ext cx="50546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0" name="Equation" r:id="rId11" imgW="121310400" imgH="13411200" progId="Equation.DSMT4">
                  <p:embed/>
                </p:oleObj>
              </mc:Choice>
              <mc:Fallback>
                <p:oleObj name="Equation" r:id="rId11" imgW="121310400" imgH="13411200" progId="Equation.DSMT4">
                  <p:embed/>
                  <p:pic>
                    <p:nvPicPr>
                      <p:cNvPr id="0" name="图片 16389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798844" y="3284984"/>
                        <a:ext cx="5054600" cy="558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Rectangle 10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1" name="对象 20"/>
          <p:cNvGraphicFramePr>
            <a:graphicFrameLocks noChangeAspect="1"/>
          </p:cNvGraphicFramePr>
          <p:nvPr/>
        </p:nvGraphicFramePr>
        <p:xfrm>
          <a:off x="2279576" y="3861048"/>
          <a:ext cx="6543675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1" name="Equation" r:id="rId13" imgW="155752800" imgH="13411200" progId="Equation.DSMT4">
                  <p:embed/>
                </p:oleObj>
              </mc:Choice>
              <mc:Fallback>
                <p:oleObj name="Equation" r:id="rId13" imgW="155752800" imgH="13411200" progId="Equation.DSMT4">
                  <p:embed/>
                  <p:pic>
                    <p:nvPicPr>
                      <p:cNvPr id="0" name="图片 16390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279576" y="3861048"/>
                        <a:ext cx="6543675" cy="533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/>
        </p:nvGraphicFramePr>
        <p:xfrm>
          <a:off x="2999378" y="4437112"/>
          <a:ext cx="49911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2" name="Equation" r:id="rId15" imgW="119786400" imgH="9753600" progId="Equation.DSMT4">
                  <p:embed/>
                </p:oleObj>
              </mc:Choice>
              <mc:Fallback>
                <p:oleObj name="Equation" r:id="rId15" imgW="119786400" imgH="9753600" progId="Equation.DSMT4">
                  <p:embed/>
                  <p:pic>
                    <p:nvPicPr>
                      <p:cNvPr id="0" name="图片 16391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999378" y="4437112"/>
                        <a:ext cx="4991100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Rectangle 1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4" name="对象 23"/>
          <p:cNvGraphicFramePr>
            <a:graphicFrameLocks noChangeAspect="1"/>
          </p:cNvGraphicFramePr>
          <p:nvPr/>
        </p:nvGraphicFramePr>
        <p:xfrm>
          <a:off x="2427937" y="4941168"/>
          <a:ext cx="8047038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3" name="Equation" r:id="rId17" imgW="191719200" imgH="13411200" progId="Equation.DSMT4">
                  <p:embed/>
                </p:oleObj>
              </mc:Choice>
              <mc:Fallback>
                <p:oleObj name="Equation" r:id="rId17" imgW="191719200" imgH="13411200" progId="Equation.DSMT4">
                  <p:embed/>
                  <p:pic>
                    <p:nvPicPr>
                      <p:cNvPr id="0" name="图片 16392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427937" y="4941168"/>
                        <a:ext cx="8047038" cy="533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6" grpId="0"/>
      <p:bldP spid="9" grpId="0"/>
      <p:bldP spid="11" grpId="0"/>
      <p:bldP spid="1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79576" y="511805"/>
            <a:ext cx="107950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8</a:t>
            </a:r>
            <a:r>
              <a:rPr lang="en-US" altLang="zh-CN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 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929826" y="531946"/>
            <a:ext cx="411543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（反函数的高阶导数）设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7137256" y="579729"/>
          <a:ext cx="1296988" cy="3873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09" name="Equation" r:id="rId1" imgW="30784800" imgH="9448800" progId="Equation.DSMT4">
                  <p:embed/>
                </p:oleObj>
              </mc:Choice>
              <mc:Fallback>
                <p:oleObj name="Equation" r:id="rId1" imgW="30784800" imgH="9448800" progId="Equation.DSMT4">
                  <p:embed/>
                  <p:pic>
                    <p:nvPicPr>
                      <p:cNvPr id="0" name="图片 17408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137256" y="579729"/>
                        <a:ext cx="1296988" cy="3873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526363" y="531946"/>
            <a:ext cx="5403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与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9064720" y="579104"/>
          <a:ext cx="1244600" cy="3873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0" name="Equation" r:id="rId3" imgW="29870400" imgH="9448800" progId="Equation.DSMT4">
                  <p:embed/>
                </p:oleObj>
              </mc:Choice>
              <mc:Fallback>
                <p:oleObj name="Equation" r:id="rId3" imgW="29870400" imgH="9448800" progId="Equation.DSMT4">
                  <p:embed/>
                  <p:pic>
                    <p:nvPicPr>
                      <p:cNvPr id="0" name="图片 17409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064720" y="579104"/>
                        <a:ext cx="1244600" cy="3873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703512" y="1055166"/>
            <a:ext cx="232791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互为反函数，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3791744" y="1123101"/>
          <a:ext cx="1244600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1" name="Equation" r:id="rId5" imgW="29870400" imgH="9448800" progId="Equation.DSMT4">
                  <p:embed/>
                </p:oleObj>
              </mc:Choice>
              <mc:Fallback>
                <p:oleObj name="Equation" r:id="rId5" imgW="29870400" imgH="9448800" progId="Equation.DSMT4">
                  <p:embed/>
                  <p:pic>
                    <p:nvPicPr>
                      <p:cNvPr id="0" name="图片 17410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791744" y="1123101"/>
                        <a:ext cx="1244600" cy="3873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159896" y="1055166"/>
            <a:ext cx="375793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有直到三阶的导数，且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" name="Rectangle 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8904312" y="1116750"/>
          <a:ext cx="1404938" cy="4000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2" name="Equation" r:id="rId6" imgW="33528000" imgH="9753600" progId="Equation.DSMT4">
                  <p:embed/>
                </p:oleObj>
              </mc:Choice>
              <mc:Fallback>
                <p:oleObj name="Equation" r:id="rId6" imgW="33528000" imgH="9753600" progId="Equation.DSMT4">
                  <p:embed/>
                  <p:pic>
                    <p:nvPicPr>
                      <p:cNvPr id="0" name="图片 17411"/>
                      <p:cNvPicPr>
                        <a:picLocks noChangeAspect="1"/>
                      </p:cNvPicPr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8904312" y="1116750"/>
                        <a:ext cx="1404938" cy="4000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1703512" y="1578386"/>
            <a:ext cx="1952524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试用</a:t>
            </a:r>
            <a:r>
              <a:rPr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y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表示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3656036" y="1639970"/>
          <a:ext cx="1309688" cy="4000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3" name="Equation" r:id="rId8" imgW="31089600" imgH="9753600" progId="Equation.DSMT4">
                  <p:embed/>
                </p:oleObj>
              </mc:Choice>
              <mc:Fallback>
                <p:oleObj name="Equation" r:id="rId8" imgW="31089600" imgH="9753600" progId="Equation.DSMT4">
                  <p:embed/>
                  <p:pic>
                    <p:nvPicPr>
                      <p:cNvPr id="0" name="图片 17412"/>
                      <p:cNvPicPr>
                        <a:picLocks noChangeAspect="1"/>
                      </p:cNvPicPr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656036" y="1639970"/>
                        <a:ext cx="1309688" cy="4000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2460714" y="2101606"/>
            <a:ext cx="107759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解： </a:t>
            </a:r>
            <a:endParaRPr lang="zh-CN" altLang="en-US" sz="2800" b="1" dirty="0">
              <a:solidFill>
                <a:srgbClr val="7030A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9" name="对象 18"/>
          <p:cNvGraphicFramePr>
            <a:graphicFrameLocks noChangeAspect="1"/>
          </p:cNvGraphicFramePr>
          <p:nvPr/>
        </p:nvGraphicFramePr>
        <p:xfrm>
          <a:off x="4052232" y="1933003"/>
          <a:ext cx="1595437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4" name="Equation" r:id="rId10" imgW="38100000" imgH="21640800" progId="Equation.DSMT4">
                  <p:embed/>
                </p:oleObj>
              </mc:Choice>
              <mc:Fallback>
                <p:oleObj name="Equation" r:id="rId10" imgW="38100000" imgH="21640800" progId="Equation.DSMT4">
                  <p:embed/>
                  <p:pic>
                    <p:nvPicPr>
                      <p:cNvPr id="0" name="图片 17413"/>
                      <p:cNvPicPr>
                        <a:picLocks noChangeAspect="1"/>
                      </p:cNvPicPr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052232" y="1933003"/>
                        <a:ext cx="1595437" cy="8604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3143672" y="2101606"/>
            <a:ext cx="89789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由于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1" name="Rectangle 19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2" name="对象 21"/>
          <p:cNvGraphicFramePr>
            <a:graphicFrameLocks noChangeAspect="1"/>
          </p:cNvGraphicFramePr>
          <p:nvPr/>
        </p:nvGraphicFramePr>
        <p:xfrm>
          <a:off x="1853016" y="2780928"/>
          <a:ext cx="2062162" cy="1163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5" name="Equation" r:id="rId12" imgW="49072800" imgH="29260800" progId="Equation.DSMT4">
                  <p:embed/>
                </p:oleObj>
              </mc:Choice>
              <mc:Fallback>
                <p:oleObj name="Equation" r:id="rId12" imgW="49072800" imgH="29260800" progId="Equation.DSMT4">
                  <p:embed/>
                  <p:pic>
                    <p:nvPicPr>
                      <p:cNvPr id="0" name="图片 17414"/>
                      <p:cNvPicPr>
                        <a:picLocks noChangeAspect="1"/>
                      </p:cNvPicPr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853016" y="2780928"/>
                        <a:ext cx="2062162" cy="11636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/>
          <p:cNvGraphicFramePr>
            <a:graphicFrameLocks noChangeAspect="1"/>
          </p:cNvGraphicFramePr>
          <p:nvPr/>
        </p:nvGraphicFramePr>
        <p:xfrm>
          <a:off x="4429646" y="2996952"/>
          <a:ext cx="14605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6" name="Equation" r:id="rId14" imgW="35052000" imgH="21640800" progId="Equation.DSMT4">
                  <p:embed/>
                </p:oleObj>
              </mc:Choice>
              <mc:Fallback>
                <p:oleObj name="Equation" r:id="rId14" imgW="35052000" imgH="21640800" progId="Equation.DSMT4">
                  <p:embed/>
                  <p:pic>
                    <p:nvPicPr>
                      <p:cNvPr id="0" name="图片 17415"/>
                      <p:cNvPicPr>
                        <a:picLocks noChangeAspect="1"/>
                      </p:cNvPicPr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4429646" y="2996952"/>
                        <a:ext cx="1460500" cy="901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/>
          <p:cNvGraphicFramePr>
            <a:graphicFrameLocks noChangeAspect="1"/>
          </p:cNvGraphicFramePr>
          <p:nvPr/>
        </p:nvGraphicFramePr>
        <p:xfrm>
          <a:off x="6884888" y="2996952"/>
          <a:ext cx="18034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7" name="Equation" r:id="rId16" imgW="43281600" imgH="21640800" progId="Equation.DSMT4">
                  <p:embed/>
                </p:oleObj>
              </mc:Choice>
              <mc:Fallback>
                <p:oleObj name="Equation" r:id="rId16" imgW="43281600" imgH="21640800" progId="Equation.DSMT4">
                  <p:embed/>
                  <p:pic>
                    <p:nvPicPr>
                      <p:cNvPr id="0" name="图片 17416"/>
                      <p:cNvPicPr>
                        <a:picLocks noChangeAspect="1"/>
                      </p:cNvPicPr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6884888" y="2996952"/>
                        <a:ext cx="1803400" cy="901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Rectangle 21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6" name="对象 25"/>
          <p:cNvGraphicFramePr>
            <a:graphicFrameLocks noChangeAspect="1"/>
          </p:cNvGraphicFramePr>
          <p:nvPr/>
        </p:nvGraphicFramePr>
        <p:xfrm>
          <a:off x="1855788" y="4216400"/>
          <a:ext cx="6654800" cy="871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8" name="Equation" r:id="rId18" imgW="158496000" imgH="21640800" progId="Equation.DSMT4">
                  <p:embed/>
                </p:oleObj>
              </mc:Choice>
              <mc:Fallback>
                <p:oleObj name="Equation" r:id="rId18" imgW="158496000" imgH="21640800" progId="Equation.DSMT4">
                  <p:embed/>
                  <p:pic>
                    <p:nvPicPr>
                      <p:cNvPr id="0" name="图片 17417"/>
                      <p:cNvPicPr>
                        <a:picLocks noChangeAspect="1"/>
                      </p:cNvPicPr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1855788" y="4216400"/>
                        <a:ext cx="6654800" cy="8715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/>
          <p:cNvGraphicFramePr>
            <a:graphicFrameLocks noChangeAspect="1"/>
          </p:cNvGraphicFramePr>
          <p:nvPr/>
        </p:nvGraphicFramePr>
        <p:xfrm>
          <a:off x="8484709" y="4221088"/>
          <a:ext cx="9525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9" name="Equation" r:id="rId20" imgW="22860000" imgH="21640800" progId="Equation.DSMT4">
                  <p:embed/>
                </p:oleObj>
              </mc:Choice>
              <mc:Fallback>
                <p:oleObj name="Equation" r:id="rId20" imgW="22860000" imgH="21640800" progId="Equation.DSMT4">
                  <p:embed/>
                  <p:pic>
                    <p:nvPicPr>
                      <p:cNvPr id="0" name="图片 17418"/>
                      <p:cNvPicPr>
                        <a:picLocks noChangeAspect="1"/>
                      </p:cNvPicPr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8484709" y="4221088"/>
                        <a:ext cx="952500" cy="901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Rectangle 23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9" name="对象 28"/>
          <p:cNvGraphicFramePr>
            <a:graphicFrameLocks noChangeAspect="1"/>
          </p:cNvGraphicFramePr>
          <p:nvPr/>
        </p:nvGraphicFramePr>
        <p:xfrm>
          <a:off x="2195489" y="5229200"/>
          <a:ext cx="3708400" cy="10477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0" name="Equation" r:id="rId22" imgW="89001600" imgH="24993600" progId="Equation.DSMT4">
                  <p:embed/>
                </p:oleObj>
              </mc:Choice>
              <mc:Fallback>
                <p:oleObj name="Equation" r:id="rId22" imgW="89001600" imgH="24993600" progId="Equation.DSMT4">
                  <p:embed/>
                  <p:pic>
                    <p:nvPicPr>
                      <p:cNvPr id="0" name="图片 17419"/>
                      <p:cNvPicPr>
                        <a:picLocks noChangeAspect="1"/>
                      </p:cNvPicPr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2195489" y="5229200"/>
                        <a:ext cx="3708400" cy="10477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对象 29"/>
          <p:cNvGraphicFramePr>
            <a:graphicFrameLocks noChangeAspect="1"/>
          </p:cNvGraphicFramePr>
          <p:nvPr/>
        </p:nvGraphicFramePr>
        <p:xfrm>
          <a:off x="3863752" y="3212976"/>
          <a:ext cx="4572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1" name="Equation" r:id="rId24" imgW="10972800" imgH="10363200" progId="Equation.DSMT4">
                  <p:embed/>
                </p:oleObj>
              </mc:Choice>
              <mc:Fallback>
                <p:oleObj name="Equation" r:id="rId24" imgW="10972800" imgH="10363200" progId="Equation.DSMT4">
                  <p:embed/>
                  <p:pic>
                    <p:nvPicPr>
                      <p:cNvPr id="0" name="图片 17420"/>
                      <p:cNvPicPr>
                        <a:picLocks noChangeAspect="1"/>
                      </p:cNvPicPr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3863752" y="3212976"/>
                        <a:ext cx="4572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对象 30"/>
          <p:cNvGraphicFramePr>
            <a:graphicFrameLocks noChangeAspect="1"/>
          </p:cNvGraphicFramePr>
          <p:nvPr/>
        </p:nvGraphicFramePr>
        <p:xfrm>
          <a:off x="4727848" y="2996952"/>
          <a:ext cx="10287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2" name="Equation" r:id="rId26" imgW="24688800" imgH="9753600" progId="Equation.DSMT4">
                  <p:embed/>
                </p:oleObj>
              </mc:Choice>
              <mc:Fallback>
                <p:oleObj name="Equation" r:id="rId26" imgW="24688800" imgH="9753600" progId="Equation.DSMT4">
                  <p:embed/>
                  <p:pic>
                    <p:nvPicPr>
                      <p:cNvPr id="0" name="图片 17421"/>
                      <p:cNvPicPr>
                        <a:picLocks noChangeAspect="1"/>
                      </p:cNvPicPr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4727848" y="2996952"/>
                        <a:ext cx="1028700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对象 31"/>
          <p:cNvGraphicFramePr>
            <a:graphicFrameLocks noChangeAspect="1"/>
          </p:cNvGraphicFramePr>
          <p:nvPr/>
        </p:nvGraphicFramePr>
        <p:xfrm>
          <a:off x="5879976" y="2996952"/>
          <a:ext cx="9525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3" name="Equation" r:id="rId28" imgW="22860000" imgH="21640800" progId="Equation.DSMT4">
                  <p:embed/>
                </p:oleObj>
              </mc:Choice>
              <mc:Fallback>
                <p:oleObj name="Equation" r:id="rId28" imgW="22860000" imgH="21640800" progId="Equation.DSMT4">
                  <p:embed/>
                  <p:pic>
                    <p:nvPicPr>
                      <p:cNvPr id="0" name="图片 17422"/>
                      <p:cNvPicPr>
                        <a:picLocks noChangeAspect="1"/>
                      </p:cNvPicPr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5879976" y="2996952"/>
                        <a:ext cx="952500" cy="901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对象 32"/>
          <p:cNvGraphicFramePr>
            <a:graphicFrameLocks noChangeAspect="1"/>
          </p:cNvGraphicFramePr>
          <p:nvPr/>
        </p:nvGraphicFramePr>
        <p:xfrm>
          <a:off x="2930186" y="4149080"/>
          <a:ext cx="8763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4" name="Equation" r:id="rId30" imgW="21031200" imgH="9753600" progId="Equation.DSMT4">
                  <p:embed/>
                </p:oleObj>
              </mc:Choice>
              <mc:Fallback>
                <p:oleObj name="Equation" r:id="rId30" imgW="21031200" imgH="9753600" progId="Equation.DSMT4">
                  <p:embed/>
                  <p:pic>
                    <p:nvPicPr>
                      <p:cNvPr id="0" name="图片 17423"/>
                      <p:cNvPicPr>
                        <a:picLocks noChangeAspect="1"/>
                      </p:cNvPicPr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2930186" y="4149080"/>
                        <a:ext cx="876300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对象 33"/>
          <p:cNvGraphicFramePr>
            <a:graphicFrameLocks noChangeAspect="1"/>
          </p:cNvGraphicFramePr>
          <p:nvPr/>
        </p:nvGraphicFramePr>
        <p:xfrm>
          <a:off x="5231904" y="4149080"/>
          <a:ext cx="9398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5" name="Equation" r:id="rId32" imgW="22555200" imgH="9753600" progId="Equation.DSMT4">
                  <p:embed/>
                </p:oleObj>
              </mc:Choice>
              <mc:Fallback>
                <p:oleObj name="Equation" r:id="rId32" imgW="22555200" imgH="9753600" progId="Equation.DSMT4">
                  <p:embed/>
                  <p:pic>
                    <p:nvPicPr>
                      <p:cNvPr id="0" name="图片 17424"/>
                      <p:cNvPicPr>
                        <a:picLocks noChangeAspect="1"/>
                      </p:cNvPicPr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5231904" y="4149080"/>
                        <a:ext cx="939800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对象 34"/>
          <p:cNvGraphicFramePr>
            <a:graphicFrameLocks noChangeAspect="1"/>
          </p:cNvGraphicFramePr>
          <p:nvPr/>
        </p:nvGraphicFramePr>
        <p:xfrm>
          <a:off x="3863752" y="4005064"/>
          <a:ext cx="11176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6" name="Equation" r:id="rId34" imgW="26822400" imgH="13411200" progId="Equation.DSMT4">
                  <p:embed/>
                </p:oleObj>
              </mc:Choice>
              <mc:Fallback>
                <p:oleObj name="Equation" r:id="rId34" imgW="26822400" imgH="13411200" progId="Equation.DSMT4">
                  <p:embed/>
                  <p:pic>
                    <p:nvPicPr>
                      <p:cNvPr id="0" name="图片 17425"/>
                      <p:cNvPicPr>
                        <a:picLocks noChangeAspect="1"/>
                      </p:cNvPicPr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3863752" y="4005064"/>
                        <a:ext cx="1117600" cy="558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对象 35"/>
          <p:cNvGraphicFramePr>
            <a:graphicFrameLocks noChangeAspect="1"/>
          </p:cNvGraphicFramePr>
          <p:nvPr/>
        </p:nvGraphicFramePr>
        <p:xfrm>
          <a:off x="6240016" y="4005064"/>
          <a:ext cx="13208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7" name="Equation" r:id="rId36" imgW="31699200" imgH="13411200" progId="Equation.DSMT4">
                  <p:embed/>
                </p:oleObj>
              </mc:Choice>
              <mc:Fallback>
                <p:oleObj name="Equation" r:id="rId36" imgW="31699200" imgH="13411200" progId="Equation.DSMT4">
                  <p:embed/>
                  <p:pic>
                    <p:nvPicPr>
                      <p:cNvPr id="0" name="图片 17426"/>
                      <p:cNvPicPr>
                        <a:picLocks noChangeAspect="1"/>
                      </p:cNvPicPr>
                      <p:nvPr/>
                    </p:nvPicPr>
                    <p:blipFill>
                      <a:blip r:embed="rId37"/>
                      <a:stretch>
                        <a:fillRect/>
                      </a:stretch>
                    </p:blipFill>
                    <p:spPr>
                      <a:xfrm>
                        <a:off x="6240016" y="4005064"/>
                        <a:ext cx="1320800" cy="558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对象 36"/>
          <p:cNvGraphicFramePr>
            <a:graphicFrameLocks noChangeAspect="1"/>
          </p:cNvGraphicFramePr>
          <p:nvPr/>
        </p:nvGraphicFramePr>
        <p:xfrm>
          <a:off x="7536160" y="4149080"/>
          <a:ext cx="9398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8" name="Equation" r:id="rId38" imgW="22555200" imgH="9753600" progId="Equation.DSMT4">
                  <p:embed/>
                </p:oleObj>
              </mc:Choice>
              <mc:Fallback>
                <p:oleObj name="Equation" r:id="rId38" imgW="22555200" imgH="9753600" progId="Equation.DSMT4">
                  <p:embed/>
                  <p:pic>
                    <p:nvPicPr>
                      <p:cNvPr id="0" name="图片 17427"/>
                      <p:cNvPicPr>
                        <a:picLocks noChangeAspect="1"/>
                      </p:cNvPicPr>
                      <p:nvPr/>
                    </p:nvPicPr>
                    <p:blipFill>
                      <a:blip r:embed="rId39"/>
                      <a:stretch>
                        <a:fillRect/>
                      </a:stretch>
                    </p:blipFill>
                    <p:spPr>
                      <a:xfrm>
                        <a:off x="7536160" y="4149080"/>
                        <a:ext cx="939800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0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26245" y="851146"/>
            <a:ext cx="1772988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求函数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3538413" y="880981"/>
          <a:ext cx="1490663" cy="4635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3" name="Equation" r:id="rId1" imgW="35966400" imgH="10972800" progId="Equation.DSMT4">
                  <p:embed/>
                </p:oleObj>
              </mc:Choice>
              <mc:Fallback>
                <p:oleObj name="Equation" r:id="rId1" imgW="35966400" imgH="10972800" progId="Equation.DSMT4">
                  <p:embed/>
                  <p:pic>
                    <p:nvPicPr>
                      <p:cNvPr id="0" name="图片 18432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538413" y="880981"/>
                        <a:ext cx="1490663" cy="4635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50581" y="851146"/>
            <a:ext cx="2587186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的 </a:t>
            </a:r>
            <a:r>
              <a:rPr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阶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导数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091352" y="1496968"/>
            <a:ext cx="1080119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答案：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3486364" y="1467589"/>
          <a:ext cx="2211387" cy="566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4" name="Equation" r:id="rId3" imgW="53340000" imgH="13411200" progId="Equation.DSMT4">
                  <p:embed/>
                </p:oleObj>
              </mc:Choice>
              <mc:Fallback>
                <p:oleObj name="Equation" r:id="rId3" imgW="53340000" imgH="13411200" progId="Equation.DSMT4">
                  <p:embed/>
                  <p:pic>
                    <p:nvPicPr>
                      <p:cNvPr id="0" name="图片 18433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486364" y="1467589"/>
                        <a:ext cx="2211387" cy="5667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2"/>
          <p:cNvSpPr txBox="1">
            <a:spLocks noChangeArrowheads="1"/>
          </p:cNvSpPr>
          <p:nvPr/>
        </p:nvSpPr>
        <p:spPr bwMode="auto">
          <a:xfrm>
            <a:off x="2079287" y="2761367"/>
            <a:ext cx="1092202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kumimoji="1"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    </a:t>
            </a:r>
            <a:endParaRPr kumimoji="1"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" name="Text Box 3"/>
          <p:cNvSpPr txBox="1">
            <a:spLocks noChangeArrowheads="1"/>
          </p:cNvSpPr>
          <p:nvPr/>
        </p:nvSpPr>
        <p:spPr bwMode="auto">
          <a:xfrm>
            <a:off x="2085254" y="2157958"/>
            <a:ext cx="3505200" cy="583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kumimoji="1" lang="zh-CN" altLang="zh-CN" sz="32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" name="Text Box 4"/>
          <p:cNvSpPr txBox="1">
            <a:spLocks noChangeArrowheads="1"/>
          </p:cNvSpPr>
          <p:nvPr/>
        </p:nvSpPr>
        <p:spPr bwMode="auto">
          <a:xfrm>
            <a:off x="2466254" y="2188121"/>
            <a:ext cx="70485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设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4" name="Object 5"/>
          <p:cNvGraphicFramePr>
            <a:graphicFrameLocks noChangeAspect="1"/>
          </p:cNvGraphicFramePr>
          <p:nvPr/>
        </p:nvGraphicFramePr>
        <p:xfrm>
          <a:off x="2970510" y="2219077"/>
          <a:ext cx="21082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5" name="Equation" r:id="rId5" imgW="50596800" imgH="10972800" progId="Equation.DSMT4">
                  <p:embed/>
                </p:oleObj>
              </mc:Choice>
              <mc:Fallback>
                <p:oleObj name="Equation" r:id="rId5" imgW="50596800" imgH="10972800" progId="Equation.DSMT4">
                  <p:embed/>
                  <p:pic>
                    <p:nvPicPr>
                      <p:cNvPr id="0" name="图片 18434"/>
                      <p:cNvPicPr>
                        <a:picLocks noChangeAspect="1"/>
                      </p:cNvPicPr>
                      <p:nvPr/>
                    </p:nvPicPr>
                    <p:blipFill>
                      <a:blip r:embed="rId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970510" y="2219077"/>
                        <a:ext cx="210820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 Box 6"/>
          <p:cNvSpPr txBox="1">
            <a:spLocks noChangeArrowheads="1"/>
          </p:cNvSpPr>
          <p:nvPr/>
        </p:nvSpPr>
        <p:spPr bwMode="auto">
          <a:xfrm>
            <a:off x="5285654" y="2188121"/>
            <a:ext cx="5334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求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6" name="Object 7"/>
          <p:cNvGraphicFramePr>
            <a:graphicFrameLocks noChangeAspect="1"/>
          </p:cNvGraphicFramePr>
          <p:nvPr/>
        </p:nvGraphicFramePr>
        <p:xfrm>
          <a:off x="5858920" y="2244637"/>
          <a:ext cx="457200" cy="406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6" name="Equation" r:id="rId7" imgW="10972800" imgH="9753600" progId="Equation.DSMT4">
                  <p:embed/>
                </p:oleObj>
              </mc:Choice>
              <mc:Fallback>
                <p:oleObj name="Equation" r:id="rId7" imgW="10972800" imgH="9753600" progId="Equation.DSMT4">
                  <p:embed/>
                  <p:pic>
                    <p:nvPicPr>
                      <p:cNvPr id="0" name="图片 18435"/>
                      <p:cNvPicPr>
                        <a:picLocks noChangeAspect="1"/>
                      </p:cNvPicPr>
                      <p:nvPr/>
                    </p:nvPicPr>
                    <p:blipFill>
                      <a:blip r:embed="rId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5858920" y="2244637"/>
                        <a:ext cx="457200" cy="4060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 Box 8"/>
          <p:cNvSpPr txBox="1">
            <a:spLocks noChangeArrowheads="1"/>
          </p:cNvSpPr>
          <p:nvPr/>
        </p:nvSpPr>
        <p:spPr bwMode="auto">
          <a:xfrm>
            <a:off x="6352454" y="2186067"/>
            <a:ext cx="276225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其中 </a:t>
            </a:r>
            <a:r>
              <a:rPr kumimoji="1"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 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二阶可导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kumimoji="1" lang="en-US" altLang="zh-CN" sz="2800" b="1" i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8" name="Object 9"/>
          <p:cNvGraphicFramePr>
            <a:graphicFrameLocks noChangeAspect="1"/>
          </p:cNvGraphicFramePr>
          <p:nvPr/>
        </p:nvGraphicFramePr>
        <p:xfrm>
          <a:off x="1792690" y="4155109"/>
          <a:ext cx="609480" cy="406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7" name="Equation" r:id="rId9" imgW="14630400" imgH="9753600" progId="Equation.DSMT4">
                  <p:embed/>
                </p:oleObj>
              </mc:Choice>
              <mc:Fallback>
                <p:oleObj name="Equation" r:id="rId9" imgW="14630400" imgH="9753600" progId="Equation.DSMT4">
                  <p:embed/>
                  <p:pic>
                    <p:nvPicPr>
                      <p:cNvPr id="0" name="图片 18436"/>
                      <p:cNvPicPr>
                        <a:picLocks noChangeAspect="1"/>
                      </p:cNvPicPr>
                      <p:nvPr/>
                    </p:nvPicPr>
                    <p:blipFill>
                      <a:blip r:embed="rId10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1792690" y="4155109"/>
                        <a:ext cx="609480" cy="4060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0"/>
          <p:cNvGraphicFramePr>
            <a:graphicFrameLocks noChangeAspect="1"/>
          </p:cNvGraphicFramePr>
          <p:nvPr/>
        </p:nvGraphicFramePr>
        <p:xfrm>
          <a:off x="1792690" y="4618880"/>
          <a:ext cx="672840" cy="406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8" name="Equation" r:id="rId11" imgW="16154400" imgH="9753600" progId="Equation.DSMT4">
                  <p:embed/>
                </p:oleObj>
              </mc:Choice>
              <mc:Fallback>
                <p:oleObj name="Equation" r:id="rId11" imgW="16154400" imgH="9753600" progId="Equation.DSMT4">
                  <p:embed/>
                  <p:pic>
                    <p:nvPicPr>
                      <p:cNvPr id="0" name="图片 18437"/>
                      <p:cNvPicPr>
                        <a:picLocks noChangeAspect="1"/>
                      </p:cNvPicPr>
                      <p:nvPr/>
                    </p:nvPicPr>
                    <p:blipFill>
                      <a:blip r:embed="rId1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1792690" y="4618880"/>
                        <a:ext cx="672840" cy="4060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11"/>
          <p:cNvGraphicFramePr>
            <a:graphicFrameLocks noChangeAspect="1"/>
          </p:cNvGraphicFramePr>
          <p:nvPr/>
        </p:nvGraphicFramePr>
        <p:xfrm>
          <a:off x="2377335" y="5733256"/>
          <a:ext cx="2577960" cy="406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9" name="Equation" r:id="rId13" imgW="61874400" imgH="9753600" progId="Equation.DSMT4">
                  <p:embed/>
                </p:oleObj>
              </mc:Choice>
              <mc:Fallback>
                <p:oleObj name="Equation" r:id="rId13" imgW="61874400" imgH="9753600" progId="Equation.DSMT4">
                  <p:embed/>
                  <p:pic>
                    <p:nvPicPr>
                      <p:cNvPr id="0" name="图片 18438"/>
                      <p:cNvPicPr>
                        <a:picLocks noChangeAspect="1"/>
                      </p:cNvPicPr>
                      <p:nvPr/>
                    </p:nvPicPr>
                    <p:blipFill>
                      <a:blip r:embed="rId1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377335" y="5733256"/>
                        <a:ext cx="2577960" cy="4060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12"/>
          <p:cNvGraphicFramePr>
            <a:graphicFrameLocks noChangeAspect="1"/>
          </p:cNvGraphicFramePr>
          <p:nvPr/>
        </p:nvGraphicFramePr>
        <p:xfrm>
          <a:off x="2256552" y="5157192"/>
          <a:ext cx="1650960" cy="393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0" name="Equation" r:id="rId15" imgW="39624000" imgH="9448800" progId="Equation.DSMT4">
                  <p:embed/>
                </p:oleObj>
              </mc:Choice>
              <mc:Fallback>
                <p:oleObj name="Equation" r:id="rId15" imgW="39624000" imgH="9448800" progId="Equation.DSMT4">
                  <p:embed/>
                  <p:pic>
                    <p:nvPicPr>
                      <p:cNvPr id="0" name="图片 18439"/>
                      <p:cNvPicPr>
                        <a:picLocks noChangeAspect="1"/>
                      </p:cNvPicPr>
                      <p:nvPr/>
                    </p:nvPicPr>
                    <p:blipFill>
                      <a:blip r:embed="rId1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256552" y="5157192"/>
                        <a:ext cx="1650960" cy="3934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Rectangle 13"/>
          <p:cNvSpPr txBox="1">
            <a:spLocks noChangeArrowheads="1"/>
          </p:cNvSpPr>
          <p:nvPr/>
        </p:nvSpPr>
        <p:spPr>
          <a:xfrm>
            <a:off x="2059854" y="2142877"/>
            <a:ext cx="1524000" cy="6096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32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</a:t>
            </a:r>
            <a:endParaRPr lang="en-US" altLang="zh-CN" sz="32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3" name="Object 14"/>
          <p:cNvGraphicFramePr>
            <a:graphicFrameLocks noChangeAspect="1"/>
          </p:cNvGraphicFramePr>
          <p:nvPr/>
        </p:nvGraphicFramePr>
        <p:xfrm>
          <a:off x="2442118" y="4161409"/>
          <a:ext cx="419040" cy="393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1" name="Equation" r:id="rId17" imgW="10058400" imgH="9448800" progId="Equation.DSMT4">
                  <p:embed/>
                </p:oleObj>
              </mc:Choice>
              <mc:Fallback>
                <p:oleObj name="Equation" r:id="rId17" imgW="10058400" imgH="9448800" progId="Equation.DSMT4">
                  <p:embed/>
                  <p:pic>
                    <p:nvPicPr>
                      <p:cNvPr id="0" name="图片 18440"/>
                      <p:cNvPicPr>
                        <a:picLocks noChangeAspect="1"/>
                      </p:cNvPicPr>
                      <p:nvPr/>
                    </p:nvPicPr>
                    <p:blipFill>
                      <a:blip r:embed="rId1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442118" y="4161409"/>
                        <a:ext cx="419040" cy="3934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15"/>
          <p:cNvGraphicFramePr>
            <a:graphicFrameLocks noChangeAspect="1"/>
          </p:cNvGraphicFramePr>
          <p:nvPr/>
        </p:nvGraphicFramePr>
        <p:xfrm>
          <a:off x="2849103" y="4161409"/>
          <a:ext cx="1257120" cy="393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2" name="Equation" r:id="rId19" imgW="30175200" imgH="9448800" progId="Equation.DSMT4">
                  <p:embed/>
                </p:oleObj>
              </mc:Choice>
              <mc:Fallback>
                <p:oleObj name="Equation" r:id="rId19" imgW="30175200" imgH="9448800" progId="Equation.DSMT4">
                  <p:embed/>
                  <p:pic>
                    <p:nvPicPr>
                      <p:cNvPr id="0" name="图片 18441"/>
                      <p:cNvPicPr>
                        <a:picLocks noChangeAspect="1"/>
                      </p:cNvPicPr>
                      <p:nvPr/>
                    </p:nvPicPr>
                    <p:blipFill>
                      <a:blip r:embed="rId20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849103" y="4161409"/>
                        <a:ext cx="1257120" cy="3934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16"/>
          <p:cNvGraphicFramePr>
            <a:graphicFrameLocks noChangeAspect="1"/>
          </p:cNvGraphicFramePr>
          <p:nvPr/>
        </p:nvGraphicFramePr>
        <p:xfrm>
          <a:off x="4094168" y="4129549"/>
          <a:ext cx="58392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3" name="Equation" r:id="rId21" imgW="14020800" imgH="10972800" progId="Equation.DSMT4">
                  <p:embed/>
                </p:oleObj>
              </mc:Choice>
              <mc:Fallback>
                <p:oleObj name="Equation" r:id="rId21" imgW="14020800" imgH="10972800" progId="Equation.DSMT4">
                  <p:embed/>
                  <p:pic>
                    <p:nvPicPr>
                      <p:cNvPr id="0" name="图片 18442"/>
                      <p:cNvPicPr>
                        <a:picLocks noChangeAspect="1"/>
                      </p:cNvPicPr>
                      <p:nvPr/>
                    </p:nvPicPr>
                    <p:blipFill>
                      <a:blip r:embed="rId2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094168" y="4129549"/>
                        <a:ext cx="58392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17"/>
          <p:cNvGraphicFramePr>
            <a:graphicFrameLocks noChangeAspect="1"/>
          </p:cNvGraphicFramePr>
          <p:nvPr/>
        </p:nvGraphicFramePr>
        <p:xfrm>
          <a:off x="4666033" y="4155109"/>
          <a:ext cx="1333440" cy="406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4" name="Equation" r:id="rId23" imgW="32004000" imgH="9753600" progId="Equation.DSMT4">
                  <p:embed/>
                </p:oleObj>
              </mc:Choice>
              <mc:Fallback>
                <p:oleObj name="Equation" r:id="rId23" imgW="32004000" imgH="9753600" progId="Equation.DSMT4">
                  <p:embed/>
                  <p:pic>
                    <p:nvPicPr>
                      <p:cNvPr id="0" name="图片 18443"/>
                      <p:cNvPicPr>
                        <a:picLocks noChangeAspect="1"/>
                      </p:cNvPicPr>
                      <p:nvPr/>
                    </p:nvPicPr>
                    <p:blipFill>
                      <a:blip r:embed="rId2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666033" y="4155109"/>
                        <a:ext cx="1333440" cy="4060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18"/>
          <p:cNvGraphicFramePr>
            <a:graphicFrameLocks noChangeAspect="1"/>
          </p:cNvGraphicFramePr>
          <p:nvPr/>
        </p:nvGraphicFramePr>
        <p:xfrm>
          <a:off x="5987419" y="4199569"/>
          <a:ext cx="838080" cy="3171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5" name="Equation" r:id="rId25" imgW="20116800" imgH="7620000" progId="Equation.DSMT4">
                  <p:embed/>
                </p:oleObj>
              </mc:Choice>
              <mc:Fallback>
                <p:oleObj name="Equation" r:id="rId25" imgW="20116800" imgH="7620000" progId="Equation.DSMT4">
                  <p:embed/>
                  <p:pic>
                    <p:nvPicPr>
                      <p:cNvPr id="0" name="图片 18444"/>
                      <p:cNvPicPr>
                        <a:picLocks noChangeAspect="1"/>
                      </p:cNvPicPr>
                      <p:nvPr/>
                    </p:nvPicPr>
                    <p:blipFill>
                      <a:blip r:embed="rId2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5987419" y="4199569"/>
                        <a:ext cx="838080" cy="3171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19"/>
          <p:cNvGraphicFramePr>
            <a:graphicFrameLocks noChangeAspect="1"/>
          </p:cNvGraphicFramePr>
          <p:nvPr/>
        </p:nvGraphicFramePr>
        <p:xfrm>
          <a:off x="2518733" y="4602918"/>
          <a:ext cx="474948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6" name="Equation" r:id="rId27" imgW="113995200" imgH="10972800" progId="Equation.DSMT4">
                  <p:embed/>
                </p:oleObj>
              </mc:Choice>
              <mc:Fallback>
                <p:oleObj name="Equation" r:id="rId27" imgW="113995200" imgH="10972800" progId="Equation.DSMT4">
                  <p:embed/>
                  <p:pic>
                    <p:nvPicPr>
                      <p:cNvPr id="0" name="图片 18445"/>
                      <p:cNvPicPr>
                        <a:picLocks noChangeAspect="1"/>
                      </p:cNvPicPr>
                      <p:nvPr/>
                    </p:nvPicPr>
                    <p:blipFill>
                      <a:blip r:embed="rId2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518733" y="4602918"/>
                        <a:ext cx="474948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20"/>
          <p:cNvGraphicFramePr>
            <a:graphicFrameLocks noChangeAspect="1"/>
          </p:cNvGraphicFramePr>
          <p:nvPr/>
        </p:nvGraphicFramePr>
        <p:xfrm>
          <a:off x="7691599" y="5661248"/>
          <a:ext cx="290808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7" name="Equation" r:id="rId29" imgW="69799200" imgH="10972800" progId="Equation.DSMT4">
                  <p:embed/>
                </p:oleObj>
              </mc:Choice>
              <mc:Fallback>
                <p:oleObj name="Equation" r:id="rId29" imgW="69799200" imgH="10972800" progId="Equation.DSMT4">
                  <p:embed/>
                  <p:pic>
                    <p:nvPicPr>
                      <p:cNvPr id="0" name="图片 18446"/>
                      <p:cNvPicPr>
                        <a:picLocks noChangeAspect="1"/>
                      </p:cNvPicPr>
                      <p:nvPr/>
                    </p:nvPicPr>
                    <p:blipFill>
                      <a:blip r:embed="rId30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7691599" y="5661248"/>
                        <a:ext cx="290808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21"/>
          <p:cNvGraphicFramePr>
            <a:graphicFrameLocks noChangeAspect="1"/>
          </p:cNvGraphicFramePr>
          <p:nvPr/>
        </p:nvGraphicFramePr>
        <p:xfrm>
          <a:off x="3906403" y="5157192"/>
          <a:ext cx="622080" cy="393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8" name="Equation" r:id="rId31" imgW="14935200" imgH="9448800" progId="Equation.DSMT4">
                  <p:embed/>
                </p:oleObj>
              </mc:Choice>
              <mc:Fallback>
                <p:oleObj name="Equation" r:id="rId31" imgW="14935200" imgH="9448800" progId="Equation.DSMT4">
                  <p:embed/>
                  <p:pic>
                    <p:nvPicPr>
                      <p:cNvPr id="0" name="图片 18447"/>
                      <p:cNvPicPr>
                        <a:picLocks noChangeAspect="1"/>
                      </p:cNvPicPr>
                      <p:nvPr/>
                    </p:nvPicPr>
                    <p:blipFill>
                      <a:blip r:embed="rId3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906403" y="5157192"/>
                        <a:ext cx="622080" cy="3934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22"/>
          <p:cNvGraphicFramePr>
            <a:graphicFrameLocks noChangeAspect="1"/>
          </p:cNvGraphicFramePr>
          <p:nvPr/>
        </p:nvGraphicFramePr>
        <p:xfrm>
          <a:off x="4535827" y="5157192"/>
          <a:ext cx="1333440" cy="406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9" name="Equation" r:id="rId33" imgW="32004000" imgH="9753600" progId="Equation.DSMT4">
                  <p:embed/>
                </p:oleObj>
              </mc:Choice>
              <mc:Fallback>
                <p:oleObj name="Equation" r:id="rId33" imgW="32004000" imgH="9753600" progId="Equation.DSMT4">
                  <p:embed/>
                  <p:pic>
                    <p:nvPicPr>
                      <p:cNvPr id="0" name="图片 18448"/>
                      <p:cNvPicPr>
                        <a:picLocks noChangeAspect="1"/>
                      </p:cNvPicPr>
                      <p:nvPr/>
                    </p:nvPicPr>
                    <p:blipFill>
                      <a:blip r:embed="rId3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535827" y="5157192"/>
                        <a:ext cx="1333440" cy="4060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23"/>
          <p:cNvGraphicFramePr>
            <a:graphicFrameLocks noChangeAspect="1"/>
          </p:cNvGraphicFramePr>
          <p:nvPr/>
        </p:nvGraphicFramePr>
        <p:xfrm>
          <a:off x="5871533" y="5229200"/>
          <a:ext cx="838080" cy="3171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50" name="Equation" r:id="rId35" imgW="20116800" imgH="7620000" progId="Equation.DSMT4">
                  <p:embed/>
                </p:oleObj>
              </mc:Choice>
              <mc:Fallback>
                <p:oleObj name="Equation" r:id="rId35" imgW="20116800" imgH="7620000" progId="Equation.DSMT4">
                  <p:embed/>
                  <p:pic>
                    <p:nvPicPr>
                      <p:cNvPr id="0" name="图片 18449"/>
                      <p:cNvPicPr>
                        <a:picLocks noChangeAspect="1"/>
                      </p:cNvPicPr>
                      <p:nvPr/>
                    </p:nvPicPr>
                    <p:blipFill>
                      <a:blip r:embed="rId3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5871533" y="5229200"/>
                        <a:ext cx="838080" cy="3171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24"/>
          <p:cNvGraphicFramePr>
            <a:graphicFrameLocks noChangeAspect="1"/>
          </p:cNvGraphicFramePr>
          <p:nvPr/>
        </p:nvGraphicFramePr>
        <p:xfrm>
          <a:off x="4955295" y="5661248"/>
          <a:ext cx="269208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51" name="Equation" r:id="rId37" imgW="64617600" imgH="10972800" progId="Equation.DSMT4">
                  <p:embed/>
                </p:oleObj>
              </mc:Choice>
              <mc:Fallback>
                <p:oleObj name="Equation" r:id="rId37" imgW="64617600" imgH="10972800" progId="Equation.DSMT4">
                  <p:embed/>
                  <p:pic>
                    <p:nvPicPr>
                      <p:cNvPr id="0" name="图片 18450"/>
                      <p:cNvPicPr>
                        <a:picLocks noChangeAspect="1"/>
                      </p:cNvPicPr>
                      <p:nvPr/>
                    </p:nvPicPr>
                    <p:blipFill>
                      <a:blip r:embed="rId3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955295" y="5661248"/>
                        <a:ext cx="269208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标题 1"/>
          <p:cNvSpPr txBox="1"/>
          <p:nvPr/>
        </p:nvSpPr>
        <p:spPr>
          <a:xfrm>
            <a:off x="1976063" y="60986"/>
            <a:ext cx="8229600" cy="778098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Tx/>
              <a:buSzTx/>
              <a:buFontTx/>
            </a:pPr>
            <a:r>
              <a:rPr lang="zh-CN" altLang="zh-CN" b="1" dirty="0" smtClean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latin typeface="隶书" panose="02010509060101010101" pitchFamily="49" charset="-122"/>
                <a:ea typeface="隶书" panose="02010509060101010101" pitchFamily="49" charset="-122"/>
              </a:rPr>
              <a:t>练习2.2.1</a:t>
            </a:r>
            <a:endParaRPr lang="zh-CN" altLang="zh-CN" b="1" dirty="0" smtClean="0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792902" y="3688204"/>
            <a:ext cx="125539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提示：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41" name="对象 40"/>
          <p:cNvGraphicFramePr>
            <a:graphicFrameLocks noChangeAspect="1"/>
          </p:cNvGraphicFramePr>
          <p:nvPr/>
        </p:nvGraphicFramePr>
        <p:xfrm>
          <a:off x="2143944" y="3209166"/>
          <a:ext cx="5548312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52" name="Equation" r:id="rId39" imgW="133807200" imgH="10972800" progId="Equation.DSMT4">
                  <p:embed/>
                </p:oleObj>
              </mc:Choice>
              <mc:Fallback>
                <p:oleObj name="Equation" r:id="rId39" imgW="133807200" imgH="10972800" progId="Equation.DSMT4">
                  <p:embed/>
                  <p:pic>
                    <p:nvPicPr>
                      <p:cNvPr id="0" name="Object 198"/>
                      <p:cNvPicPr>
                        <a:picLocks noChangeAspect="1"/>
                      </p:cNvPicPr>
                      <p:nvPr/>
                    </p:nvPicPr>
                    <p:blipFill>
                      <a:blip r:embed="rId40"/>
                      <a:stretch>
                        <a:fillRect/>
                      </a:stretch>
                    </p:blipFill>
                    <p:spPr>
                      <a:xfrm>
                        <a:off x="2143944" y="3209166"/>
                        <a:ext cx="5548312" cy="4635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对象 41"/>
          <p:cNvGraphicFramePr>
            <a:graphicFrameLocks noChangeAspect="1"/>
          </p:cNvGraphicFramePr>
          <p:nvPr/>
        </p:nvGraphicFramePr>
        <p:xfrm>
          <a:off x="7692623" y="3209166"/>
          <a:ext cx="2628900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53" name="Equation" r:id="rId41" imgW="63398400" imgH="10972800" progId="Equation.DSMT4">
                  <p:embed/>
                </p:oleObj>
              </mc:Choice>
              <mc:Fallback>
                <p:oleObj name="Equation" r:id="rId41" imgW="63398400" imgH="10972800" progId="Equation.DSMT4">
                  <p:embed/>
                  <p:pic>
                    <p:nvPicPr>
                      <p:cNvPr id="0" name="图片 18452"/>
                      <p:cNvPicPr>
                        <a:picLocks noChangeAspect="1"/>
                      </p:cNvPicPr>
                      <p:nvPr/>
                    </p:nvPicPr>
                    <p:blipFill>
                      <a:blip r:embed="rId42"/>
                      <a:stretch>
                        <a:fillRect/>
                      </a:stretch>
                    </p:blipFill>
                    <p:spPr>
                      <a:xfrm>
                        <a:off x="7692623" y="3209166"/>
                        <a:ext cx="2628900" cy="4635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 bldLvl="0" animBg="1" autoUpdateAnimBg="0"/>
      <p:bldP spid="37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8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2911475" y="781685"/>
            <a:ext cx="7516495" cy="10763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3200" b="1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effectLst>
                  <a:outerShdw blurRad="38100" dist="38100" dir="2700000">
                    <a:srgbClr val="000000"/>
                  </a:outerShdw>
                </a:effectLst>
                <a:uFillTx/>
                <a:latin typeface="微软雅黑" panose="020B0503020204020204" charset="-122"/>
                <a:ea typeface="微软雅黑" panose="020B0503020204020204" charset="-122"/>
              </a:rPr>
              <a:t>2.2.2  隐函数</a:t>
            </a:r>
            <a:r>
              <a:rPr lang="en-US" altLang="zh-CN" sz="3200" b="1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effectLst>
                  <a:outerShdw blurRad="38100" dist="38100" dir="2700000">
                    <a:srgbClr val="000000"/>
                  </a:outerShdw>
                </a:effectLst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和</a:t>
            </a:r>
            <a:endParaRPr lang="en-US" altLang="zh-CN" sz="3200" b="1" dirty="0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  <a:effectLst>
                <a:outerShdw blurRad="38100" dist="38100" dir="2700000">
                  <a:srgbClr val="000000"/>
                </a:outerShdw>
              </a:effectLst>
              <a:uFillTx/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buClrTx/>
              <a:buSzTx/>
              <a:buFontTx/>
            </a:pPr>
            <a:r>
              <a:rPr lang="en-US" altLang="zh-CN" sz="3200" b="1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effectLst>
                  <a:outerShdw blurRad="38100" dist="38100" dir="2700000">
                    <a:srgbClr val="000000"/>
                  </a:outerShdw>
                </a:effectLst>
                <a:uFillTx/>
                <a:latin typeface="微软雅黑" panose="020B0503020204020204" charset="-122"/>
                <a:ea typeface="微软雅黑" panose="020B0503020204020204" charset="-122"/>
              </a:rPr>
              <a:t>          由参数方程确定的函数的导数</a:t>
            </a:r>
            <a:endParaRPr lang="en-US" altLang="zh-CN" sz="3200" b="1" dirty="0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  <a:effectLst>
                <a:outerShdw blurRad="38100" dist="38100" dir="2700000">
                  <a:srgbClr val="000000"/>
                </a:outerShdw>
              </a:effectLst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677542" y="2001749"/>
            <a:ext cx="3657228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 smtClean="0">
                <a:latin typeface="+mn-ea"/>
              </a:rPr>
              <a:t>本小节内容提要：</a:t>
            </a:r>
            <a:endParaRPr lang="zh-CN" altLang="en-US" sz="3200" b="1" dirty="0" smtClean="0">
              <a:latin typeface="+mn-ea"/>
            </a:endParaRPr>
          </a:p>
        </p:txBody>
      </p:sp>
      <p:sp>
        <p:nvSpPr>
          <p:cNvPr id="4" name="Text Box 5">
            <a:hlinkClick r:id="rId1" action="ppaction://hlinksldjump"/>
          </p:cNvPr>
          <p:cNvSpPr txBox="1">
            <a:spLocks noChangeArrowheads="1"/>
          </p:cNvSpPr>
          <p:nvPr/>
        </p:nvSpPr>
        <p:spPr bwMode="auto">
          <a:xfrm>
            <a:off x="3296072" y="2882383"/>
            <a:ext cx="4744144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一．隐函数的导数</a:t>
            </a:r>
            <a:endParaRPr lang="zh-CN" altLang="zh-CN" sz="32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Text Box 5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3296071" y="3762994"/>
            <a:ext cx="7131871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SzTx/>
              <a:buFontTx/>
            </a:pPr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二．由参数方程所确定的函数的导数</a:t>
            </a:r>
            <a:endParaRPr lang="zh-CN" altLang="zh-CN" sz="32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Text Box 5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3296072" y="4678529"/>
            <a:ext cx="4744144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SzTx/>
              <a:buFontTx/>
            </a:pPr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*三.两变量的相关变化率</a:t>
            </a:r>
            <a:endParaRPr lang="zh-CN" altLang="zh-CN" sz="32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5"/>
          <p:cNvSpPr txBox="1">
            <a:spLocks noChangeArrowheads="1"/>
          </p:cNvSpPr>
          <p:nvPr/>
        </p:nvSpPr>
        <p:spPr bwMode="auto">
          <a:xfrm>
            <a:off x="2173015" y="331897"/>
            <a:ext cx="4744144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隐函数的导数</a:t>
            </a:r>
            <a:endParaRPr lang="zh-CN" altLang="zh-CN" sz="32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4" name="Object 2"/>
          <p:cNvGraphicFramePr>
            <a:graphicFrameLocks noChangeAspect="1"/>
          </p:cNvGraphicFramePr>
          <p:nvPr/>
        </p:nvGraphicFramePr>
        <p:xfrm>
          <a:off x="7277100" y="4019868"/>
          <a:ext cx="14859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57" name="Equation" r:id="rId1" imgW="35661600" imgH="11887200" progId="Equation.DSMT4">
                  <p:embed/>
                </p:oleObj>
              </mc:Choice>
              <mc:Fallback>
                <p:oleObj name="Equation" r:id="rId1" imgW="35661600" imgH="11887200" progId="Equation.DSMT4">
                  <p:embed/>
                  <p:pic>
                    <p:nvPicPr>
                      <p:cNvPr id="0" name="图片 19456"/>
                      <p:cNvPicPr>
                        <a:picLocks noChangeAspect="1"/>
                      </p:cNvPicPr>
                      <p:nvPr/>
                    </p:nvPicPr>
                    <p:blipFill>
                      <a:blip r:embed="rId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7277100" y="4019868"/>
                        <a:ext cx="1485900" cy="495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2135188" y="990600"/>
            <a:ext cx="18288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若由方程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3708400" y="1123950"/>
          <a:ext cx="16002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58" name="Equation" r:id="rId3" imgW="38404800" imgH="9448800" progId="Equation.DSMT4">
                  <p:embed/>
                </p:oleObj>
              </mc:Choice>
              <mc:Fallback>
                <p:oleObj name="Equation" r:id="rId3" imgW="38404800" imgH="9448800" progId="Equation.DSMT4">
                  <p:embed/>
                  <p:pic>
                    <p:nvPicPr>
                      <p:cNvPr id="0" name="图片 19457"/>
                      <p:cNvPicPr>
                        <a:picLocks noChangeAspect="1"/>
                      </p:cNvPicPr>
                      <p:nvPr/>
                    </p:nvPicPr>
                    <p:blipFill>
                      <a:blip r:embed="rId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708400" y="1123950"/>
                        <a:ext cx="16002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5247640" y="998538"/>
            <a:ext cx="36576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可确定 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y </a:t>
            </a:r>
            <a:r>
              <a:rPr kumimoji="1" lang="zh-CN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是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的函数 ,</a:t>
            </a:r>
            <a:endParaRPr kumimoji="1"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2135188" y="2368550"/>
            <a:ext cx="9906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由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2603500" y="2500313"/>
          <a:ext cx="12954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59" name="Equation" r:id="rId5" imgW="31089600" imgH="9448800" progId="Equation.DSMT4">
                  <p:embed/>
                </p:oleObj>
              </mc:Choice>
              <mc:Fallback>
                <p:oleObj name="Equation" r:id="rId5" imgW="31089600" imgH="9448800" progId="Equation.DSMT4">
                  <p:embed/>
                  <p:pic>
                    <p:nvPicPr>
                      <p:cNvPr id="0" name="图片 19458"/>
                      <p:cNvPicPr>
                        <a:picLocks noChangeAspect="1"/>
                      </p:cNvPicPr>
                      <p:nvPr/>
                    </p:nvPicPr>
                    <p:blipFill>
                      <a:blip r:embed="rId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603500" y="2500313"/>
                        <a:ext cx="12954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9"/>
          <p:cNvSpPr txBox="1">
            <a:spLocks noChangeArrowheads="1"/>
          </p:cNvSpPr>
          <p:nvPr/>
        </p:nvSpPr>
        <p:spPr bwMode="auto">
          <a:xfrm>
            <a:off x="3886200" y="2416175"/>
            <a:ext cx="43434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表示的函数 , 称为</a:t>
            </a:r>
            <a:r>
              <a:rPr kumimoji="1" lang="zh-CN" altLang="en-US" sz="2800" b="1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显函数 </a:t>
            </a:r>
            <a:r>
              <a:rPr kumimoji="1" lang="zh-CN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kumimoji="1" lang="en-US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" name="Text Box 10"/>
          <p:cNvSpPr txBox="1">
            <a:spLocks noChangeArrowheads="1"/>
          </p:cNvSpPr>
          <p:nvPr/>
        </p:nvSpPr>
        <p:spPr bwMode="auto">
          <a:xfrm>
            <a:off x="2135505" y="4023043"/>
            <a:ext cx="11430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例如</a:t>
            </a:r>
            <a:r>
              <a:rPr kumimoji="1" lang="en-US" altLang="zh-CN" sz="2800" b="1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endParaRPr kumimoji="1" lang="en-US" altLang="zh-CN" sz="2800" b="1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2" name="Object 11"/>
          <p:cNvGraphicFramePr>
            <a:graphicFrameLocks noChangeAspect="1"/>
          </p:cNvGraphicFramePr>
          <p:nvPr/>
        </p:nvGraphicFramePr>
        <p:xfrm>
          <a:off x="3189605" y="4068763"/>
          <a:ext cx="18415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0" name="Equation" r:id="rId7" imgW="44196000" imgH="10972800" progId="Equation.DSMT4">
                  <p:embed/>
                </p:oleObj>
              </mc:Choice>
              <mc:Fallback>
                <p:oleObj name="Equation" r:id="rId7" imgW="44196000" imgH="10972800" progId="Equation.DSMT4">
                  <p:embed/>
                  <p:pic>
                    <p:nvPicPr>
                      <p:cNvPr id="0" name="图片 19459"/>
                      <p:cNvPicPr>
                        <a:picLocks noChangeAspect="1"/>
                      </p:cNvPicPr>
                      <p:nvPr/>
                    </p:nvPicPr>
                    <p:blipFill>
                      <a:blip r:embed="rId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189605" y="4068763"/>
                        <a:ext cx="184150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12"/>
          <p:cNvSpPr txBox="1">
            <a:spLocks noChangeArrowheads="1"/>
          </p:cNvSpPr>
          <p:nvPr/>
        </p:nvSpPr>
        <p:spPr bwMode="auto">
          <a:xfrm>
            <a:off x="5031105" y="4023043"/>
            <a:ext cx="26670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可确定显函数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4" name="Object 13"/>
          <p:cNvGraphicFramePr>
            <a:graphicFrameLocks noChangeAspect="1"/>
          </p:cNvGraphicFramePr>
          <p:nvPr/>
        </p:nvGraphicFramePr>
        <p:xfrm>
          <a:off x="3126274" y="4731544"/>
          <a:ext cx="29464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1" name="Equation" r:id="rId9" imgW="70713600" imgH="10972800" progId="Equation.DSMT4">
                  <p:embed/>
                </p:oleObj>
              </mc:Choice>
              <mc:Fallback>
                <p:oleObj name="Equation" r:id="rId9" imgW="70713600" imgH="10972800" progId="Equation.DSMT4">
                  <p:embed/>
                  <p:pic>
                    <p:nvPicPr>
                      <p:cNvPr id="0" name="图片 19460"/>
                      <p:cNvPicPr>
                        <a:picLocks noChangeAspect="1"/>
                      </p:cNvPicPr>
                      <p:nvPr/>
                    </p:nvPicPr>
                    <p:blipFill>
                      <a:blip r:embed="rId10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126274" y="4731544"/>
                        <a:ext cx="294640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 Box 14"/>
          <p:cNvSpPr txBox="1">
            <a:spLocks noChangeArrowheads="1"/>
          </p:cNvSpPr>
          <p:nvPr/>
        </p:nvSpPr>
        <p:spPr bwMode="auto">
          <a:xfrm>
            <a:off x="6075214" y="4710589"/>
            <a:ext cx="36576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可确定 </a:t>
            </a:r>
            <a:r>
              <a:rPr kumimoji="1"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y </a:t>
            </a:r>
            <a:r>
              <a:rPr kumimoji="1" lang="zh-CN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是 </a:t>
            </a:r>
            <a:r>
              <a:rPr kumimoji="1"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的函数 ,</a:t>
            </a:r>
            <a:endParaRPr kumimoji="1" lang="en-US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6" name="Text Box 15"/>
          <p:cNvSpPr txBox="1">
            <a:spLocks noChangeArrowheads="1"/>
          </p:cNvSpPr>
          <p:nvPr/>
        </p:nvSpPr>
        <p:spPr bwMode="auto">
          <a:xfrm>
            <a:off x="6075214" y="5286152"/>
            <a:ext cx="36576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但此隐函数不能显化 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kumimoji="1" lang="en-US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7" name="Text Box 16"/>
          <p:cNvSpPr txBox="1">
            <a:spLocks noChangeArrowheads="1"/>
          </p:cNvSpPr>
          <p:nvPr/>
        </p:nvSpPr>
        <p:spPr bwMode="auto">
          <a:xfrm>
            <a:off x="2135188" y="1634808"/>
            <a:ext cx="28956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函数为</a:t>
            </a:r>
            <a:r>
              <a:rPr kumimoji="1" lang="zh-CN" altLang="en-US" sz="2800" b="1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隐函数 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kumimoji="1" lang="en-US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8" name="Text Box 17"/>
          <p:cNvSpPr txBox="1">
            <a:spLocks noChangeArrowheads="1"/>
          </p:cNvSpPr>
          <p:nvPr/>
        </p:nvSpPr>
        <p:spPr bwMode="auto">
          <a:xfrm>
            <a:off x="8763000" y="998538"/>
            <a:ext cx="125539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则称此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9" name="Text Box 34"/>
          <p:cNvSpPr txBox="1">
            <a:spLocks noChangeArrowheads="1"/>
          </p:cNvSpPr>
          <p:nvPr/>
        </p:nvSpPr>
        <p:spPr bwMode="auto">
          <a:xfrm>
            <a:off x="2172970" y="3142615"/>
            <a:ext cx="755967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把隐函数化成显函数 , 称为</a:t>
            </a:r>
            <a:r>
              <a:rPr kumimoji="1" lang="zh-CN" altLang="en-US" sz="2800" b="1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隐函数的显化</a:t>
            </a:r>
            <a:r>
              <a:rPr kumimoji="1" lang="zh-CN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kumimoji="1" lang="en-US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8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 autoUpdateAnimBg="0"/>
      <p:bldP spid="7" grpId="0" bldLvl="0" animBg="1" autoUpdateAnimBg="0"/>
      <p:bldP spid="8" grpId="0" bldLvl="0" animBg="1" autoUpdateAnimBg="0"/>
      <p:bldP spid="10" grpId="0" bldLvl="0" animBg="1" autoUpdateAnimBg="0"/>
      <p:bldP spid="11" grpId="0" bldLvl="0" animBg="1" autoUpdateAnimBg="0"/>
      <p:bldP spid="13" grpId="0" bldLvl="0" animBg="1" autoUpdateAnimBg="0"/>
      <p:bldP spid="15" grpId="0" bldLvl="0" animBg="1" autoUpdateAnimBg="0"/>
      <p:bldP spid="16" grpId="0" bldLvl="0" animBg="1" autoUpdateAnimBg="0"/>
      <p:bldP spid="17" grpId="0" bldLvl="0" animBg="1" autoUpdateAnimBg="0"/>
      <p:bldP spid="18" grpId="0" autoUpdateAnimBg="0" build="p"/>
      <p:bldP spid="19" grpId="0" bldLvl="0" animBg="1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2131750" y="98752"/>
            <a:ext cx="3828438" cy="7620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32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1.两边求导法</a:t>
            </a:r>
            <a:endParaRPr lang="zh-CN" altLang="en-US" sz="3200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3" name="Text Box 4"/>
          <p:cNvSpPr txBox="1">
            <a:spLocks noChangeArrowheads="1"/>
          </p:cNvSpPr>
          <p:nvPr/>
        </p:nvSpPr>
        <p:spPr bwMode="auto">
          <a:xfrm>
            <a:off x="2212976" y="860750"/>
            <a:ext cx="31242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隐函数</a:t>
            </a:r>
            <a:r>
              <a:rPr kumimoji="1" lang="zh-CN" altLang="en-US" sz="2800" b="1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求导方法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 </a:t>
            </a:r>
            <a:endParaRPr kumimoji="1" lang="en-US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Object 5"/>
          <p:cNvGraphicFramePr>
            <a:graphicFrameLocks noChangeAspect="1"/>
          </p:cNvGraphicFramePr>
          <p:nvPr/>
        </p:nvGraphicFramePr>
        <p:xfrm>
          <a:off x="5133976" y="962353"/>
          <a:ext cx="16002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1" name="Equation" r:id="rId1" imgW="38404800" imgH="9448800" progId="Equation.DSMT4">
                  <p:embed/>
                </p:oleObj>
              </mc:Choice>
              <mc:Fallback>
                <p:oleObj name="Equation" r:id="rId1" imgW="38404800" imgH="9448800" progId="Equation.DSMT4">
                  <p:embed/>
                  <p:pic>
                    <p:nvPicPr>
                      <p:cNvPr id="0" name="图片 20480"/>
                      <p:cNvPicPr>
                        <a:picLocks noChangeAspect="1"/>
                      </p:cNvPicPr>
                      <p:nvPr/>
                    </p:nvPicPr>
                    <p:blipFill>
                      <a:blip r:embed="rId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5133976" y="962353"/>
                        <a:ext cx="16002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6"/>
          <p:cNvGraphicFramePr>
            <a:graphicFrameLocks noChangeAspect="1"/>
          </p:cNvGraphicFramePr>
          <p:nvPr/>
        </p:nvGraphicFramePr>
        <p:xfrm>
          <a:off x="4849813" y="2459365"/>
          <a:ext cx="20955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2" name="Equation" r:id="rId3" imgW="50292000" imgH="21945600" progId="Equation.DSMT4">
                  <p:embed/>
                </p:oleObj>
              </mc:Choice>
              <mc:Fallback>
                <p:oleObj name="Equation" r:id="rId3" imgW="50292000" imgH="21945600" progId="Equation.DSMT4">
                  <p:embed/>
                  <p:pic>
                    <p:nvPicPr>
                      <p:cNvPr id="0" name="图片 20481"/>
                      <p:cNvPicPr>
                        <a:picLocks noChangeAspect="1"/>
                      </p:cNvPicPr>
                      <p:nvPr/>
                    </p:nvPicPr>
                    <p:blipFill>
                      <a:blip r:embed="rId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849813" y="2459365"/>
                        <a:ext cx="2095500" cy="914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AutoShape 7"/>
          <p:cNvSpPr>
            <a:spLocks noChangeArrowheads="1"/>
          </p:cNvSpPr>
          <p:nvPr/>
        </p:nvSpPr>
        <p:spPr bwMode="auto">
          <a:xfrm>
            <a:off x="5732463" y="1527500"/>
            <a:ext cx="152400" cy="1060450"/>
          </a:xfrm>
          <a:prstGeom prst="downArrow">
            <a:avLst>
              <a:gd name="adj1" fmla="val 50000"/>
              <a:gd name="adj2" fmla="val 173958"/>
            </a:avLst>
          </a:prstGeom>
          <a:solidFill>
            <a:srgbClr val="0070C0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5902326" y="1710063"/>
            <a:ext cx="24384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两边对</a:t>
            </a:r>
            <a:r>
              <a:rPr kumimoji="1" lang="zh-CN" altLang="en-US" sz="2800" b="1" i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求导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8" name="Group 9"/>
          <p:cNvGrpSpPr/>
          <p:nvPr/>
        </p:nvGrpSpPr>
        <p:grpSpPr bwMode="auto">
          <a:xfrm>
            <a:off x="7027863" y="2592713"/>
            <a:ext cx="3171825" cy="522288"/>
            <a:chOff x="3696" y="3449"/>
            <a:chExt cx="1998" cy="329"/>
          </a:xfrm>
        </p:grpSpPr>
        <p:sp>
          <p:nvSpPr>
            <p:cNvPr id="9" name="Text Box 10"/>
            <p:cNvSpPr txBox="1">
              <a:spLocks noChangeArrowheads="1"/>
            </p:cNvSpPr>
            <p:nvPr/>
          </p:nvSpPr>
          <p:spPr bwMode="auto">
            <a:xfrm>
              <a:off x="3696" y="3449"/>
              <a:ext cx="1998" cy="3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800" b="1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(</a:t>
              </a:r>
              <a:r>
                <a:rPr kumimoji="1" lang="zh-CN" altLang="en-US" sz="2800" b="1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含导数    </a:t>
              </a:r>
              <a:r>
                <a:rPr kumimoji="1" lang="zh-CN" altLang="en-US" sz="2800" b="1" dirty="0" smtClean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的</a:t>
              </a:r>
              <a:r>
                <a:rPr kumimoji="1" lang="zh-CN" altLang="en-US" sz="2800" b="1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方程</a:t>
              </a:r>
              <a:r>
                <a:rPr kumimoji="1" lang="en-US" altLang="zh-CN" sz="2800" b="1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)</a:t>
              </a:r>
              <a:endPara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0" name="Object 11"/>
            <p:cNvGraphicFramePr>
              <a:graphicFrameLocks noChangeAspect="1"/>
            </p:cNvGraphicFramePr>
            <p:nvPr/>
          </p:nvGraphicFramePr>
          <p:xfrm>
            <a:off x="4482" y="3471"/>
            <a:ext cx="302" cy="2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483" name="Equation" r:id="rId5" imgW="3962400" imgH="4876800" progId="Equation.DSMT4">
                    <p:embed/>
                  </p:oleObj>
                </mc:Choice>
                <mc:Fallback>
                  <p:oleObj name="Equation" r:id="rId5" imgW="3962400" imgH="4876800" progId="Equation.DSMT4">
                    <p:embed/>
                    <p:pic>
                      <p:nvPicPr>
                        <p:cNvPr id="0" name="图片 20482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4482" y="3471"/>
                          <a:ext cx="302" cy="29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1" name="Text Box 12"/>
          <p:cNvSpPr txBox="1">
            <a:spLocks noChangeArrowheads="1"/>
          </p:cNvSpPr>
          <p:nvPr/>
        </p:nvSpPr>
        <p:spPr bwMode="auto">
          <a:xfrm>
            <a:off x="2211388" y="3740475"/>
            <a:ext cx="7705725" cy="116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注：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y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为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的函数；关于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y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的函数就是关于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 复合函数，此时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y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为中间变量。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 bldLvl="0" animBg="1"/>
      <p:bldP spid="7" grpId="0" autoUpdateAnimBg="0" build="p"/>
      <p:bldP spid="11" grpId="0" bldLvl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2330450" y="361950"/>
            <a:ext cx="2743200" cy="5334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9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 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求由方程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Object 3"/>
          <p:cNvGraphicFramePr>
            <a:graphicFrameLocks noChangeAspect="1"/>
          </p:cNvGraphicFramePr>
          <p:nvPr/>
        </p:nvGraphicFramePr>
        <p:xfrm>
          <a:off x="4667250" y="403225"/>
          <a:ext cx="29464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05" name="Equation" r:id="rId1" imgW="70713600" imgH="10972800" progId="Equation.DSMT4">
                  <p:embed/>
                </p:oleObj>
              </mc:Choice>
              <mc:Fallback>
                <p:oleObj name="Equation" r:id="rId1" imgW="70713600" imgH="10972800" progId="Equation.DSMT4">
                  <p:embed/>
                  <p:pic>
                    <p:nvPicPr>
                      <p:cNvPr id="0" name="图片 21504"/>
                      <p:cNvPicPr>
                        <a:picLocks noChangeAspect="1"/>
                      </p:cNvPicPr>
                      <p:nvPr/>
                    </p:nvPicPr>
                    <p:blipFill>
                      <a:blip r:embed="rId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667250" y="403225"/>
                        <a:ext cx="294640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4"/>
          <p:cNvGraphicFramePr>
            <a:graphicFrameLocks noChangeAspect="1"/>
          </p:cNvGraphicFramePr>
          <p:nvPr/>
        </p:nvGraphicFramePr>
        <p:xfrm>
          <a:off x="1908175" y="1200150"/>
          <a:ext cx="12446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06" name="Equation" r:id="rId3" imgW="29870400" imgH="9448800" progId="Equation.DSMT4">
                  <p:embed/>
                </p:oleObj>
              </mc:Choice>
              <mc:Fallback>
                <p:oleObj name="Equation" r:id="rId3" imgW="29870400" imgH="9448800" progId="Equation.DSMT4">
                  <p:embed/>
                  <p:pic>
                    <p:nvPicPr>
                      <p:cNvPr id="0" name="图片 21505"/>
                      <p:cNvPicPr>
                        <a:picLocks noChangeAspect="1"/>
                      </p:cNvPicPr>
                      <p:nvPr/>
                    </p:nvPicPr>
                    <p:blipFill>
                      <a:blip r:embed="rId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1908175" y="1200150"/>
                        <a:ext cx="12446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3200400" y="1127125"/>
            <a:ext cx="32004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在 </a:t>
            </a:r>
            <a:r>
              <a:rPr kumimoji="1"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 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= 0</a:t>
            </a:r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处的导数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6" name="Object 6"/>
          <p:cNvGraphicFramePr>
            <a:graphicFrameLocks noChangeAspect="1"/>
          </p:cNvGraphicFramePr>
          <p:nvPr/>
        </p:nvGraphicFramePr>
        <p:xfrm>
          <a:off x="6057900" y="933450"/>
          <a:ext cx="13970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07" name="Equation" r:id="rId5" imgW="33528000" imgH="24384000" progId="Equation.DSMT4">
                  <p:embed/>
                </p:oleObj>
              </mc:Choice>
              <mc:Fallback>
                <p:oleObj name="Equation" r:id="rId5" imgW="33528000" imgH="24384000" progId="Equation.DSMT4">
                  <p:embed/>
                  <p:pic>
                    <p:nvPicPr>
                      <p:cNvPr id="0" name="图片 21506"/>
                      <p:cNvPicPr>
                        <a:picLocks noChangeAspect="1"/>
                      </p:cNvPicPr>
                      <p:nvPr/>
                    </p:nvPicPr>
                    <p:blipFill>
                      <a:blip r:embed="rId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6057900" y="933450"/>
                        <a:ext cx="1397000" cy="1016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2330450" y="1905000"/>
            <a:ext cx="46482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kumimoji="1"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 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方程两边对</a:t>
            </a:r>
            <a:r>
              <a:rPr kumimoji="1" lang="zh-CN" altLang="en-US" sz="2800" b="1" i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求导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8" name="Object 8"/>
          <p:cNvGraphicFramePr>
            <a:graphicFrameLocks noChangeAspect="1"/>
          </p:cNvGraphicFramePr>
          <p:nvPr/>
        </p:nvGraphicFramePr>
        <p:xfrm>
          <a:off x="3663950" y="2432050"/>
          <a:ext cx="34290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08" name="Equation" r:id="rId7" imgW="82296000" imgH="21945600" progId="Equation.DSMT4">
                  <p:embed/>
                </p:oleObj>
              </mc:Choice>
              <mc:Fallback>
                <p:oleObj name="Equation" r:id="rId7" imgW="82296000" imgH="21945600" progId="Equation.DSMT4">
                  <p:embed/>
                  <p:pic>
                    <p:nvPicPr>
                      <p:cNvPr id="0" name="图片 21507"/>
                      <p:cNvPicPr>
                        <a:picLocks noChangeAspect="1"/>
                      </p:cNvPicPr>
                      <p:nvPr/>
                    </p:nvPicPr>
                    <p:blipFill>
                      <a:blip r:embed="rId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663950" y="2432050"/>
                        <a:ext cx="3429000" cy="914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9"/>
          <p:cNvSpPr txBox="1">
            <a:spLocks noChangeArrowheads="1"/>
          </p:cNvSpPr>
          <p:nvPr/>
        </p:nvSpPr>
        <p:spPr bwMode="auto">
          <a:xfrm>
            <a:off x="2330450" y="3516313"/>
            <a:ext cx="10668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得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0" name="Object 10"/>
          <p:cNvGraphicFramePr>
            <a:graphicFrameLocks noChangeAspect="1"/>
          </p:cNvGraphicFramePr>
          <p:nvPr/>
        </p:nvGraphicFramePr>
        <p:xfrm>
          <a:off x="3587750" y="3359150"/>
          <a:ext cx="10795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09" name="Equation" r:id="rId9" imgW="25908000" imgH="20116800" progId="Equation.DSMT4">
                  <p:embed/>
                </p:oleObj>
              </mc:Choice>
              <mc:Fallback>
                <p:oleObj name="Equation" r:id="rId9" imgW="25908000" imgH="20116800" progId="Equation.DSMT4">
                  <p:embed/>
                  <p:pic>
                    <p:nvPicPr>
                      <p:cNvPr id="0" name="图片 21508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587750" y="3359150"/>
                        <a:ext cx="10795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1"/>
          <p:cNvGraphicFramePr>
            <a:graphicFrameLocks noChangeAspect="1"/>
          </p:cNvGraphicFramePr>
          <p:nvPr/>
        </p:nvGraphicFramePr>
        <p:xfrm>
          <a:off x="4794250" y="3359150"/>
          <a:ext cx="9398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0" name="Equation" r:id="rId11" imgW="22555200" imgH="20116800" progId="Equation.DSMT4">
                  <p:embed/>
                </p:oleObj>
              </mc:Choice>
              <mc:Fallback>
                <p:oleObj name="Equation" r:id="rId11" imgW="22555200" imgH="20116800" progId="Equation.DSMT4">
                  <p:embed/>
                  <p:pic>
                    <p:nvPicPr>
                      <p:cNvPr id="0" name="图片 21509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794250" y="3359150"/>
                        <a:ext cx="9398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2"/>
          <p:cNvGraphicFramePr>
            <a:graphicFrameLocks noChangeAspect="1"/>
          </p:cNvGraphicFramePr>
          <p:nvPr/>
        </p:nvGraphicFramePr>
        <p:xfrm>
          <a:off x="5803900" y="3554413"/>
          <a:ext cx="3937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1" name="Equation" r:id="rId13" imgW="9448800" imgH="9448800" progId="Equation.DSMT4">
                  <p:embed/>
                </p:oleObj>
              </mc:Choice>
              <mc:Fallback>
                <p:oleObj name="Equation" r:id="rId13" imgW="9448800" imgH="9448800" progId="Equation.DSMT4">
                  <p:embed/>
                  <p:pic>
                    <p:nvPicPr>
                      <p:cNvPr id="0" name="图片 21510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803900" y="3554413"/>
                        <a:ext cx="3937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3"/>
          <p:cNvGraphicFramePr>
            <a:graphicFrameLocks noChangeAspect="1"/>
          </p:cNvGraphicFramePr>
          <p:nvPr/>
        </p:nvGraphicFramePr>
        <p:xfrm>
          <a:off x="6292850" y="3476625"/>
          <a:ext cx="9017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2" name="Equation" r:id="rId15" imgW="21640800" imgH="10972800" progId="Equation.DSMT4">
                  <p:embed/>
                </p:oleObj>
              </mc:Choice>
              <mc:Fallback>
                <p:oleObj name="Equation" r:id="rId15" imgW="21640800" imgH="10972800" progId="Equation.DSMT4">
                  <p:embed/>
                  <p:pic>
                    <p:nvPicPr>
                      <p:cNvPr id="0" name="图片 21511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292850" y="3476625"/>
                        <a:ext cx="90170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4"/>
          <p:cNvGraphicFramePr>
            <a:graphicFrameLocks noChangeAspect="1"/>
          </p:cNvGraphicFramePr>
          <p:nvPr/>
        </p:nvGraphicFramePr>
        <p:xfrm>
          <a:off x="7320136" y="3610769"/>
          <a:ext cx="5715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3" name="Equation" r:id="rId17" imgW="13716000" imgH="7924800" progId="Equation.DSMT4">
                  <p:embed/>
                </p:oleObj>
              </mc:Choice>
              <mc:Fallback>
                <p:oleObj name="Equation" r:id="rId17" imgW="13716000" imgH="7924800" progId="Equation.DSMT4">
                  <p:embed/>
                  <p:pic>
                    <p:nvPicPr>
                      <p:cNvPr id="0" name="图片 21512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7320136" y="3610769"/>
                        <a:ext cx="571500" cy="330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5"/>
          <p:cNvGraphicFramePr>
            <a:graphicFrameLocks noChangeAspect="1"/>
          </p:cNvGraphicFramePr>
          <p:nvPr/>
        </p:nvGraphicFramePr>
        <p:xfrm>
          <a:off x="3740150" y="4330700"/>
          <a:ext cx="24384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4" name="Equation" r:id="rId19" imgW="58521600" imgH="23164800" progId="Equation.DSMT4">
                  <p:embed/>
                </p:oleObj>
              </mc:Choice>
              <mc:Fallback>
                <p:oleObj name="Equation" r:id="rId19" imgW="58521600" imgH="23164800" progId="Equation.DSMT4">
                  <p:embed/>
                  <p:pic>
                    <p:nvPicPr>
                      <p:cNvPr id="0" name="图片 21513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3740150" y="4330700"/>
                        <a:ext cx="2438400" cy="965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Box 16"/>
          <p:cNvSpPr txBox="1">
            <a:spLocks noChangeArrowheads="1"/>
          </p:cNvSpPr>
          <p:nvPr/>
        </p:nvSpPr>
        <p:spPr bwMode="auto">
          <a:xfrm>
            <a:off x="2328863" y="5562600"/>
            <a:ext cx="39624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因 </a:t>
            </a:r>
            <a:r>
              <a:rPr kumimoji="1"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= 0 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时 </a:t>
            </a:r>
            <a:r>
              <a:rPr kumimoji="1"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y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= 0 ,  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故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7" name="Object 17"/>
          <p:cNvGraphicFramePr>
            <a:graphicFrameLocks noChangeAspect="1"/>
          </p:cNvGraphicFramePr>
          <p:nvPr/>
        </p:nvGraphicFramePr>
        <p:xfrm>
          <a:off x="5638800" y="5359400"/>
          <a:ext cx="19304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5" name="Equation" r:id="rId21" imgW="46329600" imgH="24384000" progId="Equation.DSMT4">
                  <p:embed/>
                </p:oleObj>
              </mc:Choice>
              <mc:Fallback>
                <p:oleObj name="Equation" r:id="rId21" imgW="46329600" imgH="24384000" progId="Equation.DSMT4">
                  <p:embed/>
                  <p:pic>
                    <p:nvPicPr>
                      <p:cNvPr id="0" name="图片 21514"/>
                      <p:cNvPicPr>
                        <a:picLocks noChangeAspect="1"/>
                      </p:cNvPicPr>
                      <p:nvPr/>
                    </p:nvPicPr>
                    <p:blipFill>
                      <a:blip r:embed="rId2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5638800" y="5359400"/>
                        <a:ext cx="1930400" cy="1016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8"/>
          <p:cNvGraphicFramePr>
            <a:graphicFrameLocks noChangeAspect="1"/>
          </p:cNvGraphicFramePr>
          <p:nvPr/>
        </p:nvGraphicFramePr>
        <p:xfrm>
          <a:off x="7239000" y="2692400"/>
          <a:ext cx="2159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6" name="Equation" r:id="rId23" imgW="5181600" imgH="9448800" progId="Equation.DSMT4">
                  <p:embed/>
                </p:oleObj>
              </mc:Choice>
              <mc:Fallback>
                <p:oleObj name="Equation" r:id="rId23" imgW="5181600" imgH="9448800" progId="Equation.DSMT4">
                  <p:embed/>
                  <p:pic>
                    <p:nvPicPr>
                      <p:cNvPr id="0" name="图片 21515"/>
                      <p:cNvPicPr>
                        <a:picLocks noChangeAspect="1"/>
                      </p:cNvPicPr>
                      <p:nvPr/>
                    </p:nvPicPr>
                    <p:blipFill>
                      <a:blip r:embed="rId2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7239000" y="2692400"/>
                        <a:ext cx="2159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Box 19"/>
          <p:cNvSpPr txBox="1">
            <a:spLocks noChangeArrowheads="1"/>
          </p:cNvSpPr>
          <p:nvPr/>
        </p:nvSpPr>
        <p:spPr bwMode="auto">
          <a:xfrm>
            <a:off x="7696200" y="330200"/>
            <a:ext cx="232791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确定的隐函数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 autoUpdateAnimBg="0"/>
      <p:bldP spid="9" grpId="0" bldLvl="0" animBg="1" autoUpdateAnimBg="0"/>
      <p:bldP spid="16" grpId="0" bldLvl="0" animBg="1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/>
          <p:cNvSpPr txBox="1"/>
          <p:nvPr/>
        </p:nvSpPr>
        <p:spPr>
          <a:xfrm>
            <a:off x="6349949" y="3574414"/>
            <a:ext cx="4318051" cy="181483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或者：     </a:t>
            </a:r>
            <a:endParaRPr lang="en-US" altLang="zh-CN" sz="2800" b="1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en-US" altLang="zh-CN" sz="2800" b="1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en-US" altLang="zh-CN" sz="2800" b="1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2" name="Object 14"/>
          <p:cNvGraphicFramePr>
            <a:graphicFrameLocks noChangeAspect="1"/>
          </p:cNvGraphicFramePr>
          <p:nvPr/>
        </p:nvGraphicFramePr>
        <p:xfrm>
          <a:off x="4374555" y="225722"/>
          <a:ext cx="2290762" cy="588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29" name="Equation" r:id="rId1" imgW="21336000" imgH="5486400" progId="Equation.DSMT4">
                  <p:embed/>
                </p:oleObj>
              </mc:Choice>
              <mc:Fallback>
                <p:oleObj name="Equation" r:id="rId1" imgW="21336000" imgH="5486400" progId="Equation.DSMT4">
                  <p:embed/>
                  <p:pic>
                    <p:nvPicPr>
                      <p:cNvPr id="0" name="图片 22528"/>
                      <p:cNvPicPr>
                        <a:picLocks noChangeAspect="1"/>
                      </p:cNvPicPr>
                      <p:nvPr/>
                    </p:nvPicPr>
                    <p:blipFill>
                      <a:blip r:embed="rId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374555" y="225722"/>
                        <a:ext cx="2290762" cy="5889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15"/>
          <p:cNvGraphicFramePr>
            <a:graphicFrameLocks noChangeAspect="1"/>
          </p:cNvGraphicFramePr>
          <p:nvPr/>
        </p:nvGraphicFramePr>
        <p:xfrm>
          <a:off x="8501698" y="323215"/>
          <a:ext cx="13081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99" name="Equation" r:id="rId3" imgW="31394400" imgH="9448800" progId="Equation.DSMT4">
                  <p:embed/>
                </p:oleObj>
              </mc:Choice>
              <mc:Fallback>
                <p:oleObj name="Equation" r:id="rId3" imgW="31394400" imgH="9448800" progId="Equation.DSMT4">
                  <p:embed/>
                  <p:pic>
                    <p:nvPicPr>
                      <p:cNvPr id="0" name="图片 22698"/>
                      <p:cNvPicPr>
                        <a:picLocks noChangeAspect="1"/>
                      </p:cNvPicPr>
                      <p:nvPr/>
                    </p:nvPicPr>
                    <p:blipFill>
                      <a:blip r:embed="rId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8501698" y="323215"/>
                        <a:ext cx="13081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18"/>
          <p:cNvSpPr txBox="1">
            <a:spLocks noChangeArrowheads="1"/>
          </p:cNvSpPr>
          <p:nvPr/>
        </p:nvSpPr>
        <p:spPr bwMode="auto">
          <a:xfrm>
            <a:off x="6594729" y="268903"/>
            <a:ext cx="197040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确定隐函数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Text Box 20"/>
          <p:cNvSpPr txBox="1">
            <a:spLocks noChangeArrowheads="1"/>
          </p:cNvSpPr>
          <p:nvPr/>
        </p:nvSpPr>
        <p:spPr bwMode="auto">
          <a:xfrm>
            <a:off x="1991544" y="260648"/>
            <a:ext cx="31242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10. 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设由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方程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351584" y="1871046"/>
            <a:ext cx="107759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解： </a:t>
            </a:r>
            <a:endParaRPr lang="zh-CN" altLang="en-US" sz="2800" b="1" dirty="0">
              <a:solidFill>
                <a:srgbClr val="7030A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220549" y="1774545"/>
            <a:ext cx="3002739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）两边求导得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3495467" y="2540411"/>
          <a:ext cx="330120" cy="3808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00" name="Equation" r:id="rId5" imgW="7924800" imgH="9144000" progId="Equation.DSMT4">
                  <p:embed/>
                </p:oleObj>
              </mc:Choice>
              <mc:Fallback>
                <p:oleObj name="Equation" r:id="rId5" imgW="7924800" imgH="9144000" progId="Equation.DSMT4">
                  <p:embed/>
                  <p:pic>
                    <p:nvPicPr>
                      <p:cNvPr id="0" name="图片 22699"/>
                      <p:cNvPicPr>
                        <a:picLocks noChangeAspect="1"/>
                      </p:cNvPicPr>
                      <p:nvPr/>
                    </p:nvPicPr>
                    <p:blipFill>
                      <a:blip r:embed="rId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495467" y="2540411"/>
                        <a:ext cx="330120" cy="3808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3794861" y="2330787"/>
          <a:ext cx="635000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01" name="Equation" r:id="rId7" imgW="7010400" imgH="10363200" progId="Equation.DSMT4">
                  <p:embed/>
                </p:oleObj>
              </mc:Choice>
              <mc:Fallback>
                <p:oleObj name="Equation" r:id="rId7" imgW="7010400" imgH="10363200" progId="Equation.DSMT4">
                  <p:embed/>
                  <p:pic>
                    <p:nvPicPr>
                      <p:cNvPr id="0" name="图片 22700"/>
                      <p:cNvPicPr>
                        <a:picLocks noChangeAspect="1"/>
                      </p:cNvPicPr>
                      <p:nvPr/>
                    </p:nvPicPr>
                    <p:blipFill>
                      <a:blip r:embed="rId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794861" y="2330787"/>
                        <a:ext cx="635000" cy="9366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4406867" y="2540411"/>
          <a:ext cx="13843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02" name="Equation" r:id="rId9" imgW="33223200" imgH="9448800" progId="Equation.DSMT4">
                  <p:embed/>
                </p:oleObj>
              </mc:Choice>
              <mc:Fallback>
                <p:oleObj name="Equation" r:id="rId9" imgW="33223200" imgH="9448800" progId="Equation.DSMT4">
                  <p:embed/>
                  <p:pic>
                    <p:nvPicPr>
                      <p:cNvPr id="0" name="图片 22701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406867" y="2540411"/>
                        <a:ext cx="13843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5863249" y="2276872"/>
          <a:ext cx="525462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03" name="Equation" r:id="rId11" imgW="5791200" imgH="10363200" progId="Equation.DSMT4">
                  <p:embed/>
                </p:oleObj>
              </mc:Choice>
              <mc:Fallback>
                <p:oleObj name="Equation" r:id="rId11" imgW="5791200" imgH="10363200" progId="Equation.DSMT4">
                  <p:embed/>
                  <p:pic>
                    <p:nvPicPr>
                      <p:cNvPr id="0" name="图片 22702"/>
                      <p:cNvPicPr>
                        <a:picLocks noChangeAspect="1"/>
                      </p:cNvPicPr>
                      <p:nvPr/>
                    </p:nvPicPr>
                    <p:blipFill>
                      <a:blip r:embed="rId1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5863249" y="2276872"/>
                        <a:ext cx="525462" cy="9366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6337307" y="2540411"/>
          <a:ext cx="736560" cy="3045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04" name="Equation" r:id="rId13" imgW="17678400" imgH="7315200" progId="Equation.DSMT4">
                  <p:embed/>
                </p:oleObj>
              </mc:Choice>
              <mc:Fallback>
                <p:oleObj name="Equation" r:id="rId13" imgW="17678400" imgH="7315200" progId="Equation.DSMT4">
                  <p:embed/>
                  <p:pic>
                    <p:nvPicPr>
                      <p:cNvPr id="0" name="图片 22703"/>
                      <p:cNvPicPr>
                        <a:picLocks noChangeAspect="1"/>
                      </p:cNvPicPr>
                      <p:nvPr/>
                    </p:nvPicPr>
                    <p:blipFill>
                      <a:blip r:embed="rId1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6337307" y="2540411"/>
                        <a:ext cx="736560" cy="3045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1832394" y="3429000"/>
            <a:ext cx="161290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解此关于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3499471" y="3222297"/>
          <a:ext cx="525463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05" name="Equation" r:id="rId15" imgW="278765" imgH="501650" progId="Equation.DSMT4">
                  <p:embed/>
                </p:oleObj>
              </mc:Choice>
              <mc:Fallback>
                <p:oleObj name="Equation" r:id="rId15" imgW="278765" imgH="501650" progId="Equation.DSMT4">
                  <p:embed/>
                  <p:pic>
                    <p:nvPicPr>
                      <p:cNvPr id="0" name="图片 22704"/>
                      <p:cNvPicPr>
                        <a:picLocks noChangeAspect="1"/>
                      </p:cNvPicPr>
                      <p:nvPr/>
                    </p:nvPicPr>
                    <p:blipFill>
                      <a:blip r:embed="rId1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499471" y="3222297"/>
                        <a:ext cx="525463" cy="9366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4064642" y="3429000"/>
            <a:ext cx="232791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的方程，得到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9" name="对象 18"/>
          <p:cNvGraphicFramePr>
            <a:graphicFrameLocks noChangeAspect="1"/>
          </p:cNvGraphicFramePr>
          <p:nvPr/>
        </p:nvGraphicFramePr>
        <p:xfrm>
          <a:off x="2331269" y="4014042"/>
          <a:ext cx="719137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06" name="Equation" r:id="rId17" imgW="7924800" imgH="10363200" progId="Equation.DSMT4">
                  <p:embed/>
                </p:oleObj>
              </mc:Choice>
              <mc:Fallback>
                <p:oleObj name="Equation" r:id="rId17" imgW="7924800" imgH="10363200" progId="Equation.DSMT4">
                  <p:embed/>
                  <p:pic>
                    <p:nvPicPr>
                      <p:cNvPr id="0" name="图片 22705"/>
                      <p:cNvPicPr>
                        <a:picLocks noChangeAspect="1"/>
                      </p:cNvPicPr>
                      <p:nvPr/>
                    </p:nvPicPr>
                    <p:blipFill>
                      <a:blip r:embed="rId1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331269" y="4014042"/>
                        <a:ext cx="719137" cy="9366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3172849" y="4063315"/>
          <a:ext cx="1054080" cy="838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07" name="Equation" r:id="rId19" imgW="25298400" imgH="20116800" progId="Equation.DSMT4">
                  <p:embed/>
                </p:oleObj>
              </mc:Choice>
              <mc:Fallback>
                <p:oleObj name="Equation" r:id="rId19" imgW="25298400" imgH="20116800" progId="Equation.DSMT4">
                  <p:embed/>
                  <p:pic>
                    <p:nvPicPr>
                      <p:cNvPr id="0" name="图片 22706"/>
                      <p:cNvPicPr>
                        <a:picLocks noChangeAspect="1"/>
                      </p:cNvPicPr>
                      <p:nvPr/>
                    </p:nvPicPr>
                    <p:blipFill>
                      <a:blip r:embed="rId20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172849" y="4063315"/>
                        <a:ext cx="1054080" cy="8380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/>
        </p:nvGraphicFramePr>
        <p:xfrm>
          <a:off x="8363272" y="4036068"/>
          <a:ext cx="2127967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08" name="Equation" r:id="rId21" imgW="51511200" imgH="21945600" progId="Equation.DSMT4">
                  <p:embed/>
                </p:oleObj>
              </mc:Choice>
              <mc:Fallback>
                <p:oleObj name="Equation" r:id="rId21" imgW="51511200" imgH="21945600" progId="Equation.DSMT4">
                  <p:embed/>
                  <p:pic>
                    <p:nvPicPr>
                      <p:cNvPr id="0" name="图片 22707"/>
                      <p:cNvPicPr>
                        <a:picLocks noChangeAspect="1"/>
                      </p:cNvPicPr>
                      <p:nvPr/>
                    </p:nvPicPr>
                    <p:blipFill>
                      <a:blip r:embed="rId2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8363272" y="4036068"/>
                        <a:ext cx="2127967" cy="914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/>
          <p:cNvGraphicFramePr>
            <a:graphicFrameLocks noChangeAspect="1"/>
          </p:cNvGraphicFramePr>
          <p:nvPr/>
        </p:nvGraphicFramePr>
        <p:xfrm>
          <a:off x="6350548" y="4594866"/>
          <a:ext cx="1725311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09" name="Equation" r:id="rId23" imgW="2040890" imgH="535305" progId="Equation.DSMT4">
                  <p:embed/>
                </p:oleObj>
              </mc:Choice>
              <mc:Fallback>
                <p:oleObj name="Equation" r:id="rId23" imgW="2040890" imgH="535305" progId="Equation.DSMT4">
                  <p:embed/>
                  <p:pic>
                    <p:nvPicPr>
                      <p:cNvPr id="0" name="图片 22708"/>
                      <p:cNvPicPr>
                        <a:picLocks noChangeAspect="1"/>
                      </p:cNvPicPr>
                      <p:nvPr/>
                    </p:nvPicPr>
                    <p:blipFill>
                      <a:blip r:embed="rId2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6350548" y="4594866"/>
                        <a:ext cx="1725311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右箭头 27"/>
          <p:cNvSpPr/>
          <p:nvPr/>
        </p:nvSpPr>
        <p:spPr>
          <a:xfrm>
            <a:off x="6422556" y="4437112"/>
            <a:ext cx="1570893" cy="170781"/>
          </a:xfrm>
          <a:prstGeom prst="rightArrow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TextBox 28"/>
          <p:cNvSpPr txBox="1"/>
          <p:nvPr/>
        </p:nvSpPr>
        <p:spPr>
          <a:xfrm>
            <a:off x="2331269" y="991194"/>
            <a:ext cx="143510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求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30" name="对象 29"/>
          <p:cNvGraphicFramePr>
            <a:graphicFrameLocks noChangeAspect="1"/>
          </p:cNvGraphicFramePr>
          <p:nvPr/>
        </p:nvGraphicFramePr>
        <p:xfrm>
          <a:off x="3507672" y="1044841"/>
          <a:ext cx="876300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10" name="Equation" r:id="rId25" imgW="20726400" imgH="9753600" progId="Equation.DSMT4">
                  <p:embed/>
                </p:oleObj>
              </mc:Choice>
              <mc:Fallback>
                <p:oleObj name="Equation" r:id="rId25" imgW="20726400" imgH="9753600" progId="Equation.DSMT4">
                  <p:embed/>
                  <p:pic>
                    <p:nvPicPr>
                      <p:cNvPr id="0" name="图片 22709"/>
                      <p:cNvPicPr>
                        <a:picLocks noChangeAspect="1"/>
                      </p:cNvPicPr>
                      <p:nvPr/>
                    </p:nvPicPr>
                    <p:blipFill>
                      <a:blip r:embed="rId2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507672" y="1044841"/>
                        <a:ext cx="876300" cy="4159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对象 30"/>
          <p:cNvGraphicFramePr>
            <a:graphicFrameLocks noChangeAspect="1"/>
          </p:cNvGraphicFramePr>
          <p:nvPr/>
        </p:nvGraphicFramePr>
        <p:xfrm>
          <a:off x="5434406" y="1044841"/>
          <a:ext cx="871538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11" name="Equation" r:id="rId27" imgW="20726400" imgH="9753600" progId="Equation.DSMT4">
                  <p:embed/>
                </p:oleObj>
              </mc:Choice>
              <mc:Fallback>
                <p:oleObj name="Equation" r:id="rId27" imgW="20726400" imgH="9753600" progId="Equation.DSMT4">
                  <p:embed/>
                  <p:pic>
                    <p:nvPicPr>
                      <p:cNvPr id="0" name="图片 22710"/>
                      <p:cNvPicPr>
                        <a:picLocks noChangeAspect="1"/>
                      </p:cNvPicPr>
                      <p:nvPr/>
                    </p:nvPicPr>
                    <p:blipFill>
                      <a:blip r:embed="rId2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5434406" y="1044841"/>
                        <a:ext cx="871538" cy="4159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Text Box 66"/>
          <p:cNvSpPr txBox="1">
            <a:spLocks noChangeArrowheads="1"/>
          </p:cNvSpPr>
          <p:nvPr/>
        </p:nvSpPr>
        <p:spPr bwMode="auto">
          <a:xfrm>
            <a:off x="8959593" y="2297765"/>
            <a:ext cx="54038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①</a:t>
            </a:r>
            <a:endParaRPr kumimoji="1"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347249" y="991194"/>
            <a:ext cx="125730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 （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4" name="Text Box 56"/>
          <p:cNvSpPr txBox="1">
            <a:spLocks noChangeArrowheads="1"/>
          </p:cNvSpPr>
          <p:nvPr/>
        </p:nvSpPr>
        <p:spPr bwMode="auto">
          <a:xfrm>
            <a:off x="1858745" y="5205387"/>
            <a:ext cx="6858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当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5" name="Object 57"/>
          <p:cNvGraphicFramePr>
            <a:graphicFrameLocks noChangeAspect="1"/>
          </p:cNvGraphicFramePr>
          <p:nvPr/>
        </p:nvGraphicFramePr>
        <p:xfrm>
          <a:off x="2358807" y="5305400"/>
          <a:ext cx="7620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12" name="Equation" r:id="rId29" imgW="18288000" imgH="9448800" progId="Equation.DSMT4">
                  <p:embed/>
                </p:oleObj>
              </mc:Choice>
              <mc:Fallback>
                <p:oleObj name="Equation" r:id="rId29" imgW="18288000" imgH="9448800" progId="Equation.DSMT4">
                  <p:embed/>
                  <p:pic>
                    <p:nvPicPr>
                      <p:cNvPr id="0" name="图片 22711"/>
                      <p:cNvPicPr>
                        <a:picLocks noChangeAspect="1"/>
                      </p:cNvPicPr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2358807" y="5305400"/>
                        <a:ext cx="7620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Text Box 58"/>
          <p:cNvSpPr txBox="1">
            <a:spLocks noChangeArrowheads="1"/>
          </p:cNvSpPr>
          <p:nvPr/>
        </p:nvSpPr>
        <p:spPr bwMode="auto">
          <a:xfrm>
            <a:off x="3127157" y="5229200"/>
            <a:ext cx="9906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endParaRPr kumimoji="1" lang="en-US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7" name="Object 59"/>
          <p:cNvGraphicFramePr>
            <a:graphicFrameLocks noChangeAspect="1"/>
          </p:cNvGraphicFramePr>
          <p:nvPr/>
        </p:nvGraphicFramePr>
        <p:xfrm>
          <a:off x="3730407" y="5343500"/>
          <a:ext cx="8382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13" name="Equation" r:id="rId31" imgW="20116800" imgH="9448800" progId="Equation.DSMT4">
                  <p:embed/>
                </p:oleObj>
              </mc:Choice>
              <mc:Fallback>
                <p:oleObj name="Equation" r:id="rId31" imgW="20116800" imgH="9448800" progId="Equation.DSMT4">
                  <p:embed/>
                  <p:pic>
                    <p:nvPicPr>
                      <p:cNvPr id="0" name="图片 22712"/>
                      <p:cNvPicPr>
                        <a:picLocks noChangeAspect="1"/>
                      </p:cNvPicPr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3730407" y="5343500"/>
                        <a:ext cx="8382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" name="Text Box 60"/>
          <p:cNvSpPr txBox="1">
            <a:spLocks noChangeArrowheads="1"/>
          </p:cNvSpPr>
          <p:nvPr/>
        </p:nvSpPr>
        <p:spPr bwMode="auto">
          <a:xfrm>
            <a:off x="4574956" y="5222850"/>
            <a:ext cx="3393252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代入</a:t>
            </a:r>
            <a:r>
              <a:rPr kumimoji="1"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    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   得 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9" name="Object 61"/>
          <p:cNvGraphicFramePr>
            <a:graphicFrameLocks noChangeAspect="1"/>
          </p:cNvGraphicFramePr>
          <p:nvPr/>
        </p:nvGraphicFramePr>
        <p:xfrm>
          <a:off x="4390807" y="5821337"/>
          <a:ext cx="15367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14" name="Equation" r:id="rId33" imgW="36880800" imgH="20116800" progId="Equation.DSMT4">
                  <p:embed/>
                </p:oleObj>
              </mc:Choice>
              <mc:Fallback>
                <p:oleObj name="Equation" r:id="rId33" imgW="36880800" imgH="20116800" progId="Equation.DSMT4">
                  <p:embed/>
                  <p:pic>
                    <p:nvPicPr>
                      <p:cNvPr id="0" name="图片 22713"/>
                      <p:cNvPicPr>
                        <a:picLocks noChangeAspect="1"/>
                      </p:cNvPicPr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4390807" y="5821337"/>
                        <a:ext cx="15367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" name="Text Box 55"/>
          <p:cNvSpPr txBox="1">
            <a:spLocks noChangeArrowheads="1"/>
          </p:cNvSpPr>
          <p:nvPr/>
        </p:nvSpPr>
        <p:spPr bwMode="auto">
          <a:xfrm>
            <a:off x="4981397" y="4222799"/>
            <a:ext cx="8382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①′</a:t>
            </a:r>
            <a:endParaRPr kumimoji="1"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1" name="Text Box 55"/>
          <p:cNvSpPr txBox="1">
            <a:spLocks noChangeArrowheads="1"/>
          </p:cNvSpPr>
          <p:nvPr/>
        </p:nvSpPr>
        <p:spPr bwMode="auto">
          <a:xfrm>
            <a:off x="5329808" y="5229200"/>
            <a:ext cx="1702296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①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kumimoji="1"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①′</a:t>
            </a:r>
            <a:endParaRPr kumimoji="1"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32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500"/>
                            </p:stCondLst>
                            <p:childTnLst>
                              <p:par>
                                <p:cTn id="1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1000"/>
                            </p:stCondLst>
                            <p:childTnLst>
                              <p:par>
                                <p:cTn id="1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1500"/>
                            </p:stCondLst>
                            <p:childTnLst>
                              <p:par>
                                <p:cTn id="1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bldLvl="0" animBg="1"/>
      <p:bldP spid="6" grpId="0" bldLvl="0" animBg="1"/>
      <p:bldP spid="7" grpId="0" bldLvl="0" animBg="1" autoUpdateAnimBg="0"/>
      <p:bldP spid="8" grpId="0"/>
      <p:bldP spid="9" grpId="0"/>
      <p:bldP spid="16" grpId="0"/>
      <p:bldP spid="18" grpId="0"/>
      <p:bldP spid="28" grpId="0" bldLvl="0" animBg="1"/>
      <p:bldP spid="29" grpId="0"/>
      <p:bldP spid="32" grpId="0" advAuto="0" autoUpdateAnimBg="0" build="p"/>
      <p:bldP spid="33" grpId="0"/>
      <p:bldP spid="34" grpId="0" bldLvl="0" animBg="1" autoUpdateAnimBg="0"/>
      <p:bldP spid="36" grpId="0" bldLvl="0" animBg="1" autoUpdateAnimBg="0"/>
      <p:bldP spid="38" grpId="0" bldLvl="0" animBg="1" autoUpdateAnimBg="0"/>
      <p:bldP spid="40" grpId="0" bldLvl="0" animBg="1" autoUpdateAnimBg="0"/>
      <p:bldP spid="41" grpId="0" bldLvl="0" animBg="1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49"/>
          <p:cNvSpPr txBox="1">
            <a:spLocks noChangeArrowheads="1"/>
          </p:cNvSpPr>
          <p:nvPr/>
        </p:nvSpPr>
        <p:spPr bwMode="auto">
          <a:xfrm>
            <a:off x="3608176" y="3527752"/>
            <a:ext cx="1407703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在方程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1" name="Object 50"/>
          <p:cNvGraphicFramePr>
            <a:graphicFrameLocks noChangeAspect="1"/>
          </p:cNvGraphicFramePr>
          <p:nvPr/>
        </p:nvGraphicFramePr>
        <p:xfrm>
          <a:off x="5015880" y="3593772"/>
          <a:ext cx="24003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3" name="Equation" r:id="rId1" imgW="57607200" imgH="10972800" progId="Equation.DSMT4">
                  <p:embed/>
                </p:oleObj>
              </mc:Choice>
              <mc:Fallback>
                <p:oleObj name="Equation" r:id="rId1" imgW="57607200" imgH="10972800" progId="Equation.DSMT4">
                  <p:embed/>
                  <p:pic>
                    <p:nvPicPr>
                      <p:cNvPr id="0" name="图片 23552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015880" y="3593772"/>
                        <a:ext cx="240030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Box 51"/>
          <p:cNvSpPr txBox="1">
            <a:spLocks noChangeArrowheads="1"/>
          </p:cNvSpPr>
          <p:nvPr/>
        </p:nvSpPr>
        <p:spPr bwMode="auto">
          <a:xfrm>
            <a:off x="7602070" y="3531859"/>
            <a:ext cx="2742401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两边再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求导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得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3" name="Object 52"/>
          <p:cNvGraphicFramePr>
            <a:graphicFrameLocks noChangeAspect="1"/>
          </p:cNvGraphicFramePr>
          <p:nvPr/>
        </p:nvGraphicFramePr>
        <p:xfrm>
          <a:off x="3104010" y="4358141"/>
          <a:ext cx="10287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4" name="Equation" r:id="rId3" imgW="24688800" imgH="10972800" progId="Equation.DSMT4">
                  <p:embed/>
                </p:oleObj>
              </mc:Choice>
              <mc:Fallback>
                <p:oleObj name="Equation" r:id="rId3" imgW="24688800" imgH="10972800" progId="Equation.DSMT4">
                  <p:embed/>
                  <p:pic>
                    <p:nvPicPr>
                      <p:cNvPr id="0" name="图片 23553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104010" y="4358141"/>
                        <a:ext cx="102870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53"/>
          <p:cNvGraphicFramePr>
            <a:graphicFrameLocks noChangeAspect="1"/>
          </p:cNvGraphicFramePr>
          <p:nvPr/>
        </p:nvGraphicFramePr>
        <p:xfrm>
          <a:off x="4285110" y="4351791"/>
          <a:ext cx="17018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5" name="Equation" r:id="rId5" imgW="40843200" imgH="10972800" progId="Equation.DSMT4">
                  <p:embed/>
                </p:oleObj>
              </mc:Choice>
              <mc:Fallback>
                <p:oleObj name="Equation" r:id="rId5" imgW="40843200" imgH="10972800" progId="Equation.DSMT4">
                  <p:embed/>
                  <p:pic>
                    <p:nvPicPr>
                      <p:cNvPr id="0" name="图片 23554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285110" y="4351791"/>
                        <a:ext cx="170180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54"/>
          <p:cNvGraphicFramePr>
            <a:graphicFrameLocks noChangeAspect="1"/>
          </p:cNvGraphicFramePr>
          <p:nvPr/>
        </p:nvGraphicFramePr>
        <p:xfrm>
          <a:off x="6050410" y="4408941"/>
          <a:ext cx="10414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6" name="Equation" r:id="rId7" imgW="24993600" imgH="9753600" progId="Equation.DSMT4">
                  <p:embed/>
                </p:oleObj>
              </mc:Choice>
              <mc:Fallback>
                <p:oleObj name="Equation" r:id="rId7" imgW="24993600" imgH="9753600" progId="Equation.DSMT4">
                  <p:embed/>
                  <p:pic>
                    <p:nvPicPr>
                      <p:cNvPr id="0" name="图片 23555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050410" y="4408941"/>
                        <a:ext cx="1041400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Box 55"/>
          <p:cNvSpPr txBox="1">
            <a:spLocks noChangeArrowheads="1"/>
          </p:cNvSpPr>
          <p:nvPr/>
        </p:nvSpPr>
        <p:spPr bwMode="auto">
          <a:xfrm>
            <a:off x="8914260" y="4270829"/>
            <a:ext cx="8382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②</a:t>
            </a:r>
            <a:endParaRPr kumimoji="1"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139950" y="188640"/>
            <a:ext cx="9842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124200" y="188640"/>
            <a:ext cx="143510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方法一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30" name="对象 29"/>
          <p:cNvGraphicFramePr>
            <a:graphicFrameLocks noChangeAspect="1"/>
          </p:cNvGraphicFramePr>
          <p:nvPr/>
        </p:nvGraphicFramePr>
        <p:xfrm>
          <a:off x="3195638" y="808038"/>
          <a:ext cx="885825" cy="992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7" name="Equation" r:id="rId9" imgW="9753600" imgH="10972800" progId="Equation.DSMT4">
                  <p:embed/>
                </p:oleObj>
              </mc:Choice>
              <mc:Fallback>
                <p:oleObj name="Equation" r:id="rId9" imgW="9753600" imgH="10972800" progId="Equation.DSMT4">
                  <p:embed/>
                  <p:pic>
                    <p:nvPicPr>
                      <p:cNvPr id="0" name="图片 23556"/>
                      <p:cNvPicPr>
                        <a:picLocks noChangeAspect="1"/>
                      </p:cNvPicPr>
                      <p:nvPr/>
                    </p:nvPicPr>
                    <p:blipFill>
                      <a:blip r:embed="rId10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195638" y="808038"/>
                        <a:ext cx="885825" cy="99218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对象 30"/>
          <p:cNvGraphicFramePr>
            <a:graphicFrameLocks noChangeAspect="1"/>
          </p:cNvGraphicFramePr>
          <p:nvPr/>
        </p:nvGraphicFramePr>
        <p:xfrm>
          <a:off x="4727848" y="836712"/>
          <a:ext cx="1016000" cy="836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8" name="Equation" r:id="rId11" imgW="24384000" imgH="20116800" progId="Equation.DSMT4">
                  <p:embed/>
                </p:oleObj>
              </mc:Choice>
              <mc:Fallback>
                <p:oleObj name="Equation" r:id="rId11" imgW="24384000" imgH="20116800" progId="Equation.DSMT4">
                  <p:embed/>
                  <p:pic>
                    <p:nvPicPr>
                      <p:cNvPr id="0" name="图片 23557"/>
                      <p:cNvPicPr>
                        <a:picLocks noChangeAspect="1"/>
                      </p:cNvPicPr>
                      <p:nvPr/>
                    </p:nvPicPr>
                    <p:blipFill>
                      <a:blip r:embed="rId1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727848" y="836712"/>
                        <a:ext cx="1016000" cy="83661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对象 31"/>
          <p:cNvGraphicFramePr>
            <a:graphicFrameLocks noChangeAspect="1"/>
          </p:cNvGraphicFramePr>
          <p:nvPr/>
        </p:nvGraphicFramePr>
        <p:xfrm>
          <a:off x="4101311" y="868265"/>
          <a:ext cx="19304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9" name="Equation" r:id="rId13" imgW="46329600" imgH="21945600" progId="Equation.DSMT4">
                  <p:embed/>
                </p:oleObj>
              </mc:Choice>
              <mc:Fallback>
                <p:oleObj name="Equation" r:id="rId13" imgW="46329600" imgH="21945600" progId="Equation.DSMT4">
                  <p:embed/>
                  <p:pic>
                    <p:nvPicPr>
                      <p:cNvPr id="0" name="图片 23558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101311" y="868265"/>
                        <a:ext cx="1930400" cy="914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对象 34"/>
          <p:cNvGraphicFramePr>
            <a:graphicFrameLocks noChangeAspect="1"/>
          </p:cNvGraphicFramePr>
          <p:nvPr/>
        </p:nvGraphicFramePr>
        <p:xfrm>
          <a:off x="6026150" y="711200"/>
          <a:ext cx="4330700" cy="1241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0" name="Equation" r:id="rId15" imgW="103936800" imgH="29870400" progId="Equation.DSMT4">
                  <p:embed/>
                </p:oleObj>
              </mc:Choice>
              <mc:Fallback>
                <p:oleObj name="Equation" r:id="rId15" imgW="103936800" imgH="29870400" progId="Equation.DSMT4">
                  <p:embed/>
                  <p:pic>
                    <p:nvPicPr>
                      <p:cNvPr id="0" name="图片 23559"/>
                      <p:cNvPicPr>
                        <a:picLocks noChangeAspect="1"/>
                      </p:cNvPicPr>
                      <p:nvPr/>
                    </p:nvPicPr>
                    <p:blipFill>
                      <a:blip r:embed="rId1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6026150" y="711200"/>
                        <a:ext cx="4330700" cy="12414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对象 35"/>
          <p:cNvGraphicFramePr>
            <a:graphicFrameLocks noChangeAspect="1"/>
          </p:cNvGraphicFramePr>
          <p:nvPr/>
        </p:nvGraphicFramePr>
        <p:xfrm>
          <a:off x="8914090" y="785912"/>
          <a:ext cx="3175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1" name="Equation" r:id="rId17" imgW="7620000" imgH="9753600" progId="Equation.DSMT4">
                  <p:embed/>
                </p:oleObj>
              </mc:Choice>
              <mc:Fallback>
                <p:oleObj name="Equation" r:id="rId17" imgW="7620000" imgH="9753600" progId="Equation.DSMT4">
                  <p:embed/>
                  <p:pic>
                    <p:nvPicPr>
                      <p:cNvPr id="0" name="图片 23560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8914090" y="785912"/>
                        <a:ext cx="317500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对象 36"/>
          <p:cNvGraphicFramePr>
            <a:graphicFrameLocks noChangeAspect="1"/>
          </p:cNvGraphicFramePr>
          <p:nvPr/>
        </p:nvGraphicFramePr>
        <p:xfrm>
          <a:off x="9542401" y="808137"/>
          <a:ext cx="1397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2" name="Equation" r:id="rId19" imgW="3352800" imgH="7315200" progId="Equation.DSMT4">
                  <p:embed/>
                </p:oleObj>
              </mc:Choice>
              <mc:Fallback>
                <p:oleObj name="Equation" r:id="rId19" imgW="3352800" imgH="7315200" progId="Equation.DSMT4">
                  <p:embed/>
                  <p:pic>
                    <p:nvPicPr>
                      <p:cNvPr id="0" name="图片 23561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9542401" y="808137"/>
                        <a:ext cx="139700" cy="304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" name="Text Box 56"/>
          <p:cNvSpPr txBox="1">
            <a:spLocks noChangeArrowheads="1"/>
          </p:cNvSpPr>
          <p:nvPr/>
        </p:nvSpPr>
        <p:spPr bwMode="auto">
          <a:xfrm>
            <a:off x="1750795" y="1994743"/>
            <a:ext cx="6858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将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9" name="Object 57"/>
          <p:cNvGraphicFramePr>
            <a:graphicFrameLocks noChangeAspect="1"/>
          </p:cNvGraphicFramePr>
          <p:nvPr/>
        </p:nvGraphicFramePr>
        <p:xfrm>
          <a:off x="2250857" y="2094756"/>
          <a:ext cx="7620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3" name="Equation" r:id="rId21" imgW="18288000" imgH="9448800" progId="Equation.DSMT4">
                  <p:embed/>
                </p:oleObj>
              </mc:Choice>
              <mc:Fallback>
                <p:oleObj name="Equation" r:id="rId21" imgW="18288000" imgH="9448800" progId="Equation.DSMT4">
                  <p:embed/>
                  <p:pic>
                    <p:nvPicPr>
                      <p:cNvPr id="0" name="图片 23562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2250857" y="2094756"/>
                        <a:ext cx="7620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" name="Text Box 58"/>
          <p:cNvSpPr txBox="1">
            <a:spLocks noChangeArrowheads="1"/>
          </p:cNvSpPr>
          <p:nvPr/>
        </p:nvSpPr>
        <p:spPr bwMode="auto">
          <a:xfrm>
            <a:off x="3019207" y="2018556"/>
            <a:ext cx="4953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endParaRPr kumimoji="1"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1" name="Object 59"/>
          <p:cNvGraphicFramePr>
            <a:graphicFrameLocks noChangeAspect="1"/>
          </p:cNvGraphicFramePr>
          <p:nvPr/>
        </p:nvGraphicFramePr>
        <p:xfrm>
          <a:off x="3429016" y="2081262"/>
          <a:ext cx="8382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4" name="Equation" r:id="rId23" imgW="20116800" imgH="9448800" progId="Equation.DSMT4">
                  <p:embed/>
                </p:oleObj>
              </mc:Choice>
              <mc:Fallback>
                <p:oleObj name="Equation" r:id="rId23" imgW="20116800" imgH="9448800" progId="Equation.DSMT4">
                  <p:embed/>
                  <p:pic>
                    <p:nvPicPr>
                      <p:cNvPr id="0" name="图片 23563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3429016" y="2081262"/>
                        <a:ext cx="8382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" name="Text Box 60"/>
          <p:cNvSpPr txBox="1">
            <a:spLocks noChangeArrowheads="1"/>
          </p:cNvSpPr>
          <p:nvPr/>
        </p:nvSpPr>
        <p:spPr bwMode="auto">
          <a:xfrm>
            <a:off x="5995364" y="2018556"/>
            <a:ext cx="139678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代入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得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3" name="Object 61"/>
          <p:cNvGraphicFramePr>
            <a:graphicFrameLocks noChangeAspect="1"/>
          </p:cNvGraphicFramePr>
          <p:nvPr/>
        </p:nvGraphicFramePr>
        <p:xfrm>
          <a:off x="4316413" y="1859012"/>
          <a:ext cx="15367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5" name="Equation" r:id="rId25" imgW="36880800" imgH="20116800" progId="Equation.DSMT4">
                  <p:embed/>
                </p:oleObj>
              </mc:Choice>
              <mc:Fallback>
                <p:oleObj name="Equation" r:id="rId25" imgW="36880800" imgH="20116800" progId="Equation.DSMT4">
                  <p:embed/>
                  <p:pic>
                    <p:nvPicPr>
                      <p:cNvPr id="0" name="图片 23564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4316413" y="1859012"/>
                        <a:ext cx="15367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对象 43"/>
          <p:cNvGraphicFramePr>
            <a:graphicFrameLocks noChangeAspect="1"/>
          </p:cNvGraphicFramePr>
          <p:nvPr/>
        </p:nvGraphicFramePr>
        <p:xfrm>
          <a:off x="5334918" y="2852737"/>
          <a:ext cx="10541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6" name="Equation" r:id="rId27" imgW="25298400" imgH="9753600" progId="Equation.DSMT4">
                  <p:embed/>
                </p:oleObj>
              </mc:Choice>
              <mc:Fallback>
                <p:oleObj name="Equation" r:id="rId27" imgW="25298400" imgH="9753600" progId="Equation.DSMT4">
                  <p:embed/>
                  <p:pic>
                    <p:nvPicPr>
                      <p:cNvPr id="0" name="图片 23565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5334918" y="2852737"/>
                        <a:ext cx="1054100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对象 44"/>
          <p:cNvGraphicFramePr>
            <a:graphicFrameLocks noChangeAspect="1"/>
          </p:cNvGraphicFramePr>
          <p:nvPr/>
        </p:nvGraphicFramePr>
        <p:xfrm>
          <a:off x="6408738" y="2541588"/>
          <a:ext cx="4826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7" name="Equation" r:id="rId29" imgW="11582400" imgH="20116800" progId="Equation.DSMT4">
                  <p:embed/>
                </p:oleObj>
              </mc:Choice>
              <mc:Fallback>
                <p:oleObj name="Equation" r:id="rId29" imgW="11582400" imgH="20116800" progId="Equation.DSMT4">
                  <p:embed/>
                  <p:pic>
                    <p:nvPicPr>
                      <p:cNvPr id="0" name="图片 23566"/>
                      <p:cNvPicPr>
                        <a:picLocks noChangeAspect="1"/>
                      </p:cNvPicPr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6408738" y="2541588"/>
                        <a:ext cx="4826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" name="TextBox 45"/>
          <p:cNvSpPr txBox="1"/>
          <p:nvPr/>
        </p:nvSpPr>
        <p:spPr>
          <a:xfrm>
            <a:off x="2110130" y="3527752"/>
            <a:ext cx="143510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方法二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7" name="Text Box 56"/>
          <p:cNvSpPr txBox="1">
            <a:spLocks noChangeArrowheads="1"/>
          </p:cNvSpPr>
          <p:nvPr/>
        </p:nvSpPr>
        <p:spPr bwMode="auto">
          <a:xfrm>
            <a:off x="2533606" y="5011122"/>
            <a:ext cx="6858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将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8" name="Object 57"/>
          <p:cNvGraphicFramePr>
            <a:graphicFrameLocks noChangeAspect="1"/>
          </p:cNvGraphicFramePr>
          <p:nvPr/>
        </p:nvGraphicFramePr>
        <p:xfrm>
          <a:off x="3033668" y="5075882"/>
          <a:ext cx="7620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8" name="Equation" r:id="rId31" imgW="18288000" imgH="9448800" progId="Equation.DSMT4">
                  <p:embed/>
                </p:oleObj>
              </mc:Choice>
              <mc:Fallback>
                <p:oleObj name="Equation" r:id="rId31" imgW="18288000" imgH="9448800" progId="Equation.DSMT4">
                  <p:embed/>
                  <p:pic>
                    <p:nvPicPr>
                      <p:cNvPr id="0" name="图片 23567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3033668" y="5075882"/>
                        <a:ext cx="7620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" name="Text Box 58"/>
          <p:cNvSpPr txBox="1">
            <a:spLocks noChangeArrowheads="1"/>
          </p:cNvSpPr>
          <p:nvPr/>
        </p:nvSpPr>
        <p:spPr bwMode="auto">
          <a:xfrm>
            <a:off x="3802018" y="5013176"/>
            <a:ext cx="4953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endParaRPr kumimoji="1"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0" name="Object 59"/>
          <p:cNvGraphicFramePr>
            <a:graphicFrameLocks noChangeAspect="1"/>
          </p:cNvGraphicFramePr>
          <p:nvPr/>
        </p:nvGraphicFramePr>
        <p:xfrm>
          <a:off x="4211827" y="5075882"/>
          <a:ext cx="8382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9" name="Equation" r:id="rId32" imgW="20116800" imgH="9448800" progId="Equation.DSMT4">
                  <p:embed/>
                </p:oleObj>
              </mc:Choice>
              <mc:Fallback>
                <p:oleObj name="Equation" r:id="rId32" imgW="20116800" imgH="9448800" progId="Equation.DSMT4">
                  <p:embed/>
                  <p:pic>
                    <p:nvPicPr>
                      <p:cNvPr id="0" name="图片 23568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4211827" y="5075882"/>
                        <a:ext cx="8382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" name="Text Box 60"/>
          <p:cNvSpPr txBox="1">
            <a:spLocks noChangeArrowheads="1"/>
          </p:cNvSpPr>
          <p:nvPr/>
        </p:nvSpPr>
        <p:spPr bwMode="auto">
          <a:xfrm>
            <a:off x="6778174" y="5011122"/>
            <a:ext cx="2414169" cy="9531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代入     ，解得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2" name="Object 61"/>
          <p:cNvGraphicFramePr>
            <a:graphicFrameLocks noChangeAspect="1"/>
          </p:cNvGraphicFramePr>
          <p:nvPr/>
        </p:nvGraphicFramePr>
        <p:xfrm>
          <a:off x="5099224" y="4853632"/>
          <a:ext cx="15367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70" name="Equation" r:id="rId33" imgW="36880800" imgH="20116800" progId="Equation.DSMT4">
                  <p:embed/>
                </p:oleObj>
              </mc:Choice>
              <mc:Fallback>
                <p:oleObj name="Equation" r:id="rId33" imgW="36880800" imgH="20116800" progId="Equation.DSMT4">
                  <p:embed/>
                  <p:pic>
                    <p:nvPicPr>
                      <p:cNvPr id="0" name="图片 23569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5099224" y="4853632"/>
                        <a:ext cx="15367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" name="对象 52"/>
          <p:cNvGraphicFramePr>
            <a:graphicFrameLocks noChangeAspect="1"/>
          </p:cNvGraphicFramePr>
          <p:nvPr/>
        </p:nvGraphicFramePr>
        <p:xfrm>
          <a:off x="6117729" y="5847357"/>
          <a:ext cx="10541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71" name="Equation" r:id="rId34" imgW="25298400" imgH="9753600" progId="Equation.DSMT4">
                  <p:embed/>
                </p:oleObj>
              </mc:Choice>
              <mc:Fallback>
                <p:oleObj name="Equation" r:id="rId34" imgW="25298400" imgH="9753600" progId="Equation.DSMT4">
                  <p:embed/>
                  <p:pic>
                    <p:nvPicPr>
                      <p:cNvPr id="0" name="图片 23570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6117729" y="5847357"/>
                        <a:ext cx="1054100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" name="对象 53"/>
          <p:cNvGraphicFramePr>
            <a:graphicFrameLocks noChangeAspect="1"/>
          </p:cNvGraphicFramePr>
          <p:nvPr/>
        </p:nvGraphicFramePr>
        <p:xfrm>
          <a:off x="7191549" y="5536208"/>
          <a:ext cx="4826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72" name="Equation" r:id="rId35" imgW="11582400" imgH="20116800" progId="Equation.DSMT4">
                  <p:embed/>
                </p:oleObj>
              </mc:Choice>
              <mc:Fallback>
                <p:oleObj name="Equation" r:id="rId35" imgW="11582400" imgH="20116800" progId="Equation.DSMT4">
                  <p:embed/>
                  <p:pic>
                    <p:nvPicPr>
                      <p:cNvPr id="0" name="图片 23571"/>
                      <p:cNvPicPr>
                        <a:picLocks noChangeAspect="1"/>
                      </p:cNvPicPr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7191549" y="5536208"/>
                        <a:ext cx="4826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" name="Text Box 55"/>
          <p:cNvSpPr txBox="1">
            <a:spLocks noChangeArrowheads="1"/>
          </p:cNvSpPr>
          <p:nvPr/>
        </p:nvSpPr>
        <p:spPr bwMode="auto">
          <a:xfrm>
            <a:off x="7566158" y="5013176"/>
            <a:ext cx="690082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②</a:t>
            </a:r>
            <a:endParaRPr kumimoji="1"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5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500"/>
                            </p:stCondLst>
                            <p:childTnLst>
                              <p:par>
                                <p:cTn id="10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500"/>
                            </p:stCondLst>
                            <p:childTnLst>
                              <p:par>
                                <p:cTn id="1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 autoUpdateAnimBg="0"/>
      <p:bldP spid="12" grpId="0" bldLvl="0" animBg="1" autoUpdateAnimBg="0"/>
      <p:bldP spid="16" grpId="0" bldLvl="0" animBg="1" autoUpdateAnimBg="0"/>
      <p:bldP spid="38" grpId="0" bldLvl="0" animBg="1" autoUpdateAnimBg="0"/>
      <p:bldP spid="40" grpId="0" bldLvl="0" animBg="1" autoUpdateAnimBg="0"/>
      <p:bldP spid="42" grpId="0" bldLvl="0" animBg="1" autoUpdateAnimBg="0"/>
      <p:bldP spid="46" grpId="0"/>
      <p:bldP spid="47" grpId="0" bldLvl="0" animBg="1" autoUpdateAnimBg="0"/>
      <p:bldP spid="49" grpId="0" bldLvl="0" animBg="1" autoUpdateAnimBg="0"/>
      <p:bldP spid="51" grpId="0" bldLvl="0" animBg="1"/>
      <p:bldP spid="55" grpId="0" bldLvl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1965325" y="244475"/>
            <a:ext cx="2405063" cy="5334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11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 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求椭圆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Object 3"/>
          <p:cNvGraphicFramePr>
            <a:graphicFrameLocks noChangeAspect="1"/>
          </p:cNvGraphicFramePr>
          <p:nvPr/>
        </p:nvGraphicFramePr>
        <p:xfrm>
          <a:off x="4044950" y="69850"/>
          <a:ext cx="16383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77" name="Equation" r:id="rId1" imgW="39319200" imgH="21336000" progId="Equation.DSMT4">
                  <p:embed/>
                </p:oleObj>
              </mc:Choice>
              <mc:Fallback>
                <p:oleObj name="Equation" r:id="rId1" imgW="39319200" imgH="21336000" progId="Equation.DSMT4">
                  <p:embed/>
                  <p:pic>
                    <p:nvPicPr>
                      <p:cNvPr id="0" name="图片 24576"/>
                      <p:cNvPicPr>
                        <a:picLocks noChangeAspect="1"/>
                      </p:cNvPicPr>
                      <p:nvPr/>
                    </p:nvPicPr>
                    <p:blipFill>
                      <a:blip r:embed="rId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044950" y="69850"/>
                        <a:ext cx="1638300" cy="889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5715000" y="206375"/>
            <a:ext cx="14478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在点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Object 5"/>
          <p:cNvGraphicFramePr>
            <a:graphicFrameLocks noChangeAspect="1"/>
          </p:cNvGraphicFramePr>
          <p:nvPr/>
        </p:nvGraphicFramePr>
        <p:xfrm>
          <a:off x="6557963" y="174625"/>
          <a:ext cx="14859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35" name="Equation" r:id="rId3" imgW="35661600" imgH="16459200" progId="Equation.DSMT4">
                  <p:embed/>
                </p:oleObj>
              </mc:Choice>
              <mc:Fallback>
                <p:oleObj name="Equation" r:id="rId3" imgW="35661600" imgH="16459200" progId="Equation.DSMT4">
                  <p:embed/>
                  <p:pic>
                    <p:nvPicPr>
                      <p:cNvPr id="0" name="图片 24634"/>
                      <p:cNvPicPr>
                        <a:picLocks noChangeAspect="1"/>
                      </p:cNvPicPr>
                      <p:nvPr/>
                    </p:nvPicPr>
                    <p:blipFill>
                      <a:blip r:embed="rId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6557963" y="174625"/>
                        <a:ext cx="1485900" cy="685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7981950" y="225425"/>
            <a:ext cx="245745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处的切线方程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kumimoji="1" lang="en-US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2057400" y="1182662"/>
            <a:ext cx="45720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kumimoji="1"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 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椭圆方程两边对</a:t>
            </a:r>
            <a:r>
              <a:rPr kumimoji="1" lang="zh-CN" altLang="en-US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求导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8" name="Object 8"/>
          <p:cNvGraphicFramePr>
            <a:graphicFrameLocks noChangeAspect="1"/>
          </p:cNvGraphicFramePr>
          <p:nvPr/>
        </p:nvGraphicFramePr>
        <p:xfrm>
          <a:off x="3690938" y="1836836"/>
          <a:ext cx="2921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36" name="Equation" r:id="rId5" imgW="7010400" imgH="20116800" progId="Equation.DSMT4">
                  <p:embed/>
                </p:oleObj>
              </mc:Choice>
              <mc:Fallback>
                <p:oleObj name="Equation" r:id="rId5" imgW="7010400" imgH="20116800" progId="Equation.DSMT4">
                  <p:embed/>
                  <p:pic>
                    <p:nvPicPr>
                      <p:cNvPr id="0" name="图片 24635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690938" y="1836836"/>
                        <a:ext cx="2921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9"/>
          <p:cNvGraphicFramePr>
            <a:graphicFrameLocks noChangeAspect="1"/>
          </p:cNvGraphicFramePr>
          <p:nvPr/>
        </p:nvGraphicFramePr>
        <p:xfrm>
          <a:off x="4057650" y="1836836"/>
          <a:ext cx="12192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37" name="Equation" r:id="rId7" imgW="29260800" imgH="20116800" progId="Equation.DSMT4">
                  <p:embed/>
                </p:oleObj>
              </mc:Choice>
              <mc:Fallback>
                <p:oleObj name="Equation" r:id="rId7" imgW="29260800" imgH="20116800" progId="Equation.DSMT4">
                  <p:embed/>
                  <p:pic>
                    <p:nvPicPr>
                      <p:cNvPr id="0" name="图片 24636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057650" y="1836836"/>
                        <a:ext cx="12192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0"/>
          <p:cNvGraphicFramePr>
            <a:graphicFrameLocks noChangeAspect="1"/>
          </p:cNvGraphicFramePr>
          <p:nvPr/>
        </p:nvGraphicFramePr>
        <p:xfrm>
          <a:off x="5281613" y="2116236"/>
          <a:ext cx="5715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38" name="Equation" r:id="rId9" imgW="13716000" imgH="7924800" progId="Equation.DSMT4">
                  <p:embed/>
                </p:oleObj>
              </mc:Choice>
              <mc:Fallback>
                <p:oleObj name="Equation" r:id="rId9" imgW="13716000" imgH="7924800" progId="Equation.DSMT4">
                  <p:embed/>
                  <p:pic>
                    <p:nvPicPr>
                      <p:cNvPr id="0" name="图片 24637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281613" y="2116236"/>
                        <a:ext cx="571500" cy="330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1"/>
          <p:cNvGraphicFramePr>
            <a:graphicFrameLocks noChangeAspect="1"/>
          </p:cNvGraphicFramePr>
          <p:nvPr/>
        </p:nvGraphicFramePr>
        <p:xfrm>
          <a:off x="2933700" y="2867124"/>
          <a:ext cx="5080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39" name="Equation" r:id="rId11" imgW="12192000" imgH="9753600" progId="Equation.DSMT4">
                  <p:embed/>
                </p:oleObj>
              </mc:Choice>
              <mc:Fallback>
                <p:oleObj name="Equation" r:id="rId11" imgW="12192000" imgH="9753600" progId="Equation.DSMT4">
                  <p:embed/>
                  <p:pic>
                    <p:nvPicPr>
                      <p:cNvPr id="0" name="图片 24638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933700" y="2867124"/>
                        <a:ext cx="508000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2"/>
          <p:cNvGraphicFramePr>
            <a:graphicFrameLocks noChangeAspect="1"/>
          </p:cNvGraphicFramePr>
          <p:nvPr/>
        </p:nvGraphicFramePr>
        <p:xfrm>
          <a:off x="3709988" y="2986186"/>
          <a:ext cx="754062" cy="741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40" name="Equation" r:id="rId13" imgW="16459200" imgH="16154400" progId="Equation.DSMT4">
                  <p:embed/>
                </p:oleObj>
              </mc:Choice>
              <mc:Fallback>
                <p:oleObj name="Equation" r:id="rId13" imgW="16459200" imgH="16154400" progId="Equation.DSMT4">
                  <p:embed/>
                  <p:pic>
                    <p:nvPicPr>
                      <p:cNvPr id="0" name="图片 24639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709988" y="2986186"/>
                        <a:ext cx="754062" cy="7413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3"/>
          <p:cNvGraphicFramePr>
            <a:graphicFrameLocks noChangeAspect="1"/>
          </p:cNvGraphicFramePr>
          <p:nvPr/>
        </p:nvGraphicFramePr>
        <p:xfrm>
          <a:off x="4610100" y="2627411"/>
          <a:ext cx="12319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41" name="Equation" r:id="rId15" imgW="29565600" imgH="21640800" progId="Equation.DSMT4">
                  <p:embed/>
                </p:oleObj>
              </mc:Choice>
              <mc:Fallback>
                <p:oleObj name="Equation" r:id="rId15" imgW="29565600" imgH="21640800" progId="Equation.DSMT4">
                  <p:embed/>
                  <p:pic>
                    <p:nvPicPr>
                      <p:cNvPr id="0" name="图片 24640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610100" y="2627411"/>
                        <a:ext cx="1231900" cy="901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4"/>
          <p:cNvGraphicFramePr>
            <a:graphicFrameLocks noChangeAspect="1"/>
          </p:cNvGraphicFramePr>
          <p:nvPr/>
        </p:nvGraphicFramePr>
        <p:xfrm>
          <a:off x="6048375" y="2975074"/>
          <a:ext cx="755650" cy="741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42" name="Equation" r:id="rId17" imgW="16459200" imgH="16154400" progId="Equation.DSMT4">
                  <p:embed/>
                </p:oleObj>
              </mc:Choice>
              <mc:Fallback>
                <p:oleObj name="Equation" r:id="rId17" imgW="16459200" imgH="16154400" progId="Equation.DSMT4">
                  <p:embed/>
                  <p:pic>
                    <p:nvPicPr>
                      <p:cNvPr id="0" name="图片 24641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6048375" y="2975074"/>
                        <a:ext cx="755650" cy="74136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5"/>
          <p:cNvGraphicFramePr>
            <a:graphicFrameLocks noChangeAspect="1"/>
          </p:cNvGraphicFramePr>
          <p:nvPr/>
        </p:nvGraphicFramePr>
        <p:xfrm>
          <a:off x="6851650" y="2538511"/>
          <a:ext cx="11430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43" name="Equation" r:id="rId19" imgW="27432000" imgH="21945600" progId="Equation.DSMT4">
                  <p:embed/>
                </p:oleObj>
              </mc:Choice>
              <mc:Fallback>
                <p:oleObj name="Equation" r:id="rId19" imgW="27432000" imgH="21945600" progId="Equation.DSMT4">
                  <p:embed/>
                  <p:pic>
                    <p:nvPicPr>
                      <p:cNvPr id="0" name="图片 24642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6851650" y="2538511"/>
                        <a:ext cx="1143000" cy="914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Box 16"/>
          <p:cNvSpPr txBox="1">
            <a:spLocks noChangeArrowheads="1"/>
          </p:cNvSpPr>
          <p:nvPr/>
        </p:nvSpPr>
        <p:spPr bwMode="auto">
          <a:xfrm>
            <a:off x="1992313" y="3989486"/>
            <a:ext cx="28956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故切线方程为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7" name="Object 17"/>
          <p:cNvGraphicFramePr>
            <a:graphicFrameLocks noChangeAspect="1"/>
          </p:cNvGraphicFramePr>
          <p:nvPr/>
        </p:nvGraphicFramePr>
        <p:xfrm>
          <a:off x="4503738" y="3878361"/>
          <a:ext cx="12065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44" name="Equation" r:id="rId21" imgW="28956000" imgH="19812000" progId="Equation.DSMT4">
                  <p:embed/>
                </p:oleObj>
              </mc:Choice>
              <mc:Fallback>
                <p:oleObj name="Equation" r:id="rId21" imgW="28956000" imgH="19812000" progId="Equation.DSMT4">
                  <p:embed/>
                  <p:pic>
                    <p:nvPicPr>
                      <p:cNvPr id="0" name="图片 24643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4503738" y="3878361"/>
                        <a:ext cx="1206500" cy="825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8"/>
          <p:cNvGraphicFramePr>
            <a:graphicFrameLocks noChangeAspect="1"/>
          </p:cNvGraphicFramePr>
          <p:nvPr/>
        </p:nvGraphicFramePr>
        <p:xfrm>
          <a:off x="5761038" y="3833911"/>
          <a:ext cx="10414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45" name="Equation" r:id="rId23" imgW="24993600" imgH="21945600" progId="Equation.DSMT4">
                  <p:embed/>
                </p:oleObj>
              </mc:Choice>
              <mc:Fallback>
                <p:oleObj name="Equation" r:id="rId23" imgW="24993600" imgH="21945600" progId="Equation.DSMT4">
                  <p:embed/>
                  <p:pic>
                    <p:nvPicPr>
                      <p:cNvPr id="0" name="图片 24644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5761038" y="3833911"/>
                        <a:ext cx="1041400" cy="914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9"/>
          <p:cNvGraphicFramePr>
            <a:graphicFrameLocks noChangeAspect="1"/>
          </p:cNvGraphicFramePr>
          <p:nvPr/>
        </p:nvGraphicFramePr>
        <p:xfrm>
          <a:off x="6858000" y="4119661"/>
          <a:ext cx="9652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46" name="Equation" r:id="rId25" imgW="23164800" imgH="9448800" progId="Equation.DSMT4">
                  <p:embed/>
                </p:oleObj>
              </mc:Choice>
              <mc:Fallback>
                <p:oleObj name="Equation" r:id="rId25" imgW="23164800" imgH="9448800" progId="Equation.DSMT4">
                  <p:embed/>
                  <p:pic>
                    <p:nvPicPr>
                      <p:cNvPr id="0" name="图片 24645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6858000" y="4119661"/>
                        <a:ext cx="9652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 Box 20"/>
          <p:cNvSpPr txBox="1">
            <a:spLocks noChangeArrowheads="1"/>
          </p:cNvSpPr>
          <p:nvPr/>
        </p:nvSpPr>
        <p:spPr bwMode="auto">
          <a:xfrm>
            <a:off x="2362200" y="4926111"/>
            <a:ext cx="6858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即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1" name="Object 21"/>
          <p:cNvGraphicFramePr>
            <a:graphicFrameLocks noChangeAspect="1"/>
          </p:cNvGraphicFramePr>
          <p:nvPr/>
        </p:nvGraphicFramePr>
        <p:xfrm>
          <a:off x="4514850" y="4907061"/>
          <a:ext cx="27686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47" name="Equation" r:id="rId27" imgW="66446400" imgH="11887200" progId="Equation.DSMT4">
                  <p:embed/>
                </p:oleObj>
              </mc:Choice>
              <mc:Fallback>
                <p:oleObj name="Equation" r:id="rId27" imgW="66446400" imgH="11887200" progId="Equation.DSMT4">
                  <p:embed/>
                  <p:pic>
                    <p:nvPicPr>
                      <p:cNvPr id="0" name="图片 24646"/>
                      <p:cNvPicPr>
                        <a:picLocks noChangeAspect="1"/>
                      </p:cNvPicPr>
                      <p:nvPr/>
                    </p:nvPicPr>
                    <p:blipFill>
                      <a:blip r:embed="rId2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514850" y="4907061"/>
                        <a:ext cx="2768600" cy="495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Line 22"/>
          <p:cNvSpPr>
            <a:spLocks noChangeShapeType="1"/>
          </p:cNvSpPr>
          <p:nvPr/>
        </p:nvSpPr>
        <p:spPr bwMode="auto">
          <a:xfrm>
            <a:off x="3606800" y="2686149"/>
            <a:ext cx="0" cy="10080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3" name="Line 23"/>
          <p:cNvSpPr>
            <a:spLocks noChangeShapeType="1"/>
          </p:cNvSpPr>
          <p:nvPr/>
        </p:nvSpPr>
        <p:spPr bwMode="auto">
          <a:xfrm>
            <a:off x="5918200" y="2686149"/>
            <a:ext cx="0" cy="10080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 autoUpdateAnimBg="0"/>
      <p:bldP spid="16" grpId="0" bldLvl="0" animBg="1" autoUpdateAnimBg="0"/>
      <p:bldP spid="20" grpId="0" bldLvl="0" animBg="1" autoUpdateAnimBg="0"/>
      <p:bldP spid="22" grpId="0" bldLvl="0" animBg="1"/>
      <p:bldP spid="23" grpId="0" bldLvl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2063805" y="291792"/>
            <a:ext cx="3828438" cy="7620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32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2.对数求导法</a:t>
            </a:r>
            <a:endParaRPr lang="zh-CN" altLang="en-US" sz="3200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2063750" y="895350"/>
            <a:ext cx="32004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1) 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对幂指函数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4511824" y="836712"/>
          <a:ext cx="1047055" cy="5791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1" name="Equation" r:id="rId1" imgW="10058400" imgH="5486400" progId="Equation.DSMT4">
                  <p:embed/>
                </p:oleObj>
              </mc:Choice>
              <mc:Fallback>
                <p:oleObj name="Equation" r:id="rId1" imgW="10058400" imgH="5486400" progId="Equation.DSMT4">
                  <p:embed/>
                  <p:pic>
                    <p:nvPicPr>
                      <p:cNvPr id="0" name="图片 25600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511824" y="836712"/>
                        <a:ext cx="1047055" cy="57912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5530552" y="895350"/>
            <a:ext cx="37338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可用对数求导法求导 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endParaRPr kumimoji="1"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3786188" y="1682750"/>
          <a:ext cx="16256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2" name="Equation" r:id="rId3" imgW="39014400" imgH="9448800" progId="Equation.DSMT4">
                  <p:embed/>
                </p:oleObj>
              </mc:Choice>
              <mc:Fallback>
                <p:oleObj name="Equation" r:id="rId3" imgW="39014400" imgH="9448800" progId="Equation.DSMT4">
                  <p:embed/>
                  <p:pic>
                    <p:nvPicPr>
                      <p:cNvPr id="0" name="图片 25601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786188" y="1682750"/>
                        <a:ext cx="16256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3748088" y="2209800"/>
          <a:ext cx="6223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3" name="Equation" r:id="rId5" imgW="14935200" imgH="21640800" progId="Equation.DSMT4">
                  <p:embed/>
                </p:oleObj>
              </mc:Choice>
              <mc:Fallback>
                <p:oleObj name="Equation" r:id="rId5" imgW="14935200" imgH="21640800" progId="Equation.DSMT4">
                  <p:embed/>
                  <p:pic>
                    <p:nvPicPr>
                      <p:cNvPr id="0" name="图片 25602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748088" y="2209800"/>
                        <a:ext cx="622300" cy="901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4445000" y="2406650"/>
          <a:ext cx="10922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4" name="Equation" r:id="rId7" imgW="26212800" imgH="9753600" progId="Equation.DSMT4">
                  <p:embed/>
                </p:oleObj>
              </mc:Choice>
              <mc:Fallback>
                <p:oleObj name="Equation" r:id="rId7" imgW="26212800" imgH="9753600" progId="Equation.DSMT4">
                  <p:embed/>
                  <p:pic>
                    <p:nvPicPr>
                      <p:cNvPr id="0" name="图片 25603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445000" y="2406650"/>
                        <a:ext cx="1092200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5645150" y="2216150"/>
          <a:ext cx="7493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5" name="Equation" r:id="rId9" imgW="17983200" imgH="20116800" progId="Equation.DSMT4">
                  <p:embed/>
                </p:oleObj>
              </mc:Choice>
              <mc:Fallback>
                <p:oleObj name="Equation" r:id="rId9" imgW="17983200" imgH="20116800" progId="Equation.DSMT4">
                  <p:embed/>
                  <p:pic>
                    <p:nvPicPr>
                      <p:cNvPr id="0" name="图片 25604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645150" y="2216150"/>
                        <a:ext cx="7493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/>
        </p:nvGraphicFramePr>
        <p:xfrm>
          <a:off x="3824288" y="3194050"/>
          <a:ext cx="29845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6" name="Equation" r:id="rId11" imgW="71628000" imgH="20116800" progId="Equation.DSMT4">
                  <p:embed/>
                </p:oleObj>
              </mc:Choice>
              <mc:Fallback>
                <p:oleObj name="Equation" r:id="rId11" imgW="71628000" imgH="20116800" progId="Equation.DSMT4">
                  <p:embed/>
                  <p:pic>
                    <p:nvPicPr>
                      <p:cNvPr id="0" name="图片 25605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824288" y="3194050"/>
                        <a:ext cx="29845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/>
          <p:cNvGraphicFramePr>
            <a:graphicFrameLocks noChangeAspect="1"/>
          </p:cNvGraphicFramePr>
          <p:nvPr/>
        </p:nvGraphicFramePr>
        <p:xfrm>
          <a:off x="3817938" y="4216400"/>
          <a:ext cx="19558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7" name="Equation" r:id="rId13" imgW="46939200" imgH="10972800" progId="Equation.DSMT4">
                  <p:embed/>
                </p:oleObj>
              </mc:Choice>
              <mc:Fallback>
                <p:oleObj name="Equation" r:id="rId13" imgW="46939200" imgH="10972800" progId="Equation.DSMT4">
                  <p:embed/>
                  <p:pic>
                    <p:nvPicPr>
                      <p:cNvPr id="0" name="图片 25606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817938" y="4216400"/>
                        <a:ext cx="195580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/>
          <p:cNvGraphicFramePr>
            <a:graphicFrameLocks noChangeAspect="1"/>
          </p:cNvGraphicFramePr>
          <p:nvPr/>
        </p:nvGraphicFramePr>
        <p:xfrm>
          <a:off x="6007100" y="4216400"/>
          <a:ext cx="13716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8" name="Equation" r:id="rId15" imgW="32918400" imgH="10972800" progId="Equation.DSMT4">
                  <p:embed/>
                </p:oleObj>
              </mc:Choice>
              <mc:Fallback>
                <p:oleObj name="Equation" r:id="rId15" imgW="32918400" imgH="10972800" progId="Equation.DSMT4">
                  <p:embed/>
                  <p:pic>
                    <p:nvPicPr>
                      <p:cNvPr id="0" name="图片 25607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007100" y="4216400"/>
                        <a:ext cx="137160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Line 13"/>
          <p:cNvSpPr>
            <a:spLocks noChangeShapeType="1"/>
          </p:cNvSpPr>
          <p:nvPr/>
        </p:nvSpPr>
        <p:spPr bwMode="auto">
          <a:xfrm>
            <a:off x="4419600" y="4724400"/>
            <a:ext cx="1368425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" name="Line 14"/>
          <p:cNvSpPr>
            <a:spLocks noChangeShapeType="1"/>
          </p:cNvSpPr>
          <p:nvPr/>
        </p:nvSpPr>
        <p:spPr bwMode="auto">
          <a:xfrm>
            <a:off x="6172200" y="4724400"/>
            <a:ext cx="1219200" cy="0"/>
          </a:xfrm>
          <a:prstGeom prst="line">
            <a:avLst/>
          </a:prstGeom>
          <a:noFill/>
          <a:ln w="19050">
            <a:solidFill>
              <a:srgbClr val="0070C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15" name="Group 15"/>
          <p:cNvGrpSpPr/>
          <p:nvPr/>
        </p:nvGrpSpPr>
        <p:grpSpPr bwMode="auto">
          <a:xfrm>
            <a:off x="2743200" y="4786313"/>
            <a:ext cx="3581400" cy="1074737"/>
            <a:chOff x="144" y="3252"/>
            <a:chExt cx="2518" cy="677"/>
          </a:xfrm>
        </p:grpSpPr>
        <p:sp>
          <p:nvSpPr>
            <p:cNvPr id="16" name="Text Box 16"/>
            <p:cNvSpPr txBox="1">
              <a:spLocks noChangeArrowheads="1"/>
            </p:cNvSpPr>
            <p:nvPr/>
          </p:nvSpPr>
          <p:spPr bwMode="auto">
            <a:xfrm>
              <a:off x="144" y="3600"/>
              <a:ext cx="2518" cy="329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accent2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kumimoji="1" lang="zh-CN" altLang="en-US" sz="2800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按指数函数求导公式</a:t>
              </a:r>
              <a:endParaRPr kumimoji="1"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7" name="Line 17"/>
            <p:cNvSpPr>
              <a:spLocks noChangeShapeType="1"/>
            </p:cNvSpPr>
            <p:nvPr/>
          </p:nvSpPr>
          <p:spPr bwMode="auto">
            <a:xfrm flipV="1">
              <a:off x="1116" y="3252"/>
              <a:ext cx="432" cy="33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8" name="Group 18"/>
          <p:cNvGrpSpPr/>
          <p:nvPr/>
        </p:nvGrpSpPr>
        <p:grpSpPr bwMode="auto">
          <a:xfrm>
            <a:off x="6705600" y="4786313"/>
            <a:ext cx="3276600" cy="1074737"/>
            <a:chOff x="3120" y="3252"/>
            <a:chExt cx="2256" cy="677"/>
          </a:xfrm>
        </p:grpSpPr>
        <p:sp>
          <p:nvSpPr>
            <p:cNvPr id="19" name="Text Box 19"/>
            <p:cNvSpPr txBox="1">
              <a:spLocks noChangeArrowheads="1"/>
            </p:cNvSpPr>
            <p:nvPr/>
          </p:nvSpPr>
          <p:spPr bwMode="auto">
            <a:xfrm>
              <a:off x="3168" y="3600"/>
              <a:ext cx="2208" cy="329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accent2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kumimoji="1" lang="zh-CN" altLang="en-US" sz="2800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按幂函数求导公式</a:t>
              </a:r>
              <a:endParaRPr kumimoji="1"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0" name="Line 20"/>
            <p:cNvSpPr>
              <a:spLocks noChangeShapeType="1"/>
            </p:cNvSpPr>
            <p:nvPr/>
          </p:nvSpPr>
          <p:spPr bwMode="auto">
            <a:xfrm flipH="1" flipV="1">
              <a:off x="3120" y="3252"/>
              <a:ext cx="336" cy="336"/>
            </a:xfrm>
            <a:prstGeom prst="line">
              <a:avLst/>
            </a:prstGeom>
            <a:noFill/>
            <a:ln w="19050">
              <a:solidFill>
                <a:srgbClr val="0070C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21" name="Text Box 21"/>
          <p:cNvSpPr txBox="1">
            <a:spLocks noChangeArrowheads="1"/>
          </p:cNvSpPr>
          <p:nvPr/>
        </p:nvSpPr>
        <p:spPr bwMode="auto">
          <a:xfrm>
            <a:off x="2220595" y="4184015"/>
            <a:ext cx="10160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注意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endParaRPr kumimoji="1" lang="en-US" altLang="zh-CN" sz="2800" b="1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1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1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ldLvl="0" animBg="1" autoUpdateAnimBg="0"/>
      <p:bldP spid="5" grpId="0" bldLvl="0" animBg="1" autoUpdateAnimBg="0"/>
      <p:bldP spid="13" grpId="0" bldLvl="0" animBg="1"/>
      <p:bldP spid="14" grpId="0" bldLvl="0" animBg="1"/>
      <p:bldP spid="21" grpId="0" autoUpdateAnimBg="0" uiExpand="1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1900104" y="131555"/>
            <a:ext cx="3456384" cy="5334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12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 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求导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数 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Object 3"/>
          <p:cNvGraphicFramePr>
            <a:graphicFrameLocks noChangeAspect="1"/>
          </p:cNvGraphicFramePr>
          <p:nvPr/>
        </p:nvGraphicFramePr>
        <p:xfrm>
          <a:off x="2124710" y="791106"/>
          <a:ext cx="29464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25" name="Equation" r:id="rId1" imgW="70713600" imgH="11887200" progId="Equation.DSMT4">
                  <p:embed/>
                </p:oleObj>
              </mc:Choice>
              <mc:Fallback>
                <p:oleObj name="Equation" r:id="rId1" imgW="70713600" imgH="11887200" progId="Equation.DSMT4">
                  <p:embed/>
                  <p:pic>
                    <p:nvPicPr>
                      <p:cNvPr id="0" name="图片 26624"/>
                      <p:cNvPicPr>
                        <a:picLocks noChangeAspect="1"/>
                      </p:cNvPicPr>
                      <p:nvPr/>
                    </p:nvPicPr>
                    <p:blipFill>
                      <a:blip r:embed="rId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124710" y="791106"/>
                        <a:ext cx="2946400" cy="495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2124454" y="1412776"/>
            <a:ext cx="562773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kumimoji="1"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  </a:t>
            </a:r>
            <a:r>
              <a:rPr kumimoji="1"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(1) 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两边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取对数 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化为隐式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6" name="Object 6"/>
          <p:cNvGraphicFramePr>
            <a:graphicFrameLocks noChangeAspect="1"/>
          </p:cNvGraphicFramePr>
          <p:nvPr/>
        </p:nvGraphicFramePr>
        <p:xfrm>
          <a:off x="3575720" y="1949258"/>
          <a:ext cx="22479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26" name="Equation" r:id="rId3" imgW="53949600" imgH="9448800" progId="Equation.DSMT4">
                  <p:embed/>
                </p:oleObj>
              </mc:Choice>
              <mc:Fallback>
                <p:oleObj name="Equation" r:id="rId3" imgW="53949600" imgH="9448800" progId="Equation.DSMT4">
                  <p:embed/>
                  <p:pic>
                    <p:nvPicPr>
                      <p:cNvPr id="0" name="图片 26625"/>
                      <p:cNvPicPr>
                        <a:picLocks noChangeAspect="1"/>
                      </p:cNvPicPr>
                      <p:nvPr/>
                    </p:nvPicPr>
                    <p:blipFill>
                      <a:blip r:embed="rId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575720" y="1949258"/>
                        <a:ext cx="22479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4194175" y="2520633"/>
            <a:ext cx="27432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两边对 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求导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8" name="Object 8"/>
          <p:cNvGraphicFramePr>
            <a:graphicFrameLocks noChangeAspect="1"/>
          </p:cNvGraphicFramePr>
          <p:nvPr/>
        </p:nvGraphicFramePr>
        <p:xfrm>
          <a:off x="3470275" y="3146425"/>
          <a:ext cx="6223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27" name="Equation" r:id="rId5" imgW="14935200" imgH="21640800" progId="Equation.DSMT4">
                  <p:embed/>
                </p:oleObj>
              </mc:Choice>
              <mc:Fallback>
                <p:oleObj name="Equation" r:id="rId5" imgW="14935200" imgH="21640800" progId="Equation.DSMT4">
                  <p:embed/>
                  <p:pic>
                    <p:nvPicPr>
                      <p:cNvPr id="0" name="图片 26626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470275" y="3146425"/>
                        <a:ext cx="622300" cy="901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9"/>
          <p:cNvGraphicFramePr>
            <a:graphicFrameLocks noChangeAspect="1"/>
          </p:cNvGraphicFramePr>
          <p:nvPr/>
        </p:nvGraphicFramePr>
        <p:xfrm>
          <a:off x="4194175" y="3398838"/>
          <a:ext cx="17018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28" name="Equation" r:id="rId7" imgW="40843200" imgH="9448800" progId="Equation.DSMT4">
                  <p:embed/>
                </p:oleObj>
              </mc:Choice>
              <mc:Fallback>
                <p:oleObj name="Equation" r:id="rId7" imgW="40843200" imgH="9448800" progId="Equation.DSMT4">
                  <p:embed/>
                  <p:pic>
                    <p:nvPicPr>
                      <p:cNvPr id="0" name="图片 26627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194175" y="3398838"/>
                        <a:ext cx="17018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0"/>
          <p:cNvGraphicFramePr>
            <a:graphicFrameLocks noChangeAspect="1"/>
          </p:cNvGraphicFramePr>
          <p:nvPr/>
        </p:nvGraphicFramePr>
        <p:xfrm>
          <a:off x="6073775" y="3198813"/>
          <a:ext cx="9906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29" name="Equation" r:id="rId9" imgW="23774400" imgH="20116800" progId="Equation.DSMT4">
                  <p:embed/>
                </p:oleObj>
              </mc:Choice>
              <mc:Fallback>
                <p:oleObj name="Equation" r:id="rId9" imgW="23774400" imgH="20116800" progId="Equation.DSMT4">
                  <p:embed/>
                  <p:pic>
                    <p:nvPicPr>
                      <p:cNvPr id="0" name="图片 26628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073775" y="3198813"/>
                        <a:ext cx="9906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1"/>
          <p:cNvGraphicFramePr>
            <a:graphicFrameLocks noChangeAspect="1"/>
          </p:cNvGraphicFramePr>
          <p:nvPr/>
        </p:nvGraphicFramePr>
        <p:xfrm>
          <a:off x="3863975" y="4149080"/>
          <a:ext cx="3921125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30" name="Equation" r:id="rId11" imgW="94183200" imgH="20116800" progId="Equation.DSMT4">
                  <p:embed/>
                </p:oleObj>
              </mc:Choice>
              <mc:Fallback>
                <p:oleObj name="Equation" r:id="rId11" imgW="94183200" imgH="20116800" progId="Equation.DSMT4">
                  <p:embed/>
                  <p:pic>
                    <p:nvPicPr>
                      <p:cNvPr id="0" name="图片 26629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863975" y="4149080"/>
                        <a:ext cx="3921125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Line 12"/>
          <p:cNvSpPr>
            <a:spLocks noChangeShapeType="1"/>
          </p:cNvSpPr>
          <p:nvPr/>
        </p:nvSpPr>
        <p:spPr bwMode="auto">
          <a:xfrm>
            <a:off x="4086225" y="2363788"/>
            <a:ext cx="0" cy="838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" name="Rectangle 13"/>
          <p:cNvSpPr>
            <a:spLocks noChangeArrowheads="1"/>
          </p:cNvSpPr>
          <p:nvPr/>
        </p:nvSpPr>
        <p:spPr bwMode="auto">
          <a:xfrm>
            <a:off x="2424112" y="5248275"/>
            <a:ext cx="2879799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注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 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或者转化为</a:t>
            </a:r>
            <a:endParaRPr lang="zh-CN" altLang="en-US" sz="2800" b="1" dirty="0">
              <a:solidFill>
                <a:schemeClr val="tx2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4" name="Object 14"/>
          <p:cNvGraphicFramePr>
            <a:graphicFrameLocks noChangeAspect="1"/>
          </p:cNvGraphicFramePr>
          <p:nvPr/>
        </p:nvGraphicFramePr>
        <p:xfrm>
          <a:off x="5356225" y="5286375"/>
          <a:ext cx="14732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31" name="Equation" r:id="rId13" imgW="35356800" imgH="10972800" progId="Equation.DSMT4">
                  <p:embed/>
                </p:oleObj>
              </mc:Choice>
              <mc:Fallback>
                <p:oleObj name="Equation" r:id="rId13" imgW="35356800" imgH="10972800" progId="Equation.DSMT4">
                  <p:embed/>
                  <p:pic>
                    <p:nvPicPr>
                      <p:cNvPr id="0" name="图片 26630"/>
                      <p:cNvPicPr>
                        <a:picLocks noChangeAspect="1"/>
                      </p:cNvPicPr>
                      <p:nvPr/>
                    </p:nvPicPr>
                    <p:blipFill>
                      <a:blip r:embed="rId1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5356225" y="5286375"/>
                        <a:ext cx="147320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15"/>
          <p:cNvSpPr>
            <a:spLocks noChangeArrowheads="1"/>
          </p:cNvSpPr>
          <p:nvPr/>
        </p:nvSpPr>
        <p:spPr bwMode="auto">
          <a:xfrm>
            <a:off x="2423592" y="5877272"/>
            <a:ext cx="2762771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回顾：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已经做过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6" name="Object 16"/>
          <p:cNvGraphicFramePr>
            <a:graphicFrameLocks noChangeAspect="1"/>
          </p:cNvGraphicFramePr>
          <p:nvPr/>
        </p:nvGraphicFramePr>
        <p:xfrm>
          <a:off x="5278975" y="5887563"/>
          <a:ext cx="9396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32" name="Equation" r:id="rId15" imgW="22555200" imgH="10972800" progId="Equation.DSMT4">
                  <p:embed/>
                </p:oleObj>
              </mc:Choice>
              <mc:Fallback>
                <p:oleObj name="Equation" r:id="rId15" imgW="22555200" imgH="10972800" progId="Equation.DSMT4">
                  <p:embed/>
                  <p:pic>
                    <p:nvPicPr>
                      <p:cNvPr id="0" name="图片 26631"/>
                      <p:cNvPicPr>
                        <a:picLocks noChangeAspect="1"/>
                      </p:cNvPicPr>
                      <p:nvPr/>
                    </p:nvPicPr>
                    <p:blipFill>
                      <a:blip r:embed="rId1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5278975" y="5887563"/>
                        <a:ext cx="93960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1851783" y="4149080"/>
            <a:ext cx="5403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故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240016" y="5877272"/>
            <a:ext cx="143510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的导数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5895975" y="739512"/>
          <a:ext cx="4432300" cy="554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33" name="Equation" r:id="rId17" imgW="106375200" imgH="13106400" progId="Equation.DSMT4">
                  <p:embed/>
                </p:oleObj>
              </mc:Choice>
              <mc:Fallback>
                <p:oleObj name="Equation" r:id="rId17" imgW="106375200" imgH="13106400" progId="Equation.DSMT4">
                  <p:embed/>
                  <p:pic>
                    <p:nvPicPr>
                      <p:cNvPr id="0" name="图片 26632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5895975" y="739512"/>
                        <a:ext cx="4432300" cy="5540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 autoUpdateAnimBg="0"/>
      <p:bldP spid="7" grpId="0" bldLvl="0" animBg="1" autoUpdateAnimBg="0"/>
      <p:bldP spid="12" grpId="0" bldLvl="0" animBg="1"/>
      <p:bldP spid="13" grpId="0" bldLvl="0" animBg="1"/>
      <p:bldP spid="15" grpId="0" bldLvl="0" animBg="1"/>
      <p:bldP spid="17" grpId="0"/>
      <p:bldP spid="18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95600" y="404664"/>
            <a:ext cx="72199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(2)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359696" y="404664"/>
            <a:ext cx="5403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令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3905038" y="432530"/>
          <a:ext cx="1066800" cy="4635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49" name="Equation" r:id="rId1" imgW="25603200" imgH="11277600" progId="Equation.DSMT4">
                  <p:embed/>
                </p:oleObj>
              </mc:Choice>
              <mc:Fallback>
                <p:oleObj name="Equation" r:id="rId1" imgW="25603200" imgH="11277600" progId="Equation.DSMT4">
                  <p:embed/>
                  <p:pic>
                    <p:nvPicPr>
                      <p:cNvPr id="0" name="图片 27648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905038" y="432530"/>
                        <a:ext cx="1066800" cy="4635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5375920" y="407184"/>
          <a:ext cx="1227138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0" name="Equation" r:id="rId3" imgW="29260800" imgH="12496800" progId="Equation.DSMT4">
                  <p:embed/>
                </p:oleObj>
              </mc:Choice>
              <mc:Fallback>
                <p:oleObj name="Equation" r:id="rId3" imgW="29260800" imgH="12496800" progId="Equation.DSMT4">
                  <p:embed/>
                  <p:pic>
                    <p:nvPicPr>
                      <p:cNvPr id="0" name="图片 27649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375920" y="407184"/>
                        <a:ext cx="1227138" cy="520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567608" y="1124744"/>
            <a:ext cx="5403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则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3238500" y="1292225"/>
          <a:ext cx="1790700" cy="427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1" name="Equation" r:id="rId5" imgW="42976800" imgH="10363200" progId="Equation.DSMT4">
                  <p:embed/>
                </p:oleObj>
              </mc:Choice>
              <mc:Fallback>
                <p:oleObj name="Equation" r:id="rId5" imgW="42976800" imgH="10363200" progId="Equation.DSMT4">
                  <p:embed/>
                  <p:pic>
                    <p:nvPicPr>
                      <p:cNvPr id="0" name="图片 27650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238500" y="1292225"/>
                        <a:ext cx="1790700" cy="4270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5789613" y="1084263"/>
          <a:ext cx="1828800" cy="1030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2" name="Equation" r:id="rId7" imgW="43891200" imgH="24993600" progId="Equation.DSMT4">
                  <p:embed/>
                </p:oleObj>
              </mc:Choice>
              <mc:Fallback>
                <p:oleObj name="Equation" r:id="rId7" imgW="43891200" imgH="24993600" progId="Equation.DSMT4">
                  <p:embed/>
                  <p:pic>
                    <p:nvPicPr>
                      <p:cNvPr id="0" name="图片 27651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789613" y="1084263"/>
                        <a:ext cx="1828800" cy="103028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0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4583832" y="2276872"/>
          <a:ext cx="2293938" cy="4635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3" name="Equation" r:id="rId9" imgW="54864000" imgH="11277600" progId="Equation.DSMT4">
                  <p:embed/>
                </p:oleObj>
              </mc:Choice>
              <mc:Fallback>
                <p:oleObj name="Equation" r:id="rId9" imgW="54864000" imgH="11277600" progId="Equation.DSMT4">
                  <p:embed/>
                  <p:pic>
                    <p:nvPicPr>
                      <p:cNvPr id="0" name="图片 27652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583832" y="2276872"/>
                        <a:ext cx="2293938" cy="4635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2317502" y="3140968"/>
          <a:ext cx="2084388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4" name="Equation" r:id="rId11" imgW="49682400" imgH="11277600" progId="Equation.DSMT4">
                  <p:embed/>
                </p:oleObj>
              </mc:Choice>
              <mc:Fallback>
                <p:oleObj name="Equation" r:id="rId11" imgW="49682400" imgH="11277600" progId="Equation.DSMT4">
                  <p:embed/>
                  <p:pic>
                    <p:nvPicPr>
                      <p:cNvPr id="0" name="图片 27653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317502" y="3140968"/>
                        <a:ext cx="2084388" cy="469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5015880" y="2780928"/>
          <a:ext cx="3327400" cy="1030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5" name="Equation" r:id="rId13" imgW="79857600" imgH="24993600" progId="Equation.DSMT4">
                  <p:embed/>
                </p:oleObj>
              </mc:Choice>
              <mc:Fallback>
                <p:oleObj name="Equation" r:id="rId13" imgW="79857600" imgH="24993600" progId="Equation.DSMT4">
                  <p:embed/>
                  <p:pic>
                    <p:nvPicPr>
                      <p:cNvPr id="0" name="图片 27654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015880" y="2780928"/>
                        <a:ext cx="3327400" cy="103028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Rectangle 1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4079776" y="4005064"/>
          <a:ext cx="4521200" cy="6032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6" name="Equation" r:id="rId15" imgW="108508800" imgH="14325600" progId="Equation.DSMT4">
                  <p:embed/>
                </p:oleObj>
              </mc:Choice>
              <mc:Fallback>
                <p:oleObj name="Equation" r:id="rId15" imgW="108508800" imgH="14325600" progId="Equation.DSMT4">
                  <p:embed/>
                  <p:pic>
                    <p:nvPicPr>
                      <p:cNvPr id="0" name="图片 27655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079776" y="4005064"/>
                        <a:ext cx="4521200" cy="6032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2279576" y="4725144"/>
            <a:ext cx="89789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于是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0" name="Rectangle 27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1" name="对象 20"/>
          <p:cNvGraphicFramePr>
            <a:graphicFrameLocks noChangeAspect="1"/>
          </p:cNvGraphicFramePr>
          <p:nvPr/>
        </p:nvGraphicFramePr>
        <p:xfrm>
          <a:off x="3941763" y="5035550"/>
          <a:ext cx="1584325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7" name="Equation" r:id="rId17" imgW="38100000" imgH="10363200" progId="Equation.DSMT4">
                  <p:embed/>
                </p:oleObj>
              </mc:Choice>
              <mc:Fallback>
                <p:oleObj name="Equation" r:id="rId17" imgW="38100000" imgH="10363200" progId="Equation.DSMT4">
                  <p:embed/>
                  <p:pic>
                    <p:nvPicPr>
                      <p:cNvPr id="0" name="图片 27656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941763" y="5035550"/>
                        <a:ext cx="1584325" cy="4254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/>
        </p:nvGraphicFramePr>
        <p:xfrm>
          <a:off x="4367808" y="5659264"/>
          <a:ext cx="18288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8" name="Equation" r:id="rId19" imgW="43891200" imgH="10972800" progId="Equation.DSMT4">
                  <p:embed/>
                </p:oleObj>
              </mc:Choice>
              <mc:Fallback>
                <p:oleObj name="Equation" r:id="rId19" imgW="43891200" imgH="10972800" progId="Equation.DSMT4">
                  <p:embed/>
                  <p:pic>
                    <p:nvPicPr>
                      <p:cNvPr id="0" name="图片 27657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4367808" y="5659264"/>
                        <a:ext cx="182880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/>
          <p:cNvGraphicFramePr>
            <a:graphicFrameLocks noChangeAspect="1"/>
          </p:cNvGraphicFramePr>
          <p:nvPr/>
        </p:nvGraphicFramePr>
        <p:xfrm>
          <a:off x="6196013" y="5589414"/>
          <a:ext cx="40259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9" name="Equation" r:id="rId21" imgW="96621600" imgH="14325600" progId="Equation.DSMT4">
                  <p:embed/>
                </p:oleObj>
              </mc:Choice>
              <mc:Fallback>
                <p:oleObj name="Equation" r:id="rId21" imgW="96621600" imgH="14325600" progId="Equation.DSMT4">
                  <p:embed/>
                  <p:pic>
                    <p:nvPicPr>
                      <p:cNvPr id="0" name="图片 27658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6196013" y="5589414"/>
                        <a:ext cx="4025900" cy="596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8" grpId="0"/>
      <p:bldP spid="19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2057400" y="304800"/>
            <a:ext cx="6705600" cy="5334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800" b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2) </a:t>
            </a:r>
            <a:r>
              <a:rPr lang="zh-CN" altLang="en-US" sz="2800" b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有些显函数用对数求导法求导很方便 </a:t>
            </a:r>
            <a:r>
              <a:rPr lang="en-US" altLang="zh-CN" sz="2800" b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lang="en-US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1981200" y="1139825"/>
            <a:ext cx="1522512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kumimoji="1"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13.</a:t>
            </a:r>
            <a:endParaRPr kumimoji="1" lang="en-US" altLang="zh-CN" sz="2800" b="1" dirty="0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Object 4"/>
          <p:cNvGraphicFramePr>
            <a:graphicFrameLocks noChangeAspect="1"/>
          </p:cNvGraphicFramePr>
          <p:nvPr/>
        </p:nvGraphicFramePr>
        <p:xfrm>
          <a:off x="3071664" y="897731"/>
          <a:ext cx="5978525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73" name="Equation" r:id="rId1" imgW="143560800" imgH="24079200" progId="Equation.DSMT4">
                  <p:embed/>
                </p:oleObj>
              </mc:Choice>
              <mc:Fallback>
                <p:oleObj name="Equation" r:id="rId1" imgW="143560800" imgH="24079200" progId="Equation.DSMT4">
                  <p:embed/>
                  <p:pic>
                    <p:nvPicPr>
                      <p:cNvPr id="0" name="图片 28672"/>
                      <p:cNvPicPr>
                        <a:picLocks noChangeAspect="1"/>
                      </p:cNvPicPr>
                      <p:nvPr/>
                    </p:nvPicPr>
                    <p:blipFill>
                      <a:blip r:embed="rId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071664" y="897731"/>
                        <a:ext cx="5978525" cy="1003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3044926" y="2061508"/>
            <a:ext cx="24384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两边取对数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7" name="Object 7"/>
          <p:cNvGraphicFramePr>
            <a:graphicFrameLocks noChangeAspect="1"/>
          </p:cNvGraphicFramePr>
          <p:nvPr/>
        </p:nvGraphicFramePr>
        <p:xfrm>
          <a:off x="3232150" y="2968625"/>
          <a:ext cx="8509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74" name="Equation" r:id="rId3" imgW="20421600" imgH="9448800" progId="Equation.DSMT4">
                  <p:embed/>
                </p:oleObj>
              </mc:Choice>
              <mc:Fallback>
                <p:oleObj name="Equation" r:id="rId3" imgW="20421600" imgH="9448800" progId="Equation.DSMT4">
                  <p:embed/>
                  <p:pic>
                    <p:nvPicPr>
                      <p:cNvPr id="0" name="图片 28673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232150" y="2968625"/>
                        <a:ext cx="8509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AutoShape 8"/>
          <p:cNvSpPr>
            <a:spLocks noChangeArrowheads="1"/>
          </p:cNvSpPr>
          <p:nvPr/>
        </p:nvSpPr>
        <p:spPr bwMode="auto">
          <a:xfrm>
            <a:off x="3810000" y="3467100"/>
            <a:ext cx="152400" cy="838200"/>
          </a:xfrm>
          <a:prstGeom prst="downArrow">
            <a:avLst>
              <a:gd name="adj1" fmla="val 50000"/>
              <a:gd name="adj2" fmla="val 137500"/>
            </a:avLst>
          </a:prstGeom>
          <a:solidFill>
            <a:srgbClr val="0070C0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Text Box 9"/>
          <p:cNvSpPr txBox="1">
            <a:spLocks noChangeArrowheads="1"/>
          </p:cNvSpPr>
          <p:nvPr/>
        </p:nvSpPr>
        <p:spPr bwMode="auto">
          <a:xfrm>
            <a:off x="4038600" y="3633788"/>
            <a:ext cx="27432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两边对</a:t>
            </a:r>
            <a:r>
              <a:rPr kumimoji="1" lang="zh-CN" altLang="en-US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求导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0" name="Object 10"/>
          <p:cNvGraphicFramePr>
            <a:graphicFrameLocks noChangeAspect="1"/>
          </p:cNvGraphicFramePr>
          <p:nvPr/>
        </p:nvGraphicFramePr>
        <p:xfrm>
          <a:off x="3287688" y="4202667"/>
          <a:ext cx="720080" cy="954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75" name="Equation" r:id="rId5" imgW="7620000" imgH="10058400" progId="Equation.DSMT4">
                  <p:embed/>
                </p:oleObj>
              </mc:Choice>
              <mc:Fallback>
                <p:oleObj name="Equation" r:id="rId5" imgW="7620000" imgH="10058400" progId="Equation.DSMT4">
                  <p:embed/>
                  <p:pic>
                    <p:nvPicPr>
                      <p:cNvPr id="0" name="图片 28674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287688" y="4202667"/>
                        <a:ext cx="720080" cy="9545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1"/>
          <p:cNvGraphicFramePr>
            <a:graphicFrameLocks noChangeAspect="1"/>
          </p:cNvGraphicFramePr>
          <p:nvPr/>
        </p:nvGraphicFramePr>
        <p:xfrm>
          <a:off x="4044950" y="4237038"/>
          <a:ext cx="6096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76" name="Equation" r:id="rId7" imgW="14630400" imgH="20116800" progId="Equation.DSMT4">
                  <p:embed/>
                </p:oleObj>
              </mc:Choice>
              <mc:Fallback>
                <p:oleObj name="Equation" r:id="rId7" imgW="14630400" imgH="20116800" progId="Equation.DSMT4">
                  <p:embed/>
                  <p:pic>
                    <p:nvPicPr>
                      <p:cNvPr id="0" name="图片 28675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044950" y="4237038"/>
                        <a:ext cx="6096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2"/>
          <p:cNvGraphicFramePr>
            <a:graphicFrameLocks noChangeAspect="1"/>
          </p:cNvGraphicFramePr>
          <p:nvPr/>
        </p:nvGraphicFramePr>
        <p:xfrm>
          <a:off x="4730750" y="4237038"/>
          <a:ext cx="5334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77" name="Equation" r:id="rId9" imgW="12801600" imgH="20116800" progId="Equation.DSMT4">
                  <p:embed/>
                </p:oleObj>
              </mc:Choice>
              <mc:Fallback>
                <p:oleObj name="Equation" r:id="rId9" imgW="12801600" imgH="20116800" progId="Equation.DSMT4">
                  <p:embed/>
                  <p:pic>
                    <p:nvPicPr>
                      <p:cNvPr id="0" name="图片 28676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730750" y="4237038"/>
                        <a:ext cx="5334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3"/>
          <p:cNvGraphicFramePr>
            <a:graphicFrameLocks noChangeAspect="1"/>
          </p:cNvGraphicFramePr>
          <p:nvPr/>
        </p:nvGraphicFramePr>
        <p:xfrm>
          <a:off x="5327650" y="4237038"/>
          <a:ext cx="5334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78" name="Equation" r:id="rId11" imgW="12801600" imgH="20116800" progId="Equation.DSMT4">
                  <p:embed/>
                </p:oleObj>
              </mc:Choice>
              <mc:Fallback>
                <p:oleObj name="Equation" r:id="rId11" imgW="12801600" imgH="20116800" progId="Equation.DSMT4">
                  <p:embed/>
                  <p:pic>
                    <p:nvPicPr>
                      <p:cNvPr id="0" name="图片 28677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327650" y="4237038"/>
                        <a:ext cx="5334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4"/>
          <p:cNvGraphicFramePr>
            <a:graphicFrameLocks noChangeAspect="1"/>
          </p:cNvGraphicFramePr>
          <p:nvPr/>
        </p:nvGraphicFramePr>
        <p:xfrm>
          <a:off x="3286125" y="5205413"/>
          <a:ext cx="5153025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79" name="Equation" r:id="rId13" imgW="123748800" imgH="24993600" progId="Equation.DSMT4">
                  <p:embed/>
                </p:oleObj>
              </mc:Choice>
              <mc:Fallback>
                <p:oleObj name="Equation" r:id="rId13" imgW="123748800" imgH="24993600" progId="Equation.DSMT4">
                  <p:embed/>
                  <p:pic>
                    <p:nvPicPr>
                      <p:cNvPr id="0" name="图片 28678"/>
                      <p:cNvPicPr>
                        <a:picLocks noChangeAspect="1"/>
                      </p:cNvPicPr>
                      <p:nvPr/>
                    </p:nvPicPr>
                    <p:blipFill>
                      <a:blip r:embed="rId1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286125" y="5205413"/>
                        <a:ext cx="5153025" cy="1041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5"/>
          <p:cNvGraphicFramePr>
            <a:graphicFrameLocks noChangeAspect="1"/>
          </p:cNvGraphicFramePr>
          <p:nvPr/>
        </p:nvGraphicFramePr>
        <p:xfrm>
          <a:off x="6394450" y="5340350"/>
          <a:ext cx="6096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80" name="Equation" r:id="rId15" imgW="14630400" imgH="20116800" progId="Equation.DSMT4">
                  <p:embed/>
                </p:oleObj>
              </mc:Choice>
              <mc:Fallback>
                <p:oleObj name="Equation" r:id="rId15" imgW="14630400" imgH="20116800" progId="Equation.DSMT4">
                  <p:embed/>
                  <p:pic>
                    <p:nvPicPr>
                      <p:cNvPr id="0" name="图片 28679"/>
                      <p:cNvPicPr>
                        <a:picLocks noChangeAspect="1"/>
                      </p:cNvPicPr>
                      <p:nvPr/>
                    </p:nvPicPr>
                    <p:blipFill>
                      <a:blip r:embed="rId1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6394450" y="5340350"/>
                        <a:ext cx="6096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6"/>
          <p:cNvGraphicFramePr>
            <a:graphicFrameLocks noChangeAspect="1"/>
          </p:cNvGraphicFramePr>
          <p:nvPr/>
        </p:nvGraphicFramePr>
        <p:xfrm>
          <a:off x="7092950" y="5340350"/>
          <a:ext cx="5334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81" name="Equation" r:id="rId17" imgW="12801600" imgH="20116800" progId="Equation.DSMT4">
                  <p:embed/>
                </p:oleObj>
              </mc:Choice>
              <mc:Fallback>
                <p:oleObj name="Equation" r:id="rId17" imgW="12801600" imgH="20116800" progId="Equation.DSMT4">
                  <p:embed/>
                  <p:pic>
                    <p:nvPicPr>
                      <p:cNvPr id="0" name="图片 28680"/>
                      <p:cNvPicPr>
                        <a:picLocks noChangeAspect="1"/>
                      </p:cNvPicPr>
                      <p:nvPr/>
                    </p:nvPicPr>
                    <p:blipFill>
                      <a:blip r:embed="rId1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7092950" y="5340350"/>
                        <a:ext cx="5334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7"/>
          <p:cNvGraphicFramePr>
            <a:graphicFrameLocks noChangeAspect="1"/>
          </p:cNvGraphicFramePr>
          <p:nvPr/>
        </p:nvGraphicFramePr>
        <p:xfrm>
          <a:off x="7689850" y="5340350"/>
          <a:ext cx="5334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82" name="Equation" r:id="rId19" imgW="12801600" imgH="20116800" progId="Equation.DSMT4">
                  <p:embed/>
                </p:oleObj>
              </mc:Choice>
              <mc:Fallback>
                <p:oleObj name="Equation" r:id="rId19" imgW="12801600" imgH="20116800" progId="Equation.DSMT4">
                  <p:embed/>
                  <p:pic>
                    <p:nvPicPr>
                      <p:cNvPr id="0" name="图片 28681"/>
                      <p:cNvPicPr>
                        <a:picLocks noChangeAspect="1"/>
                      </p:cNvPicPr>
                      <p:nvPr/>
                    </p:nvPicPr>
                    <p:blipFill>
                      <a:blip r:embed="rId20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7689850" y="5340350"/>
                        <a:ext cx="5334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8"/>
          <p:cNvGraphicFramePr>
            <a:graphicFrameLocks noChangeAspect="1"/>
          </p:cNvGraphicFramePr>
          <p:nvPr/>
        </p:nvGraphicFramePr>
        <p:xfrm>
          <a:off x="4159250" y="2736850"/>
          <a:ext cx="10922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83" name="Equation" r:id="rId21" imgW="26212800" imgH="20116800" progId="Equation.DSMT4">
                  <p:embed/>
                </p:oleObj>
              </mc:Choice>
              <mc:Fallback>
                <p:oleObj name="Equation" r:id="rId21" imgW="26212800" imgH="20116800" progId="Equation.DSMT4">
                  <p:embed/>
                  <p:pic>
                    <p:nvPicPr>
                      <p:cNvPr id="0" name="图片 28682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4159250" y="2736850"/>
                        <a:ext cx="10922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9"/>
          <p:cNvGraphicFramePr>
            <a:graphicFrameLocks noChangeAspect="1"/>
          </p:cNvGraphicFramePr>
          <p:nvPr/>
        </p:nvGraphicFramePr>
        <p:xfrm>
          <a:off x="5384800" y="2965450"/>
          <a:ext cx="21082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84" name="Equation" r:id="rId23" imgW="50596800" imgH="9448800" progId="Equation.DSMT4">
                  <p:embed/>
                </p:oleObj>
              </mc:Choice>
              <mc:Fallback>
                <p:oleObj name="Equation" r:id="rId23" imgW="50596800" imgH="9448800" progId="Equation.DSMT4">
                  <p:embed/>
                  <p:pic>
                    <p:nvPicPr>
                      <p:cNvPr id="0" name="图片 28683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5384800" y="2965450"/>
                        <a:ext cx="21082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20"/>
          <p:cNvGraphicFramePr>
            <a:graphicFrameLocks noChangeAspect="1"/>
          </p:cNvGraphicFramePr>
          <p:nvPr/>
        </p:nvGraphicFramePr>
        <p:xfrm>
          <a:off x="7575550" y="2965450"/>
          <a:ext cx="18415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85" name="Equation" r:id="rId25" imgW="44196000" imgH="9448800" progId="Equation.DSMT4">
                  <p:embed/>
                </p:oleObj>
              </mc:Choice>
              <mc:Fallback>
                <p:oleObj name="Equation" r:id="rId25" imgW="44196000" imgH="9448800" progId="Equation.DSMT4">
                  <p:embed/>
                  <p:pic>
                    <p:nvPicPr>
                      <p:cNvPr id="0" name="图片 28684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7575550" y="2965450"/>
                        <a:ext cx="18415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8976320" y="1135718"/>
            <a:ext cx="179260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，求导数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135560" y="2057400"/>
            <a:ext cx="89789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解：</a:t>
            </a:r>
            <a:endParaRPr lang="zh-CN" altLang="en-US" sz="2800" b="1" dirty="0">
              <a:solidFill>
                <a:srgbClr val="7030A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00"/>
                            </p:stCondLst>
                            <p:childTnLst>
                              <p:par>
                                <p:cTn id="8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1000"/>
                            </p:stCondLst>
                            <p:childTnLst>
                              <p:par>
                                <p:cTn id="8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1500"/>
                            </p:stCondLst>
                            <p:childTnLst>
                              <p:par>
                                <p:cTn id="9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 autoUpdateAnimBg="0"/>
      <p:bldP spid="6" grpId="0" bldLvl="0" animBg="1" autoUpdateAnimBg="0"/>
      <p:bldP spid="8" grpId="0" bldLvl="0" animBg="1"/>
      <p:bldP spid="9" grpId="0" bldLvl="0" animBg="1" autoUpdateAnimBg="0"/>
      <p:bldP spid="21" grpId="0"/>
      <p:bldP spid="22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3"/>
          <p:cNvGraphicFramePr>
            <a:graphicFrameLocks noChangeAspect="1"/>
          </p:cNvGraphicFramePr>
          <p:nvPr/>
        </p:nvGraphicFramePr>
        <p:xfrm>
          <a:off x="4414822" y="585576"/>
          <a:ext cx="2755900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697" name="Equation" r:id="rId1" imgW="66141600" imgH="24688800" progId="Equation.DSMT4">
                  <p:embed/>
                </p:oleObj>
              </mc:Choice>
              <mc:Fallback>
                <p:oleObj name="Equation" r:id="rId1" imgW="66141600" imgH="24688800" progId="Equation.DSMT4">
                  <p:embed/>
                  <p:pic>
                    <p:nvPicPr>
                      <p:cNvPr id="0" name="图片 2969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414822" y="585576"/>
                        <a:ext cx="2755900" cy="1028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4"/>
          <p:cNvGraphicFramePr>
            <a:graphicFrameLocks noChangeAspect="1"/>
          </p:cNvGraphicFramePr>
          <p:nvPr/>
        </p:nvGraphicFramePr>
        <p:xfrm>
          <a:off x="8395940" y="3411581"/>
          <a:ext cx="1899835" cy="8505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698" name="Equation" r:id="rId3" imgW="21336000" imgH="9448800" progId="Equation.DSMT4">
                  <p:embed/>
                </p:oleObj>
              </mc:Choice>
              <mc:Fallback>
                <p:oleObj name="Equation" r:id="rId3" imgW="21336000" imgH="9448800" progId="Equation.DSMT4">
                  <p:embed/>
                  <p:pic>
                    <p:nvPicPr>
                      <p:cNvPr id="0" name="图片 29697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395940" y="3411581"/>
                        <a:ext cx="1899835" cy="850554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ln w="9525" cap="flat" cmpd="sng">
                        <a:solidFill>
                          <a:srgbClr val="C0504D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6"/>
          <p:cNvGraphicFramePr>
            <a:graphicFrameLocks noChangeAspect="1"/>
          </p:cNvGraphicFramePr>
          <p:nvPr/>
        </p:nvGraphicFramePr>
        <p:xfrm>
          <a:off x="2656205" y="2580323"/>
          <a:ext cx="13716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699" name="Equation" r:id="rId5" imgW="32918400" imgH="19812000" progId="Equation.DSMT4">
                  <p:embed/>
                </p:oleObj>
              </mc:Choice>
              <mc:Fallback>
                <p:oleObj name="Equation" r:id="rId5" imgW="32918400" imgH="19812000" progId="Equation.DSMT4">
                  <p:embed/>
                  <p:pic>
                    <p:nvPicPr>
                      <p:cNvPr id="0" name="图片 29698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656205" y="2580323"/>
                        <a:ext cx="1371600" cy="825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4572000" y="3411538"/>
            <a:ext cx="18288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对 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求导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" name="AutoShape 8"/>
          <p:cNvSpPr>
            <a:spLocks noChangeArrowheads="1"/>
          </p:cNvSpPr>
          <p:nvPr/>
        </p:nvSpPr>
        <p:spPr bwMode="auto">
          <a:xfrm>
            <a:off x="4392295" y="3290888"/>
            <a:ext cx="179388" cy="763587"/>
          </a:xfrm>
          <a:prstGeom prst="downArrow">
            <a:avLst>
              <a:gd name="adj1" fmla="val 50000"/>
              <a:gd name="adj2" fmla="val 106416"/>
            </a:avLst>
          </a:prstGeom>
          <a:solidFill>
            <a:srgbClr val="0070C0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9" name="Object 9"/>
          <p:cNvGraphicFramePr>
            <a:graphicFrameLocks noChangeAspect="1"/>
          </p:cNvGraphicFramePr>
          <p:nvPr/>
        </p:nvGraphicFramePr>
        <p:xfrm>
          <a:off x="2927350" y="4067175"/>
          <a:ext cx="11811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00" name="Equation" r:id="rId7" imgW="28346400" imgH="21640800" progId="Equation.DSMT4">
                  <p:embed/>
                </p:oleObj>
              </mc:Choice>
              <mc:Fallback>
                <p:oleObj name="Equation" r:id="rId7" imgW="28346400" imgH="21640800" progId="Equation.DSMT4">
                  <p:embed/>
                  <p:pic>
                    <p:nvPicPr>
                      <p:cNvPr id="0" name="图片 29699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927350" y="4067175"/>
                        <a:ext cx="1181100" cy="901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0"/>
          <p:cNvGraphicFramePr>
            <a:graphicFrameLocks noChangeAspect="1"/>
          </p:cNvGraphicFramePr>
          <p:nvPr/>
        </p:nvGraphicFramePr>
        <p:xfrm>
          <a:off x="2749550" y="5154613"/>
          <a:ext cx="3098800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01" name="Equation" r:id="rId9" imgW="74371200" imgH="24688800" progId="Equation.DSMT4">
                  <p:embed/>
                </p:oleObj>
              </mc:Choice>
              <mc:Fallback>
                <p:oleObj name="Equation" r:id="rId9" imgW="74371200" imgH="24688800" progId="Equation.DSMT4">
                  <p:embed/>
                  <p:pic>
                    <p:nvPicPr>
                      <p:cNvPr id="0" name="图片 29700"/>
                      <p:cNvPicPr>
                        <a:picLocks noChangeAspect="1"/>
                      </p:cNvPicPr>
                      <p:nvPr/>
                    </p:nvPicPr>
                    <p:blipFill>
                      <a:blip r:embed="rId10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749550" y="5154613"/>
                        <a:ext cx="3098800" cy="1028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1"/>
          <p:cNvGraphicFramePr>
            <a:graphicFrameLocks noChangeAspect="1"/>
          </p:cNvGraphicFramePr>
          <p:nvPr/>
        </p:nvGraphicFramePr>
        <p:xfrm>
          <a:off x="6007100" y="5251450"/>
          <a:ext cx="42799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02" name="Equation" r:id="rId11" imgW="102717600" imgH="20116800" progId="Equation.DSMT4">
                  <p:embed/>
                </p:oleObj>
              </mc:Choice>
              <mc:Fallback>
                <p:oleObj name="Equation" r:id="rId11" imgW="102717600" imgH="20116800" progId="Equation.DSMT4">
                  <p:embed/>
                  <p:pic>
                    <p:nvPicPr>
                      <p:cNvPr id="0" name="图片 29701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007100" y="5251450"/>
                        <a:ext cx="42799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 Box 12"/>
              <p:cNvSpPr txBox="1">
                <a:spLocks noChangeArrowheads="1"/>
              </p:cNvSpPr>
              <p:nvPr/>
            </p:nvSpPr>
            <p:spPr bwMode="auto">
              <a:xfrm>
                <a:off x="2656205" y="1742440"/>
                <a:ext cx="9001760" cy="47815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zh-CN" altLang="en-US" sz="2400" b="1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由题意可知</a:t>
                </a:r>
                <a14:m>
                  <m:oMath xmlns:m="http://schemas.openxmlformats.org/officeDocument/2006/math">
                    <m:r>
                      <a:rPr kumimoji="1" lang="en-US" altLang="zh-CN" sz="2400" b="1" i="1" dirty="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𝒙</m:t>
                    </m:r>
                    <m:r>
                      <a:rPr kumimoji="1" lang="en-US" altLang="zh-CN" sz="2400" b="1" i="1" dirty="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≤</m:t>
                    </m:r>
                    <m:r>
                      <a:rPr kumimoji="1" lang="en-US" altLang="zh-CN" sz="2400" b="1" i="1" dirty="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𝟏</m:t>
                    </m:r>
                    <m:r>
                      <a:rPr kumimoji="1" lang="en-US" altLang="zh-CN" sz="2400" b="1" i="1" dirty="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, </m:t>
                    </m:r>
                    <m:r>
                      <a:rPr kumimoji="1" lang="en-US" altLang="zh-CN" sz="2400" b="1" i="1" dirty="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𝟐</m:t>
                    </m:r>
                    <m:r>
                      <a:rPr kumimoji="1" lang="en-US" altLang="zh-CN" sz="2400" b="1" i="1" dirty="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≤</m:t>
                    </m:r>
                    <m:r>
                      <a:rPr kumimoji="1" lang="en-US" altLang="zh-CN" sz="2400" b="1" i="1" dirty="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𝒙</m:t>
                    </m:r>
                    <m:r>
                      <a:rPr kumimoji="1" lang="en-US" altLang="zh-CN" sz="2400" b="1" i="1" dirty="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&lt;</m:t>
                    </m:r>
                    <m:r>
                      <a:rPr kumimoji="1" lang="en-US" altLang="zh-CN" sz="2400" b="1" i="1" dirty="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𝟑</m:t>
                    </m:r>
                    <m:r>
                      <a:rPr kumimoji="1" lang="en-US" altLang="zh-CN" sz="2400" b="1" i="1" dirty="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,</m:t>
                    </m:r>
                    <m:r>
                      <a:rPr kumimoji="1" lang="en-US" altLang="zh-CN" sz="2400" b="1" i="1" dirty="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𝒙</m:t>
                    </m:r>
                    <m:r>
                      <a:rPr kumimoji="1" lang="en-US" altLang="zh-CN" sz="2400" b="1" i="1" dirty="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≥</m:t>
                    </m:r>
                    <m:r>
                      <a:rPr kumimoji="1" lang="en-US" altLang="zh-CN" sz="2400" b="1" i="1" dirty="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𝟒</m:t>
                    </m:r>
                    <m:r>
                      <a:rPr kumimoji="1" lang="zh-CN" altLang="en-US" sz="2400" i="1" dirty="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时</m:t>
                    </m:r>
                    <m:r>
                      <a:rPr kumimoji="1" lang="zh-CN" altLang="en-US" sz="2400" dirty="0"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有定义</m:t>
                    </m:r>
                    <m:r>
                      <a:rPr kumimoji="1" lang="en-US" altLang="zh-CN" sz="2400" dirty="0"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，</m:t>
                    </m:r>
                    <m:r>
                      <a:rPr kumimoji="1" lang="zh-CN" altLang="en-US" sz="2400" dirty="0"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且</m:t>
                    </m:r>
                    <m:r>
                      <a:rPr kumimoji="1" lang="en-US" altLang="zh-CN" sz="2400" b="1" i="1" dirty="0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𝒙</m:t>
                    </m:r>
                    <m:r>
                      <a:rPr kumimoji="1" lang="en-US" altLang="zh-CN" sz="2400" b="1" i="1" dirty="0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=</m:t>
                    </m:r>
                    <m:r>
                      <a:rPr kumimoji="1" lang="en-US" altLang="zh-CN" sz="2400" b="1" i="1" dirty="0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𝟏</m:t>
                    </m:r>
                    <m:r>
                      <a:rPr kumimoji="1" lang="en-US" altLang="zh-CN" sz="2400" b="1" i="1" dirty="0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,</m:t>
                    </m:r>
                    <m:r>
                      <a:rPr kumimoji="1" lang="en-US" altLang="zh-CN" sz="2400" b="1" i="1" dirty="0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𝟐</m:t>
                    </m:r>
                    <m:r>
                      <a:rPr kumimoji="1" lang="zh-CN" altLang="en-US" sz="2400" dirty="0"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时不可导</m:t>
                    </m:r>
                    <m:r>
                      <a:rPr kumimoji="1" lang="zh-CN" altLang="en-US" sz="2400" dirty="0"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kumimoji="1" lang="zh-CN" altLang="en-US" sz="2400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2" name="Text 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56205" y="1742440"/>
                <a:ext cx="9001760" cy="478155"/>
              </a:xfrm>
              <a:prstGeom prst="rect">
                <a:avLst/>
              </a:prstGeom>
              <a:blipFill rotWithShape="1">
                <a:blip r:embed="rId13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3" name="Object 13"/>
          <p:cNvGraphicFramePr>
            <a:graphicFrameLocks noChangeAspect="1"/>
          </p:cNvGraphicFramePr>
          <p:nvPr/>
        </p:nvGraphicFramePr>
        <p:xfrm>
          <a:off x="4027805" y="2760980"/>
          <a:ext cx="27432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03" name="Equation" r:id="rId14" imgW="65836800" imgH="11582400" progId="Equation.DSMT4">
                  <p:embed/>
                </p:oleObj>
              </mc:Choice>
              <mc:Fallback>
                <p:oleObj name="Equation" r:id="rId14" imgW="65836800" imgH="11582400" progId="Equation.DSMT4">
                  <p:embed/>
                  <p:pic>
                    <p:nvPicPr>
                      <p:cNvPr id="0" name="图片 29702"/>
                      <p:cNvPicPr>
                        <a:picLocks noChangeAspect="1"/>
                      </p:cNvPicPr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4027805" y="2760980"/>
                        <a:ext cx="2743200" cy="482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4"/>
          <p:cNvGraphicFramePr>
            <a:graphicFrameLocks noChangeAspect="1"/>
          </p:cNvGraphicFramePr>
          <p:nvPr/>
        </p:nvGraphicFramePr>
        <p:xfrm>
          <a:off x="6915150" y="2752090"/>
          <a:ext cx="32258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04" name="Equation" r:id="rId16" imgW="77419200" imgH="11582400" progId="Equation.DSMT4">
                  <p:embed/>
                </p:oleObj>
              </mc:Choice>
              <mc:Fallback>
                <p:oleObj name="Equation" r:id="rId16" imgW="77419200" imgH="11582400" progId="Equation.DSMT4">
                  <p:embed/>
                  <p:pic>
                    <p:nvPicPr>
                      <p:cNvPr id="0" name="图片 29703"/>
                      <p:cNvPicPr>
                        <a:picLocks noChangeAspect="1"/>
                      </p:cNvPicPr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6915150" y="2752090"/>
                        <a:ext cx="3225800" cy="482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5"/>
          <p:cNvGraphicFramePr>
            <a:graphicFrameLocks noChangeAspect="1"/>
          </p:cNvGraphicFramePr>
          <p:nvPr/>
        </p:nvGraphicFramePr>
        <p:xfrm>
          <a:off x="4089400" y="4068763"/>
          <a:ext cx="9779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05" name="Equation" r:id="rId18" imgW="23469600" imgH="20116800" progId="Equation.DSMT4">
                  <p:embed/>
                </p:oleObj>
              </mc:Choice>
              <mc:Fallback>
                <p:oleObj name="Equation" r:id="rId18" imgW="23469600" imgH="20116800" progId="Equation.DSMT4">
                  <p:embed/>
                  <p:pic>
                    <p:nvPicPr>
                      <p:cNvPr id="0" name="图片 29704"/>
                      <p:cNvPicPr>
                        <a:picLocks noChangeAspect="1"/>
                      </p:cNvPicPr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4089400" y="4068763"/>
                        <a:ext cx="9779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6"/>
          <p:cNvGraphicFramePr>
            <a:graphicFrameLocks noChangeAspect="1"/>
          </p:cNvGraphicFramePr>
          <p:nvPr/>
        </p:nvGraphicFramePr>
        <p:xfrm>
          <a:off x="5143500" y="4068763"/>
          <a:ext cx="7874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06" name="Equation" r:id="rId20" imgW="18897600" imgH="20116800" progId="Equation.DSMT4">
                  <p:embed/>
                </p:oleObj>
              </mc:Choice>
              <mc:Fallback>
                <p:oleObj name="Equation" r:id="rId20" imgW="18897600" imgH="20116800" progId="Equation.DSMT4">
                  <p:embed/>
                  <p:pic>
                    <p:nvPicPr>
                      <p:cNvPr id="0" name="图片 29705"/>
                      <p:cNvPicPr>
                        <a:picLocks noChangeAspect="1"/>
                      </p:cNvPicPr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5143500" y="4068763"/>
                        <a:ext cx="7874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7"/>
          <p:cNvGraphicFramePr>
            <a:graphicFrameLocks noChangeAspect="1"/>
          </p:cNvGraphicFramePr>
          <p:nvPr/>
        </p:nvGraphicFramePr>
        <p:xfrm>
          <a:off x="6007100" y="4068763"/>
          <a:ext cx="9906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07" name="Equation" r:id="rId22" imgW="23774400" imgH="20116800" progId="Equation.DSMT4">
                  <p:embed/>
                </p:oleObj>
              </mc:Choice>
              <mc:Fallback>
                <p:oleObj name="Equation" r:id="rId22" imgW="23774400" imgH="20116800" progId="Equation.DSMT4">
                  <p:embed/>
                  <p:pic>
                    <p:nvPicPr>
                      <p:cNvPr id="0" name="图片 29706"/>
                      <p:cNvPicPr>
                        <a:picLocks noChangeAspect="1"/>
                      </p:cNvPicPr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6007100" y="4068763"/>
                        <a:ext cx="9906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8"/>
          <p:cNvGraphicFramePr>
            <a:graphicFrameLocks noChangeAspect="1"/>
          </p:cNvGraphicFramePr>
          <p:nvPr/>
        </p:nvGraphicFramePr>
        <p:xfrm>
          <a:off x="7067550" y="4068763"/>
          <a:ext cx="12319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08" name="Equation" r:id="rId24" imgW="29565600" imgH="20116800" progId="Equation.DSMT4">
                  <p:embed/>
                </p:oleObj>
              </mc:Choice>
              <mc:Fallback>
                <p:oleObj name="Equation" r:id="rId24" imgW="29565600" imgH="20116800" progId="Equation.DSMT4">
                  <p:embed/>
                  <p:pic>
                    <p:nvPicPr>
                      <p:cNvPr id="0" name="图片 29707"/>
                      <p:cNvPicPr>
                        <a:picLocks noChangeAspect="1"/>
                      </p:cNvPicPr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7067550" y="4068763"/>
                        <a:ext cx="12319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Box 3"/>
          <p:cNvSpPr txBox="1">
            <a:spLocks noChangeArrowheads="1"/>
          </p:cNvSpPr>
          <p:nvPr/>
        </p:nvSpPr>
        <p:spPr bwMode="auto">
          <a:xfrm>
            <a:off x="1981200" y="840370"/>
            <a:ext cx="1162472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kumimoji="1"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14.</a:t>
            </a:r>
            <a:endParaRPr kumimoji="1" lang="en-US" altLang="zh-CN" sz="2800" b="1" dirty="0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143672" y="840370"/>
            <a:ext cx="132397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求</a:t>
            </a:r>
            <a:r>
              <a:rPr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y</a:t>
            </a:r>
            <a:r>
              <a:rPr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/>
              </a:rPr>
              <a:t>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设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029515" y="1742440"/>
            <a:ext cx="89789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解：</a:t>
            </a:r>
            <a:endParaRPr lang="zh-CN" altLang="en-US" sz="2800" b="1" dirty="0">
              <a:solidFill>
                <a:srgbClr val="7030A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847528" y="5517232"/>
            <a:ext cx="5403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故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Text Box 12"/>
          <p:cNvSpPr txBox="1">
            <a:spLocks noChangeArrowheads="1"/>
          </p:cNvSpPr>
          <p:nvPr/>
        </p:nvSpPr>
        <p:spPr bwMode="auto">
          <a:xfrm>
            <a:off x="2029460" y="2187575"/>
            <a:ext cx="2138045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两边取对数</a:t>
            </a:r>
            <a:r>
              <a:rPr kumimoji="1" lang="en-US" altLang="zh-CN" sz="24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endParaRPr kumimoji="1" lang="en-US" altLang="zh-CN" sz="24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500"/>
                            </p:stCondLst>
                            <p:childTnLst>
                              <p:par>
                                <p:cTn id="8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 autoUpdateAnimBg="0"/>
      <p:bldP spid="8" grpId="0" bldLvl="0" animBg="1"/>
      <p:bldP spid="12" grpId="0" bldLvl="0" animBg="1" autoUpdateAnimBg="0"/>
      <p:bldP spid="21" grpId="0"/>
      <p:bldP spid="22" grpId="0"/>
      <p:bldP spid="2" grpId="0" bldLvl="0" animBg="1" autoUpdateAnimBg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1801812" y="548680"/>
            <a:ext cx="7705725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参数方程和极坐标方程</a:t>
            </a:r>
            <a:endParaRPr lang="zh-CN" altLang="zh-CN" sz="32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1801297" y="1289968"/>
            <a:ext cx="3455739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1.曲线的参数方程</a:t>
            </a:r>
            <a:endParaRPr lang="zh-CN" altLang="en-US" sz="3200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4803458" y="1981518"/>
          <a:ext cx="149225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61" name="Equation" r:id="rId1" imgW="35661600" imgH="24384000" progId="Equation.DSMT4">
                  <p:embed/>
                </p:oleObj>
              </mc:Choice>
              <mc:Fallback>
                <p:oleObj name="Equation" r:id="rId1" imgW="35661600" imgH="24384000" progId="Equation.DSMT4">
                  <p:embed/>
                  <p:pic>
                    <p:nvPicPr>
                      <p:cNvPr id="0" name="图片 40960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803458" y="1981518"/>
                        <a:ext cx="1492250" cy="1016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6664008" y="2190115"/>
          <a:ext cx="1416050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62" name="Equation" r:id="rId3" imgW="33832800" imgH="11582400" progId="Equation.DSMT4">
                  <p:embed/>
                </p:oleObj>
              </mc:Choice>
              <mc:Fallback>
                <p:oleObj name="Equation" r:id="rId3" imgW="33832800" imgH="11582400" progId="Equation.DSMT4">
                  <p:embed/>
                  <p:pic>
                    <p:nvPicPr>
                      <p:cNvPr id="0" name="图片 40961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664008" y="2190115"/>
                        <a:ext cx="1416050" cy="4889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1978343" y="3168015"/>
            <a:ext cx="5329237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常见平面曲线的参数方程有</a:t>
            </a:r>
            <a:endParaRPr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1801178" y="3766185"/>
            <a:ext cx="63373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）直线（常数  </a:t>
            </a:r>
            <a:r>
              <a:rPr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是直线的倾斜角）</a:t>
            </a:r>
            <a:endParaRPr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4295800" y="4391774"/>
          <a:ext cx="2368550" cy="1022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63" name="Equation" r:id="rId5" imgW="56692800" imgH="24384000" progId="Equation.DSMT4">
                  <p:embed/>
                </p:oleObj>
              </mc:Choice>
              <mc:Fallback>
                <p:oleObj name="Equation" r:id="rId5" imgW="56692800" imgH="24384000" progId="Equation.DSMT4">
                  <p:embed/>
                  <p:pic>
                    <p:nvPicPr>
                      <p:cNvPr id="0" name="图片 40962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295800" y="4391774"/>
                        <a:ext cx="2368550" cy="10223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6825605" y="4657710"/>
          <a:ext cx="1790700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64" name="Equation" r:id="rId7" imgW="42976800" imgH="11582400" progId="Equation.DSMT4">
                  <p:embed/>
                </p:oleObj>
              </mc:Choice>
              <mc:Fallback>
                <p:oleObj name="Equation" r:id="rId7" imgW="42976800" imgH="11582400" progId="Equation.DSMT4">
                  <p:embed/>
                  <p:pic>
                    <p:nvPicPr>
                      <p:cNvPr id="0" name="图片 40963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825605" y="4657710"/>
                        <a:ext cx="1790700" cy="4889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4803458" y="5643563"/>
          <a:ext cx="3525837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65" name="Equation" r:id="rId9" imgW="84429600" imgH="10363200" progId="Equation.DSMT4">
                  <p:embed/>
                </p:oleObj>
              </mc:Choice>
              <mc:Fallback>
                <p:oleObj name="Equation" r:id="rId9" imgW="84429600" imgH="10363200" progId="Equation.DSMT4">
                  <p:embed/>
                  <p:pic>
                    <p:nvPicPr>
                      <p:cNvPr id="0" name="图片 40964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803458" y="5643563"/>
                        <a:ext cx="3525837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8688388" y="5393373"/>
          <a:ext cx="1241425" cy="931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66" name="Equation" r:id="rId11" imgW="29565600" imgH="22555200" progId="Equation.DSMT4">
                  <p:embed/>
                </p:oleObj>
              </mc:Choice>
              <mc:Fallback>
                <p:oleObj name="Equation" r:id="rId11" imgW="29565600" imgH="22555200" progId="Equation.DSMT4">
                  <p:embed/>
                  <p:pic>
                    <p:nvPicPr>
                      <p:cNvPr id="0" name="图片 40965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8688388" y="5393373"/>
                        <a:ext cx="1241425" cy="93186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2783632" y="2204864"/>
            <a:ext cx="2088232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一般形式：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3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3"/>
          <p:cNvSpPr txBox="1">
            <a:spLocks noChangeArrowheads="1"/>
          </p:cNvSpPr>
          <p:nvPr/>
        </p:nvSpPr>
        <p:spPr bwMode="auto">
          <a:xfrm>
            <a:off x="1914525" y="907207"/>
            <a:ext cx="266382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）圆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3119438" y="1689527"/>
          <a:ext cx="2368550" cy="1022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85" name="Equation" r:id="rId1" imgW="56692800" imgH="24384000" progId="Equation.DSMT4">
                  <p:embed/>
                </p:oleObj>
              </mc:Choice>
              <mc:Fallback>
                <p:oleObj name="Equation" r:id="rId1" imgW="56692800" imgH="24384000" progId="Equation.DSMT4">
                  <p:embed/>
                  <p:pic>
                    <p:nvPicPr>
                      <p:cNvPr id="0" name="图片 4198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119438" y="1689527"/>
                        <a:ext cx="2368550" cy="10223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5915025" y="1956545"/>
          <a:ext cx="1403350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86" name="Equation" r:id="rId3" imgW="33528000" imgH="11582400" progId="Equation.DSMT4">
                  <p:embed/>
                </p:oleObj>
              </mc:Choice>
              <mc:Fallback>
                <p:oleObj name="Equation" r:id="rId3" imgW="33528000" imgH="11582400" progId="Equation.DSMT4">
                  <p:embed/>
                  <p:pic>
                    <p:nvPicPr>
                      <p:cNvPr id="0" name="图片 41985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915025" y="1956545"/>
                        <a:ext cx="1403350" cy="4889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5591175" y="2808397"/>
          <a:ext cx="3983038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87" name="Equation" r:id="rId5" imgW="95402400" imgH="11277600" progId="Equation.DSMT4">
                  <p:embed/>
                </p:oleObj>
              </mc:Choice>
              <mc:Fallback>
                <p:oleObj name="Equation" r:id="rId5" imgW="95402400" imgH="11277600" progId="Equation.DSMT4">
                  <p:embed/>
                  <p:pic>
                    <p:nvPicPr>
                      <p:cNvPr id="0" name="图片 41986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591175" y="2808397"/>
                        <a:ext cx="3983038" cy="4635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1914525" y="3443749"/>
            <a:ext cx="266382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）椭圆</a:t>
            </a:r>
            <a:endParaRPr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3119438" y="4203844"/>
          <a:ext cx="16891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88" name="Equation" r:id="rId7" imgW="40538400" imgH="24384000" progId="Equation.DSMT4">
                  <p:embed/>
                </p:oleObj>
              </mc:Choice>
              <mc:Fallback>
                <p:oleObj name="Equation" r:id="rId7" imgW="40538400" imgH="24384000" progId="Equation.DSMT4">
                  <p:embed/>
                  <p:pic>
                    <p:nvPicPr>
                      <p:cNvPr id="0" name="图片 41987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119438" y="4203844"/>
                        <a:ext cx="1689100" cy="1016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5327650" y="4467052"/>
          <a:ext cx="1403350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89" name="Equation" r:id="rId9" imgW="33528000" imgH="11582400" progId="Equation.DSMT4">
                  <p:embed/>
                </p:oleObj>
              </mc:Choice>
              <mc:Fallback>
                <p:oleObj name="Equation" r:id="rId9" imgW="33528000" imgH="11582400" progId="Equation.DSMT4">
                  <p:embed/>
                  <p:pic>
                    <p:nvPicPr>
                      <p:cNvPr id="0" name="图片 41988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327650" y="4467052"/>
                        <a:ext cx="1403350" cy="4889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4808855" y="5067127"/>
          <a:ext cx="207645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90" name="Equation" r:id="rId11" imgW="49987200" imgH="21336000" progId="Equation.DSMT4">
                  <p:embed/>
                </p:oleObj>
              </mc:Choice>
              <mc:Fallback>
                <p:oleObj name="Equation" r:id="rId11" imgW="49987200" imgH="21336000" progId="Equation.DSMT4">
                  <p:embed/>
                  <p:pic>
                    <p:nvPicPr>
                      <p:cNvPr id="0" name="图片 41989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808855" y="5067127"/>
                        <a:ext cx="2076450" cy="889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>
            <a:spLocks noChangeArrowheads="1"/>
          </p:cNvSpPr>
          <p:nvPr/>
        </p:nvSpPr>
        <p:spPr bwMode="auto">
          <a:xfrm>
            <a:off x="1919288" y="692150"/>
            <a:ext cx="316865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</a:t>
            </a:r>
            <a:r>
              <a:rPr lang="zh-CN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）摆线</a:t>
            </a:r>
            <a:endParaRPr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2924175" y="1303655"/>
          <a:ext cx="2341563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09" name="Equation" r:id="rId1" imgW="56388000" imgH="24384000" progId="Equation.DSMT4">
                  <p:embed/>
                </p:oleObj>
              </mc:Choice>
              <mc:Fallback>
                <p:oleObj name="Equation" r:id="rId1" imgW="56388000" imgH="24384000" progId="Equation.DSMT4">
                  <p:embed/>
                  <p:pic>
                    <p:nvPicPr>
                      <p:cNvPr id="0" name="图片 43008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924175" y="1303655"/>
                        <a:ext cx="2341563" cy="1016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5597843" y="1566863"/>
          <a:ext cx="1377950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10" name="Equation" r:id="rId3" imgW="33223200" imgH="11582400" progId="Equation.DSMT4">
                  <p:embed/>
                </p:oleObj>
              </mc:Choice>
              <mc:Fallback>
                <p:oleObj name="Equation" r:id="rId3" imgW="33223200" imgH="11582400" progId="Equation.DSMT4">
                  <p:embed/>
                  <p:pic>
                    <p:nvPicPr>
                      <p:cNvPr id="0" name="图片 43009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597843" y="1566863"/>
                        <a:ext cx="1377950" cy="4889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5"/>
          <p:cNvPicPr>
            <a:picLocks noChangeAspect="1" noChangeArrowheads="1"/>
          </p:cNvPicPr>
          <p:nvPr>
            <p:custDataLst>
              <p:tags r:id="rId5"/>
            </p:custDataLst>
          </p:nvPr>
        </p:nvPicPr>
        <p:blipFill>
          <a:blip r:embed="rId6" cstate="print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4091" y="2663820"/>
            <a:ext cx="6138664" cy="351136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>
            <a:spLocks noChangeArrowheads="1"/>
          </p:cNvSpPr>
          <p:nvPr/>
        </p:nvSpPr>
        <p:spPr bwMode="auto">
          <a:xfrm>
            <a:off x="2208213" y="404813"/>
            <a:ext cx="4319587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2.曲线的极坐标方程</a:t>
            </a:r>
            <a:endParaRPr lang="zh-CN" altLang="en-US" sz="3200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2208213" y="989013"/>
            <a:ext cx="4319587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（原点除外）的直角坐标</a:t>
            </a:r>
            <a:endParaRPr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6311900" y="1111250"/>
          <a:ext cx="1035050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33" name="Equation" r:id="rId1" imgW="24688800" imgH="9448800" progId="Equation.DSMT4">
                  <p:embed/>
                </p:oleObj>
              </mc:Choice>
              <mc:Fallback>
                <p:oleObj name="Equation" r:id="rId1" imgW="24688800" imgH="9448800" progId="Equation.DSMT4">
                  <p:embed/>
                  <p:pic>
                    <p:nvPicPr>
                      <p:cNvPr id="0" name="图片 44032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311900" y="1111250"/>
                        <a:ext cx="1035050" cy="3873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7608888" y="1022350"/>
          <a:ext cx="1006475" cy="490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34" name="Equation" r:id="rId3" imgW="24384000" imgH="11582400" progId="Equation.DSMT4">
                  <p:embed/>
                </p:oleObj>
              </mc:Choice>
              <mc:Fallback>
                <p:oleObj name="Equation" r:id="rId3" imgW="24384000" imgH="11582400" progId="Equation.DSMT4">
                  <p:embed/>
                  <p:pic>
                    <p:nvPicPr>
                      <p:cNvPr id="0" name="图片 44033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608888" y="1022350"/>
                        <a:ext cx="1006475" cy="4905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8616950" y="989013"/>
            <a:ext cx="1906588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和极坐标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7" name="对象 10"/>
          <p:cNvGraphicFramePr>
            <a:graphicFrameLocks noChangeAspect="1"/>
          </p:cNvGraphicFramePr>
          <p:nvPr/>
        </p:nvGraphicFramePr>
        <p:xfrm>
          <a:off x="1919288" y="1916113"/>
          <a:ext cx="1068387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35" name="Equation" r:id="rId5" imgW="25908000" imgH="9448800" progId="Equation.DSMT4">
                  <p:embed/>
                </p:oleObj>
              </mc:Choice>
              <mc:Fallback>
                <p:oleObj name="Equation" r:id="rId5" imgW="25908000" imgH="9448800" progId="Equation.DSMT4">
                  <p:embed/>
                  <p:pic>
                    <p:nvPicPr>
                      <p:cNvPr id="0" name="图片 44034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919288" y="1916113"/>
                        <a:ext cx="1068387" cy="3873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11"/>
          <p:cNvSpPr txBox="1">
            <a:spLocks noChangeArrowheads="1"/>
          </p:cNvSpPr>
          <p:nvPr/>
        </p:nvSpPr>
        <p:spPr bwMode="auto">
          <a:xfrm>
            <a:off x="3143250" y="1844675"/>
            <a:ext cx="381635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具有如下转换关系：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2532063" y="2379663"/>
          <a:ext cx="183515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36" name="Equation" r:id="rId7" imgW="43891200" imgH="24384000" progId="Equation.DSMT4">
                  <p:embed/>
                </p:oleObj>
              </mc:Choice>
              <mc:Fallback>
                <p:oleObj name="Equation" r:id="rId7" imgW="43891200" imgH="24384000" progId="Equation.DSMT4">
                  <p:embed/>
                  <p:pic>
                    <p:nvPicPr>
                      <p:cNvPr id="0" name="图片 44035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532063" y="2379663"/>
                        <a:ext cx="1835150" cy="1016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6312024" y="2106612"/>
          <a:ext cx="2606675" cy="1531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37" name="Equation" r:id="rId9" imgW="62788800" imgH="37185600" progId="Equation.DSMT4">
                  <p:embed/>
                </p:oleObj>
              </mc:Choice>
              <mc:Fallback>
                <p:oleObj name="Equation" r:id="rId9" imgW="62788800" imgH="37185600" progId="Equation.DSMT4">
                  <p:embed/>
                  <p:pic>
                    <p:nvPicPr>
                      <p:cNvPr id="0" name="图片 44036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312024" y="2106612"/>
                        <a:ext cx="2606675" cy="15319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8121650" y="3644900"/>
          <a:ext cx="2401888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38" name="Equation" r:id="rId11" imgW="57912000" imgH="12801600" progId="Equation.DSMT4">
                  <p:embed/>
                </p:oleObj>
              </mc:Choice>
              <mc:Fallback>
                <p:oleObj name="Equation" r:id="rId11" imgW="57912000" imgH="12801600" progId="Equation.DSMT4">
                  <p:embed/>
                  <p:pic>
                    <p:nvPicPr>
                      <p:cNvPr id="0" name="图片 44037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8121650" y="3644900"/>
                        <a:ext cx="2401888" cy="5270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1631950" y="4005263"/>
            <a:ext cx="341947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常用的极坐标方程有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1775966" y="4633317"/>
            <a:ext cx="446405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）射线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4232275" y="4705262"/>
          <a:ext cx="819150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39" name="Equation" r:id="rId13" imgW="19812000" imgH="7620000" progId="Equation.DSMT4">
                  <p:embed/>
                </p:oleObj>
              </mc:Choice>
              <mc:Fallback>
                <p:oleObj name="Equation" r:id="rId13" imgW="19812000" imgH="7620000" progId="Equation.DSMT4">
                  <p:embed/>
                  <p:pic>
                    <p:nvPicPr>
                      <p:cNvPr id="0" name="图片 44038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232275" y="4705262"/>
                        <a:ext cx="819150" cy="323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Box 15"/>
          <p:cNvSpPr txBox="1">
            <a:spLocks noChangeArrowheads="1"/>
          </p:cNvSpPr>
          <p:nvPr/>
        </p:nvSpPr>
        <p:spPr bwMode="auto">
          <a:xfrm>
            <a:off x="5263837" y="4596353"/>
            <a:ext cx="295275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 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为常数）．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7" name="TextBox 16"/>
          <p:cNvSpPr txBox="1">
            <a:spLocks noChangeArrowheads="1"/>
          </p:cNvSpPr>
          <p:nvPr/>
        </p:nvSpPr>
        <p:spPr bwMode="auto">
          <a:xfrm>
            <a:off x="1774825" y="5575300"/>
            <a:ext cx="208915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）直线 </a:t>
            </a:r>
            <a:endParaRPr lang="zh-CN" altLang="zh-CN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8" name="对象 28"/>
          <p:cNvGraphicFramePr>
            <a:graphicFrameLocks noChangeAspect="1"/>
          </p:cNvGraphicFramePr>
          <p:nvPr/>
        </p:nvGraphicFramePr>
        <p:xfrm>
          <a:off x="3863975" y="5649119"/>
          <a:ext cx="3827463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40" name="Equation" r:id="rId15" imgW="92049600" imgH="9144000" progId="Equation.DSMT4">
                  <p:embed/>
                </p:oleObj>
              </mc:Choice>
              <mc:Fallback>
                <p:oleObj name="Equation" r:id="rId15" imgW="92049600" imgH="9144000" progId="Equation.DSMT4">
                  <p:embed/>
                  <p:pic>
                    <p:nvPicPr>
                      <p:cNvPr id="0" name="图片 44039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863975" y="5649119"/>
                        <a:ext cx="3827463" cy="3746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8" grpId="0"/>
      <p:bldP spid="13" grpId="0"/>
      <p:bldP spid="14" grpId="0"/>
      <p:bldP spid="16" grpId="0"/>
      <p:bldP spid="17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>
            <a:spLocks noChangeArrowheads="1"/>
          </p:cNvSpPr>
          <p:nvPr/>
        </p:nvSpPr>
        <p:spPr bwMode="auto">
          <a:xfrm>
            <a:off x="1919288" y="260350"/>
            <a:ext cx="3313112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lang="zh-CN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圆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(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两种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3071813" y="908050"/>
          <a:ext cx="2687637" cy="47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57" name="Equation" r:id="rId1" imgW="64008000" imgH="11582400" progId="Equation.DSMT4">
                  <p:embed/>
                </p:oleObj>
              </mc:Choice>
              <mc:Fallback>
                <p:oleObj name="Equation" r:id="rId1" imgW="64008000" imgH="11582400" progId="Equation.DSMT4">
                  <p:embed/>
                  <p:pic>
                    <p:nvPicPr>
                      <p:cNvPr id="0" name="图片 4505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071813" y="908050"/>
                        <a:ext cx="2687637" cy="4746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5951538" y="908050"/>
          <a:ext cx="2217737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58" name="Equation" r:id="rId3" imgW="53035200" imgH="10972800" progId="Equation.DSMT4">
                  <p:embed/>
                </p:oleObj>
              </mc:Choice>
              <mc:Fallback>
                <p:oleObj name="Equation" r:id="rId3" imgW="53035200" imgH="10972800" progId="Equation.DSMT4">
                  <p:embed/>
                  <p:pic>
                    <p:nvPicPr>
                      <p:cNvPr id="0" name="图片 45057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951538" y="908050"/>
                        <a:ext cx="2217737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2063750" y="1484313"/>
            <a:ext cx="5545138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圆心在 </a:t>
            </a:r>
            <a:r>
              <a:rPr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zh-CN" altLang="en-US" sz="2800" b="1" i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轴上且与 </a:t>
            </a:r>
            <a:r>
              <a:rPr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y</a:t>
            </a:r>
            <a:r>
              <a:rPr lang="zh-CN" altLang="en-US" sz="2800" b="1" i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轴相切的圆</a:t>
            </a:r>
            <a:endParaRPr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3006725" y="2276475"/>
          <a:ext cx="1873250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59" name="Equation" r:id="rId5" imgW="45110400" imgH="9144000" progId="Equation.DSMT4">
                  <p:embed/>
                </p:oleObj>
              </mc:Choice>
              <mc:Fallback>
                <p:oleObj name="Equation" r:id="rId5" imgW="45110400" imgH="9144000" progId="Equation.DSMT4">
                  <p:embed/>
                  <p:pic>
                    <p:nvPicPr>
                      <p:cNvPr id="0" name="图片 45058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006725" y="2276475"/>
                        <a:ext cx="1873250" cy="3746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5259388" y="1946275"/>
          <a:ext cx="1784350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60" name="Equation" r:id="rId7" imgW="42976800" imgH="22555200" progId="Equation.DSMT4">
                  <p:embed/>
                </p:oleObj>
              </mc:Choice>
              <mc:Fallback>
                <p:oleObj name="Equation" r:id="rId7" imgW="42976800" imgH="22555200" progId="Equation.DSMT4">
                  <p:embed/>
                  <p:pic>
                    <p:nvPicPr>
                      <p:cNvPr id="0" name="图片 45059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259388" y="1946275"/>
                        <a:ext cx="1784350" cy="9334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7248525" y="2133600"/>
          <a:ext cx="3017838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61" name="Equation" r:id="rId9" imgW="72237600" imgH="10972800" progId="Equation.DSMT4">
                  <p:embed/>
                </p:oleObj>
              </mc:Choice>
              <mc:Fallback>
                <p:oleObj name="Equation" r:id="rId9" imgW="72237600" imgH="10972800" progId="Equation.DSMT4">
                  <p:embed/>
                  <p:pic>
                    <p:nvPicPr>
                      <p:cNvPr id="0" name="图片 45060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248525" y="2133600"/>
                        <a:ext cx="3017838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Picture 16"/>
          <p:cNvPicPr>
            <a:picLocks noChangeAspect="1" noChangeArrowheads="1"/>
          </p:cNvPicPr>
          <p:nvPr/>
        </p:nvPicPr>
        <p:blipFill>
          <a:blip r:embed="rId11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1744" y="3019425"/>
            <a:ext cx="5186809" cy="2935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>
            <a:spLocks noChangeArrowheads="1"/>
          </p:cNvSpPr>
          <p:nvPr/>
        </p:nvSpPr>
        <p:spPr bwMode="auto">
          <a:xfrm>
            <a:off x="1919288" y="260350"/>
            <a:ext cx="518477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</a:t>
            </a:r>
            <a:r>
              <a:rPr lang="zh-CN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）心形线（也称外摆线）</a:t>
            </a:r>
            <a:endParaRPr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2951163" y="919480"/>
          <a:ext cx="2473376" cy="43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081" name="Equation" r:id="rId1" imgW="53035200" imgH="9448800" progId="Equation.DSMT4">
                  <p:embed/>
                </p:oleObj>
              </mc:Choice>
              <mc:Fallback>
                <p:oleObj name="Equation" r:id="rId1" imgW="53035200" imgH="9448800" progId="Equation.DSMT4">
                  <p:embed/>
                  <p:pic>
                    <p:nvPicPr>
                      <p:cNvPr id="0" name="图片 46080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951163" y="919480"/>
                        <a:ext cx="2473376" cy="432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2225675" y="1150620"/>
            <a:ext cx="504825" cy="5899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和</a:t>
            </a:r>
            <a:endParaRPr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2951163" y="1597978"/>
          <a:ext cx="2572524" cy="43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082" name="Equation" r:id="rId3" imgW="55168800" imgH="9448800" progId="Equation.DSMT4">
                  <p:embed/>
                </p:oleObj>
              </mc:Choice>
              <mc:Fallback>
                <p:oleObj name="Equation" r:id="rId3" imgW="55168800" imgH="9448800" progId="Equation.DSMT4">
                  <p:embed/>
                  <p:pic>
                    <p:nvPicPr>
                      <p:cNvPr id="0" name="图片 46081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951163" y="1597978"/>
                        <a:ext cx="2572524" cy="432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5858828" y="1190943"/>
          <a:ext cx="1492250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083" name="Equation" r:id="rId5" imgW="35661600" imgH="11582400" progId="Equation.DSMT4">
                  <p:embed/>
                </p:oleObj>
              </mc:Choice>
              <mc:Fallback>
                <p:oleObj name="Equation" r:id="rId5" imgW="35661600" imgH="11582400" progId="Equation.DSMT4">
                  <p:embed/>
                  <p:pic>
                    <p:nvPicPr>
                      <p:cNvPr id="0" name="图片 46082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858828" y="1190943"/>
                        <a:ext cx="1492250" cy="4889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7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530" y="2276793"/>
            <a:ext cx="5873750" cy="392112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3"/>
          <p:cNvSpPr txBox="1">
            <a:spLocks noChangeArrowheads="1"/>
          </p:cNvSpPr>
          <p:nvPr/>
        </p:nvSpPr>
        <p:spPr bwMode="auto">
          <a:xfrm>
            <a:off x="1919288" y="260350"/>
            <a:ext cx="518477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5</a:t>
            </a:r>
            <a:r>
              <a:rPr lang="zh-CN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）双纽线</a:t>
            </a:r>
            <a:endParaRPr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2882900" y="790575"/>
          <a:ext cx="21209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05" name="Equation" r:id="rId1" imgW="50901600" imgH="10668000" progId="Equation.DSMT4">
                  <p:embed/>
                </p:oleObj>
              </mc:Choice>
              <mc:Fallback>
                <p:oleObj name="Equation" r:id="rId1" imgW="50901600" imgH="10668000" progId="Equation.DSMT4">
                  <p:embed/>
                  <p:pic>
                    <p:nvPicPr>
                      <p:cNvPr id="0" name="图片 4710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882900" y="790575"/>
                        <a:ext cx="2120900" cy="444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5368925" y="522288"/>
          <a:ext cx="3471863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06" name="Equation" r:id="rId3" imgW="83515200" imgH="22555200" progId="Equation.DSMT4">
                  <p:embed/>
                </p:oleObj>
              </mc:Choice>
              <mc:Fallback>
                <p:oleObj name="Equation" r:id="rId3" imgW="83515200" imgH="22555200" progId="Equation.DSMT4">
                  <p:embed/>
                  <p:pic>
                    <p:nvPicPr>
                      <p:cNvPr id="0" name="图片 47105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368925" y="522288"/>
                        <a:ext cx="3471863" cy="9334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6275" y="1557338"/>
            <a:ext cx="5400675" cy="4478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>
            <a:spLocks noChangeArrowheads="1"/>
          </p:cNvSpPr>
          <p:nvPr/>
        </p:nvSpPr>
        <p:spPr bwMode="auto">
          <a:xfrm>
            <a:off x="1992313" y="188913"/>
            <a:ext cx="266382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当曲线由函数</a:t>
            </a:r>
            <a:endParaRPr lang="zh-CN" altLang="en-US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4257675" y="296863"/>
          <a:ext cx="1416050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29" name="Equation" r:id="rId1" imgW="33832800" imgH="9448800" progId="Equation.DSMT4">
                  <p:embed/>
                </p:oleObj>
              </mc:Choice>
              <mc:Fallback>
                <p:oleObj name="Equation" r:id="rId1" imgW="33832800" imgH="9448800" progId="Equation.DSMT4">
                  <p:embed/>
                  <p:pic>
                    <p:nvPicPr>
                      <p:cNvPr id="0" name="图片 48128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257675" y="296863"/>
                        <a:ext cx="1416050" cy="3873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5880100" y="288925"/>
          <a:ext cx="844550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30" name="Equation" r:id="rId3" imgW="20421600" imgH="7620000" progId="Equation.DSMT4">
                  <p:embed/>
                </p:oleObj>
              </mc:Choice>
              <mc:Fallback>
                <p:oleObj name="Equation" r:id="rId3" imgW="20421600" imgH="7620000" progId="Equation.DSMT4">
                  <p:embed/>
                  <p:pic>
                    <p:nvPicPr>
                      <p:cNvPr id="0" name="图片 48129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880100" y="288925"/>
                        <a:ext cx="844550" cy="323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6888163" y="188640"/>
            <a:ext cx="360045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表示时，其直角坐标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3216275" y="1557338"/>
          <a:ext cx="2293938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31" name="Equation" r:id="rId5" imgW="54864000" imgH="24384000" progId="Equation.DSMT4">
                  <p:embed/>
                </p:oleObj>
              </mc:Choice>
              <mc:Fallback>
                <p:oleObj name="Equation" r:id="rId5" imgW="54864000" imgH="24384000" progId="Equation.DSMT4">
                  <p:embed/>
                  <p:pic>
                    <p:nvPicPr>
                      <p:cNvPr id="0" name="图片 48130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216275" y="1557338"/>
                        <a:ext cx="2293938" cy="1016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5951538" y="1916113"/>
          <a:ext cx="844550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32" name="Equation" r:id="rId7" imgW="20421600" imgH="7620000" progId="Equation.DSMT4">
                  <p:embed/>
                </p:oleObj>
              </mc:Choice>
              <mc:Fallback>
                <p:oleObj name="Equation" r:id="rId7" imgW="20421600" imgH="7620000" progId="Equation.DSMT4">
                  <p:embed/>
                  <p:pic>
                    <p:nvPicPr>
                      <p:cNvPr id="0" name="图片 48131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951538" y="1916113"/>
                        <a:ext cx="844550" cy="323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1992313" y="2636838"/>
            <a:ext cx="387032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例如，将阿基米德螺线</a:t>
            </a:r>
            <a:endParaRPr lang="zh-CN" altLang="en-US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5807968" y="2711450"/>
          <a:ext cx="1009650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33" name="Equation" r:id="rId9" imgW="24384000" imgH="9144000" progId="Equation.DSMT4">
                  <p:embed/>
                </p:oleObj>
              </mc:Choice>
              <mc:Fallback>
                <p:oleObj name="Equation" r:id="rId9" imgW="24384000" imgH="9144000" progId="Equation.DSMT4">
                  <p:embed/>
                  <p:pic>
                    <p:nvPicPr>
                      <p:cNvPr id="0" name="图片 48132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807968" y="2711450"/>
                        <a:ext cx="1009650" cy="3746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3611563" y="3808413"/>
          <a:ext cx="196215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34" name="Equation" r:id="rId11" imgW="47244000" imgH="24384000" progId="Equation.DSMT4">
                  <p:embed/>
                </p:oleObj>
              </mc:Choice>
              <mc:Fallback>
                <p:oleObj name="Equation" r:id="rId11" imgW="47244000" imgH="24384000" progId="Equation.DSMT4">
                  <p:embed/>
                  <p:pic>
                    <p:nvPicPr>
                      <p:cNvPr id="0" name="图片 48133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611563" y="3808413"/>
                        <a:ext cx="1962150" cy="1016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5862638" y="4076700"/>
          <a:ext cx="755650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35" name="Equation" r:id="rId13" imgW="18288000" imgH="7620000" progId="Equation.DSMT4">
                  <p:embed/>
                </p:oleObj>
              </mc:Choice>
              <mc:Fallback>
                <p:oleObj name="Equation" r:id="rId13" imgW="18288000" imgH="7620000" progId="Equation.DSMT4">
                  <p:embed/>
                  <p:pic>
                    <p:nvPicPr>
                      <p:cNvPr id="0" name="图片 48134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862638" y="4076700"/>
                        <a:ext cx="755650" cy="323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Picture 20"/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2625" y="3425601"/>
            <a:ext cx="2592388" cy="2379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1524000" y="908050"/>
            <a:ext cx="8101013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下的参数方程形式可以表示为：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6888163" y="2636838"/>
            <a:ext cx="406717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写成直角坐标系下的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" name="TextBox 14"/>
          <p:cNvSpPr txBox="1">
            <a:spLocks noChangeArrowheads="1"/>
          </p:cNvSpPr>
          <p:nvPr/>
        </p:nvSpPr>
        <p:spPr bwMode="auto">
          <a:xfrm>
            <a:off x="1524000" y="3284538"/>
            <a:ext cx="2916238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参数方程就是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8" grpId="0"/>
      <p:bldP spid="13" grpId="0"/>
      <p:bldP spid="14" grpId="0"/>
      <p:bldP spid="15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5"/>
          <p:cNvSpPr txBox="1">
            <a:spLocks noChangeArrowheads="1"/>
          </p:cNvSpPr>
          <p:nvPr/>
        </p:nvSpPr>
        <p:spPr bwMode="auto">
          <a:xfrm>
            <a:off x="1687880" y="121459"/>
            <a:ext cx="7776864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由参数方程所确定的函数的导数</a:t>
            </a:r>
            <a:endParaRPr lang="zh-CN" altLang="zh-CN" sz="32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1860605" y="704884"/>
            <a:ext cx="6067340" cy="7620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Tx/>
              <a:buSzTx/>
              <a:buFontTx/>
            </a:pPr>
            <a:r>
              <a:rPr lang="zh-CN" altLang="en-US" sz="32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1.由参数方程求一阶导数</a:t>
            </a:r>
            <a:endParaRPr lang="zh-CN" altLang="en-US" sz="3200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2031048" y="1407478"/>
            <a:ext cx="21336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若参数方程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4011613" y="1161415"/>
          <a:ext cx="14097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1" name="Equation" r:id="rId1" imgW="33832800" imgH="24384000" progId="Equation.DSMT4">
                  <p:embed/>
                </p:oleObj>
              </mc:Choice>
              <mc:Fallback>
                <p:oleObj name="Equation" r:id="rId1" imgW="33832800" imgH="24384000" progId="Equation.DSMT4">
                  <p:embed/>
                  <p:pic>
                    <p:nvPicPr>
                      <p:cNvPr id="0" name="图片 30720"/>
                      <p:cNvPicPr>
                        <a:picLocks noChangeAspect="1"/>
                      </p:cNvPicPr>
                      <p:nvPr/>
                    </p:nvPicPr>
                    <p:blipFill>
                      <a:blip r:embed="rId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011613" y="1161415"/>
                        <a:ext cx="1409700" cy="1016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5484813" y="1382396"/>
            <a:ext cx="48768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可确定一个</a:t>
            </a:r>
            <a:r>
              <a:rPr kumimoji="1" lang="zh-CN" altLang="en-US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y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kumimoji="1" lang="zh-CN" altLang="en-US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之间的函数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2665413" y="2212658"/>
          <a:ext cx="14351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2" name="Equation" r:id="rId3" imgW="34442400" imgH="9448800" progId="Equation.DSMT4">
                  <p:embed/>
                </p:oleObj>
              </mc:Choice>
              <mc:Fallback>
                <p:oleObj name="Equation" r:id="rId3" imgW="34442400" imgH="9448800" progId="Equation.DSMT4">
                  <p:embed/>
                  <p:pic>
                    <p:nvPicPr>
                      <p:cNvPr id="0" name="图片 30721"/>
                      <p:cNvPicPr>
                        <a:picLocks noChangeAspect="1"/>
                      </p:cNvPicPr>
                      <p:nvPr/>
                    </p:nvPicPr>
                    <p:blipFill>
                      <a:blip r:embed="rId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665413" y="2212658"/>
                        <a:ext cx="14351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4100513" y="2168843"/>
            <a:ext cx="17526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可导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且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5618163" y="2153603"/>
          <a:ext cx="32258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3" name="Equation" r:id="rId5" imgW="77419200" imgH="10972800" progId="Equation.DSMT4">
                  <p:embed/>
                </p:oleObj>
              </mc:Choice>
              <mc:Fallback>
                <p:oleObj name="Equation" r:id="rId5" imgW="77419200" imgH="10972800" progId="Equation.DSMT4">
                  <p:embed/>
                  <p:pic>
                    <p:nvPicPr>
                      <p:cNvPr id="0" name="图片 30722"/>
                      <p:cNvPicPr>
                        <a:picLocks noChangeAspect="1"/>
                      </p:cNvPicPr>
                      <p:nvPr/>
                    </p:nvPicPr>
                    <p:blipFill>
                      <a:blip r:embed="rId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5618163" y="2153603"/>
                        <a:ext cx="322580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9"/>
          <p:cNvSpPr txBox="1">
            <a:spLocks noChangeArrowheads="1"/>
          </p:cNvSpPr>
          <p:nvPr/>
        </p:nvSpPr>
        <p:spPr bwMode="auto">
          <a:xfrm>
            <a:off x="8972233" y="2148523"/>
            <a:ext cx="6096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则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1" name="Object 10"/>
          <p:cNvGraphicFramePr>
            <a:graphicFrameLocks noChangeAspect="1"/>
          </p:cNvGraphicFramePr>
          <p:nvPr/>
        </p:nvGraphicFramePr>
        <p:xfrm>
          <a:off x="2279576" y="2780928"/>
          <a:ext cx="1194922" cy="4526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4" name="Equation" r:id="rId7" imgW="13106400" imgH="4876800" progId="Equation.DSMT4">
                  <p:embed/>
                </p:oleObj>
              </mc:Choice>
              <mc:Fallback>
                <p:oleObj name="Equation" r:id="rId7" imgW="13106400" imgH="4876800" progId="Equation.DSMT4">
                  <p:embed/>
                  <p:pic>
                    <p:nvPicPr>
                      <p:cNvPr id="0" name="图片 30723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279576" y="2780928"/>
                        <a:ext cx="1194922" cy="452686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Box 11"/>
          <p:cNvSpPr txBox="1">
            <a:spLocks noChangeArrowheads="1"/>
          </p:cNvSpPr>
          <p:nvPr/>
        </p:nvSpPr>
        <p:spPr bwMode="auto">
          <a:xfrm>
            <a:off x="3440113" y="2690813"/>
            <a:ext cx="12192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有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3" name="Object 12"/>
          <p:cNvGraphicFramePr>
            <a:graphicFrameLocks noChangeAspect="1"/>
          </p:cNvGraphicFramePr>
          <p:nvPr/>
        </p:nvGraphicFramePr>
        <p:xfrm>
          <a:off x="3406701" y="3175240"/>
          <a:ext cx="758552" cy="958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5" name="Equation" r:id="rId9" imgW="8229600" imgH="10363200" progId="Equation.DSMT4">
                  <p:embed/>
                </p:oleObj>
              </mc:Choice>
              <mc:Fallback>
                <p:oleObj name="Equation" r:id="rId9" imgW="8229600" imgH="10363200" progId="Equation.DSMT4">
                  <p:embed/>
                  <p:pic>
                    <p:nvPicPr>
                      <p:cNvPr id="0" name="图片 30724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406701" y="3175240"/>
                        <a:ext cx="758552" cy="95838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3"/>
          <p:cNvGraphicFramePr>
            <a:graphicFrameLocks noChangeAspect="1"/>
          </p:cNvGraphicFramePr>
          <p:nvPr/>
        </p:nvGraphicFramePr>
        <p:xfrm>
          <a:off x="4367213" y="3241675"/>
          <a:ext cx="10541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6" name="Equation" r:id="rId11" imgW="25298400" imgH="21945600" progId="Equation.DSMT4">
                  <p:embed/>
                </p:oleObj>
              </mc:Choice>
              <mc:Fallback>
                <p:oleObj name="Equation" r:id="rId11" imgW="25298400" imgH="21945600" progId="Equation.DSMT4">
                  <p:embed/>
                  <p:pic>
                    <p:nvPicPr>
                      <p:cNvPr id="0" name="图片 30725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367213" y="3241675"/>
                        <a:ext cx="1054100" cy="914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4"/>
          <p:cNvGraphicFramePr>
            <a:graphicFrameLocks noChangeAspect="1"/>
          </p:cNvGraphicFramePr>
          <p:nvPr/>
        </p:nvGraphicFramePr>
        <p:xfrm>
          <a:off x="5554663" y="3243263"/>
          <a:ext cx="1384300" cy="1346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7" name="Equation" r:id="rId13" imgW="33223200" imgH="32308800" progId="Equation.DSMT4">
                  <p:embed/>
                </p:oleObj>
              </mc:Choice>
              <mc:Fallback>
                <p:oleObj name="Equation" r:id="rId13" imgW="33223200" imgH="32308800" progId="Equation.DSMT4">
                  <p:embed/>
                  <p:pic>
                    <p:nvPicPr>
                      <p:cNvPr id="0" name="图片 30726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554663" y="3243263"/>
                        <a:ext cx="1384300" cy="1346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5"/>
          <p:cNvGraphicFramePr>
            <a:graphicFrameLocks noChangeAspect="1"/>
          </p:cNvGraphicFramePr>
          <p:nvPr/>
        </p:nvGraphicFramePr>
        <p:xfrm>
          <a:off x="7137326" y="4875426"/>
          <a:ext cx="1064418" cy="929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8" name="Equation" r:id="rId15" imgW="11582400" imgH="10058400" progId="Equation.DSMT4">
                  <p:embed/>
                </p:oleObj>
              </mc:Choice>
              <mc:Fallback>
                <p:oleObj name="Equation" r:id="rId15" imgW="11582400" imgH="10058400" progId="Equation.DSMT4">
                  <p:embed/>
                  <p:pic>
                    <p:nvPicPr>
                      <p:cNvPr id="0" name="图片 30727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7137326" y="4875426"/>
                        <a:ext cx="1064418" cy="9298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6"/>
          <p:cNvGraphicFramePr>
            <a:graphicFrameLocks noChangeAspect="1"/>
          </p:cNvGraphicFramePr>
          <p:nvPr/>
        </p:nvGraphicFramePr>
        <p:xfrm>
          <a:off x="2279576" y="4355728"/>
          <a:ext cx="1260173" cy="4526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9" name="Equation" r:id="rId17" imgW="13716000" imgH="4876800" progId="Equation.DSMT4">
                  <p:embed/>
                </p:oleObj>
              </mc:Choice>
              <mc:Fallback>
                <p:oleObj name="Equation" r:id="rId17" imgW="13716000" imgH="4876800" progId="Equation.DSMT4">
                  <p:embed/>
                  <p:pic>
                    <p:nvPicPr>
                      <p:cNvPr id="0" name="图片 30728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279576" y="4355728"/>
                        <a:ext cx="1260173" cy="45268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 Box 17"/>
          <p:cNvSpPr txBox="1">
            <a:spLocks noChangeArrowheads="1"/>
          </p:cNvSpPr>
          <p:nvPr/>
        </p:nvSpPr>
        <p:spPr bwMode="auto">
          <a:xfrm>
            <a:off x="3451226" y="4275138"/>
            <a:ext cx="12192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有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9" name="Object 18"/>
          <p:cNvGraphicFramePr>
            <a:graphicFrameLocks noChangeAspect="1"/>
          </p:cNvGraphicFramePr>
          <p:nvPr/>
        </p:nvGraphicFramePr>
        <p:xfrm>
          <a:off x="3482901" y="4838940"/>
          <a:ext cx="758552" cy="958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0" name="Equation" r:id="rId19" imgW="8229600" imgH="10363200" progId="Equation.DSMT4">
                  <p:embed/>
                </p:oleObj>
              </mc:Choice>
              <mc:Fallback>
                <p:oleObj name="Equation" r:id="rId19" imgW="8229600" imgH="10363200" progId="Equation.DSMT4">
                  <p:embed/>
                  <p:pic>
                    <p:nvPicPr>
                      <p:cNvPr id="0" name="图片 30729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3482901" y="4838940"/>
                        <a:ext cx="758552" cy="95838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19"/>
          <p:cNvGraphicFramePr>
            <a:graphicFrameLocks noChangeAspect="1"/>
          </p:cNvGraphicFramePr>
          <p:nvPr/>
        </p:nvGraphicFramePr>
        <p:xfrm>
          <a:off x="4430713" y="4906963"/>
          <a:ext cx="10541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1" name="Equation" r:id="rId21" imgW="25298400" imgH="21945600" progId="Equation.DSMT4">
                  <p:embed/>
                </p:oleObj>
              </mc:Choice>
              <mc:Fallback>
                <p:oleObj name="Equation" r:id="rId21" imgW="25298400" imgH="21945600" progId="Equation.DSMT4">
                  <p:embed/>
                  <p:pic>
                    <p:nvPicPr>
                      <p:cNvPr id="0" name="图片 30730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4430713" y="4906963"/>
                        <a:ext cx="1054100" cy="914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20"/>
          <p:cNvGraphicFramePr>
            <a:graphicFrameLocks noChangeAspect="1"/>
          </p:cNvGraphicFramePr>
          <p:nvPr/>
        </p:nvGraphicFramePr>
        <p:xfrm>
          <a:off x="5618163" y="4922838"/>
          <a:ext cx="1447800" cy="1346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2" name="Equation" r:id="rId23" imgW="34747200" imgH="32308800" progId="Equation.DSMT4">
                  <p:embed/>
                </p:oleObj>
              </mc:Choice>
              <mc:Fallback>
                <p:oleObj name="Equation" r:id="rId23" imgW="34747200" imgH="32308800" progId="Equation.DSMT4">
                  <p:embed/>
                  <p:pic>
                    <p:nvPicPr>
                      <p:cNvPr id="0" name="图片 30731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5618163" y="4922838"/>
                        <a:ext cx="1447800" cy="1346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21"/>
          <p:cNvGraphicFramePr>
            <a:graphicFrameLocks noChangeAspect="1"/>
          </p:cNvGraphicFramePr>
          <p:nvPr/>
        </p:nvGraphicFramePr>
        <p:xfrm>
          <a:off x="6997626" y="3214216"/>
          <a:ext cx="1064418" cy="9257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3" name="Equation" r:id="rId25" imgW="11582400" imgH="10058400" progId="Equation.DSMT4">
                  <p:embed/>
                </p:oleObj>
              </mc:Choice>
              <mc:Fallback>
                <p:oleObj name="Equation" r:id="rId25" imgW="11582400" imgH="10058400" progId="Equation.DSMT4">
                  <p:embed/>
                  <p:pic>
                    <p:nvPicPr>
                      <p:cNvPr id="0" name="图片 30732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6997626" y="3214216"/>
                        <a:ext cx="1064418" cy="92576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Text Box 22"/>
          <p:cNvSpPr txBox="1">
            <a:spLocks noChangeArrowheads="1"/>
          </p:cNvSpPr>
          <p:nvPr/>
        </p:nvSpPr>
        <p:spPr bwMode="auto">
          <a:xfrm>
            <a:off x="2525713" y="5967413"/>
            <a:ext cx="41910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此时看成 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是</a:t>
            </a:r>
            <a:r>
              <a:rPr kumimoji="1" lang="zh-CN" altLang="en-US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y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的函数 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endParaRPr kumimoji="1"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4" name="Text Box 23"/>
          <p:cNvSpPr txBox="1">
            <a:spLocks noChangeArrowheads="1"/>
          </p:cNvSpPr>
          <p:nvPr/>
        </p:nvSpPr>
        <p:spPr bwMode="auto">
          <a:xfrm>
            <a:off x="1687513" y="2148523"/>
            <a:ext cx="10668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关系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endParaRPr kumimoji="1" lang="en-US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bldLvl="0" animBg="1" autoUpdateAnimBg="0"/>
      <p:bldP spid="6" grpId="0" bldLvl="0" animBg="1" autoUpdateAnimBg="0"/>
      <p:bldP spid="8" grpId="0" bldLvl="0" animBg="1" autoUpdateAnimBg="0"/>
      <p:bldP spid="10" grpId="0" bldLvl="0" animBg="1" autoUpdateAnimBg="0"/>
      <p:bldP spid="12" grpId="0" bldLvl="0" animBg="1" autoUpdateAnimBg="0"/>
      <p:bldP spid="18" grpId="0" bldLvl="0" animBg="1" autoUpdateAnimBg="0"/>
      <p:bldP spid="23" grpId="0" bldLvl="0" animBg="1" autoUpdateAnimBg="0"/>
      <p:bldP spid="24" grpId="0" bldLvl="0" animBg="1" autoUpdateAnimBg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2210705" y="116632"/>
            <a:ext cx="6067340" cy="7620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32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2.由参数方程求二阶导数</a:t>
            </a:r>
            <a:endParaRPr lang="zh-CN" altLang="en-US" sz="3200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2057400" y="785137"/>
            <a:ext cx="3124200" cy="6858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若上述参数方程中</a:t>
            </a:r>
            <a:endParaRPr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5045075" y="837525"/>
          <a:ext cx="1435100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45" name="Equation" r:id="rId1" imgW="34442400" imgH="9448800" progId="Equation.DSMT4">
                  <p:embed/>
                </p:oleObj>
              </mc:Choice>
              <mc:Fallback>
                <p:oleObj name="Equation" r:id="rId1" imgW="34442400" imgH="9448800" progId="Equation.DSMT4">
                  <p:embed/>
                  <p:pic>
                    <p:nvPicPr>
                      <p:cNvPr id="0" name="图片 31744"/>
                      <p:cNvPicPr>
                        <a:picLocks noChangeAspect="1"/>
                      </p:cNvPicPr>
                      <p:nvPr/>
                    </p:nvPicPr>
                    <p:blipFill>
                      <a:blip r:embed="rId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5045075" y="837525"/>
                        <a:ext cx="1435100" cy="3905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6449060" y="747196"/>
            <a:ext cx="18288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二阶可导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endParaRPr kumimoji="1" lang="en-US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1991544" y="3549087"/>
          <a:ext cx="1001688" cy="10320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46" name="Equation" r:id="rId3" imgW="10668000" imgH="10972800" progId="Equation.DSMT4">
                  <p:embed/>
                </p:oleObj>
              </mc:Choice>
              <mc:Fallback>
                <p:oleObj name="Equation" r:id="rId3" imgW="10668000" imgH="10972800" progId="Equation.DSMT4">
                  <p:embed/>
                  <p:pic>
                    <p:nvPicPr>
                      <p:cNvPr id="0" name="图片 31745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91544" y="3549087"/>
                        <a:ext cx="1001688" cy="103204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3030240" y="3621999"/>
          <a:ext cx="1120775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47" name="Equation" r:id="rId5" imgW="27736800" imgH="21945600" progId="Equation.DSMT4">
                  <p:embed/>
                </p:oleObj>
              </mc:Choice>
              <mc:Fallback>
                <p:oleObj name="Equation" r:id="rId5" imgW="27736800" imgH="21945600" progId="Equation.DSMT4">
                  <p:embed/>
                  <p:pic>
                    <p:nvPicPr>
                      <p:cNvPr id="0" name="图片 31746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030240" y="3621999"/>
                        <a:ext cx="1120775" cy="889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2747253" y="4958018"/>
          <a:ext cx="241200" cy="2793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48" name="Equation" r:id="rId7" imgW="5791200" imgH="6705600" progId="Equation.DSMT4">
                  <p:embed/>
                </p:oleObj>
              </mc:Choice>
              <mc:Fallback>
                <p:oleObj name="Equation" r:id="rId7" imgW="5791200" imgH="6705600" progId="Equation.DSMT4">
                  <p:embed/>
                  <p:pic>
                    <p:nvPicPr>
                      <p:cNvPr id="0" name="图片 31747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747253" y="4958018"/>
                        <a:ext cx="241200" cy="2793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Line 8"/>
          <p:cNvSpPr>
            <a:spLocks noChangeShapeType="1"/>
          </p:cNvSpPr>
          <p:nvPr/>
        </p:nvSpPr>
        <p:spPr bwMode="auto">
          <a:xfrm flipV="1">
            <a:off x="3007995" y="5076190"/>
            <a:ext cx="3598545" cy="4254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noAutofit/>
          </a:bodyPr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0" name="Object 9"/>
          <p:cNvGraphicFramePr>
            <a:graphicFrameLocks noChangeAspect="1"/>
          </p:cNvGraphicFramePr>
          <p:nvPr/>
        </p:nvGraphicFramePr>
        <p:xfrm>
          <a:off x="4330402" y="5188862"/>
          <a:ext cx="8255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49" name="Equation" r:id="rId9" imgW="20421600" imgH="10972800" progId="Equation.DSMT4">
                  <p:embed/>
                </p:oleObj>
              </mc:Choice>
              <mc:Fallback>
                <p:oleObj name="Equation" r:id="rId9" imgW="20421600" imgH="10972800" progId="Equation.DSMT4">
                  <p:embed/>
                  <p:pic>
                    <p:nvPicPr>
                      <p:cNvPr id="0" name="图片 31748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330402" y="5188862"/>
                        <a:ext cx="825500" cy="444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/>
          <p:cNvGraphicFramePr>
            <a:graphicFrameLocks noChangeAspect="1"/>
          </p:cNvGraphicFramePr>
          <p:nvPr/>
        </p:nvGraphicFramePr>
        <p:xfrm>
          <a:off x="3152477" y="4688799"/>
          <a:ext cx="1392238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50" name="Equation" r:id="rId11" imgW="34442400" imgH="9753600" progId="Equation.DSMT4">
                  <p:embed/>
                </p:oleObj>
              </mc:Choice>
              <mc:Fallback>
                <p:oleObj name="Equation" r:id="rId11" imgW="34442400" imgH="9753600" progId="Equation.DSMT4">
                  <p:embed/>
                  <p:pic>
                    <p:nvPicPr>
                      <p:cNvPr id="0" name="图片 31749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152477" y="4688799"/>
                        <a:ext cx="1392238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/>
          <p:cNvGraphicFramePr>
            <a:graphicFrameLocks noChangeAspect="1"/>
          </p:cNvGraphicFramePr>
          <p:nvPr/>
        </p:nvGraphicFramePr>
        <p:xfrm>
          <a:off x="4655840" y="4688799"/>
          <a:ext cx="1598612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51" name="Equation" r:id="rId13" imgW="39624000" imgH="9753600" progId="Equation.DSMT4">
                  <p:embed/>
                </p:oleObj>
              </mc:Choice>
              <mc:Fallback>
                <p:oleObj name="Equation" r:id="rId13" imgW="39624000" imgH="9753600" progId="Equation.DSMT4">
                  <p:embed/>
                  <p:pic>
                    <p:nvPicPr>
                      <p:cNvPr id="0" name="图片 31750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655840" y="4688799"/>
                        <a:ext cx="1598612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Line 12"/>
          <p:cNvSpPr>
            <a:spLocks noChangeShapeType="1"/>
          </p:cNvSpPr>
          <p:nvPr/>
        </p:nvSpPr>
        <p:spPr bwMode="auto">
          <a:xfrm flipH="1">
            <a:off x="6625927" y="4913548"/>
            <a:ext cx="304800" cy="3683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4" name="Object 13"/>
          <p:cNvGraphicFramePr>
            <a:graphicFrameLocks noChangeAspect="1"/>
          </p:cNvGraphicFramePr>
          <p:nvPr/>
        </p:nvGraphicFramePr>
        <p:xfrm>
          <a:off x="6930763" y="4863109"/>
          <a:ext cx="719827" cy="4683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52" name="Equation" r:id="rId15" imgW="7620000" imgH="4876800" progId="Equation.DSMT4">
                  <p:embed/>
                </p:oleObj>
              </mc:Choice>
              <mc:Fallback>
                <p:oleObj name="Equation" r:id="rId15" imgW="7620000" imgH="4876800" progId="Equation.DSMT4">
                  <p:embed/>
                  <p:pic>
                    <p:nvPicPr>
                      <p:cNvPr id="0" name="图片 31751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930763" y="4863109"/>
                        <a:ext cx="719827" cy="46832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6"/>
          <p:cNvGraphicFramePr>
            <a:graphicFrameLocks noChangeAspect="1"/>
          </p:cNvGraphicFramePr>
          <p:nvPr/>
        </p:nvGraphicFramePr>
        <p:xfrm>
          <a:off x="4308177" y="3660099"/>
          <a:ext cx="1711325" cy="874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53" name="Equation" r:id="rId17" imgW="42367200" imgH="21640800" progId="Equation.DSMT4">
                  <p:embed/>
                </p:oleObj>
              </mc:Choice>
              <mc:Fallback>
                <p:oleObj name="Equation" r:id="rId17" imgW="42367200" imgH="21640800" progId="Equation.DSMT4">
                  <p:embed/>
                  <p:pic>
                    <p:nvPicPr>
                      <p:cNvPr id="0" name="图片 31752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308177" y="3660099"/>
                        <a:ext cx="1711325" cy="8747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7"/>
          <p:cNvGraphicFramePr>
            <a:graphicFrameLocks noChangeAspect="1"/>
          </p:cNvGraphicFramePr>
          <p:nvPr/>
        </p:nvGraphicFramePr>
        <p:xfrm>
          <a:off x="5853485" y="3613450"/>
          <a:ext cx="498676" cy="9756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54" name="Equation" r:id="rId19" imgW="5181600" imgH="10363200" progId="Equation.DSMT4">
                  <p:embed/>
                </p:oleObj>
              </mc:Choice>
              <mc:Fallback>
                <p:oleObj name="Equation" r:id="rId19" imgW="5181600" imgH="10363200" progId="Equation.DSMT4">
                  <p:embed/>
                  <p:pic>
                    <p:nvPicPr>
                      <p:cNvPr id="0" name="图片 31753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5853485" y="3613450"/>
                        <a:ext cx="498676" cy="975666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8"/>
          <p:cNvGraphicFramePr>
            <a:graphicFrameLocks noChangeAspect="1"/>
          </p:cNvGraphicFramePr>
          <p:nvPr/>
        </p:nvGraphicFramePr>
        <p:xfrm>
          <a:off x="5334000" y="2728913"/>
          <a:ext cx="1525588" cy="887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55" name="Equation" r:id="rId21" imgW="37795200" imgH="21945600" progId="Equation.DSMT4">
                  <p:embed/>
                </p:oleObj>
              </mc:Choice>
              <mc:Fallback>
                <p:oleObj name="Equation" r:id="rId21" imgW="37795200" imgH="21945600" progId="Equation.DSMT4">
                  <p:embed/>
                  <p:pic>
                    <p:nvPicPr>
                      <p:cNvPr id="0" name="图片 31754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5334000" y="2728913"/>
                        <a:ext cx="1525588" cy="88741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9"/>
          <p:cNvGraphicFramePr>
            <a:graphicFrameLocks noChangeAspect="1"/>
          </p:cNvGraphicFramePr>
          <p:nvPr/>
        </p:nvGraphicFramePr>
        <p:xfrm>
          <a:off x="5422900" y="2181225"/>
          <a:ext cx="1168400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56" name="Equation" r:id="rId23" imgW="28041600" imgH="9448800" progId="Equation.DSMT4">
                  <p:embed/>
                </p:oleObj>
              </mc:Choice>
              <mc:Fallback>
                <p:oleObj name="Equation" r:id="rId23" imgW="28041600" imgH="9448800" progId="Equation.DSMT4">
                  <p:embed/>
                  <p:pic>
                    <p:nvPicPr>
                      <p:cNvPr id="0" name="图片 31755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5422900" y="2181225"/>
                        <a:ext cx="1168400" cy="3905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AutoShape 20"/>
          <p:cNvSpPr/>
          <p:nvPr/>
        </p:nvSpPr>
        <p:spPr bwMode="auto">
          <a:xfrm>
            <a:off x="5105400" y="2250399"/>
            <a:ext cx="152400" cy="1295400"/>
          </a:xfrm>
          <a:prstGeom prst="leftBrace">
            <a:avLst>
              <a:gd name="adj1" fmla="val 70833"/>
              <a:gd name="adj2" fmla="val 50000"/>
            </a:avLst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1" name="Text Box 21"/>
          <p:cNvSpPr txBox="1">
            <a:spLocks noChangeArrowheads="1"/>
          </p:cNvSpPr>
          <p:nvPr/>
        </p:nvSpPr>
        <p:spPr bwMode="auto">
          <a:xfrm>
            <a:off x="8095615" y="711825"/>
            <a:ext cx="591185" cy="583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32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且</a:t>
            </a:r>
            <a:endParaRPr kumimoji="1" lang="zh-CN" altLang="en-US" sz="32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2" name="Object 22"/>
          <p:cNvGraphicFramePr>
            <a:graphicFrameLocks noChangeAspect="1"/>
          </p:cNvGraphicFramePr>
          <p:nvPr/>
        </p:nvGraphicFramePr>
        <p:xfrm>
          <a:off x="8686800" y="801965"/>
          <a:ext cx="1346200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57" name="Equation" r:id="rId25" imgW="32308800" imgH="9753600" progId="Equation.DSMT4">
                  <p:embed/>
                </p:oleObj>
              </mc:Choice>
              <mc:Fallback>
                <p:oleObj name="Equation" r:id="rId25" imgW="32308800" imgH="9753600" progId="Equation.DSMT4">
                  <p:embed/>
                  <p:pic>
                    <p:nvPicPr>
                      <p:cNvPr id="0" name="图片 31756"/>
                      <p:cNvPicPr>
                        <a:picLocks noChangeAspect="1"/>
                      </p:cNvPicPr>
                      <p:nvPr/>
                    </p:nvPicPr>
                    <p:blipFill>
                      <a:blip r:embed="rId2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8686800" y="801965"/>
                        <a:ext cx="1346200" cy="4032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Text Box 23"/>
          <p:cNvSpPr txBox="1">
            <a:spLocks noChangeArrowheads="1"/>
          </p:cNvSpPr>
          <p:nvPr/>
        </p:nvSpPr>
        <p:spPr bwMode="auto">
          <a:xfrm>
            <a:off x="1676400" y="1464587"/>
            <a:ext cx="304292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则由它确定的函数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4" name="Object 24"/>
          <p:cNvGraphicFramePr>
            <a:graphicFrameLocks noChangeAspect="1"/>
          </p:cNvGraphicFramePr>
          <p:nvPr/>
        </p:nvGraphicFramePr>
        <p:xfrm>
          <a:off x="4635500" y="1530935"/>
          <a:ext cx="1295400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58" name="Equation" r:id="rId27" imgW="31089600" imgH="9448800" progId="Equation.DSMT4">
                  <p:embed/>
                </p:oleObj>
              </mc:Choice>
              <mc:Fallback>
                <p:oleObj name="Equation" r:id="rId27" imgW="31089600" imgH="9448800" progId="Equation.DSMT4">
                  <p:embed/>
                  <p:pic>
                    <p:nvPicPr>
                      <p:cNvPr id="0" name="图片 31757"/>
                      <p:cNvPicPr>
                        <a:picLocks noChangeAspect="1"/>
                      </p:cNvPicPr>
                      <p:nvPr/>
                    </p:nvPicPr>
                    <p:blipFill>
                      <a:blip r:embed="rId2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635500" y="1530935"/>
                        <a:ext cx="1295400" cy="3905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Text Box 25"/>
          <p:cNvSpPr txBox="1">
            <a:spLocks noChangeArrowheads="1"/>
          </p:cNvSpPr>
          <p:nvPr/>
        </p:nvSpPr>
        <p:spPr bwMode="auto">
          <a:xfrm>
            <a:off x="5943600" y="1464587"/>
            <a:ext cx="250571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可求二阶导数 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kumimoji="1" lang="en-US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6" name="Text Box 26"/>
          <p:cNvSpPr txBox="1">
            <a:spLocks noChangeArrowheads="1"/>
          </p:cNvSpPr>
          <p:nvPr/>
        </p:nvSpPr>
        <p:spPr bwMode="auto">
          <a:xfrm>
            <a:off x="2057400" y="2493287"/>
            <a:ext cx="304292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利用新的参数方程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7" name="Text Box 27"/>
          <p:cNvSpPr txBox="1">
            <a:spLocks noChangeArrowheads="1"/>
          </p:cNvSpPr>
          <p:nvPr/>
        </p:nvSpPr>
        <p:spPr bwMode="auto">
          <a:xfrm>
            <a:off x="6934200" y="2478999"/>
            <a:ext cx="98679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可得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6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7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500"/>
                            </p:stCondLst>
                            <p:childTnLst>
                              <p:par>
                                <p:cTn id="8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500"/>
                            </p:stCondLst>
                            <p:childTnLst>
                              <p:par>
                                <p:cTn id="9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1000"/>
                            </p:stCondLst>
                            <p:childTnLst>
                              <p:par>
                                <p:cTn id="9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500"/>
                            </p:stCondLst>
                            <p:childTnLst>
                              <p:par>
                                <p:cTn id="10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ldLvl="0" animBg="1"/>
      <p:bldP spid="13" grpId="0" bldLvl="0" animBg="1"/>
      <p:bldP spid="20" grpId="0" bldLvl="0" animBg="1"/>
      <p:bldP spid="23" grpId="0" autoUpdateAnimBg="0" build="p"/>
      <p:bldP spid="25" grpId="0" advAuto="0" autoUpdateAnimBg="0" build="p"/>
      <p:bldP spid="26" grpId="0" autoUpdateAnimBg="0" build="p"/>
      <p:bldP spid="27" grpId="0" autoUpdateAnimBg="0" build="p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3647728" y="764704"/>
          <a:ext cx="4090988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69" name="Equation" r:id="rId1" imgW="101193600" imgH="23164800" progId="Equation.DSMT4">
                  <p:embed/>
                </p:oleObj>
              </mc:Choice>
              <mc:Fallback>
                <p:oleObj name="Equation" r:id="rId1" imgW="101193600" imgH="23164800" progId="Equation.DSMT4">
                  <p:embed/>
                  <p:pic>
                    <p:nvPicPr>
                      <p:cNvPr id="0" name="图片 32768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647728" y="764704"/>
                        <a:ext cx="4090988" cy="9366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454836" y="980232"/>
            <a:ext cx="89789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即：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4" name="Object 10"/>
          <p:cNvGraphicFramePr>
            <a:graphicFrameLocks noChangeAspect="1"/>
          </p:cNvGraphicFramePr>
          <p:nvPr/>
        </p:nvGraphicFramePr>
        <p:xfrm>
          <a:off x="2759421" y="3284984"/>
          <a:ext cx="2286000" cy="116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70" name="Equation" r:id="rId3" imgW="54864000" imgH="28041600" progId="Equation.DSMT4">
                  <p:embed/>
                </p:oleObj>
              </mc:Choice>
              <mc:Fallback>
                <p:oleObj name="Equation" r:id="rId3" imgW="54864000" imgH="28041600" progId="Equation.DSMT4">
                  <p:embed/>
                  <p:pic>
                    <p:nvPicPr>
                      <p:cNvPr id="0" name="图片 32769"/>
                      <p:cNvPicPr>
                        <a:picLocks noChangeAspect="1"/>
                      </p:cNvPicPr>
                      <p:nvPr/>
                    </p:nvPicPr>
                    <p:blipFill>
                      <a:blip r:embed="rId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759421" y="3284984"/>
                        <a:ext cx="2286000" cy="1168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11"/>
          <p:cNvGraphicFramePr>
            <a:graphicFrameLocks noChangeAspect="1"/>
          </p:cNvGraphicFramePr>
          <p:nvPr/>
        </p:nvGraphicFramePr>
        <p:xfrm>
          <a:off x="5113338" y="2182813"/>
          <a:ext cx="9525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71" name="Equation" r:id="rId5" imgW="22860000" imgH="21640800" progId="Equation.DSMT4">
                  <p:embed/>
                </p:oleObj>
              </mc:Choice>
              <mc:Fallback>
                <p:oleObj name="Equation" r:id="rId5" imgW="22860000" imgH="21640800" progId="Equation.DSMT4">
                  <p:embed/>
                  <p:pic>
                    <p:nvPicPr>
                      <p:cNvPr id="0" name="图片 32770"/>
                      <p:cNvPicPr>
                        <a:picLocks noChangeAspect="1"/>
                      </p:cNvPicPr>
                      <p:nvPr/>
                    </p:nvPicPr>
                    <p:blipFill>
                      <a:blip r:embed="rId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5113338" y="2182813"/>
                        <a:ext cx="952500" cy="901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12"/>
          <p:cNvGraphicFramePr>
            <a:graphicFrameLocks noChangeAspect="1"/>
          </p:cNvGraphicFramePr>
          <p:nvPr/>
        </p:nvGraphicFramePr>
        <p:xfrm>
          <a:off x="4313238" y="2181225"/>
          <a:ext cx="7493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72" name="Equation" r:id="rId7" imgW="17983200" imgH="21945600" progId="Equation.DSMT4">
                  <p:embed/>
                </p:oleObj>
              </mc:Choice>
              <mc:Fallback>
                <p:oleObj name="Equation" r:id="rId7" imgW="17983200" imgH="21945600" progId="Equation.DSMT4">
                  <p:embed/>
                  <p:pic>
                    <p:nvPicPr>
                      <p:cNvPr id="0" name="图片 32771"/>
                      <p:cNvPicPr>
                        <a:picLocks noChangeAspect="1"/>
                      </p:cNvPicPr>
                      <p:nvPr/>
                    </p:nvPicPr>
                    <p:blipFill>
                      <a:blip r:embed="rId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313238" y="2181225"/>
                        <a:ext cx="749300" cy="914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3"/>
          <p:cNvGraphicFramePr>
            <a:graphicFrameLocks noChangeAspect="1"/>
          </p:cNvGraphicFramePr>
          <p:nvPr/>
        </p:nvGraphicFramePr>
        <p:xfrm>
          <a:off x="3425546" y="3717032"/>
          <a:ext cx="346075" cy="385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73" name="Equation" r:id="rId9" imgW="234315" imgH="267335" progId="Equation.3">
                  <p:embed/>
                </p:oleObj>
              </mc:Choice>
              <mc:Fallback>
                <p:oleObj name="Equation" r:id="rId9" imgW="234315" imgH="267335" progId="Equation.3">
                  <p:embed/>
                  <p:pic>
                    <p:nvPicPr>
                      <p:cNvPr id="0" name="图片 32772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425546" y="3717032"/>
                        <a:ext cx="346075" cy="3857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16"/>
          <p:cNvSpPr txBox="1">
            <a:spLocks noChangeArrowheads="1"/>
          </p:cNvSpPr>
          <p:nvPr/>
        </p:nvSpPr>
        <p:spPr bwMode="auto">
          <a:xfrm>
            <a:off x="3412034" y="2340942"/>
            <a:ext cx="89789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已知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Text Box 17"/>
          <p:cNvSpPr txBox="1">
            <a:spLocks noChangeArrowheads="1"/>
          </p:cNvSpPr>
          <p:nvPr/>
        </p:nvSpPr>
        <p:spPr bwMode="auto">
          <a:xfrm>
            <a:off x="2351584" y="2348880"/>
            <a:ext cx="11049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注意 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endParaRPr kumimoji="1" lang="en-US" altLang="zh-CN" sz="2800" b="1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5756275" y="3459163"/>
          <a:ext cx="19558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74" name="Equation" r:id="rId11" imgW="46939200" imgH="23164800" progId="Equation.DSMT4">
                  <p:embed/>
                </p:oleObj>
              </mc:Choice>
              <mc:Fallback>
                <p:oleObj name="Equation" r:id="rId11" imgW="46939200" imgH="23164800" progId="Equation.DSMT4">
                  <p:embed/>
                  <p:pic>
                    <p:nvPicPr>
                      <p:cNvPr id="0" name="图片 32773"/>
                      <p:cNvPicPr>
                        <a:picLocks noChangeAspect="1"/>
                      </p:cNvPicPr>
                      <p:nvPr/>
                    </p:nvPicPr>
                    <p:blipFill>
                      <a:blip r:embed="rId1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5756275" y="3459163"/>
                        <a:ext cx="1955800" cy="965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6384032" y="3717032"/>
          <a:ext cx="346075" cy="385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75" name="Equation" r:id="rId13" imgW="222885" imgH="256540" progId="Equation.3">
                  <p:embed/>
                </p:oleObj>
              </mc:Choice>
              <mc:Fallback>
                <p:oleObj name="Equation" r:id="rId13" imgW="222885" imgH="256540" progId="Equation.3">
                  <p:embed/>
                  <p:pic>
                    <p:nvPicPr>
                      <p:cNvPr id="0" name="图片 32774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384032" y="3717032"/>
                        <a:ext cx="346075" cy="38576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  <p:bldP spid="9" grpId="0" bldLvl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ChangeArrowheads="1"/>
          </p:cNvSpPr>
          <p:nvPr/>
        </p:nvSpPr>
        <p:spPr bwMode="auto">
          <a:xfrm>
            <a:off x="1981200" y="321257"/>
            <a:ext cx="1162472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kumimoji="1"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15.</a:t>
            </a:r>
            <a:endParaRPr kumimoji="1" lang="en-US" altLang="zh-CN" sz="2800" b="1" dirty="0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143672" y="321257"/>
            <a:ext cx="125539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求摆线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4403874" y="188640"/>
          <a:ext cx="2759076" cy="973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93" name="Equation" r:id="rId1" imgW="65532000" imgH="24384000" progId="Equation.DSMT4">
                  <p:embed/>
                </p:oleObj>
              </mc:Choice>
              <mc:Fallback>
                <p:oleObj name="Equation" r:id="rId1" imgW="65532000" imgH="24384000" progId="Equation.DSMT4">
                  <p:embed/>
                  <p:pic>
                    <p:nvPicPr>
                      <p:cNvPr id="0" name="图片 33792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403874" y="188640"/>
                        <a:ext cx="2759076" cy="9731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248128" y="321257"/>
            <a:ext cx="89789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在点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8112224" y="183610"/>
          <a:ext cx="762000" cy="798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94" name="Equation" r:id="rId3" imgW="17983200" imgH="19812000" progId="Equation.DSMT4">
                  <p:embed/>
                </p:oleObj>
              </mc:Choice>
              <mc:Fallback>
                <p:oleObj name="Equation" r:id="rId3" imgW="17983200" imgH="19812000" progId="Equation.DSMT4">
                  <p:embed/>
                  <p:pic>
                    <p:nvPicPr>
                      <p:cNvPr id="0" name="图片 33793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112224" y="183610"/>
                        <a:ext cx="762000" cy="7985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788974" y="1124744"/>
            <a:ext cx="197040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切线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方程．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976320" y="321257"/>
            <a:ext cx="89789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处的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135560" y="1720850"/>
            <a:ext cx="89789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解：</a:t>
            </a:r>
            <a:endParaRPr lang="zh-CN" altLang="en-US" sz="2800" b="1" dirty="0">
              <a:solidFill>
                <a:srgbClr val="7030A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041577" y="1720850"/>
            <a:ext cx="89789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因为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" name="Rectangle 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3506575" y="2348880"/>
          <a:ext cx="711200" cy="811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95" name="Equation" r:id="rId5" imgW="17068800" imgH="20116800" progId="Equation.DSMT4">
                  <p:embed/>
                </p:oleObj>
              </mc:Choice>
              <mc:Fallback>
                <p:oleObj name="Equation" r:id="rId5" imgW="17068800" imgH="20116800" progId="Equation.DSMT4">
                  <p:embed/>
                  <p:pic>
                    <p:nvPicPr>
                      <p:cNvPr id="0" name="图片 33794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506575" y="2348880"/>
                        <a:ext cx="711200" cy="81121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4295800" y="2348880"/>
          <a:ext cx="654050" cy="919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96" name="Equation" r:id="rId7" imgW="15849600" imgH="22250400" progId="Equation.DSMT4">
                  <p:embed/>
                </p:oleObj>
              </mc:Choice>
              <mc:Fallback>
                <p:oleObj name="Equation" r:id="rId7" imgW="15849600" imgH="22250400" progId="Equation.DSMT4">
                  <p:embed/>
                  <p:pic>
                    <p:nvPicPr>
                      <p:cNvPr id="0" name="图片 33795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295800" y="2348880"/>
                        <a:ext cx="654050" cy="9191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Rectangle 10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5015880" y="2348880"/>
          <a:ext cx="1731963" cy="9588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97" name="Equation" r:id="rId9" imgW="41757600" imgH="22860000" progId="Equation.DSMT4">
                  <p:embed/>
                </p:oleObj>
              </mc:Choice>
              <mc:Fallback>
                <p:oleObj name="Equation" r:id="rId9" imgW="41757600" imgH="22860000" progId="Equation.DSMT4">
                  <p:embed/>
                  <p:pic>
                    <p:nvPicPr>
                      <p:cNvPr id="0" name="图片 33796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015880" y="2348880"/>
                        <a:ext cx="1731963" cy="9588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1981200" y="3356992"/>
            <a:ext cx="89789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所以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0" name="Rectangle 1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1" name="对象 20"/>
          <p:cNvGraphicFramePr>
            <a:graphicFrameLocks noChangeAspect="1"/>
          </p:cNvGraphicFramePr>
          <p:nvPr/>
        </p:nvGraphicFramePr>
        <p:xfrm>
          <a:off x="4223792" y="3351574"/>
          <a:ext cx="1474788" cy="1057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98" name="Equation" r:id="rId11" imgW="35052000" imgH="26517600" progId="Equation.DSMT4">
                  <p:embed/>
                </p:oleObj>
              </mc:Choice>
              <mc:Fallback>
                <p:oleObj name="Equation" r:id="rId11" imgW="35052000" imgH="26517600" progId="Equation.DSMT4">
                  <p:embed/>
                  <p:pic>
                    <p:nvPicPr>
                      <p:cNvPr id="0" name="图片 33797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223792" y="3351574"/>
                        <a:ext cx="1474788" cy="10572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2207568" y="4365104"/>
            <a:ext cx="161290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又因为当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25" name="对象 24"/>
          <p:cNvGraphicFramePr>
            <a:graphicFrameLocks noChangeAspect="1"/>
          </p:cNvGraphicFramePr>
          <p:nvPr/>
        </p:nvGraphicFramePr>
        <p:xfrm>
          <a:off x="3753396" y="4227457"/>
          <a:ext cx="762000" cy="798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99" name="Equation" r:id="rId13" imgW="17983200" imgH="19812000" progId="Equation.DSMT4">
                  <p:embed/>
                </p:oleObj>
              </mc:Choice>
              <mc:Fallback>
                <p:oleObj name="Equation" r:id="rId13" imgW="17983200" imgH="19812000" progId="Equation.DSMT4">
                  <p:embed/>
                  <p:pic>
                    <p:nvPicPr>
                      <p:cNvPr id="0" name="图片 33798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753396" y="4227457"/>
                        <a:ext cx="762000" cy="7985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4655840" y="4365104"/>
            <a:ext cx="5403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时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7" name="Rectangle 1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8" name="对象 27"/>
          <p:cNvGraphicFramePr>
            <a:graphicFrameLocks noChangeAspect="1"/>
          </p:cNvGraphicFramePr>
          <p:nvPr/>
        </p:nvGraphicFramePr>
        <p:xfrm>
          <a:off x="5289152" y="4221088"/>
          <a:ext cx="1958976" cy="912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00" name="Equation" r:id="rId14" imgW="46634400" imgH="22555200" progId="Equation.DSMT4">
                  <p:embed/>
                </p:oleObj>
              </mc:Choice>
              <mc:Fallback>
                <p:oleObj name="Equation" r:id="rId14" imgW="46634400" imgH="22555200" progId="Equation.DSMT4">
                  <p:embed/>
                  <p:pic>
                    <p:nvPicPr>
                      <p:cNvPr id="0" name="图片 33799"/>
                      <p:cNvPicPr>
                        <a:picLocks noChangeAspect="1"/>
                      </p:cNvPicPr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5289152" y="4221088"/>
                        <a:ext cx="1958976" cy="9128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Rectangle 1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30" name="对象 29"/>
          <p:cNvGraphicFramePr>
            <a:graphicFrameLocks noChangeAspect="1"/>
          </p:cNvGraphicFramePr>
          <p:nvPr/>
        </p:nvGraphicFramePr>
        <p:xfrm>
          <a:off x="7312376" y="4555780"/>
          <a:ext cx="858838" cy="2984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01" name="Equation" r:id="rId16" imgW="20421600" imgH="7315200" progId="Equation.DSMT4">
                  <p:embed/>
                </p:oleObj>
              </mc:Choice>
              <mc:Fallback>
                <p:oleObj name="Equation" r:id="rId16" imgW="20421600" imgH="7315200" progId="Equation.DSMT4">
                  <p:embed/>
                  <p:pic>
                    <p:nvPicPr>
                      <p:cNvPr id="0" name="图片 33800"/>
                      <p:cNvPicPr>
                        <a:picLocks noChangeAspect="1"/>
                      </p:cNvPicPr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7312376" y="4555780"/>
                        <a:ext cx="858838" cy="2984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2207568" y="5013176"/>
            <a:ext cx="304292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所以切线方程为：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2" name="Rectangle 20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33" name="对象 32"/>
          <p:cNvGraphicFramePr>
            <a:graphicFrameLocks noChangeAspect="1"/>
          </p:cNvGraphicFramePr>
          <p:nvPr/>
        </p:nvGraphicFramePr>
        <p:xfrm>
          <a:off x="3158827" y="5445224"/>
          <a:ext cx="2994025" cy="912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02" name="Equation" r:id="rId18" imgW="71323200" imgH="22555200" progId="Equation.DSMT4">
                  <p:embed/>
                </p:oleObj>
              </mc:Choice>
              <mc:Fallback>
                <p:oleObj name="Equation" r:id="rId18" imgW="71323200" imgH="22555200" progId="Equation.DSMT4">
                  <p:embed/>
                  <p:pic>
                    <p:nvPicPr>
                      <p:cNvPr id="0" name="图片 33801"/>
                      <p:cNvPicPr>
                        <a:picLocks noChangeAspect="1"/>
                      </p:cNvPicPr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3158827" y="5445224"/>
                        <a:ext cx="2994025" cy="9128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TextBox 33"/>
          <p:cNvSpPr txBox="1"/>
          <p:nvPr/>
        </p:nvSpPr>
        <p:spPr>
          <a:xfrm>
            <a:off x="6240016" y="5536396"/>
            <a:ext cx="5403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即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5" name="Rectangle 2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36" name="对象 35"/>
          <p:cNvGraphicFramePr>
            <a:graphicFrameLocks noChangeAspect="1"/>
          </p:cNvGraphicFramePr>
          <p:nvPr/>
        </p:nvGraphicFramePr>
        <p:xfrm>
          <a:off x="6791214" y="5341599"/>
          <a:ext cx="2524125" cy="912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03" name="Equation" r:id="rId20" imgW="60045600" imgH="22555200" progId="Equation.DSMT4">
                  <p:embed/>
                </p:oleObj>
              </mc:Choice>
              <mc:Fallback>
                <p:oleObj name="Equation" r:id="rId20" imgW="60045600" imgH="22555200" progId="Equation.DSMT4">
                  <p:embed/>
                  <p:pic>
                    <p:nvPicPr>
                      <p:cNvPr id="0" name="图片 33802"/>
                      <p:cNvPicPr>
                        <a:picLocks noChangeAspect="1"/>
                      </p:cNvPicPr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6791214" y="5341599"/>
                        <a:ext cx="2524125" cy="9128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9" grpId="0"/>
      <p:bldP spid="24" grpId="0"/>
      <p:bldP spid="26" grpId="0"/>
      <p:bldP spid="31" grpId="0"/>
      <p:bldP spid="34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ChangeArrowheads="1"/>
          </p:cNvSpPr>
          <p:nvPr/>
        </p:nvSpPr>
        <p:spPr bwMode="auto">
          <a:xfrm>
            <a:off x="1981200" y="321257"/>
            <a:ext cx="1162472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kumimoji="1"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16.</a:t>
            </a:r>
            <a:endParaRPr kumimoji="1" lang="en-US" altLang="zh-CN" sz="2800" b="1" dirty="0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143672" y="321257"/>
            <a:ext cx="161290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求星形线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4724255" y="79629"/>
          <a:ext cx="1822451" cy="100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17" name="Equation" r:id="rId1" imgW="43586400" imgH="24993600" progId="Equation.DSMT4">
                  <p:embed/>
                </p:oleObj>
              </mc:Choice>
              <mc:Fallback>
                <p:oleObj name="Equation" r:id="rId1" imgW="43586400" imgH="24993600" progId="Equation.DSMT4">
                  <p:embed/>
                  <p:pic>
                    <p:nvPicPr>
                      <p:cNvPr id="0" name="图片 3481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724255" y="79629"/>
                        <a:ext cx="1822451" cy="10064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672064" y="321257"/>
            <a:ext cx="375793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表示的函数的二阶导数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1847528" y="1052736"/>
          <a:ext cx="1123950" cy="465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18" name="Equation" r:id="rId3" imgW="26517600" imgH="11582400" progId="Equation.DSMT4">
                  <p:embed/>
                </p:oleObj>
              </mc:Choice>
              <mc:Fallback>
                <p:oleObj name="Equation" r:id="rId3" imgW="26517600" imgH="11582400" progId="Equation.DSMT4">
                  <p:embed/>
                  <p:pic>
                    <p:nvPicPr>
                      <p:cNvPr id="0" name="图片 34817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847528" y="1052736"/>
                        <a:ext cx="1123950" cy="4651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135560" y="1720850"/>
            <a:ext cx="89789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解：</a:t>
            </a:r>
            <a:endParaRPr lang="zh-CN" altLang="en-US" sz="2800" b="1" dirty="0">
              <a:solidFill>
                <a:srgbClr val="7030A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041577" y="1720850"/>
            <a:ext cx="5403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由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" name="Rectangle 7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3863752" y="2319476"/>
          <a:ext cx="715962" cy="801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19" name="Equation" r:id="rId5" imgW="17068800" imgH="20116800" progId="Equation.DSMT4">
                  <p:embed/>
                </p:oleObj>
              </mc:Choice>
              <mc:Fallback>
                <p:oleObj name="Equation" r:id="rId5" imgW="17068800" imgH="20116800" progId="Equation.DSMT4">
                  <p:embed/>
                  <p:pic>
                    <p:nvPicPr>
                      <p:cNvPr id="0" name="图片 34818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863752" y="2319476"/>
                        <a:ext cx="715962" cy="80168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4655840" y="2256770"/>
          <a:ext cx="6604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20" name="Equation" r:id="rId7" imgW="15849600" imgH="22250400" progId="Equation.DSMT4">
                  <p:embed/>
                </p:oleObj>
              </mc:Choice>
              <mc:Fallback>
                <p:oleObj name="Equation" r:id="rId7" imgW="15849600" imgH="22250400" progId="Equation.DSMT4">
                  <p:embed/>
                  <p:pic>
                    <p:nvPicPr>
                      <p:cNvPr id="0" name="图片 34819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655840" y="2256770"/>
                        <a:ext cx="660400" cy="9271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5383014" y="2244070"/>
          <a:ext cx="25781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21" name="Equation" r:id="rId9" imgW="61874400" imgH="22860000" progId="Equation.DSMT4">
                  <p:embed/>
                </p:oleObj>
              </mc:Choice>
              <mc:Fallback>
                <p:oleObj name="Equation" r:id="rId9" imgW="61874400" imgH="22860000" progId="Equation.DSMT4">
                  <p:embed/>
                  <p:pic>
                    <p:nvPicPr>
                      <p:cNvPr id="0" name="图片 34820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383014" y="2244070"/>
                        <a:ext cx="2578100" cy="952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7968208" y="2567920"/>
          <a:ext cx="9398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22" name="Equation" r:id="rId11" imgW="22555200" imgH="7315200" progId="Equation.DSMT4">
                  <p:embed/>
                </p:oleObj>
              </mc:Choice>
              <mc:Fallback>
                <p:oleObj name="Equation" r:id="rId11" imgW="22555200" imgH="7315200" progId="Equation.DSMT4">
                  <p:embed/>
                  <p:pic>
                    <p:nvPicPr>
                      <p:cNvPr id="0" name="图片 34821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968208" y="2567920"/>
                        <a:ext cx="939800" cy="304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1847528" y="3284984"/>
            <a:ext cx="89789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得到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8" name="Rectangle 9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9" name="对象 18"/>
          <p:cNvGraphicFramePr>
            <a:graphicFrameLocks noChangeAspect="1"/>
          </p:cNvGraphicFramePr>
          <p:nvPr/>
        </p:nvGraphicFramePr>
        <p:xfrm>
          <a:off x="3041577" y="4149080"/>
          <a:ext cx="882650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23" name="Equation" r:id="rId13" imgW="21031200" imgH="21336000" progId="Equation.DSMT4">
                  <p:embed/>
                </p:oleObj>
              </mc:Choice>
              <mc:Fallback>
                <p:oleObj name="Equation" r:id="rId13" imgW="21031200" imgH="21336000" progId="Equation.DSMT4">
                  <p:embed/>
                  <p:pic>
                    <p:nvPicPr>
                      <p:cNvPr id="0" name="图片 34822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041577" y="4149080"/>
                        <a:ext cx="882650" cy="8604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3902075" y="3835296"/>
          <a:ext cx="1460500" cy="124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24" name="Equation" r:id="rId15" imgW="35052000" imgH="29870400" progId="Equation.DSMT4">
                  <p:embed/>
                </p:oleObj>
              </mc:Choice>
              <mc:Fallback>
                <p:oleObj name="Equation" r:id="rId15" imgW="35052000" imgH="29870400" progId="Equation.DSMT4">
                  <p:embed/>
                  <p:pic>
                    <p:nvPicPr>
                      <p:cNvPr id="0" name="图片 34823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902075" y="3835296"/>
                        <a:ext cx="1460500" cy="1244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/>
        </p:nvGraphicFramePr>
        <p:xfrm>
          <a:off x="5447928" y="3933056"/>
          <a:ext cx="1714500" cy="1384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25" name="Equation" r:id="rId17" imgW="41148000" imgH="33223200" progId="Equation.DSMT4">
                  <p:embed/>
                </p:oleObj>
              </mc:Choice>
              <mc:Fallback>
                <p:oleObj name="Equation" r:id="rId17" imgW="41148000" imgH="33223200" progId="Equation.DSMT4">
                  <p:embed/>
                  <p:pic>
                    <p:nvPicPr>
                      <p:cNvPr id="0" name="图片 34824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5447928" y="3933056"/>
                        <a:ext cx="1714500" cy="1384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/>
        </p:nvGraphicFramePr>
        <p:xfrm>
          <a:off x="4223792" y="3645024"/>
          <a:ext cx="4318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26" name="Equation" r:id="rId19" imgW="10363200" imgH="19812000" progId="Equation.DSMT4">
                  <p:embed/>
                </p:oleObj>
              </mc:Choice>
              <mc:Fallback>
                <p:oleObj name="Equation" r:id="rId19" imgW="10363200" imgH="19812000" progId="Equation.DSMT4">
                  <p:embed/>
                  <p:pic>
                    <p:nvPicPr>
                      <p:cNvPr id="0" name="图片 34825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4223792" y="3645024"/>
                        <a:ext cx="431800" cy="825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/>
          <p:cNvGraphicFramePr>
            <a:graphicFrameLocks noChangeAspect="1"/>
          </p:cNvGraphicFramePr>
          <p:nvPr/>
        </p:nvGraphicFramePr>
        <p:xfrm>
          <a:off x="4295800" y="4581128"/>
          <a:ext cx="2921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27" name="Equation" r:id="rId21" imgW="7010400" imgH="10363200" progId="Equation.DSMT4">
                  <p:embed/>
                </p:oleObj>
              </mc:Choice>
              <mc:Fallback>
                <p:oleObj name="Equation" r:id="rId21" imgW="7010400" imgH="10363200" progId="Equation.DSMT4">
                  <p:embed/>
                  <p:pic>
                    <p:nvPicPr>
                      <p:cNvPr id="0" name="图片 34826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4295800" y="4581128"/>
                        <a:ext cx="2921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/>
          <p:cNvGraphicFramePr>
            <a:graphicFrameLocks noChangeAspect="1"/>
          </p:cNvGraphicFramePr>
          <p:nvPr/>
        </p:nvGraphicFramePr>
        <p:xfrm>
          <a:off x="7248128" y="4077072"/>
          <a:ext cx="11303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28" name="Equation" r:id="rId23" imgW="27127200" imgH="21336000" progId="Equation.DSMT4">
                  <p:embed/>
                </p:oleObj>
              </mc:Choice>
              <mc:Fallback>
                <p:oleObj name="Equation" r:id="rId23" imgW="27127200" imgH="21336000" progId="Equation.DSMT4">
                  <p:embed/>
                  <p:pic>
                    <p:nvPicPr>
                      <p:cNvPr id="0" name="图片 34827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7248128" y="4077072"/>
                        <a:ext cx="1130300" cy="889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19"/>
          <p:cNvPicPr>
            <a:picLocks noChangeAspect="1" noChangeArrowheads="1"/>
          </p:cNvPicPr>
          <p:nvPr>
            <p:custDataLst>
              <p:tags r:id="rId25"/>
            </p:custDataLst>
          </p:nvPr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79049" y="1085716"/>
            <a:ext cx="2144712" cy="2239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7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5"/>
          <p:cNvSpPr txBox="1">
            <a:spLocks noChangeArrowheads="1"/>
          </p:cNvSpPr>
          <p:nvPr/>
        </p:nvSpPr>
        <p:spPr bwMode="auto">
          <a:xfrm>
            <a:off x="1752015" y="247695"/>
            <a:ext cx="7776864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*两变量的相关变化率</a:t>
            </a:r>
            <a:endParaRPr lang="zh-CN" altLang="zh-CN" sz="32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135297" y="839942"/>
            <a:ext cx="564007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设</a:t>
            </a:r>
            <a:r>
              <a:rPr lang="en-US" altLang="zh-CN" sz="2800" b="1" i="1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x,y</a:t>
            </a:r>
            <a:r>
              <a:rPr lang="zh-CN" altLang="en-US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是一对依赖于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参数</a:t>
            </a:r>
            <a:r>
              <a:rPr lang="zh-CN" altLang="en-US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</a:t>
            </a:r>
            <a:r>
              <a:rPr lang="zh-CN" altLang="en-US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的变量：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7520236" y="894447"/>
          <a:ext cx="2897919" cy="43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41" name="Equation" r:id="rId1" imgW="58826400" imgH="9448800" progId="Equation.DSMT4">
                  <p:embed/>
                </p:oleObj>
              </mc:Choice>
              <mc:Fallback>
                <p:oleObj name="Equation" r:id="rId1" imgW="58826400" imgH="9448800" progId="Equation.DSMT4">
                  <p:embed/>
                  <p:pic>
                    <p:nvPicPr>
                      <p:cNvPr id="0" name="图片 35840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520236" y="894447"/>
                        <a:ext cx="2897919" cy="432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3473068" y="1434664"/>
          <a:ext cx="2619375" cy="544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42" name="Equation" r:id="rId3" imgW="62179200" imgH="13411200" progId="Equation.DSMT4">
                  <p:embed/>
                </p:oleObj>
              </mc:Choice>
              <mc:Fallback>
                <p:oleObj name="Equation" r:id="rId3" imgW="62179200" imgH="13411200" progId="Equation.DSMT4">
                  <p:embed/>
                  <p:pic>
                    <p:nvPicPr>
                      <p:cNvPr id="0" name="图片 35841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473068" y="1434664"/>
                        <a:ext cx="2619375" cy="54451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847364" y="1434366"/>
            <a:ext cx="161290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通过关系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199637" y="1450876"/>
            <a:ext cx="161290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可以确定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" name="Rectangle 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7812718" y="1289566"/>
          <a:ext cx="438151" cy="811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43" name="Equation" r:id="rId5" imgW="10363200" imgH="20116800" progId="Equation.DSMT4">
                  <p:embed/>
                </p:oleObj>
              </mc:Choice>
              <mc:Fallback>
                <p:oleObj name="Equation" r:id="rId5" imgW="10363200" imgH="20116800" progId="Equation.DSMT4">
                  <p:embed/>
                  <p:pic>
                    <p:nvPicPr>
                      <p:cNvPr id="0" name="图片 35842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812718" y="1289566"/>
                        <a:ext cx="438151" cy="8112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8897283" y="1288931"/>
          <a:ext cx="438151" cy="811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44" name="Equation" r:id="rId7" imgW="10363200" imgH="20116800" progId="Equation.DSMT4">
                  <p:embed/>
                </p:oleObj>
              </mc:Choice>
              <mc:Fallback>
                <p:oleObj name="Equation" r:id="rId7" imgW="10363200" imgH="20116800" progId="Equation.DSMT4">
                  <p:embed/>
                  <p:pic>
                    <p:nvPicPr>
                      <p:cNvPr id="0" name="图片 35843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897283" y="1288931"/>
                        <a:ext cx="438151" cy="8112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8303186" y="1447056"/>
            <a:ext cx="5403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与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949354" y="2100471"/>
            <a:ext cx="232791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的相互关系，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967490" y="2097296"/>
            <a:ext cx="536765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因此称这一对导数为相关变化率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8" name="Text Box 3"/>
          <p:cNvSpPr txBox="1">
            <a:spLocks noChangeArrowheads="1"/>
          </p:cNvSpPr>
          <p:nvPr/>
        </p:nvSpPr>
        <p:spPr bwMode="auto">
          <a:xfrm>
            <a:off x="2279576" y="2996952"/>
            <a:ext cx="1162472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kumimoji="1"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17.</a:t>
            </a:r>
            <a:endParaRPr kumimoji="1" lang="en-US" altLang="zh-CN" sz="2800" b="1" dirty="0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442048" y="2996952"/>
            <a:ext cx="661987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一个长为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5m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的梯子斜靠在墙上，如果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梯子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847528" y="3573016"/>
            <a:ext cx="662559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下端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以 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0.5 m/s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的速率滑离墙壁，试求：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060630" y="4191486"/>
            <a:ext cx="858710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）梯子下端离墙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3m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时，梯子上端向下滑落的速率；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/>
              <p:cNvSpPr txBox="1"/>
              <p:nvPr/>
            </p:nvSpPr>
            <p:spPr>
              <a:xfrm>
                <a:off x="2135560" y="4809956"/>
                <a:ext cx="8437245" cy="65405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800" b="1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（</a:t>
                </a:r>
                <a:r>
                  <a:rPr lang="en-US" altLang="zh-CN" sz="28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2</a:t>
                </a:r>
                <a:r>
                  <a:rPr lang="zh-CN" altLang="en-US" sz="28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）梯子与墙壁的夹角</a:t>
                </a:r>
                <a:r>
                  <a:rPr lang="zh-CN" altLang="en-US" sz="2800" b="1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为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l-GR" altLang="zh-CN" sz="2800" b="1" i="1" smtClean="0">
                            <a:latin typeface="Cambria Math" panose="02040503050406030204"/>
                            <a:ea typeface="黑体" panose="02010609060101010101" pitchFamily="49" charset="-122"/>
                          </a:rPr>
                        </m:ctrlPr>
                      </m:fPr>
                      <m:num>
                        <m:r>
                          <a:rPr lang="el-GR" altLang="zh-CN" sz="2800" b="1" i="0" smtClean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𝛑</m:t>
                        </m:r>
                      </m:num>
                      <m:den>
                        <m:r>
                          <a:rPr lang="en-US" altLang="zh-CN" sz="2800" b="1" i="1" smtClean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 </m:t>
                        </m:r>
                        <m:r>
                          <a:rPr lang="en-US" altLang="zh-CN" sz="2800" b="1" i="1" smtClean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𝟑</m:t>
                        </m:r>
                      </m:den>
                    </m:f>
                  </m:oMath>
                </a14:m>
                <a:r>
                  <a:rPr lang="zh-CN" altLang="en-US" sz="2800" b="1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zh-CN" altLang="en-US" sz="28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时，该夹角的增加率．</a:t>
                </a:r>
                <a:endParaRPr lang="zh-CN" altLang="en-US" sz="28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5560" y="4809956"/>
                <a:ext cx="8437245" cy="654050"/>
              </a:xfrm>
              <a:prstGeom prst="rect">
                <a:avLst/>
              </a:prstGeom>
              <a:blipFill rotWithShape="1">
                <a:blip r:embed="rId9"/>
                <a:stretch>
                  <a:fillRect l="-1" t="-71" r="-1023" b="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9" grpId="0"/>
      <p:bldP spid="10" grpId="0"/>
      <p:bldP spid="15" grpId="0"/>
      <p:bldP spid="16" grpId="0"/>
      <p:bldP spid="17" grpId="0"/>
      <p:bldP spid="18" grpId="0" bldLvl="0" animBg="1"/>
      <p:bldP spid="19" grpId="0"/>
      <p:bldP spid="20" grpId="0"/>
      <p:bldP spid="21" grpId="0"/>
      <p:bldP spid="22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 bwMode="auto">
          <a:xfrm>
            <a:off x="1660532" y="191917"/>
            <a:ext cx="2635268" cy="2756839"/>
            <a:chOff x="4208" y="2860"/>
            <a:chExt cx="1473" cy="2021"/>
          </a:xfrm>
        </p:grpSpPr>
        <p:grpSp>
          <p:nvGrpSpPr>
            <p:cNvPr id="5" name="Group 4"/>
            <p:cNvGrpSpPr/>
            <p:nvPr/>
          </p:nvGrpSpPr>
          <p:grpSpPr bwMode="auto">
            <a:xfrm>
              <a:off x="4372" y="2860"/>
              <a:ext cx="1309" cy="1890"/>
              <a:chOff x="4372" y="2860"/>
              <a:chExt cx="1309" cy="1890"/>
            </a:xfrm>
          </p:grpSpPr>
          <p:sp>
            <p:nvSpPr>
              <p:cNvPr id="9" name="Line 5"/>
              <p:cNvSpPr>
                <a:spLocks noChangeShapeType="1"/>
              </p:cNvSpPr>
              <p:nvPr/>
            </p:nvSpPr>
            <p:spPr bwMode="auto">
              <a:xfrm>
                <a:off x="4372" y="4749"/>
                <a:ext cx="1309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stealth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" name="Line 6"/>
              <p:cNvSpPr>
                <a:spLocks noChangeShapeType="1"/>
              </p:cNvSpPr>
              <p:nvPr/>
            </p:nvSpPr>
            <p:spPr bwMode="auto">
              <a:xfrm flipV="1">
                <a:off x="4372" y="2860"/>
                <a:ext cx="1" cy="1889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stealth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" name="Line 7"/>
              <p:cNvSpPr>
                <a:spLocks noChangeShapeType="1"/>
              </p:cNvSpPr>
              <p:nvPr/>
            </p:nvSpPr>
            <p:spPr bwMode="auto">
              <a:xfrm>
                <a:off x="4372" y="3151"/>
                <a:ext cx="818" cy="1598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  <p:graphicFrame>
          <p:nvGraphicFramePr>
            <p:cNvPr id="6" name="对象 5"/>
            <p:cNvGraphicFramePr>
              <a:graphicFrameLocks noChangeAspect="1"/>
            </p:cNvGraphicFramePr>
            <p:nvPr/>
          </p:nvGraphicFramePr>
          <p:xfrm>
            <a:off x="4208" y="3877"/>
            <a:ext cx="134" cy="1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865" name="Equation" r:id="rId1" imgW="3352800" imgH="3962400" progId="Equation.DSMT4">
                    <p:embed/>
                  </p:oleObj>
                </mc:Choice>
                <mc:Fallback>
                  <p:oleObj name="Equation" r:id="rId1" imgW="3352800" imgH="3962400" progId="Equation.DSMT4">
                    <p:embed/>
                    <p:pic>
                      <p:nvPicPr>
                        <p:cNvPr id="0" name="图片 36864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4208" y="3877"/>
                          <a:ext cx="134" cy="157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" name="对象 6"/>
            <p:cNvGraphicFramePr>
              <a:graphicFrameLocks noChangeAspect="1"/>
            </p:cNvGraphicFramePr>
            <p:nvPr/>
          </p:nvGraphicFramePr>
          <p:xfrm>
            <a:off x="4863" y="4749"/>
            <a:ext cx="122" cy="1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866" name="Equation" r:id="rId3" imgW="3048000" imgH="3352800" progId="Equation.DSMT4">
                    <p:embed/>
                  </p:oleObj>
                </mc:Choice>
                <mc:Fallback>
                  <p:oleObj name="Equation" r:id="rId3" imgW="3048000" imgH="3352800" progId="Equation.DSMT4">
                    <p:embed/>
                    <p:pic>
                      <p:nvPicPr>
                        <p:cNvPr id="0" name="图片 36865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863" y="4749"/>
                          <a:ext cx="122" cy="13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" name="对象 7"/>
            <p:cNvGraphicFramePr>
              <a:graphicFrameLocks noChangeAspect="1"/>
            </p:cNvGraphicFramePr>
            <p:nvPr/>
          </p:nvGraphicFramePr>
          <p:xfrm>
            <a:off x="4372" y="3441"/>
            <a:ext cx="122" cy="1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867" name="Equation" r:id="rId5" imgW="3048000" imgH="4267200" progId="Equation.DSMT4">
                    <p:embed/>
                  </p:oleObj>
                </mc:Choice>
                <mc:Fallback>
                  <p:oleObj name="Equation" r:id="rId5" imgW="3048000" imgH="4267200" progId="Equation.DSMT4">
                    <p:embed/>
                    <p:pic>
                      <p:nvPicPr>
                        <p:cNvPr id="0" name="图片 36866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4372" y="3441"/>
                          <a:ext cx="122" cy="16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3" name="TextBox 12"/>
          <p:cNvSpPr txBox="1"/>
          <p:nvPr/>
        </p:nvSpPr>
        <p:spPr>
          <a:xfrm>
            <a:off x="4833538" y="332656"/>
            <a:ext cx="89789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解：</a:t>
            </a:r>
            <a:endParaRPr lang="zh-CN" altLang="en-US" sz="2800" b="1" dirty="0">
              <a:solidFill>
                <a:srgbClr val="7030A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564363" y="332656"/>
            <a:ext cx="481266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以 </a:t>
            </a:r>
            <a:r>
              <a:rPr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 和 </a:t>
            </a:r>
            <a:r>
              <a:rPr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y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分别表示梯子下端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439393" y="888867"/>
            <a:ext cx="29233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离墙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距离，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359613" y="902114"/>
            <a:ext cx="4427984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/>
              </a:rPr>
              <a:t>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表示梯子与墙壁的夹角，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439393" y="1344847"/>
            <a:ext cx="421449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它们都是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时间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t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的函数．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334147" y="1838740"/>
            <a:ext cx="179260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）已知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9" name="Rectangle 13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7077405" y="1883867"/>
          <a:ext cx="1836738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68" name="Equation" r:id="rId7" imgW="43891200" imgH="10972800" progId="Equation.DSMT4">
                  <p:embed/>
                </p:oleObj>
              </mc:Choice>
              <mc:Fallback>
                <p:oleObj name="Equation" r:id="rId7" imgW="43891200" imgH="10972800" progId="Equation.DSMT4">
                  <p:embed/>
                  <p:pic>
                    <p:nvPicPr>
                      <p:cNvPr id="0" name="图片 36867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077405" y="1883867"/>
                        <a:ext cx="1836738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4854814" y="2516276"/>
            <a:ext cx="1979581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对</a:t>
            </a:r>
            <a:r>
              <a:rPr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求导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得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2" name="Rectangle 15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3" name="对象 22"/>
          <p:cNvGraphicFramePr>
            <a:graphicFrameLocks noChangeAspect="1"/>
          </p:cNvGraphicFramePr>
          <p:nvPr/>
        </p:nvGraphicFramePr>
        <p:xfrm>
          <a:off x="6700038" y="2361960"/>
          <a:ext cx="2582863" cy="8318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69" name="Equation" r:id="rId9" imgW="62179200" imgH="20116800" progId="Equation.DSMT4">
                  <p:embed/>
                </p:oleObj>
              </mc:Choice>
              <mc:Fallback>
                <p:oleObj name="Equation" r:id="rId9" imgW="62179200" imgH="20116800" progId="Equation.DSMT4">
                  <p:embed/>
                  <p:pic>
                    <p:nvPicPr>
                      <p:cNvPr id="0" name="图片 36868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700038" y="2361960"/>
                        <a:ext cx="2582863" cy="8318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2091956" y="3339722"/>
            <a:ext cx="5403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将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5" name="Rectangle 17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6" name="对象 25"/>
          <p:cNvGraphicFramePr>
            <a:graphicFrameLocks noChangeAspect="1"/>
          </p:cNvGraphicFramePr>
          <p:nvPr/>
        </p:nvGraphicFramePr>
        <p:xfrm>
          <a:off x="2667661" y="3433851"/>
          <a:ext cx="812800" cy="334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70" name="Equation" r:id="rId11" imgW="19507200" imgH="7924800" progId="Equation.DSMT4">
                  <p:embed/>
                </p:oleObj>
              </mc:Choice>
              <mc:Fallback>
                <p:oleObj name="Equation" r:id="rId11" imgW="19507200" imgH="7924800" progId="Equation.DSMT4">
                  <p:embed/>
                  <p:pic>
                    <p:nvPicPr>
                      <p:cNvPr id="0" name="图片 36869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667661" y="3433851"/>
                        <a:ext cx="812800" cy="33496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Rectangle 19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8" name="对象 27"/>
          <p:cNvGraphicFramePr>
            <a:graphicFrameLocks noChangeAspect="1"/>
          </p:cNvGraphicFramePr>
          <p:nvPr/>
        </p:nvGraphicFramePr>
        <p:xfrm>
          <a:off x="3604124" y="3407656"/>
          <a:ext cx="871538" cy="3873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71" name="Equation" r:id="rId13" imgW="20726400" imgH="9448800" progId="Equation.DSMT4">
                  <p:embed/>
                </p:oleObj>
              </mc:Choice>
              <mc:Fallback>
                <p:oleObj name="Equation" r:id="rId13" imgW="20726400" imgH="9448800" progId="Equation.DSMT4">
                  <p:embed/>
                  <p:pic>
                    <p:nvPicPr>
                      <p:cNvPr id="0" name="图片 36870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604124" y="3407656"/>
                        <a:ext cx="871538" cy="3873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Rectangle 21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30" name="对象 29"/>
          <p:cNvGraphicFramePr>
            <a:graphicFrameLocks noChangeAspect="1"/>
          </p:cNvGraphicFramePr>
          <p:nvPr/>
        </p:nvGraphicFramePr>
        <p:xfrm>
          <a:off x="4618866" y="3185406"/>
          <a:ext cx="1225551" cy="8318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72" name="Equation" r:id="rId15" imgW="29260800" imgH="20116800" progId="Equation.DSMT4">
                  <p:embed/>
                </p:oleObj>
              </mc:Choice>
              <mc:Fallback>
                <p:oleObj name="Equation" r:id="rId15" imgW="29260800" imgH="20116800" progId="Equation.DSMT4">
                  <p:embed/>
                  <p:pic>
                    <p:nvPicPr>
                      <p:cNvPr id="0" name="图片 36871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618866" y="3185406"/>
                        <a:ext cx="1225551" cy="8318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6052396" y="3339722"/>
            <a:ext cx="125539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代入得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2" name="Rectangle 31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33" name="对象 32"/>
          <p:cNvGraphicFramePr>
            <a:graphicFrameLocks noChangeAspect="1"/>
          </p:cNvGraphicFramePr>
          <p:nvPr/>
        </p:nvGraphicFramePr>
        <p:xfrm>
          <a:off x="7499824" y="3339722"/>
          <a:ext cx="696913" cy="811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73" name="Equation" r:id="rId17" imgW="16459200" imgH="20116800" progId="Equation.DSMT4">
                  <p:embed/>
                </p:oleObj>
              </mc:Choice>
              <mc:Fallback>
                <p:oleObj name="Equation" r:id="rId17" imgW="16459200" imgH="20116800" progId="Equation.DSMT4">
                  <p:embed/>
                  <p:pic>
                    <p:nvPicPr>
                      <p:cNvPr id="0" name="图片 36872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7499824" y="3339722"/>
                        <a:ext cx="696913" cy="8112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TextBox 33"/>
          <p:cNvSpPr txBox="1"/>
          <p:nvPr/>
        </p:nvSpPr>
        <p:spPr>
          <a:xfrm>
            <a:off x="8690878" y="3501008"/>
            <a:ext cx="143700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m/s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2820045" y="4200292"/>
            <a:ext cx="179260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）已知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6" name="Rectangle 33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37" name="对象 36"/>
          <p:cNvGraphicFramePr>
            <a:graphicFrameLocks noChangeAspect="1"/>
          </p:cNvGraphicFramePr>
          <p:nvPr/>
        </p:nvGraphicFramePr>
        <p:xfrm>
          <a:off x="4725152" y="4045976"/>
          <a:ext cx="1389063" cy="8318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74" name="Equation" r:id="rId19" imgW="33528000" imgH="20116800" progId="Equation.DSMT4">
                  <p:embed/>
                </p:oleObj>
              </mc:Choice>
              <mc:Fallback>
                <p:oleObj name="Equation" r:id="rId19" imgW="33528000" imgH="20116800" progId="Equation.DSMT4">
                  <p:embed/>
                  <p:pic>
                    <p:nvPicPr>
                      <p:cNvPr id="0" name="图片 36873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4725152" y="4045976"/>
                        <a:ext cx="1389063" cy="8318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" name="TextBox 37"/>
          <p:cNvSpPr txBox="1"/>
          <p:nvPr/>
        </p:nvSpPr>
        <p:spPr>
          <a:xfrm>
            <a:off x="6238401" y="4200292"/>
            <a:ext cx="1979581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对</a:t>
            </a:r>
            <a:r>
              <a:rPr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求导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得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9" name="Rectangle 35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40" name="对象 39"/>
          <p:cNvGraphicFramePr>
            <a:graphicFrameLocks noChangeAspect="1"/>
          </p:cNvGraphicFramePr>
          <p:nvPr/>
        </p:nvGraphicFramePr>
        <p:xfrm>
          <a:off x="2252526" y="4763639"/>
          <a:ext cx="2341563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75" name="Equation" r:id="rId21" imgW="56388000" imgH="20116800" progId="Equation.DSMT4">
                  <p:embed/>
                </p:oleObj>
              </mc:Choice>
              <mc:Fallback>
                <p:oleObj name="Equation" r:id="rId21" imgW="56388000" imgH="20116800" progId="Equation.DSMT4">
                  <p:embed/>
                  <p:pic>
                    <p:nvPicPr>
                      <p:cNvPr id="0" name="图片 36874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2252526" y="4763639"/>
                        <a:ext cx="2341563" cy="831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TextBox 40"/>
          <p:cNvSpPr txBox="1"/>
          <p:nvPr/>
        </p:nvSpPr>
        <p:spPr>
          <a:xfrm>
            <a:off x="4863102" y="4907655"/>
            <a:ext cx="5403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将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2" name="Rectangle 37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43" name="对象 42"/>
          <p:cNvGraphicFramePr>
            <a:graphicFrameLocks noChangeAspect="1"/>
          </p:cNvGraphicFramePr>
          <p:nvPr/>
        </p:nvGraphicFramePr>
        <p:xfrm>
          <a:off x="5380189" y="4753339"/>
          <a:ext cx="944563" cy="8318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76" name="Equation" r:id="rId23" imgW="22860000" imgH="20116800" progId="Equation.DSMT4">
                  <p:embed/>
                </p:oleObj>
              </mc:Choice>
              <mc:Fallback>
                <p:oleObj name="Equation" r:id="rId23" imgW="22860000" imgH="20116800" progId="Equation.DSMT4">
                  <p:embed/>
                  <p:pic>
                    <p:nvPicPr>
                      <p:cNvPr id="0" name="图片 36875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5380189" y="4753339"/>
                        <a:ext cx="944563" cy="8318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对象 43"/>
          <p:cNvGraphicFramePr>
            <a:graphicFrameLocks noChangeAspect="1"/>
          </p:cNvGraphicFramePr>
          <p:nvPr/>
        </p:nvGraphicFramePr>
        <p:xfrm>
          <a:off x="6358298" y="4753340"/>
          <a:ext cx="1225550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77" name="Equation" r:id="rId25" imgW="29260800" imgH="20116800" progId="Equation.DSMT4">
                  <p:embed/>
                </p:oleObj>
              </mc:Choice>
              <mc:Fallback>
                <p:oleObj name="Equation" r:id="rId25" imgW="29260800" imgH="20116800" progId="Equation.DSMT4">
                  <p:embed/>
                  <p:pic>
                    <p:nvPicPr>
                      <p:cNvPr id="0" name="图片 36876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358298" y="4753340"/>
                        <a:ext cx="1225550" cy="831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" name="TextBox 44"/>
          <p:cNvSpPr txBox="1"/>
          <p:nvPr/>
        </p:nvSpPr>
        <p:spPr>
          <a:xfrm>
            <a:off x="7652346" y="4880697"/>
            <a:ext cx="125539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代入得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6" name="Rectangle 41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47" name="对象 46"/>
          <p:cNvGraphicFramePr>
            <a:graphicFrameLocks noChangeAspect="1"/>
          </p:cNvGraphicFramePr>
          <p:nvPr/>
        </p:nvGraphicFramePr>
        <p:xfrm>
          <a:off x="2637298" y="5722957"/>
          <a:ext cx="2254250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78" name="Equation" r:id="rId26" imgW="53949600" imgH="20116800" progId="Equation.DSMT4">
                  <p:embed/>
                </p:oleObj>
              </mc:Choice>
              <mc:Fallback>
                <p:oleObj name="Equation" r:id="rId26" imgW="53949600" imgH="20116800" progId="Equation.DSMT4">
                  <p:embed/>
                  <p:pic>
                    <p:nvPicPr>
                      <p:cNvPr id="0" name="图片 36877"/>
                      <p:cNvPicPr>
                        <a:picLocks noChangeAspect="1"/>
                      </p:cNvPicPr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2637298" y="5722957"/>
                        <a:ext cx="2254250" cy="831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" name="TextBox 47"/>
          <p:cNvSpPr txBox="1"/>
          <p:nvPr/>
        </p:nvSpPr>
        <p:spPr>
          <a:xfrm>
            <a:off x="5819080" y="5877272"/>
            <a:ext cx="215392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rad/s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）．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49" name="对象 48"/>
          <p:cNvGraphicFramePr>
            <a:graphicFrameLocks noChangeAspect="1"/>
          </p:cNvGraphicFramePr>
          <p:nvPr/>
        </p:nvGraphicFramePr>
        <p:xfrm>
          <a:off x="5067447" y="5719782"/>
          <a:ext cx="5334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79" name="Equation" r:id="rId28" imgW="12801600" imgH="20116800" progId="Equation.DSMT4">
                  <p:embed/>
                </p:oleObj>
              </mc:Choice>
              <mc:Fallback>
                <p:oleObj name="Equation" r:id="rId28" imgW="12801600" imgH="20116800" progId="Equation.DSMT4">
                  <p:embed/>
                  <p:pic>
                    <p:nvPicPr>
                      <p:cNvPr id="0" name="图片 36878"/>
                      <p:cNvPicPr>
                        <a:picLocks noChangeAspect="1"/>
                      </p:cNvPicPr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5067447" y="5719782"/>
                        <a:ext cx="5334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对象 49"/>
          <p:cNvGraphicFramePr>
            <a:graphicFrameLocks noChangeAspect="1"/>
          </p:cNvGraphicFramePr>
          <p:nvPr/>
        </p:nvGraphicFramePr>
        <p:xfrm>
          <a:off x="8196263" y="3340100"/>
          <a:ext cx="4826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80" name="Equation" r:id="rId30" imgW="11582400" imgH="20116800" progId="Equation.DSMT4">
                  <p:embed/>
                </p:oleObj>
              </mc:Choice>
              <mc:Fallback>
                <p:oleObj name="Equation" r:id="rId30" imgW="11582400" imgH="20116800" progId="Equation.DSMT4">
                  <p:embed/>
                  <p:pic>
                    <p:nvPicPr>
                      <p:cNvPr id="0" name="图片 36879"/>
                      <p:cNvPicPr>
                        <a:picLocks noChangeAspect="1"/>
                      </p:cNvPicPr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8196263" y="3340100"/>
                        <a:ext cx="4826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  <p:bldP spid="16" grpId="0"/>
      <p:bldP spid="17" grpId="0"/>
      <p:bldP spid="18" grpId="0"/>
      <p:bldP spid="21" grpId="0"/>
      <p:bldP spid="24" grpId="0"/>
      <p:bldP spid="31" grpId="0"/>
      <p:bldP spid="34" grpId="0"/>
      <p:bldP spid="35" grpId="0"/>
      <p:bldP spid="38" grpId="0"/>
      <p:bldP spid="41" grpId="0"/>
      <p:bldP spid="45" grpId="0"/>
      <p:bldP spid="48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1976063" y="60986"/>
            <a:ext cx="8229600" cy="778098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Tx/>
              <a:buSzTx/>
              <a:buFontTx/>
            </a:pPr>
            <a:r>
              <a:rPr lang="zh-CN" altLang="zh-CN" b="1" dirty="0" smtClean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latin typeface="隶书" panose="02010509060101010101" pitchFamily="49" charset="-122"/>
                <a:ea typeface="隶书" panose="02010509060101010101" pitchFamily="49" charset="-122"/>
              </a:rPr>
              <a:t>练习2.2.2</a:t>
            </a:r>
            <a:endParaRPr lang="zh-CN" altLang="zh-CN" b="1" dirty="0" smtClean="0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974491" y="908720"/>
            <a:ext cx="590486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1.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求下列方程所确定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的隐函数的导数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7824192" y="747261"/>
          <a:ext cx="512763" cy="846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889" name="Equation" r:id="rId1" imgW="12496800" imgH="20116800" progId="Equation.DSMT4">
                  <p:embed/>
                </p:oleObj>
              </mc:Choice>
              <mc:Fallback>
                <p:oleObj name="Equation" r:id="rId1" imgW="12496800" imgH="20116800" progId="Equation.DSMT4">
                  <p:embed/>
                  <p:pic>
                    <p:nvPicPr>
                      <p:cNvPr id="0" name="图片 37888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824192" y="747261"/>
                        <a:ext cx="512763" cy="8461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2207568" y="1628800"/>
          <a:ext cx="3171826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890" name="Equation" r:id="rId3" imgW="75895200" imgH="11887200" progId="Equation.DSMT4">
                  <p:embed/>
                </p:oleObj>
              </mc:Choice>
              <mc:Fallback>
                <p:oleObj name="Equation" r:id="rId3" imgW="75895200" imgH="11887200" progId="Equation.DSMT4">
                  <p:embed/>
                  <p:pic>
                    <p:nvPicPr>
                      <p:cNvPr id="0" name="图片 37889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207568" y="1628800"/>
                        <a:ext cx="3171826" cy="5032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5807968" y="1628800"/>
          <a:ext cx="2528888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891" name="Equation" r:id="rId5" imgW="60960000" imgH="11582400" progId="Equation.DSMT4">
                  <p:embed/>
                </p:oleObj>
              </mc:Choice>
              <mc:Fallback>
                <p:oleObj name="Equation" r:id="rId5" imgW="60960000" imgH="11582400" progId="Equation.DSMT4">
                  <p:embed/>
                  <p:pic>
                    <p:nvPicPr>
                      <p:cNvPr id="0" name="图片 37890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807968" y="1628800"/>
                        <a:ext cx="2528888" cy="482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063552" y="2420888"/>
            <a:ext cx="125539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答案：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974491" y="3458287"/>
            <a:ext cx="304482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2.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用对数法求导数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" name="Rectangle 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4954603" y="3262132"/>
          <a:ext cx="538163" cy="846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892" name="Equation" r:id="rId7" imgW="13106400" imgH="20116800" progId="Equation.DSMT4">
                  <p:embed/>
                </p:oleObj>
              </mc:Choice>
              <mc:Fallback>
                <p:oleObj name="Equation" r:id="rId7" imgW="13106400" imgH="20116800" progId="Equation.DSMT4">
                  <p:embed/>
                  <p:pic>
                    <p:nvPicPr>
                      <p:cNvPr id="0" name="图片 37891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954603" y="3262132"/>
                        <a:ext cx="538163" cy="8461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5590372" y="3458287"/>
            <a:ext cx="89789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其中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6496389" y="3195228"/>
          <a:ext cx="2082800" cy="1049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893" name="Equation" r:id="rId9" imgW="49987200" imgH="24993600" progId="Equation.DSMT4">
                  <p:embed/>
                </p:oleObj>
              </mc:Choice>
              <mc:Fallback>
                <p:oleObj name="Equation" r:id="rId9" imgW="49987200" imgH="24993600" progId="Equation.DSMT4">
                  <p:embed/>
                  <p:pic>
                    <p:nvPicPr>
                      <p:cNvPr id="0" name="图片 37892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496389" y="3195228"/>
                        <a:ext cx="2082800" cy="10493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2223645" y="4106359"/>
            <a:ext cx="125539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答案：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976063" y="5661248"/>
            <a:ext cx="9515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3.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设 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9" name="Rectangle 1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2952345" y="5402158"/>
          <a:ext cx="1773238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894" name="Equation" r:id="rId11" imgW="42367200" imgH="24993600" progId="Equation.DSMT4">
                  <p:embed/>
                </p:oleObj>
              </mc:Choice>
              <mc:Fallback>
                <p:oleObj name="Equation" r:id="rId11" imgW="42367200" imgH="24993600" progId="Equation.DSMT4">
                  <p:embed/>
                  <p:pic>
                    <p:nvPicPr>
                      <p:cNvPr id="0" name="图片 37893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952345" y="5402158"/>
                        <a:ext cx="1773238" cy="1041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4896561" y="5661248"/>
            <a:ext cx="5403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求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2" name="Rectangle 1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3" name="对象 22"/>
          <p:cNvGraphicFramePr>
            <a:graphicFrameLocks noChangeAspect="1"/>
          </p:cNvGraphicFramePr>
          <p:nvPr/>
        </p:nvGraphicFramePr>
        <p:xfrm>
          <a:off x="5418778" y="5360089"/>
          <a:ext cx="960438" cy="1125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895" name="Equation" r:id="rId13" imgW="22860000" imgH="26822400" progId="Equation.DSMT4">
                  <p:embed/>
                </p:oleObj>
              </mc:Choice>
              <mc:Fallback>
                <p:oleObj name="Equation" r:id="rId13" imgW="22860000" imgH="26822400" progId="Equation.DSMT4">
                  <p:embed/>
                  <p:pic>
                    <p:nvPicPr>
                      <p:cNvPr id="0" name="图片 37894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418778" y="5360089"/>
                        <a:ext cx="960438" cy="11255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Rectangle 1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5" name="对象 24"/>
          <p:cNvGraphicFramePr>
            <a:graphicFrameLocks noChangeAspect="1"/>
          </p:cNvGraphicFramePr>
          <p:nvPr/>
        </p:nvGraphicFramePr>
        <p:xfrm>
          <a:off x="3179763" y="2203450"/>
          <a:ext cx="1652587" cy="95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896" name="Equation" r:id="rId15" imgW="39928800" imgH="22860000" progId="Equation.DSMT4">
                  <p:embed/>
                </p:oleObj>
              </mc:Choice>
              <mc:Fallback>
                <p:oleObj name="Equation" r:id="rId15" imgW="39928800" imgH="22860000" progId="Equation.DSMT4">
                  <p:embed/>
                  <p:pic>
                    <p:nvPicPr>
                      <p:cNvPr id="0" name="图片 37895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179763" y="2203450"/>
                        <a:ext cx="1652587" cy="958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Rectangle 1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7" name="对象 26"/>
          <p:cNvGraphicFramePr>
            <a:graphicFrameLocks noChangeAspect="1"/>
          </p:cNvGraphicFramePr>
          <p:nvPr/>
        </p:nvGraphicFramePr>
        <p:xfrm>
          <a:off x="5460806" y="2150805"/>
          <a:ext cx="2873375" cy="10096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897" name="Equation" r:id="rId17" imgW="69189600" imgH="24384000" progId="Equation.DSMT4">
                  <p:embed/>
                </p:oleObj>
              </mc:Choice>
              <mc:Fallback>
                <p:oleObj name="Equation" r:id="rId17" imgW="69189600" imgH="24384000" progId="Equation.DSMT4">
                  <p:embed/>
                  <p:pic>
                    <p:nvPicPr>
                      <p:cNvPr id="0" name="图片 37896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5460806" y="2150805"/>
                        <a:ext cx="2873375" cy="10096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Rectangle 20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9" name="对象 28"/>
          <p:cNvGraphicFramePr>
            <a:graphicFrameLocks noChangeAspect="1"/>
          </p:cNvGraphicFramePr>
          <p:nvPr/>
        </p:nvGraphicFramePr>
        <p:xfrm>
          <a:off x="3215680" y="4271995"/>
          <a:ext cx="4889500" cy="12255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898" name="Equation" r:id="rId19" imgW="117348000" imgH="29260800" progId="Equation.DSMT4">
                  <p:embed/>
                </p:oleObj>
              </mc:Choice>
              <mc:Fallback>
                <p:oleObj name="Equation" r:id="rId19" imgW="117348000" imgH="29260800" progId="Equation.DSMT4">
                  <p:embed/>
                  <p:pic>
                    <p:nvPicPr>
                      <p:cNvPr id="0" name="图片 37897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3215680" y="4271995"/>
                        <a:ext cx="4889500" cy="12255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Rectangle 3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31" name="对象 30"/>
          <p:cNvGraphicFramePr>
            <a:graphicFrameLocks noChangeAspect="1"/>
          </p:cNvGraphicFramePr>
          <p:nvPr/>
        </p:nvGraphicFramePr>
        <p:xfrm>
          <a:off x="7931571" y="5732151"/>
          <a:ext cx="95885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899" name="Equation" r:id="rId21" imgW="22860000" imgH="10668000" progId="Equation.DSMT4">
                  <p:embed/>
                </p:oleObj>
              </mc:Choice>
              <mc:Fallback>
                <p:oleObj name="Equation" r:id="rId21" imgW="22860000" imgH="10668000" progId="Equation.DSMT4">
                  <p:embed/>
                  <p:pic>
                    <p:nvPicPr>
                      <p:cNvPr id="0" name="图片 37898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7931571" y="5732151"/>
                        <a:ext cx="958850" cy="444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6816080" y="5692791"/>
            <a:ext cx="125539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答案：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7" grpId="0"/>
      <p:bldP spid="32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0708" name="文本框 200707"/>
          <p:cNvSpPr txBox="1"/>
          <p:nvPr/>
        </p:nvSpPr>
        <p:spPr>
          <a:xfrm>
            <a:off x="1451610" y="1178560"/>
            <a:ext cx="9104630" cy="156845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r>
              <a:rPr lang="zh-CN" altLang="en-US" sz="3200" b="1" dirty="0">
                <a:solidFill>
                  <a:srgbClr val="0000FF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作业</a:t>
            </a:r>
            <a:r>
              <a:rPr lang="en-US" altLang="zh-CN" sz="3200" b="1" dirty="0">
                <a:solidFill>
                  <a:srgbClr val="0000FF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8</a:t>
            </a:r>
            <a:r>
              <a:rPr lang="zh-CN" altLang="en-US" sz="3200" b="1" dirty="0">
                <a:solidFill>
                  <a:srgbClr val="0000FF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endParaRPr lang="en-US" altLang="zh-CN" sz="3200" b="1" dirty="0">
              <a:solidFill>
                <a:srgbClr val="0000FF"/>
              </a:solidFill>
              <a:effectLst>
                <a:outerShdw blurRad="38100" dist="38100" dir="2700000">
                  <a:srgbClr val="00000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3200">
                <a:latin typeface="Times New Roman" panose="02020603050405020304" pitchFamily="18" charset="0"/>
              </a:rPr>
              <a:t>P100  </a:t>
            </a:r>
            <a:r>
              <a:rPr lang="zh-CN" altLang="en-US" sz="3200" b="1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习题</a:t>
            </a:r>
            <a:r>
              <a:rPr lang="en-US" altLang="zh-CN" sz="32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2.1</a:t>
            </a:r>
            <a:r>
              <a:rPr lang="en-US" altLang="zh-CN" sz="3200">
                <a:latin typeface="Times New Roman" panose="02020603050405020304" pitchFamily="18" charset="0"/>
              </a:rPr>
              <a:t>     8. (2),(13),(17),(19) </a:t>
            </a:r>
            <a:endParaRPr lang="en-US" altLang="zh-CN" sz="3200">
              <a:latin typeface="Times New Roman" panose="02020603050405020304" pitchFamily="18" charset="0"/>
            </a:endParaRPr>
          </a:p>
          <a:p>
            <a:r>
              <a:rPr lang="en-US" altLang="zh-CN" sz="3200">
                <a:latin typeface="Times New Roman" panose="02020603050405020304" pitchFamily="18" charset="0"/>
              </a:rPr>
              <a:t>P112  </a:t>
            </a:r>
            <a:r>
              <a:rPr lang="zh-CN" altLang="en-US" sz="3200">
                <a:latin typeface="Times New Roman" panose="02020603050405020304" pitchFamily="18" charset="0"/>
              </a:rPr>
              <a:t>习题</a:t>
            </a:r>
            <a:r>
              <a:rPr lang="en-US" altLang="zh-CN" sz="3200">
                <a:latin typeface="Times New Roman" panose="02020603050405020304" pitchFamily="18" charset="0"/>
              </a:rPr>
              <a:t>2.2     2  </a:t>
            </a:r>
            <a:endParaRPr lang="en-US" altLang="zh-CN" sz="3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125.xml><?xml version="1.0" encoding="utf-8"?>
<p:tagLst xmlns:p="http://schemas.openxmlformats.org/presentationml/2006/main">
  <p:tag name="KSO_WM_UNIT_PLACING_PICTURE_USER_VIEWPORT" val="{&quot;height&quot;:5529.7118110236215,&quot;width&quot;:9667.187401574804}"/>
</p:tagLst>
</file>

<file path=ppt/tags/tag126.xml><?xml version="1.0" encoding="utf-8"?>
<p:tagLst xmlns:p="http://schemas.openxmlformats.org/presentationml/2006/main">
  <p:tag name="KSO_WM_UNIT_PLACING_PICTURE_USER_VIEWPORT" val="{&quot;height&quot;:3527.5007874015746,&quot;width&quot;:3377.499212598425}"/>
</p:tagLst>
</file>

<file path=ppt/tags/tag127.xml><?xml version="1.0" encoding="utf-8"?>
<p:tagLst xmlns:p="http://schemas.openxmlformats.org/presentationml/2006/main">
  <p:tag name="COMMONDATA" val="eyJoZGlkIjoiYTE3YTg1MGUwYzcxMDRmMDA0MjllMmFkNzVlNjE4YTEifQ=="/>
  <p:tag name="KSO_WPP_MARK_KEY" val="30918f6f-ab63-4e01-a00c-fa632488b614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/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">
      <a:dk1>
        <a:srgbClr val="000000"/>
      </a:dk1>
      <a:lt1>
        <a:srgbClr val="FFFFFF"/>
      </a:lt1>
      <a:dk2>
        <a:srgbClr val="895D1D"/>
      </a:dk2>
      <a:lt2>
        <a:srgbClr val="ECE9C6"/>
      </a:lt2>
      <a:accent1>
        <a:srgbClr val="873624"/>
      </a:accent1>
      <a:accent2>
        <a:srgbClr val="D6862D"/>
      </a:accent2>
      <a:accent3>
        <a:srgbClr val="D0BE40"/>
      </a:accent3>
      <a:accent4>
        <a:srgbClr val="877F6C"/>
      </a:accent4>
      <a:accent5>
        <a:srgbClr val="972109"/>
      </a:accent5>
      <a:accent6>
        <a:srgbClr val="AEB795"/>
      </a:accent6>
      <a:hlink>
        <a:srgbClr val="CC9900"/>
      </a:hlink>
      <a:folHlink>
        <a:srgbClr val="B2B2B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/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2893</Words>
  <Application>WPS 演示</Application>
  <PresentationFormat>宽屏</PresentationFormat>
  <Paragraphs>783</Paragraphs>
  <Slides>60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573</vt:i4>
      </vt:variant>
      <vt:variant>
        <vt:lpstr>幻灯片标题</vt:lpstr>
      </vt:variant>
      <vt:variant>
        <vt:i4>60</vt:i4>
      </vt:variant>
    </vt:vector>
  </HeadingPairs>
  <TitlesOfParts>
    <vt:vector size="656" baseType="lpstr">
      <vt:lpstr>Arial</vt:lpstr>
      <vt:lpstr>宋体</vt:lpstr>
      <vt:lpstr>Wingdings</vt:lpstr>
      <vt:lpstr>Wingdings</vt:lpstr>
      <vt:lpstr>黑体</vt:lpstr>
      <vt:lpstr>Times New Roman</vt:lpstr>
      <vt:lpstr>楷体</vt:lpstr>
      <vt:lpstr>隶书</vt:lpstr>
      <vt:lpstr>Cambria Math</vt:lpstr>
      <vt:lpstr>MS Mincho</vt:lpstr>
      <vt:lpstr>Segoe Print</vt:lpstr>
      <vt:lpstr>微软雅黑</vt:lpstr>
      <vt:lpstr>Arial Unicode MS</vt:lpstr>
      <vt:lpstr>Calibri</vt:lpstr>
      <vt:lpstr>华文新魏</vt:lpstr>
      <vt:lpstr>幼圆</vt:lpstr>
      <vt:lpstr>楷体_GB2312</vt:lpstr>
      <vt:lpstr>新宋体</vt:lpstr>
      <vt:lpstr>Symbol</vt:lpstr>
      <vt:lpstr>Symbol</vt:lpstr>
      <vt:lpstr>Cambria Math</vt:lpstr>
      <vt:lpstr>Office 主题​​</vt:lpstr>
      <vt:lpstr>1_Office 主题​​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山人有鱼</cp:lastModifiedBy>
  <cp:revision>187</cp:revision>
  <dcterms:created xsi:type="dcterms:W3CDTF">2019-06-19T02:08:00Z</dcterms:created>
  <dcterms:modified xsi:type="dcterms:W3CDTF">2022-10-31T03:33:34Z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2052-11.1.0.12598</vt:lpwstr>
  </property>
  <property fmtid="{D5CDD505-2E9C-101B-9397-08002B2CF9AE}" pid="3" name="ICV">
    <vt:lpwstr>95F4628B26C4492A95F5E3C97B4D586B</vt:lpwstr>
  </property>
</Properties>
</file>