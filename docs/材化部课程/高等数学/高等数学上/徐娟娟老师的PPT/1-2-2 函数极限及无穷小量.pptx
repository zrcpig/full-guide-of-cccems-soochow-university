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42"/>
  </p:notesMasterIdLst>
  <p:sldIdLst>
    <p:sldId id="394" r:id="rId4"/>
    <p:sldId id="449" r:id="rId5"/>
    <p:sldId id="393" r:id="rId6"/>
    <p:sldId id="274" r:id="rId7"/>
    <p:sldId id="275" r:id="rId8"/>
    <p:sldId id="276" r:id="rId9"/>
    <p:sldId id="277" r:id="rId10"/>
    <p:sldId id="278" r:id="rId11"/>
    <p:sldId id="279" r:id="rId12"/>
    <p:sldId id="280" r:id="rId13"/>
    <p:sldId id="281" r:id="rId14"/>
    <p:sldId id="282" r:id="rId15"/>
    <p:sldId id="347" r:id="rId16"/>
    <p:sldId id="284" r:id="rId17"/>
    <p:sldId id="285" r:id="rId18"/>
    <p:sldId id="286" r:id="rId19"/>
    <p:sldId id="287" r:id="rId20"/>
    <p:sldId id="288" r:id="rId21"/>
    <p:sldId id="289" r:id="rId22"/>
    <p:sldId id="290" r:id="rId23"/>
    <p:sldId id="291" r:id="rId24"/>
    <p:sldId id="292" r:id="rId25"/>
    <p:sldId id="293" r:id="rId26"/>
    <p:sldId id="294" r:id="rId27"/>
    <p:sldId id="295" r:id="rId28"/>
    <p:sldId id="296" r:id="rId29"/>
    <p:sldId id="297" r:id="rId30"/>
    <p:sldId id="298" r:id="rId31"/>
    <p:sldId id="299" r:id="rId32"/>
    <p:sldId id="300" r:id="rId33"/>
    <p:sldId id="301" r:id="rId34"/>
    <p:sldId id="302" r:id="rId35"/>
    <p:sldId id="303" r:id="rId36"/>
    <p:sldId id="304" r:id="rId37"/>
    <p:sldId id="305" r:id="rId38"/>
    <p:sldId id="306" r:id="rId39"/>
    <p:sldId id="307" r:id="rId40"/>
    <p:sldId id="392" r:id="rId41"/>
  </p:sldIdLst>
  <p:sldSz cx="12192000" cy="6858000"/>
  <p:notesSz cx="6858000" cy="9144000"/>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eyan" initials="k"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299"/>
        <p:guide pos="379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7" Type="http://schemas.openxmlformats.org/officeDocument/2006/relationships/tags" Target="tags/tag125.xml"/><Relationship Id="rId46" Type="http://schemas.openxmlformats.org/officeDocument/2006/relationships/commentAuthors" Target="commentAuthors.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notesMaster" Target="notesMasters/notesMaster1.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9.wmf"/><Relationship Id="rId8" Type="http://schemas.openxmlformats.org/officeDocument/2006/relationships/image" Target="../media/image8.wmf"/><Relationship Id="rId7" Type="http://schemas.openxmlformats.org/officeDocument/2006/relationships/image" Target="../media/image7.wmf"/><Relationship Id="rId6" Type="http://schemas.openxmlformats.org/officeDocument/2006/relationships/image" Target="../media/image6.wmf"/><Relationship Id="rId5" Type="http://schemas.openxmlformats.org/officeDocument/2006/relationships/image" Target="../media/image5.wmf"/><Relationship Id="rId4" Type="http://schemas.openxmlformats.org/officeDocument/2006/relationships/image" Target="../media/image4.wmf"/><Relationship Id="rId3" Type="http://schemas.openxmlformats.org/officeDocument/2006/relationships/image" Target="../media/image3.wmf"/><Relationship Id="rId2" Type="http://schemas.openxmlformats.org/officeDocument/2006/relationships/image" Target="../media/image2.wmf"/><Relationship Id="rId14" Type="http://schemas.openxmlformats.org/officeDocument/2006/relationships/image" Target="../media/image14.wmf"/><Relationship Id="rId13" Type="http://schemas.openxmlformats.org/officeDocument/2006/relationships/image" Target="../media/image13.wmf"/><Relationship Id="rId12" Type="http://schemas.openxmlformats.org/officeDocument/2006/relationships/image" Target="../media/image12.wmf"/><Relationship Id="rId11" Type="http://schemas.openxmlformats.org/officeDocument/2006/relationships/image" Target="../media/image11.wmf"/><Relationship Id="rId10" Type="http://schemas.openxmlformats.org/officeDocument/2006/relationships/image" Target="../media/image10.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23.wmf"/><Relationship Id="rId8" Type="http://schemas.openxmlformats.org/officeDocument/2006/relationships/image" Target="../media/image22.wmf"/><Relationship Id="rId7" Type="http://schemas.openxmlformats.org/officeDocument/2006/relationships/image" Target="../media/image21.emf"/><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 Id="rId3" Type="http://schemas.openxmlformats.org/officeDocument/2006/relationships/image" Target="../media/image17.emf"/><Relationship Id="rId2" Type="http://schemas.openxmlformats.org/officeDocument/2006/relationships/image" Target="../media/image16.emf"/><Relationship Id="rId13" Type="http://schemas.openxmlformats.org/officeDocument/2006/relationships/image" Target="../media/image27.wmf"/><Relationship Id="rId12" Type="http://schemas.openxmlformats.org/officeDocument/2006/relationships/image" Target="../media/image26.wmf"/><Relationship Id="rId11" Type="http://schemas.openxmlformats.org/officeDocument/2006/relationships/image" Target="../media/image25.wmf"/><Relationship Id="rId10" Type="http://schemas.openxmlformats.org/officeDocument/2006/relationships/image" Target="../media/image24.wmf"/><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43.wmf"/><Relationship Id="rId8" Type="http://schemas.openxmlformats.org/officeDocument/2006/relationships/image" Target="../media/image42.wmf"/><Relationship Id="rId7" Type="http://schemas.openxmlformats.org/officeDocument/2006/relationships/image" Target="../media/image41.wmf"/><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8.wmf"/><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52.wmf"/><Relationship Id="rId8" Type="http://schemas.openxmlformats.org/officeDocument/2006/relationships/image" Target="../media/image51.wmf"/><Relationship Id="rId7" Type="http://schemas.openxmlformats.org/officeDocument/2006/relationships/image" Target="../media/image50.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7.wmf"/><Relationship Id="rId3" Type="http://schemas.openxmlformats.org/officeDocument/2006/relationships/image" Target="../media/image46.wmf"/><Relationship Id="rId2" Type="http://schemas.openxmlformats.org/officeDocument/2006/relationships/image" Target="../media/image45.wmf"/><Relationship Id="rId11" Type="http://schemas.openxmlformats.org/officeDocument/2006/relationships/image" Target="../media/image54.wmf"/><Relationship Id="rId10" Type="http://schemas.openxmlformats.org/officeDocument/2006/relationships/image" Target="../media/image53.wmf"/><Relationship Id="rId1" Type="http://schemas.openxmlformats.org/officeDocument/2006/relationships/image" Target="../media/image44.wmf"/></Relationships>
</file>

<file path=ppt/drawings/_rels/vmlDrawing5.vml.rels><?xml version="1.0" encoding="UTF-8" standalone="yes"?>
<Relationships xmlns="http://schemas.openxmlformats.org/package/2006/relationships"><Relationship Id="rId9" Type="http://schemas.openxmlformats.org/officeDocument/2006/relationships/image" Target="../media/image63.wmf"/><Relationship Id="rId8" Type="http://schemas.openxmlformats.org/officeDocument/2006/relationships/image" Target="../media/image62.wmf"/><Relationship Id="rId7" Type="http://schemas.openxmlformats.org/officeDocument/2006/relationships/image" Target="../media/image61.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 Id="rId3" Type="http://schemas.openxmlformats.org/officeDocument/2006/relationships/image" Target="../media/image57.wmf"/><Relationship Id="rId22" Type="http://schemas.openxmlformats.org/officeDocument/2006/relationships/image" Target="../media/image76.wmf"/><Relationship Id="rId21" Type="http://schemas.openxmlformats.org/officeDocument/2006/relationships/image" Target="../media/image75.wmf"/><Relationship Id="rId20" Type="http://schemas.openxmlformats.org/officeDocument/2006/relationships/image" Target="../media/image74.wmf"/><Relationship Id="rId2" Type="http://schemas.openxmlformats.org/officeDocument/2006/relationships/image" Target="../media/image56.wmf"/><Relationship Id="rId19" Type="http://schemas.openxmlformats.org/officeDocument/2006/relationships/image" Target="../media/image73.wmf"/><Relationship Id="rId18" Type="http://schemas.openxmlformats.org/officeDocument/2006/relationships/image" Target="../media/image72.wmf"/><Relationship Id="rId17" Type="http://schemas.openxmlformats.org/officeDocument/2006/relationships/image" Target="../media/image71.wmf"/><Relationship Id="rId16" Type="http://schemas.openxmlformats.org/officeDocument/2006/relationships/image" Target="../media/image70.wmf"/><Relationship Id="rId15" Type="http://schemas.openxmlformats.org/officeDocument/2006/relationships/image" Target="../media/image69.wmf"/><Relationship Id="rId14" Type="http://schemas.openxmlformats.org/officeDocument/2006/relationships/image" Target="../media/image68.wmf"/><Relationship Id="rId13" Type="http://schemas.openxmlformats.org/officeDocument/2006/relationships/image" Target="../media/image67.wmf"/><Relationship Id="rId12" Type="http://schemas.openxmlformats.org/officeDocument/2006/relationships/image" Target="../media/image66.wmf"/><Relationship Id="rId11" Type="http://schemas.openxmlformats.org/officeDocument/2006/relationships/image" Target="../media/image65.wmf"/><Relationship Id="rId10" Type="http://schemas.openxmlformats.org/officeDocument/2006/relationships/image" Target="../media/image64.wmf"/><Relationship Id="rId1" Type="http://schemas.openxmlformats.org/officeDocument/2006/relationships/image" Target="../media/image55.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85.wmf"/><Relationship Id="rId8" Type="http://schemas.openxmlformats.org/officeDocument/2006/relationships/image" Target="../media/image84.wmf"/><Relationship Id="rId7" Type="http://schemas.openxmlformats.org/officeDocument/2006/relationships/image" Target="../media/image83.wmf"/><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 Id="rId3" Type="http://schemas.openxmlformats.org/officeDocument/2006/relationships/image" Target="../media/image79.wmf"/><Relationship Id="rId2" Type="http://schemas.openxmlformats.org/officeDocument/2006/relationships/image" Target="../media/image78.wmf"/><Relationship Id="rId14" Type="http://schemas.openxmlformats.org/officeDocument/2006/relationships/image" Target="../media/image90.wmf"/><Relationship Id="rId13" Type="http://schemas.openxmlformats.org/officeDocument/2006/relationships/image" Target="../media/image89.wmf"/><Relationship Id="rId12" Type="http://schemas.openxmlformats.org/officeDocument/2006/relationships/image" Target="../media/image88.wmf"/><Relationship Id="rId11" Type="http://schemas.openxmlformats.org/officeDocument/2006/relationships/image" Target="../media/image87.wmf"/><Relationship Id="rId10" Type="http://schemas.openxmlformats.org/officeDocument/2006/relationships/image" Target="../media/image86.wmf"/><Relationship Id="rId1" Type="http://schemas.openxmlformats.org/officeDocument/2006/relationships/image" Target="../media/image77.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99.wmf"/><Relationship Id="rId8" Type="http://schemas.openxmlformats.org/officeDocument/2006/relationships/image" Target="../media/image98.wmf"/><Relationship Id="rId7" Type="http://schemas.openxmlformats.org/officeDocument/2006/relationships/image" Target="../media/image97.wmf"/><Relationship Id="rId6" Type="http://schemas.openxmlformats.org/officeDocument/2006/relationships/image" Target="../media/image96.wmf"/><Relationship Id="rId5" Type="http://schemas.openxmlformats.org/officeDocument/2006/relationships/image" Target="../media/image95.wmf"/><Relationship Id="rId4" Type="http://schemas.openxmlformats.org/officeDocument/2006/relationships/image" Target="../media/image94.wmf"/><Relationship Id="rId3" Type="http://schemas.openxmlformats.org/officeDocument/2006/relationships/image" Target="../media/image93.wmf"/><Relationship Id="rId2" Type="http://schemas.openxmlformats.org/officeDocument/2006/relationships/image" Target="../media/image92.wmf"/><Relationship Id="rId17" Type="http://schemas.openxmlformats.org/officeDocument/2006/relationships/image" Target="../media/image107.wmf"/><Relationship Id="rId16" Type="http://schemas.openxmlformats.org/officeDocument/2006/relationships/image" Target="../media/image106.wmf"/><Relationship Id="rId15" Type="http://schemas.openxmlformats.org/officeDocument/2006/relationships/image" Target="../media/image105.wmf"/><Relationship Id="rId14" Type="http://schemas.openxmlformats.org/officeDocument/2006/relationships/image" Target="../media/image104.wmf"/><Relationship Id="rId13" Type="http://schemas.openxmlformats.org/officeDocument/2006/relationships/image" Target="../media/image103.wmf"/><Relationship Id="rId12" Type="http://schemas.openxmlformats.org/officeDocument/2006/relationships/image" Target="../media/image102.wmf"/><Relationship Id="rId11" Type="http://schemas.openxmlformats.org/officeDocument/2006/relationships/image" Target="../media/image101.wmf"/><Relationship Id="rId10" Type="http://schemas.openxmlformats.org/officeDocument/2006/relationships/image" Target="../media/image100.wmf"/><Relationship Id="rId1" Type="http://schemas.openxmlformats.org/officeDocument/2006/relationships/image" Target="../media/image91.wmf"/></Relationships>
</file>

<file path=ppt/drawings/_rels/vmlDrawing8.vml.rels><?xml version="1.0" encoding="UTF-8" standalone="yes"?>
<Relationships xmlns="http://schemas.openxmlformats.org/package/2006/relationships"><Relationship Id="rId9" Type="http://schemas.openxmlformats.org/officeDocument/2006/relationships/image" Target="../media/image116.wmf"/><Relationship Id="rId8" Type="http://schemas.openxmlformats.org/officeDocument/2006/relationships/image" Target="../media/image115.wmf"/><Relationship Id="rId7" Type="http://schemas.openxmlformats.org/officeDocument/2006/relationships/image" Target="../media/image114.wmf"/><Relationship Id="rId6" Type="http://schemas.openxmlformats.org/officeDocument/2006/relationships/image" Target="../media/image113.wmf"/><Relationship Id="rId5" Type="http://schemas.openxmlformats.org/officeDocument/2006/relationships/image" Target="../media/image112.wmf"/><Relationship Id="rId4" Type="http://schemas.openxmlformats.org/officeDocument/2006/relationships/image" Target="../media/image111.wmf"/><Relationship Id="rId3" Type="http://schemas.openxmlformats.org/officeDocument/2006/relationships/image" Target="../media/image110.wmf"/><Relationship Id="rId2" Type="http://schemas.openxmlformats.org/officeDocument/2006/relationships/image" Target="../media/image109.wmf"/><Relationship Id="rId10" Type="http://schemas.openxmlformats.org/officeDocument/2006/relationships/image" Target="../media/image117.wmf"/><Relationship Id="rId1" Type="http://schemas.openxmlformats.org/officeDocument/2006/relationships/image" Target="../media/image108.wmf"/></Relationships>
</file>

<file path=ppt/drawings/_rels/vmlDrawing9.vml.rels><?xml version="1.0" encoding="UTF-8" standalone="yes"?>
<Relationships xmlns="http://schemas.openxmlformats.org/package/2006/relationships"><Relationship Id="rId9" Type="http://schemas.openxmlformats.org/officeDocument/2006/relationships/image" Target="../media/image126.wmf"/><Relationship Id="rId8" Type="http://schemas.openxmlformats.org/officeDocument/2006/relationships/image" Target="../media/image125.wmf"/><Relationship Id="rId7" Type="http://schemas.openxmlformats.org/officeDocument/2006/relationships/image" Target="../media/image124.wmf"/><Relationship Id="rId6" Type="http://schemas.openxmlformats.org/officeDocument/2006/relationships/image" Target="../media/image123.wmf"/><Relationship Id="rId5" Type="http://schemas.openxmlformats.org/officeDocument/2006/relationships/image" Target="../media/image122.wmf"/><Relationship Id="rId4" Type="http://schemas.openxmlformats.org/officeDocument/2006/relationships/image" Target="../media/image121.wmf"/><Relationship Id="rId3" Type="http://schemas.openxmlformats.org/officeDocument/2006/relationships/image" Target="../media/image120.wmf"/><Relationship Id="rId2" Type="http://schemas.openxmlformats.org/officeDocument/2006/relationships/image" Target="../media/image119.wmf"/><Relationship Id="rId14" Type="http://schemas.openxmlformats.org/officeDocument/2006/relationships/image" Target="../media/image131.wmf"/><Relationship Id="rId13" Type="http://schemas.openxmlformats.org/officeDocument/2006/relationships/image" Target="../media/image130.wmf"/><Relationship Id="rId12" Type="http://schemas.openxmlformats.org/officeDocument/2006/relationships/image" Target="../media/image129.wmf"/><Relationship Id="rId11" Type="http://schemas.openxmlformats.org/officeDocument/2006/relationships/image" Target="../media/image128.wmf"/><Relationship Id="rId10" Type="http://schemas.openxmlformats.org/officeDocument/2006/relationships/image" Target="../media/image127.wmf"/><Relationship Id="rId1" Type="http://schemas.openxmlformats.org/officeDocument/2006/relationships/image" Target="../media/image118.wmf"/></Relationships>
</file>

<file path=ppt/drawings/_rels/vmlDrawing10.vml.rels><?xml version="1.0" encoding="UTF-8" standalone="yes"?>
<Relationships xmlns="http://schemas.openxmlformats.org/package/2006/relationships"><Relationship Id="rId9" Type="http://schemas.openxmlformats.org/officeDocument/2006/relationships/image" Target="../media/image140.wmf"/><Relationship Id="rId8" Type="http://schemas.openxmlformats.org/officeDocument/2006/relationships/image" Target="../media/image139.wmf"/><Relationship Id="rId7" Type="http://schemas.openxmlformats.org/officeDocument/2006/relationships/image" Target="../media/image138.wmf"/><Relationship Id="rId6" Type="http://schemas.openxmlformats.org/officeDocument/2006/relationships/image" Target="../media/image137.wmf"/><Relationship Id="rId5" Type="http://schemas.openxmlformats.org/officeDocument/2006/relationships/image" Target="../media/image136.wmf"/><Relationship Id="rId4" Type="http://schemas.openxmlformats.org/officeDocument/2006/relationships/image" Target="../media/image135.wmf"/><Relationship Id="rId3" Type="http://schemas.openxmlformats.org/officeDocument/2006/relationships/image" Target="../media/image134.wmf"/><Relationship Id="rId2" Type="http://schemas.openxmlformats.org/officeDocument/2006/relationships/image" Target="../media/image133.wmf"/><Relationship Id="rId18" Type="http://schemas.openxmlformats.org/officeDocument/2006/relationships/image" Target="../media/image149.wmf"/><Relationship Id="rId17" Type="http://schemas.openxmlformats.org/officeDocument/2006/relationships/image" Target="../media/image148.wmf"/><Relationship Id="rId16" Type="http://schemas.openxmlformats.org/officeDocument/2006/relationships/image" Target="../media/image147.wmf"/><Relationship Id="rId15" Type="http://schemas.openxmlformats.org/officeDocument/2006/relationships/image" Target="../media/image146.wmf"/><Relationship Id="rId14" Type="http://schemas.openxmlformats.org/officeDocument/2006/relationships/image" Target="../media/image145.wmf"/><Relationship Id="rId13" Type="http://schemas.openxmlformats.org/officeDocument/2006/relationships/image" Target="../media/image144.wmf"/><Relationship Id="rId12" Type="http://schemas.openxmlformats.org/officeDocument/2006/relationships/image" Target="../media/image143.wmf"/><Relationship Id="rId11" Type="http://schemas.openxmlformats.org/officeDocument/2006/relationships/image" Target="../media/image142.wmf"/><Relationship Id="rId10" Type="http://schemas.openxmlformats.org/officeDocument/2006/relationships/image" Target="../media/image141.wmf"/><Relationship Id="rId1" Type="http://schemas.openxmlformats.org/officeDocument/2006/relationships/image" Target="../media/image132.wmf"/></Relationships>
</file>

<file path=ppt/drawings/_rels/vmlDrawing11.vml.rels><?xml version="1.0" encoding="UTF-8" standalone="yes"?>
<Relationships xmlns="http://schemas.openxmlformats.org/package/2006/relationships"><Relationship Id="rId9" Type="http://schemas.openxmlformats.org/officeDocument/2006/relationships/image" Target="../media/image158.wmf"/><Relationship Id="rId8" Type="http://schemas.openxmlformats.org/officeDocument/2006/relationships/image" Target="../media/image157.wmf"/><Relationship Id="rId7" Type="http://schemas.openxmlformats.org/officeDocument/2006/relationships/image" Target="../media/image156.wmf"/><Relationship Id="rId6" Type="http://schemas.openxmlformats.org/officeDocument/2006/relationships/image" Target="../media/image155.wmf"/><Relationship Id="rId5" Type="http://schemas.openxmlformats.org/officeDocument/2006/relationships/image" Target="../media/image154.wmf"/><Relationship Id="rId4" Type="http://schemas.openxmlformats.org/officeDocument/2006/relationships/image" Target="../media/image153.wmf"/><Relationship Id="rId3" Type="http://schemas.openxmlformats.org/officeDocument/2006/relationships/image" Target="../media/image152.wmf"/><Relationship Id="rId2" Type="http://schemas.openxmlformats.org/officeDocument/2006/relationships/image" Target="../media/image151.wmf"/><Relationship Id="rId14" Type="http://schemas.openxmlformats.org/officeDocument/2006/relationships/image" Target="../media/image163.wmf"/><Relationship Id="rId13" Type="http://schemas.openxmlformats.org/officeDocument/2006/relationships/image" Target="../media/image162.wmf"/><Relationship Id="rId12" Type="http://schemas.openxmlformats.org/officeDocument/2006/relationships/image" Target="../media/image161.wmf"/><Relationship Id="rId11" Type="http://schemas.openxmlformats.org/officeDocument/2006/relationships/image" Target="../media/image160.wmf"/><Relationship Id="rId10" Type="http://schemas.openxmlformats.org/officeDocument/2006/relationships/image" Target="../media/image159.wmf"/><Relationship Id="rId1" Type="http://schemas.openxmlformats.org/officeDocument/2006/relationships/image" Target="../media/image150.wmf"/></Relationships>
</file>

<file path=ppt/drawings/_rels/vmlDrawing12.vml.rels><?xml version="1.0" encoding="UTF-8" standalone="yes"?>
<Relationships xmlns="http://schemas.openxmlformats.org/package/2006/relationships"><Relationship Id="rId9" Type="http://schemas.openxmlformats.org/officeDocument/2006/relationships/image" Target="../media/image165.wmf"/><Relationship Id="rId8" Type="http://schemas.openxmlformats.org/officeDocument/2006/relationships/image" Target="../media/image164.wmf"/><Relationship Id="rId7" Type="http://schemas.openxmlformats.org/officeDocument/2006/relationships/image" Target="../media/image163.wmf"/><Relationship Id="rId6" Type="http://schemas.openxmlformats.org/officeDocument/2006/relationships/image" Target="../media/image162.wmf"/><Relationship Id="rId5" Type="http://schemas.openxmlformats.org/officeDocument/2006/relationships/image" Target="../media/image161.wmf"/><Relationship Id="rId4" Type="http://schemas.openxmlformats.org/officeDocument/2006/relationships/image" Target="../media/image160.wmf"/><Relationship Id="rId3" Type="http://schemas.openxmlformats.org/officeDocument/2006/relationships/image" Target="../media/image159.wmf"/><Relationship Id="rId2" Type="http://schemas.openxmlformats.org/officeDocument/2006/relationships/image" Target="../media/image151.wmf"/><Relationship Id="rId16" Type="http://schemas.openxmlformats.org/officeDocument/2006/relationships/image" Target="../media/image172.wmf"/><Relationship Id="rId15" Type="http://schemas.openxmlformats.org/officeDocument/2006/relationships/image" Target="../media/image171.wmf"/><Relationship Id="rId14" Type="http://schemas.openxmlformats.org/officeDocument/2006/relationships/image" Target="../media/image170.wmf"/><Relationship Id="rId13" Type="http://schemas.openxmlformats.org/officeDocument/2006/relationships/image" Target="../media/image169.wmf"/><Relationship Id="rId12" Type="http://schemas.openxmlformats.org/officeDocument/2006/relationships/image" Target="../media/image168.wmf"/><Relationship Id="rId11" Type="http://schemas.openxmlformats.org/officeDocument/2006/relationships/image" Target="../media/image167.wmf"/><Relationship Id="rId10" Type="http://schemas.openxmlformats.org/officeDocument/2006/relationships/image" Target="../media/image166.wmf"/><Relationship Id="rId1" Type="http://schemas.openxmlformats.org/officeDocument/2006/relationships/image" Target="../media/image150.wmf"/></Relationships>
</file>

<file path=ppt/drawings/_rels/vmlDrawing13.vml.rels><?xml version="1.0" encoding="UTF-8" standalone="yes"?>
<Relationships xmlns="http://schemas.openxmlformats.org/package/2006/relationships"><Relationship Id="rId9" Type="http://schemas.openxmlformats.org/officeDocument/2006/relationships/image" Target="../media/image181.wmf"/><Relationship Id="rId8" Type="http://schemas.openxmlformats.org/officeDocument/2006/relationships/image" Target="../media/image180.wmf"/><Relationship Id="rId7" Type="http://schemas.openxmlformats.org/officeDocument/2006/relationships/image" Target="../media/image179.wmf"/><Relationship Id="rId6" Type="http://schemas.openxmlformats.org/officeDocument/2006/relationships/image" Target="../media/image178.wmf"/><Relationship Id="rId5" Type="http://schemas.openxmlformats.org/officeDocument/2006/relationships/image" Target="../media/image177.wmf"/><Relationship Id="rId4" Type="http://schemas.openxmlformats.org/officeDocument/2006/relationships/image" Target="../media/image176.wmf"/><Relationship Id="rId3" Type="http://schemas.openxmlformats.org/officeDocument/2006/relationships/image" Target="../media/image175.wmf"/><Relationship Id="rId2" Type="http://schemas.openxmlformats.org/officeDocument/2006/relationships/image" Target="../media/image174.wmf"/><Relationship Id="rId18" Type="http://schemas.openxmlformats.org/officeDocument/2006/relationships/image" Target="../media/image190.wmf"/><Relationship Id="rId17" Type="http://schemas.openxmlformats.org/officeDocument/2006/relationships/image" Target="../media/image189.wmf"/><Relationship Id="rId16" Type="http://schemas.openxmlformats.org/officeDocument/2006/relationships/image" Target="../media/image188.wmf"/><Relationship Id="rId15" Type="http://schemas.openxmlformats.org/officeDocument/2006/relationships/image" Target="../media/image187.wmf"/><Relationship Id="rId14" Type="http://schemas.openxmlformats.org/officeDocument/2006/relationships/image" Target="../media/image186.wmf"/><Relationship Id="rId13" Type="http://schemas.openxmlformats.org/officeDocument/2006/relationships/image" Target="../media/image185.wmf"/><Relationship Id="rId12" Type="http://schemas.openxmlformats.org/officeDocument/2006/relationships/image" Target="../media/image184.wmf"/><Relationship Id="rId11" Type="http://schemas.openxmlformats.org/officeDocument/2006/relationships/image" Target="../media/image183.wmf"/><Relationship Id="rId10" Type="http://schemas.openxmlformats.org/officeDocument/2006/relationships/image" Target="../media/image182.wmf"/><Relationship Id="rId1" Type="http://schemas.openxmlformats.org/officeDocument/2006/relationships/image" Target="../media/image173.w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163.wmf"/><Relationship Id="rId8" Type="http://schemas.openxmlformats.org/officeDocument/2006/relationships/image" Target="../media/image162.wmf"/><Relationship Id="rId7" Type="http://schemas.openxmlformats.org/officeDocument/2006/relationships/image" Target="../media/image197.wmf"/><Relationship Id="rId6" Type="http://schemas.openxmlformats.org/officeDocument/2006/relationships/image" Target="../media/image196.wmf"/><Relationship Id="rId5" Type="http://schemas.openxmlformats.org/officeDocument/2006/relationships/image" Target="../media/image195.wmf"/><Relationship Id="rId4" Type="http://schemas.openxmlformats.org/officeDocument/2006/relationships/image" Target="../media/image194.wmf"/><Relationship Id="rId3" Type="http://schemas.openxmlformats.org/officeDocument/2006/relationships/image" Target="../media/image193.wmf"/><Relationship Id="rId2" Type="http://schemas.openxmlformats.org/officeDocument/2006/relationships/image" Target="../media/image192.wmf"/><Relationship Id="rId1" Type="http://schemas.openxmlformats.org/officeDocument/2006/relationships/image" Target="../media/image191.wmf"/></Relationships>
</file>

<file path=ppt/drawings/_rels/vmlDrawing15.vml.rels><?xml version="1.0" encoding="UTF-8" standalone="yes"?>
<Relationships xmlns="http://schemas.openxmlformats.org/package/2006/relationships"><Relationship Id="rId9" Type="http://schemas.openxmlformats.org/officeDocument/2006/relationships/image" Target="../media/image206.wmf"/><Relationship Id="rId8" Type="http://schemas.openxmlformats.org/officeDocument/2006/relationships/image" Target="../media/image205.wmf"/><Relationship Id="rId7" Type="http://schemas.openxmlformats.org/officeDocument/2006/relationships/image" Target="../media/image204.wmf"/><Relationship Id="rId6" Type="http://schemas.openxmlformats.org/officeDocument/2006/relationships/image" Target="../media/image203.wmf"/><Relationship Id="rId5" Type="http://schemas.openxmlformats.org/officeDocument/2006/relationships/image" Target="../media/image202.wmf"/><Relationship Id="rId4" Type="http://schemas.openxmlformats.org/officeDocument/2006/relationships/image" Target="../media/image201.wmf"/><Relationship Id="rId3" Type="http://schemas.openxmlformats.org/officeDocument/2006/relationships/image" Target="../media/image200.wmf"/><Relationship Id="rId2" Type="http://schemas.openxmlformats.org/officeDocument/2006/relationships/image" Target="../media/image199.wmf"/><Relationship Id="rId10" Type="http://schemas.openxmlformats.org/officeDocument/2006/relationships/image" Target="../media/image207.wmf"/><Relationship Id="rId1" Type="http://schemas.openxmlformats.org/officeDocument/2006/relationships/image" Target="../media/image19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08.wmf"/></Relationships>
</file>

<file path=ppt/drawings/_rels/vmlDrawing17.vml.rels><?xml version="1.0" encoding="UTF-8" standalone="yes"?>
<Relationships xmlns="http://schemas.openxmlformats.org/package/2006/relationships"><Relationship Id="rId9" Type="http://schemas.openxmlformats.org/officeDocument/2006/relationships/image" Target="../media/image219.wmf"/><Relationship Id="rId8" Type="http://schemas.openxmlformats.org/officeDocument/2006/relationships/image" Target="../media/image218.wmf"/><Relationship Id="rId7" Type="http://schemas.openxmlformats.org/officeDocument/2006/relationships/image" Target="../media/image217.wmf"/><Relationship Id="rId6" Type="http://schemas.openxmlformats.org/officeDocument/2006/relationships/image" Target="../media/image216.wmf"/><Relationship Id="rId5" Type="http://schemas.openxmlformats.org/officeDocument/2006/relationships/image" Target="../media/image215.wmf"/><Relationship Id="rId4" Type="http://schemas.openxmlformats.org/officeDocument/2006/relationships/image" Target="../media/image214.wmf"/><Relationship Id="rId3" Type="http://schemas.openxmlformats.org/officeDocument/2006/relationships/image" Target="../media/image213.wmf"/><Relationship Id="rId24" Type="http://schemas.openxmlformats.org/officeDocument/2006/relationships/image" Target="../media/image234.wmf"/><Relationship Id="rId23" Type="http://schemas.openxmlformats.org/officeDocument/2006/relationships/image" Target="../media/image233.wmf"/><Relationship Id="rId22" Type="http://schemas.openxmlformats.org/officeDocument/2006/relationships/image" Target="../media/image232.wmf"/><Relationship Id="rId21" Type="http://schemas.openxmlformats.org/officeDocument/2006/relationships/image" Target="../media/image231.wmf"/><Relationship Id="rId20" Type="http://schemas.openxmlformats.org/officeDocument/2006/relationships/image" Target="../media/image230.wmf"/><Relationship Id="rId2" Type="http://schemas.openxmlformats.org/officeDocument/2006/relationships/image" Target="../media/image212.wmf"/><Relationship Id="rId19" Type="http://schemas.openxmlformats.org/officeDocument/2006/relationships/image" Target="../media/image229.wmf"/><Relationship Id="rId18" Type="http://schemas.openxmlformats.org/officeDocument/2006/relationships/image" Target="../media/image228.wmf"/><Relationship Id="rId17" Type="http://schemas.openxmlformats.org/officeDocument/2006/relationships/image" Target="../media/image227.wmf"/><Relationship Id="rId16" Type="http://schemas.openxmlformats.org/officeDocument/2006/relationships/image" Target="../media/image226.wmf"/><Relationship Id="rId15" Type="http://schemas.openxmlformats.org/officeDocument/2006/relationships/image" Target="../media/image225.wmf"/><Relationship Id="rId14" Type="http://schemas.openxmlformats.org/officeDocument/2006/relationships/image" Target="../media/image224.wmf"/><Relationship Id="rId13" Type="http://schemas.openxmlformats.org/officeDocument/2006/relationships/image" Target="../media/image223.wmf"/><Relationship Id="rId12" Type="http://schemas.openxmlformats.org/officeDocument/2006/relationships/image" Target="../media/image222.wmf"/><Relationship Id="rId11" Type="http://schemas.openxmlformats.org/officeDocument/2006/relationships/image" Target="../media/image221.wmf"/><Relationship Id="rId10" Type="http://schemas.openxmlformats.org/officeDocument/2006/relationships/image" Target="../media/image220.wmf"/><Relationship Id="rId1" Type="http://schemas.openxmlformats.org/officeDocument/2006/relationships/image" Target="../media/image211.wmf"/></Relationships>
</file>

<file path=ppt/drawings/_rels/vmlDrawing18.vml.rels><?xml version="1.0" encoding="UTF-8" standalone="yes"?>
<Relationships xmlns="http://schemas.openxmlformats.org/package/2006/relationships"><Relationship Id="rId9" Type="http://schemas.openxmlformats.org/officeDocument/2006/relationships/image" Target="../media/image243.wmf"/><Relationship Id="rId8" Type="http://schemas.openxmlformats.org/officeDocument/2006/relationships/image" Target="../media/image242.wmf"/><Relationship Id="rId7" Type="http://schemas.openxmlformats.org/officeDocument/2006/relationships/image" Target="../media/image241.wmf"/><Relationship Id="rId6" Type="http://schemas.openxmlformats.org/officeDocument/2006/relationships/image" Target="../media/image240.wmf"/><Relationship Id="rId5" Type="http://schemas.openxmlformats.org/officeDocument/2006/relationships/image" Target="../media/image239.wmf"/><Relationship Id="rId4" Type="http://schemas.openxmlformats.org/officeDocument/2006/relationships/image" Target="../media/image238.wmf"/><Relationship Id="rId3" Type="http://schemas.openxmlformats.org/officeDocument/2006/relationships/image" Target="../media/image237.wmf"/><Relationship Id="rId20" Type="http://schemas.openxmlformats.org/officeDocument/2006/relationships/image" Target="../media/image254.wmf"/><Relationship Id="rId2" Type="http://schemas.openxmlformats.org/officeDocument/2006/relationships/image" Target="../media/image236.wmf"/><Relationship Id="rId19" Type="http://schemas.openxmlformats.org/officeDocument/2006/relationships/image" Target="../media/image253.wmf"/><Relationship Id="rId18" Type="http://schemas.openxmlformats.org/officeDocument/2006/relationships/image" Target="../media/image252.wmf"/><Relationship Id="rId17" Type="http://schemas.openxmlformats.org/officeDocument/2006/relationships/image" Target="../media/image251.wmf"/><Relationship Id="rId16" Type="http://schemas.openxmlformats.org/officeDocument/2006/relationships/image" Target="../media/image250.wmf"/><Relationship Id="rId15" Type="http://schemas.openxmlformats.org/officeDocument/2006/relationships/image" Target="../media/image249.wmf"/><Relationship Id="rId14" Type="http://schemas.openxmlformats.org/officeDocument/2006/relationships/image" Target="../media/image248.wmf"/><Relationship Id="rId13" Type="http://schemas.openxmlformats.org/officeDocument/2006/relationships/image" Target="../media/image247.wmf"/><Relationship Id="rId12" Type="http://schemas.openxmlformats.org/officeDocument/2006/relationships/image" Target="../media/image246.wmf"/><Relationship Id="rId11" Type="http://schemas.openxmlformats.org/officeDocument/2006/relationships/image" Target="../media/image245.wmf"/><Relationship Id="rId10" Type="http://schemas.openxmlformats.org/officeDocument/2006/relationships/image" Target="../media/image244.wmf"/><Relationship Id="rId1" Type="http://schemas.openxmlformats.org/officeDocument/2006/relationships/image" Target="../media/image235.w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263.wmf"/><Relationship Id="rId8" Type="http://schemas.openxmlformats.org/officeDocument/2006/relationships/image" Target="../media/image262.wmf"/><Relationship Id="rId7" Type="http://schemas.openxmlformats.org/officeDocument/2006/relationships/image" Target="../media/image261.wmf"/><Relationship Id="rId6" Type="http://schemas.openxmlformats.org/officeDocument/2006/relationships/image" Target="../media/image260.wmf"/><Relationship Id="rId5" Type="http://schemas.openxmlformats.org/officeDocument/2006/relationships/image" Target="../media/image259.wmf"/><Relationship Id="rId4" Type="http://schemas.openxmlformats.org/officeDocument/2006/relationships/image" Target="../media/image258.wmf"/><Relationship Id="rId3" Type="http://schemas.openxmlformats.org/officeDocument/2006/relationships/image" Target="../media/image257.wmf"/><Relationship Id="rId2" Type="http://schemas.openxmlformats.org/officeDocument/2006/relationships/image" Target="../media/image256.wmf"/><Relationship Id="rId13" Type="http://schemas.openxmlformats.org/officeDocument/2006/relationships/image" Target="../media/image267.wmf"/><Relationship Id="rId12" Type="http://schemas.openxmlformats.org/officeDocument/2006/relationships/image" Target="../media/image266.wmf"/><Relationship Id="rId11" Type="http://schemas.openxmlformats.org/officeDocument/2006/relationships/image" Target="../media/image265.wmf"/><Relationship Id="rId10" Type="http://schemas.openxmlformats.org/officeDocument/2006/relationships/image" Target="../media/image264.wmf"/><Relationship Id="rId1" Type="http://schemas.openxmlformats.org/officeDocument/2006/relationships/image" Target="../media/image255.wmf"/></Relationships>
</file>

<file path=ppt/drawings/_rels/vmlDrawing20.vml.rels><?xml version="1.0" encoding="UTF-8" standalone="yes"?>
<Relationships xmlns="http://schemas.openxmlformats.org/package/2006/relationships"><Relationship Id="rId6" Type="http://schemas.openxmlformats.org/officeDocument/2006/relationships/image" Target="../media/image273.wmf"/><Relationship Id="rId5" Type="http://schemas.openxmlformats.org/officeDocument/2006/relationships/image" Target="../media/image272.wmf"/><Relationship Id="rId4" Type="http://schemas.openxmlformats.org/officeDocument/2006/relationships/image" Target="../media/image271.wmf"/><Relationship Id="rId3" Type="http://schemas.openxmlformats.org/officeDocument/2006/relationships/image" Target="../media/image270.wmf"/><Relationship Id="rId2" Type="http://schemas.openxmlformats.org/officeDocument/2006/relationships/image" Target="../media/image269.wmf"/><Relationship Id="rId1" Type="http://schemas.openxmlformats.org/officeDocument/2006/relationships/image" Target="../media/image268.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281.wmf"/><Relationship Id="rId7" Type="http://schemas.openxmlformats.org/officeDocument/2006/relationships/image" Target="../media/image280.wmf"/><Relationship Id="rId6" Type="http://schemas.openxmlformats.org/officeDocument/2006/relationships/image" Target="../media/image279.wmf"/><Relationship Id="rId5" Type="http://schemas.openxmlformats.org/officeDocument/2006/relationships/image" Target="../media/image278.wmf"/><Relationship Id="rId4" Type="http://schemas.openxmlformats.org/officeDocument/2006/relationships/image" Target="../media/image277.wmf"/><Relationship Id="rId3" Type="http://schemas.openxmlformats.org/officeDocument/2006/relationships/image" Target="../media/image276.wmf"/><Relationship Id="rId2" Type="http://schemas.openxmlformats.org/officeDocument/2006/relationships/image" Target="../media/image275.wmf"/><Relationship Id="rId1" Type="http://schemas.openxmlformats.org/officeDocument/2006/relationships/image" Target="../media/image274.wmf"/></Relationships>
</file>

<file path=ppt/drawings/_rels/vmlDrawing22.vml.rels><?xml version="1.0" encoding="UTF-8" standalone="yes"?>
<Relationships xmlns="http://schemas.openxmlformats.org/package/2006/relationships"><Relationship Id="rId6" Type="http://schemas.openxmlformats.org/officeDocument/2006/relationships/image" Target="../media/image288.wmf"/><Relationship Id="rId5" Type="http://schemas.openxmlformats.org/officeDocument/2006/relationships/image" Target="../media/image287.wmf"/><Relationship Id="rId4" Type="http://schemas.openxmlformats.org/officeDocument/2006/relationships/image" Target="../media/image286.wmf"/><Relationship Id="rId3" Type="http://schemas.openxmlformats.org/officeDocument/2006/relationships/image" Target="../media/image285.wmf"/><Relationship Id="rId2" Type="http://schemas.openxmlformats.org/officeDocument/2006/relationships/image" Target="../media/image284.wmf"/><Relationship Id="rId1" Type="http://schemas.openxmlformats.org/officeDocument/2006/relationships/image" Target="../media/image283.wmf"/></Relationships>
</file>

<file path=ppt/drawings/_rels/vmlDrawing23.vml.rels><?xml version="1.0" encoding="UTF-8" standalone="yes"?>
<Relationships xmlns="http://schemas.openxmlformats.org/package/2006/relationships"><Relationship Id="rId9" Type="http://schemas.openxmlformats.org/officeDocument/2006/relationships/image" Target="../media/image297.wmf"/><Relationship Id="rId8" Type="http://schemas.openxmlformats.org/officeDocument/2006/relationships/image" Target="../media/image296.wmf"/><Relationship Id="rId7" Type="http://schemas.openxmlformats.org/officeDocument/2006/relationships/image" Target="../media/image295.wmf"/><Relationship Id="rId6" Type="http://schemas.openxmlformats.org/officeDocument/2006/relationships/image" Target="../media/image294.wmf"/><Relationship Id="rId5" Type="http://schemas.openxmlformats.org/officeDocument/2006/relationships/image" Target="../media/image293.wmf"/><Relationship Id="rId4" Type="http://schemas.openxmlformats.org/officeDocument/2006/relationships/image" Target="../media/image292.wmf"/><Relationship Id="rId3" Type="http://schemas.openxmlformats.org/officeDocument/2006/relationships/image" Target="../media/image291.wmf"/><Relationship Id="rId2" Type="http://schemas.openxmlformats.org/officeDocument/2006/relationships/image" Target="../media/image290.wmf"/><Relationship Id="rId15" Type="http://schemas.openxmlformats.org/officeDocument/2006/relationships/image" Target="../media/image303.wmf"/><Relationship Id="rId14" Type="http://schemas.openxmlformats.org/officeDocument/2006/relationships/image" Target="../media/image302.wmf"/><Relationship Id="rId13" Type="http://schemas.openxmlformats.org/officeDocument/2006/relationships/image" Target="../media/image301.wmf"/><Relationship Id="rId12" Type="http://schemas.openxmlformats.org/officeDocument/2006/relationships/image" Target="../media/image300.wmf"/><Relationship Id="rId11" Type="http://schemas.openxmlformats.org/officeDocument/2006/relationships/image" Target="../media/image299.wmf"/><Relationship Id="rId10" Type="http://schemas.openxmlformats.org/officeDocument/2006/relationships/image" Target="../media/image298.wmf"/><Relationship Id="rId1" Type="http://schemas.openxmlformats.org/officeDocument/2006/relationships/image" Target="../media/image289.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304.wmf"/></Relationships>
</file>

<file path=ppt/drawings/_rels/vmlDrawing25.vml.rels><?xml version="1.0" encoding="UTF-8" standalone="yes"?>
<Relationships xmlns="http://schemas.openxmlformats.org/package/2006/relationships"><Relationship Id="rId9" Type="http://schemas.openxmlformats.org/officeDocument/2006/relationships/image" Target="../media/image313.wmf"/><Relationship Id="rId8" Type="http://schemas.openxmlformats.org/officeDocument/2006/relationships/image" Target="../media/image312.wmf"/><Relationship Id="rId7" Type="http://schemas.openxmlformats.org/officeDocument/2006/relationships/image" Target="../media/image311.wmf"/><Relationship Id="rId6" Type="http://schemas.openxmlformats.org/officeDocument/2006/relationships/image" Target="../media/image310.wmf"/><Relationship Id="rId5" Type="http://schemas.openxmlformats.org/officeDocument/2006/relationships/image" Target="../media/image309.wmf"/><Relationship Id="rId4" Type="http://schemas.openxmlformats.org/officeDocument/2006/relationships/image" Target="../media/image308.wmf"/><Relationship Id="rId3" Type="http://schemas.openxmlformats.org/officeDocument/2006/relationships/image" Target="../media/image307.wmf"/><Relationship Id="rId2" Type="http://schemas.openxmlformats.org/officeDocument/2006/relationships/image" Target="../media/image306.wmf"/><Relationship Id="rId1" Type="http://schemas.openxmlformats.org/officeDocument/2006/relationships/image" Target="../media/image305.wmf"/></Relationships>
</file>

<file path=ppt/drawings/_rels/vmlDrawing26.vml.rels><?xml version="1.0" encoding="UTF-8" standalone="yes"?>
<Relationships xmlns="http://schemas.openxmlformats.org/package/2006/relationships"><Relationship Id="rId7" Type="http://schemas.openxmlformats.org/officeDocument/2006/relationships/image" Target="../media/image320.wmf"/><Relationship Id="rId6" Type="http://schemas.openxmlformats.org/officeDocument/2006/relationships/image" Target="../media/image319.wmf"/><Relationship Id="rId5" Type="http://schemas.openxmlformats.org/officeDocument/2006/relationships/image" Target="../media/image318.wmf"/><Relationship Id="rId4" Type="http://schemas.openxmlformats.org/officeDocument/2006/relationships/image" Target="../media/image317.wmf"/><Relationship Id="rId3" Type="http://schemas.openxmlformats.org/officeDocument/2006/relationships/image" Target="../media/image316.wmf"/><Relationship Id="rId2" Type="http://schemas.openxmlformats.org/officeDocument/2006/relationships/image" Target="../media/image315.wmf"/><Relationship Id="rId1" Type="http://schemas.openxmlformats.org/officeDocument/2006/relationships/image" Target="../media/image314.wmf"/></Relationships>
</file>

<file path=ppt/drawings/_rels/vmlDrawing27.vml.rels><?xml version="1.0" encoding="UTF-8" standalone="yes"?>
<Relationships xmlns="http://schemas.openxmlformats.org/package/2006/relationships"><Relationship Id="rId9" Type="http://schemas.openxmlformats.org/officeDocument/2006/relationships/image" Target="../media/image329.wmf"/><Relationship Id="rId8" Type="http://schemas.openxmlformats.org/officeDocument/2006/relationships/image" Target="../media/image328.wmf"/><Relationship Id="rId7" Type="http://schemas.openxmlformats.org/officeDocument/2006/relationships/image" Target="../media/image327.wmf"/><Relationship Id="rId6" Type="http://schemas.openxmlformats.org/officeDocument/2006/relationships/image" Target="../media/image326.wmf"/><Relationship Id="rId5" Type="http://schemas.openxmlformats.org/officeDocument/2006/relationships/image" Target="../media/image325.wmf"/><Relationship Id="rId4" Type="http://schemas.openxmlformats.org/officeDocument/2006/relationships/image" Target="../media/image324.wmf"/><Relationship Id="rId3" Type="http://schemas.openxmlformats.org/officeDocument/2006/relationships/image" Target="../media/image323.wmf"/><Relationship Id="rId2" Type="http://schemas.openxmlformats.org/officeDocument/2006/relationships/image" Target="../media/image322.wmf"/><Relationship Id="rId13" Type="http://schemas.openxmlformats.org/officeDocument/2006/relationships/image" Target="../media/image333.wmf"/><Relationship Id="rId12" Type="http://schemas.openxmlformats.org/officeDocument/2006/relationships/image" Target="../media/image332.wmf"/><Relationship Id="rId11" Type="http://schemas.openxmlformats.org/officeDocument/2006/relationships/image" Target="../media/image331.wmf"/><Relationship Id="rId10" Type="http://schemas.openxmlformats.org/officeDocument/2006/relationships/image" Target="../media/image330.wmf"/><Relationship Id="rId1" Type="http://schemas.openxmlformats.org/officeDocument/2006/relationships/image" Target="../media/image321.wmf"/></Relationships>
</file>

<file path=ppt/drawings/_rels/vmlDrawing28.vml.rels><?xml version="1.0" encoding="UTF-8" standalone="yes"?>
<Relationships xmlns="http://schemas.openxmlformats.org/package/2006/relationships"><Relationship Id="rId9" Type="http://schemas.openxmlformats.org/officeDocument/2006/relationships/image" Target="../media/image342.wmf"/><Relationship Id="rId8" Type="http://schemas.openxmlformats.org/officeDocument/2006/relationships/image" Target="../media/image341.wmf"/><Relationship Id="rId7" Type="http://schemas.openxmlformats.org/officeDocument/2006/relationships/image" Target="../media/image340.wmf"/><Relationship Id="rId6" Type="http://schemas.openxmlformats.org/officeDocument/2006/relationships/image" Target="../media/image339.wmf"/><Relationship Id="rId5" Type="http://schemas.openxmlformats.org/officeDocument/2006/relationships/image" Target="../media/image338.wmf"/><Relationship Id="rId4" Type="http://schemas.openxmlformats.org/officeDocument/2006/relationships/image" Target="../media/image337.wmf"/><Relationship Id="rId3" Type="http://schemas.openxmlformats.org/officeDocument/2006/relationships/image" Target="../media/image336.wmf"/><Relationship Id="rId2" Type="http://schemas.openxmlformats.org/officeDocument/2006/relationships/image" Target="../media/image335.wmf"/><Relationship Id="rId10" Type="http://schemas.openxmlformats.org/officeDocument/2006/relationships/image" Target="../media/image343.wmf"/><Relationship Id="rId1" Type="http://schemas.openxmlformats.org/officeDocument/2006/relationships/image" Target="../media/image334.wmf"/></Relationships>
</file>

<file path=ppt/drawings/_rels/vmlDrawing29.vml.rels><?xml version="1.0" encoding="UTF-8" standalone="yes"?>
<Relationships xmlns="http://schemas.openxmlformats.org/package/2006/relationships"><Relationship Id="rId4" Type="http://schemas.openxmlformats.org/officeDocument/2006/relationships/image" Target="../media/image347.wmf"/><Relationship Id="rId3" Type="http://schemas.openxmlformats.org/officeDocument/2006/relationships/image" Target="../media/image346.wmf"/><Relationship Id="rId2" Type="http://schemas.openxmlformats.org/officeDocument/2006/relationships/image" Target="../media/image345.wmf"/><Relationship Id="rId1" Type="http://schemas.openxmlformats.org/officeDocument/2006/relationships/image" Target="../media/image344.wmf"/></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356.wmf"/><Relationship Id="rId8" Type="http://schemas.openxmlformats.org/officeDocument/2006/relationships/image" Target="../media/image355.wmf"/><Relationship Id="rId7" Type="http://schemas.openxmlformats.org/officeDocument/2006/relationships/image" Target="../media/image354.wmf"/><Relationship Id="rId6" Type="http://schemas.openxmlformats.org/officeDocument/2006/relationships/image" Target="../media/image353.wmf"/><Relationship Id="rId5" Type="http://schemas.openxmlformats.org/officeDocument/2006/relationships/image" Target="../media/image352.wmf"/><Relationship Id="rId4" Type="http://schemas.openxmlformats.org/officeDocument/2006/relationships/image" Target="../media/image351.wmf"/><Relationship Id="rId3" Type="http://schemas.openxmlformats.org/officeDocument/2006/relationships/image" Target="../media/image350.wmf"/><Relationship Id="rId2" Type="http://schemas.openxmlformats.org/officeDocument/2006/relationships/image" Target="../media/image349.wmf"/><Relationship Id="rId13" Type="http://schemas.openxmlformats.org/officeDocument/2006/relationships/image" Target="../media/image360.wmf"/><Relationship Id="rId12" Type="http://schemas.openxmlformats.org/officeDocument/2006/relationships/image" Target="../media/image359.wmf"/><Relationship Id="rId11" Type="http://schemas.openxmlformats.org/officeDocument/2006/relationships/image" Target="../media/image358.wmf"/><Relationship Id="rId10" Type="http://schemas.openxmlformats.org/officeDocument/2006/relationships/image" Target="../media/image357.wmf"/><Relationship Id="rId1" Type="http://schemas.openxmlformats.org/officeDocument/2006/relationships/image" Target="../media/image348.wmf"/></Relationships>
</file>

<file path=ppt/drawings/_rels/vmlDrawing31.vml.rels><?xml version="1.0" encoding="UTF-8" standalone="yes"?>
<Relationships xmlns="http://schemas.openxmlformats.org/package/2006/relationships"><Relationship Id="rId9" Type="http://schemas.openxmlformats.org/officeDocument/2006/relationships/image" Target="../media/image369.wmf"/><Relationship Id="rId8" Type="http://schemas.openxmlformats.org/officeDocument/2006/relationships/image" Target="../media/image368.wmf"/><Relationship Id="rId7" Type="http://schemas.openxmlformats.org/officeDocument/2006/relationships/image" Target="../media/image367.wmf"/><Relationship Id="rId6" Type="http://schemas.openxmlformats.org/officeDocument/2006/relationships/image" Target="../media/image366.wmf"/><Relationship Id="rId5" Type="http://schemas.openxmlformats.org/officeDocument/2006/relationships/image" Target="../media/image365.wmf"/><Relationship Id="rId4" Type="http://schemas.openxmlformats.org/officeDocument/2006/relationships/image" Target="../media/image364.wmf"/><Relationship Id="rId3" Type="http://schemas.openxmlformats.org/officeDocument/2006/relationships/image" Target="../media/image363.wmf"/><Relationship Id="rId2" Type="http://schemas.openxmlformats.org/officeDocument/2006/relationships/image" Target="../media/image362.wmf"/><Relationship Id="rId12" Type="http://schemas.openxmlformats.org/officeDocument/2006/relationships/image" Target="../media/image372.wmf"/><Relationship Id="rId11" Type="http://schemas.openxmlformats.org/officeDocument/2006/relationships/image" Target="../media/image371.wmf"/><Relationship Id="rId10" Type="http://schemas.openxmlformats.org/officeDocument/2006/relationships/image" Target="../media/image370.wmf"/><Relationship Id="rId1" Type="http://schemas.openxmlformats.org/officeDocument/2006/relationships/image" Target="../media/image361.wmf"/></Relationships>
</file>

<file path=ppt/drawings/_rels/vmlDrawing32.vml.rels><?xml version="1.0" encoding="UTF-8" standalone="yes"?>
<Relationships xmlns="http://schemas.openxmlformats.org/package/2006/relationships"><Relationship Id="rId9" Type="http://schemas.openxmlformats.org/officeDocument/2006/relationships/image" Target="../media/image381.wmf"/><Relationship Id="rId8" Type="http://schemas.openxmlformats.org/officeDocument/2006/relationships/image" Target="../media/image380.wmf"/><Relationship Id="rId7" Type="http://schemas.openxmlformats.org/officeDocument/2006/relationships/image" Target="../media/image379.wmf"/><Relationship Id="rId6" Type="http://schemas.openxmlformats.org/officeDocument/2006/relationships/image" Target="../media/image378.wmf"/><Relationship Id="rId5" Type="http://schemas.openxmlformats.org/officeDocument/2006/relationships/image" Target="../media/image377.wmf"/><Relationship Id="rId4" Type="http://schemas.openxmlformats.org/officeDocument/2006/relationships/image" Target="../media/image376.wmf"/><Relationship Id="rId3" Type="http://schemas.openxmlformats.org/officeDocument/2006/relationships/image" Target="../media/image375.wmf"/><Relationship Id="rId2" Type="http://schemas.openxmlformats.org/officeDocument/2006/relationships/image" Target="../media/image374.wmf"/><Relationship Id="rId15" Type="http://schemas.openxmlformats.org/officeDocument/2006/relationships/image" Target="../media/image387.wmf"/><Relationship Id="rId14" Type="http://schemas.openxmlformats.org/officeDocument/2006/relationships/image" Target="../media/image386.wmf"/><Relationship Id="rId13" Type="http://schemas.openxmlformats.org/officeDocument/2006/relationships/image" Target="../media/image385.wmf"/><Relationship Id="rId12" Type="http://schemas.openxmlformats.org/officeDocument/2006/relationships/image" Target="../media/image384.wmf"/><Relationship Id="rId11" Type="http://schemas.openxmlformats.org/officeDocument/2006/relationships/image" Target="../media/image383.wmf"/><Relationship Id="rId10" Type="http://schemas.openxmlformats.org/officeDocument/2006/relationships/image" Target="../media/image382.wmf"/><Relationship Id="rId1" Type="http://schemas.openxmlformats.org/officeDocument/2006/relationships/image" Target="../media/image373.wmf"/></Relationships>
</file>

<file path=ppt/drawings/_rels/vmlDrawing33.vml.rels><?xml version="1.0" encoding="UTF-8" standalone="yes"?>
<Relationships xmlns="http://schemas.openxmlformats.org/package/2006/relationships"><Relationship Id="rId5" Type="http://schemas.openxmlformats.org/officeDocument/2006/relationships/image" Target="../media/image392.wmf"/><Relationship Id="rId4" Type="http://schemas.openxmlformats.org/officeDocument/2006/relationships/image" Target="../media/image391.wmf"/><Relationship Id="rId3" Type="http://schemas.openxmlformats.org/officeDocument/2006/relationships/image" Target="../media/image390.wmf"/><Relationship Id="rId2" Type="http://schemas.openxmlformats.org/officeDocument/2006/relationships/image" Target="../media/image389.wmf"/><Relationship Id="rId1" Type="http://schemas.openxmlformats.org/officeDocument/2006/relationships/image" Target="../media/image388.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400.wmf"/><Relationship Id="rId7" Type="http://schemas.openxmlformats.org/officeDocument/2006/relationships/image" Target="../media/image399.wmf"/><Relationship Id="rId6" Type="http://schemas.openxmlformats.org/officeDocument/2006/relationships/image" Target="../media/image398.wmf"/><Relationship Id="rId5" Type="http://schemas.openxmlformats.org/officeDocument/2006/relationships/image" Target="../media/image397.wmf"/><Relationship Id="rId4" Type="http://schemas.openxmlformats.org/officeDocument/2006/relationships/image" Target="../media/image396.wmf"/><Relationship Id="rId3" Type="http://schemas.openxmlformats.org/officeDocument/2006/relationships/image" Target="../media/image395.wmf"/><Relationship Id="rId2" Type="http://schemas.openxmlformats.org/officeDocument/2006/relationships/image" Target="../media/image394.wmf"/><Relationship Id="rId1" Type="http://schemas.openxmlformats.org/officeDocument/2006/relationships/image" Target="../media/image393.wmf"/></Relationships>
</file>

<file path=ppt/drawings/_rels/vmlDrawing35.vml.rels><?xml version="1.0" encoding="UTF-8" standalone="yes"?>
<Relationships xmlns="http://schemas.openxmlformats.org/package/2006/relationships"><Relationship Id="rId9" Type="http://schemas.openxmlformats.org/officeDocument/2006/relationships/image" Target="../media/image409.wmf"/><Relationship Id="rId8" Type="http://schemas.openxmlformats.org/officeDocument/2006/relationships/image" Target="../media/image408.wmf"/><Relationship Id="rId7" Type="http://schemas.openxmlformats.org/officeDocument/2006/relationships/image" Target="../media/image407.wmf"/><Relationship Id="rId6" Type="http://schemas.openxmlformats.org/officeDocument/2006/relationships/image" Target="../media/image406.wmf"/><Relationship Id="rId5" Type="http://schemas.openxmlformats.org/officeDocument/2006/relationships/image" Target="../media/image405.wmf"/><Relationship Id="rId4" Type="http://schemas.openxmlformats.org/officeDocument/2006/relationships/image" Target="../media/image404.wmf"/><Relationship Id="rId3" Type="http://schemas.openxmlformats.org/officeDocument/2006/relationships/image" Target="../media/image403.wmf"/><Relationship Id="rId2" Type="http://schemas.openxmlformats.org/officeDocument/2006/relationships/image" Target="../media/image402.wmf"/><Relationship Id="rId1" Type="http://schemas.openxmlformats.org/officeDocument/2006/relationships/image" Target="../media/image40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smtClean="0"/>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smtClean="0"/>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330" y="1555115"/>
            <a:ext cx="5233035" cy="4608195"/>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tags" Target="../tags/tag124.xml"/><Relationship Id="rId16" Type="http://schemas.openxmlformats.org/officeDocument/2006/relationships/tags" Target="../tags/tag123.xml"/><Relationship Id="rId15" Type="http://schemas.openxmlformats.org/officeDocument/2006/relationships/tags" Target="../tags/tag122.xml"/><Relationship Id="rId14" Type="http://schemas.openxmlformats.org/officeDocument/2006/relationships/tags" Target="../tags/tag121.xml"/><Relationship Id="rId13" Type="http://schemas.openxmlformats.org/officeDocument/2006/relationships/tags" Target="../tags/tag120.xml"/><Relationship Id="rId12" Type="http://schemas.openxmlformats.org/officeDocument/2006/relationships/tags" Target="../tags/tag1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4.wmf"/><Relationship Id="rId7" Type="http://schemas.openxmlformats.org/officeDocument/2006/relationships/oleObject" Target="../embeddings/oleObject4.bin"/><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 Id="rId30" Type="http://schemas.openxmlformats.org/officeDocument/2006/relationships/vmlDrawing" Target="../drawings/vmlDrawing1.vml"/><Relationship Id="rId3" Type="http://schemas.openxmlformats.org/officeDocument/2006/relationships/oleObject" Target="../embeddings/oleObject2.bin"/><Relationship Id="rId29" Type="http://schemas.openxmlformats.org/officeDocument/2006/relationships/slideLayout" Target="../slideLayouts/slideLayout18.xml"/><Relationship Id="rId28" Type="http://schemas.openxmlformats.org/officeDocument/2006/relationships/image" Target="../media/image14.wmf"/><Relationship Id="rId27" Type="http://schemas.openxmlformats.org/officeDocument/2006/relationships/oleObject" Target="../embeddings/oleObject14.bin"/><Relationship Id="rId26" Type="http://schemas.openxmlformats.org/officeDocument/2006/relationships/image" Target="../media/image13.wmf"/><Relationship Id="rId25" Type="http://schemas.openxmlformats.org/officeDocument/2006/relationships/oleObject" Target="../embeddings/oleObject13.bin"/><Relationship Id="rId24" Type="http://schemas.openxmlformats.org/officeDocument/2006/relationships/image" Target="../media/image12.wmf"/><Relationship Id="rId23" Type="http://schemas.openxmlformats.org/officeDocument/2006/relationships/oleObject" Target="../embeddings/oleObject12.bin"/><Relationship Id="rId22" Type="http://schemas.openxmlformats.org/officeDocument/2006/relationships/image" Target="../media/image11.wmf"/><Relationship Id="rId21" Type="http://schemas.openxmlformats.org/officeDocument/2006/relationships/oleObject" Target="../embeddings/oleObject11.bin"/><Relationship Id="rId20" Type="http://schemas.openxmlformats.org/officeDocument/2006/relationships/image" Target="../media/image10.wmf"/><Relationship Id="rId2" Type="http://schemas.openxmlformats.org/officeDocument/2006/relationships/image" Target="../media/image1.wmf"/><Relationship Id="rId19" Type="http://schemas.openxmlformats.org/officeDocument/2006/relationships/oleObject" Target="../embeddings/oleObject10.bin"/><Relationship Id="rId18" Type="http://schemas.openxmlformats.org/officeDocument/2006/relationships/image" Target="../media/image9.wmf"/><Relationship Id="rId17" Type="http://schemas.openxmlformats.org/officeDocument/2006/relationships/oleObject" Target="../embeddings/oleObject9.bin"/><Relationship Id="rId16" Type="http://schemas.openxmlformats.org/officeDocument/2006/relationships/image" Target="../media/image8.wmf"/><Relationship Id="rId15" Type="http://schemas.openxmlformats.org/officeDocument/2006/relationships/oleObject" Target="../embeddings/oleObject8.bin"/><Relationship Id="rId14" Type="http://schemas.openxmlformats.org/officeDocument/2006/relationships/image" Target="../media/image7.wmf"/><Relationship Id="rId13" Type="http://schemas.openxmlformats.org/officeDocument/2006/relationships/oleObject" Target="../embeddings/oleObject7.bin"/><Relationship Id="rId12" Type="http://schemas.openxmlformats.org/officeDocument/2006/relationships/image" Target="../media/image6.wmf"/><Relationship Id="rId11" Type="http://schemas.openxmlformats.org/officeDocument/2006/relationships/oleObject" Target="../embeddings/oleObject6.bin"/><Relationship Id="rId10" Type="http://schemas.openxmlformats.org/officeDocument/2006/relationships/image" Target="../media/image5.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19.bin"/><Relationship Id="rId8" Type="http://schemas.openxmlformats.org/officeDocument/2006/relationships/image" Target="../media/image18.emf"/><Relationship Id="rId7" Type="http://schemas.openxmlformats.org/officeDocument/2006/relationships/oleObject" Target="../embeddings/oleObject18.bin"/><Relationship Id="rId6" Type="http://schemas.openxmlformats.org/officeDocument/2006/relationships/image" Target="../media/image17.emf"/><Relationship Id="rId5" Type="http://schemas.openxmlformats.org/officeDocument/2006/relationships/oleObject" Target="../embeddings/oleObject17.bin"/><Relationship Id="rId4" Type="http://schemas.openxmlformats.org/officeDocument/2006/relationships/image" Target="../media/image16.emf"/><Relationship Id="rId35" Type="http://schemas.openxmlformats.org/officeDocument/2006/relationships/vmlDrawing" Target="../drawings/vmlDrawing2.vml"/><Relationship Id="rId34" Type="http://schemas.openxmlformats.org/officeDocument/2006/relationships/slideLayout" Target="../slideLayouts/slideLayout13.xml"/><Relationship Id="rId33" Type="http://schemas.openxmlformats.org/officeDocument/2006/relationships/image" Target="../media/image34.png"/><Relationship Id="rId32" Type="http://schemas.openxmlformats.org/officeDocument/2006/relationships/image" Target="../media/image33.png"/><Relationship Id="rId31" Type="http://schemas.openxmlformats.org/officeDocument/2006/relationships/image" Target="../media/image32.png"/><Relationship Id="rId30" Type="http://schemas.openxmlformats.org/officeDocument/2006/relationships/image" Target="../media/image31.png"/><Relationship Id="rId3" Type="http://schemas.openxmlformats.org/officeDocument/2006/relationships/oleObject" Target="../embeddings/oleObject16.bin"/><Relationship Id="rId29" Type="http://schemas.openxmlformats.org/officeDocument/2006/relationships/image" Target="../media/image30.png"/><Relationship Id="rId28" Type="http://schemas.openxmlformats.org/officeDocument/2006/relationships/image" Target="../media/image29.png"/><Relationship Id="rId27" Type="http://schemas.openxmlformats.org/officeDocument/2006/relationships/image" Target="../media/image28.png"/><Relationship Id="rId26" Type="http://schemas.openxmlformats.org/officeDocument/2006/relationships/image" Target="../media/image27.wmf"/><Relationship Id="rId25" Type="http://schemas.openxmlformats.org/officeDocument/2006/relationships/oleObject" Target="../embeddings/oleObject27.bin"/><Relationship Id="rId24" Type="http://schemas.openxmlformats.org/officeDocument/2006/relationships/image" Target="../media/image26.wmf"/><Relationship Id="rId23" Type="http://schemas.openxmlformats.org/officeDocument/2006/relationships/oleObject" Target="../embeddings/oleObject26.bin"/><Relationship Id="rId22" Type="http://schemas.openxmlformats.org/officeDocument/2006/relationships/image" Target="../media/image25.wmf"/><Relationship Id="rId21" Type="http://schemas.openxmlformats.org/officeDocument/2006/relationships/oleObject" Target="../embeddings/oleObject25.bin"/><Relationship Id="rId20" Type="http://schemas.openxmlformats.org/officeDocument/2006/relationships/image" Target="../media/image24.wmf"/><Relationship Id="rId2" Type="http://schemas.openxmlformats.org/officeDocument/2006/relationships/image" Target="../media/image15.wmf"/><Relationship Id="rId19" Type="http://schemas.openxmlformats.org/officeDocument/2006/relationships/oleObject" Target="../embeddings/oleObject24.bin"/><Relationship Id="rId18" Type="http://schemas.openxmlformats.org/officeDocument/2006/relationships/image" Target="../media/image23.wmf"/><Relationship Id="rId17" Type="http://schemas.openxmlformats.org/officeDocument/2006/relationships/oleObject" Target="../embeddings/oleObject23.bin"/><Relationship Id="rId16" Type="http://schemas.openxmlformats.org/officeDocument/2006/relationships/image" Target="../media/image22.wmf"/><Relationship Id="rId15" Type="http://schemas.openxmlformats.org/officeDocument/2006/relationships/oleObject" Target="../embeddings/oleObject22.bin"/><Relationship Id="rId14" Type="http://schemas.openxmlformats.org/officeDocument/2006/relationships/image" Target="../media/image21.emf"/><Relationship Id="rId13" Type="http://schemas.openxmlformats.org/officeDocument/2006/relationships/oleObject" Target="../embeddings/oleObject21.bin"/><Relationship Id="rId12" Type="http://schemas.openxmlformats.org/officeDocument/2006/relationships/image" Target="../media/image20.emf"/><Relationship Id="rId11" Type="http://schemas.openxmlformats.org/officeDocument/2006/relationships/oleObject" Target="../embeddings/oleObject20.bin"/><Relationship Id="rId10" Type="http://schemas.openxmlformats.org/officeDocument/2006/relationships/image" Target="../media/image19.emf"/><Relationship Id="rId1" Type="http://schemas.openxmlformats.org/officeDocument/2006/relationships/oleObject" Target="../embeddings/oleObject15.bin"/></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32.bin"/><Relationship Id="rId8" Type="http://schemas.openxmlformats.org/officeDocument/2006/relationships/image" Target="../media/image38.wmf"/><Relationship Id="rId7" Type="http://schemas.openxmlformats.org/officeDocument/2006/relationships/oleObject" Target="../embeddings/oleObject31.bin"/><Relationship Id="rId6" Type="http://schemas.openxmlformats.org/officeDocument/2006/relationships/image" Target="../media/image37.wmf"/><Relationship Id="rId5" Type="http://schemas.openxmlformats.org/officeDocument/2006/relationships/oleObject" Target="../embeddings/oleObject30.bin"/><Relationship Id="rId4" Type="http://schemas.openxmlformats.org/officeDocument/2006/relationships/image" Target="../media/image36.wmf"/><Relationship Id="rId3" Type="http://schemas.openxmlformats.org/officeDocument/2006/relationships/oleObject" Target="../embeddings/oleObject29.bin"/><Relationship Id="rId20" Type="http://schemas.openxmlformats.org/officeDocument/2006/relationships/vmlDrawing" Target="../drawings/vmlDrawing3.vml"/><Relationship Id="rId2" Type="http://schemas.openxmlformats.org/officeDocument/2006/relationships/image" Target="../media/image35.wmf"/><Relationship Id="rId19" Type="http://schemas.openxmlformats.org/officeDocument/2006/relationships/slideLayout" Target="../slideLayouts/slideLayout18.xml"/><Relationship Id="rId18" Type="http://schemas.openxmlformats.org/officeDocument/2006/relationships/image" Target="../media/image43.wmf"/><Relationship Id="rId17" Type="http://schemas.openxmlformats.org/officeDocument/2006/relationships/oleObject" Target="../embeddings/oleObject36.bin"/><Relationship Id="rId16" Type="http://schemas.openxmlformats.org/officeDocument/2006/relationships/image" Target="../media/image42.wmf"/><Relationship Id="rId15" Type="http://schemas.openxmlformats.org/officeDocument/2006/relationships/oleObject" Target="../embeddings/oleObject35.bin"/><Relationship Id="rId14" Type="http://schemas.openxmlformats.org/officeDocument/2006/relationships/image" Target="../media/image41.wmf"/><Relationship Id="rId13" Type="http://schemas.openxmlformats.org/officeDocument/2006/relationships/oleObject" Target="../embeddings/oleObject34.bin"/><Relationship Id="rId12" Type="http://schemas.openxmlformats.org/officeDocument/2006/relationships/image" Target="../media/image40.wmf"/><Relationship Id="rId11" Type="http://schemas.openxmlformats.org/officeDocument/2006/relationships/oleObject" Target="../embeddings/oleObject33.bin"/><Relationship Id="rId10" Type="http://schemas.openxmlformats.org/officeDocument/2006/relationships/image" Target="../media/image39.wmf"/><Relationship Id="rId1" Type="http://schemas.openxmlformats.org/officeDocument/2006/relationships/oleObject" Target="../embeddings/oleObject28.bin"/></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41.bin"/><Relationship Id="rId8" Type="http://schemas.openxmlformats.org/officeDocument/2006/relationships/image" Target="../media/image47.wmf"/><Relationship Id="rId7" Type="http://schemas.openxmlformats.org/officeDocument/2006/relationships/oleObject" Target="../embeddings/oleObject40.bin"/><Relationship Id="rId6" Type="http://schemas.openxmlformats.org/officeDocument/2006/relationships/image" Target="../media/image46.wmf"/><Relationship Id="rId5" Type="http://schemas.openxmlformats.org/officeDocument/2006/relationships/oleObject" Target="../embeddings/oleObject39.bin"/><Relationship Id="rId4" Type="http://schemas.openxmlformats.org/officeDocument/2006/relationships/image" Target="../media/image45.wmf"/><Relationship Id="rId3" Type="http://schemas.openxmlformats.org/officeDocument/2006/relationships/oleObject" Target="../embeddings/oleObject38.bin"/><Relationship Id="rId24" Type="http://schemas.openxmlformats.org/officeDocument/2006/relationships/vmlDrawing" Target="../drawings/vmlDrawing4.vml"/><Relationship Id="rId23" Type="http://schemas.openxmlformats.org/officeDocument/2006/relationships/slideLayout" Target="../slideLayouts/slideLayout18.xml"/><Relationship Id="rId22" Type="http://schemas.openxmlformats.org/officeDocument/2006/relationships/image" Target="../media/image54.wmf"/><Relationship Id="rId21" Type="http://schemas.openxmlformats.org/officeDocument/2006/relationships/oleObject" Target="../embeddings/oleObject47.bin"/><Relationship Id="rId20" Type="http://schemas.openxmlformats.org/officeDocument/2006/relationships/image" Target="../media/image53.wmf"/><Relationship Id="rId2" Type="http://schemas.openxmlformats.org/officeDocument/2006/relationships/image" Target="../media/image44.wmf"/><Relationship Id="rId19" Type="http://schemas.openxmlformats.org/officeDocument/2006/relationships/oleObject" Target="../embeddings/oleObject46.bin"/><Relationship Id="rId18" Type="http://schemas.openxmlformats.org/officeDocument/2006/relationships/image" Target="../media/image52.wmf"/><Relationship Id="rId17" Type="http://schemas.openxmlformats.org/officeDocument/2006/relationships/oleObject" Target="../embeddings/oleObject45.bin"/><Relationship Id="rId16" Type="http://schemas.openxmlformats.org/officeDocument/2006/relationships/image" Target="../media/image51.wmf"/><Relationship Id="rId15" Type="http://schemas.openxmlformats.org/officeDocument/2006/relationships/oleObject" Target="../embeddings/oleObject44.bin"/><Relationship Id="rId14" Type="http://schemas.openxmlformats.org/officeDocument/2006/relationships/image" Target="../media/image50.wmf"/><Relationship Id="rId13" Type="http://schemas.openxmlformats.org/officeDocument/2006/relationships/oleObject" Target="../embeddings/oleObject43.bin"/><Relationship Id="rId12" Type="http://schemas.openxmlformats.org/officeDocument/2006/relationships/image" Target="../media/image49.wmf"/><Relationship Id="rId11" Type="http://schemas.openxmlformats.org/officeDocument/2006/relationships/oleObject" Target="../embeddings/oleObject42.bin"/><Relationship Id="rId10" Type="http://schemas.openxmlformats.org/officeDocument/2006/relationships/image" Target="../media/image48.wmf"/><Relationship Id="rId1" Type="http://schemas.openxmlformats.org/officeDocument/2006/relationships/oleObject" Target="../embeddings/oleObject37.bin"/></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52.bin"/><Relationship Id="rId8" Type="http://schemas.openxmlformats.org/officeDocument/2006/relationships/image" Target="../media/image58.wmf"/><Relationship Id="rId7" Type="http://schemas.openxmlformats.org/officeDocument/2006/relationships/oleObject" Target="../embeddings/oleObject51.bin"/><Relationship Id="rId6" Type="http://schemas.openxmlformats.org/officeDocument/2006/relationships/image" Target="../media/image57.wmf"/><Relationship Id="rId5" Type="http://schemas.openxmlformats.org/officeDocument/2006/relationships/oleObject" Target="../embeddings/oleObject50.bin"/><Relationship Id="rId46" Type="http://schemas.openxmlformats.org/officeDocument/2006/relationships/vmlDrawing" Target="../drawings/vmlDrawing5.vml"/><Relationship Id="rId45" Type="http://schemas.openxmlformats.org/officeDocument/2006/relationships/slideLayout" Target="../slideLayouts/slideLayout18.xml"/><Relationship Id="rId44" Type="http://schemas.openxmlformats.org/officeDocument/2006/relationships/image" Target="../media/image76.wmf"/><Relationship Id="rId43" Type="http://schemas.openxmlformats.org/officeDocument/2006/relationships/oleObject" Target="../embeddings/oleObject69.bin"/><Relationship Id="rId42" Type="http://schemas.openxmlformats.org/officeDocument/2006/relationships/image" Target="../media/image75.wmf"/><Relationship Id="rId41" Type="http://schemas.openxmlformats.org/officeDocument/2006/relationships/oleObject" Target="../embeddings/oleObject68.bin"/><Relationship Id="rId40" Type="http://schemas.openxmlformats.org/officeDocument/2006/relationships/image" Target="../media/image74.wmf"/><Relationship Id="rId4" Type="http://schemas.openxmlformats.org/officeDocument/2006/relationships/image" Target="../media/image56.wmf"/><Relationship Id="rId39" Type="http://schemas.openxmlformats.org/officeDocument/2006/relationships/oleObject" Target="../embeddings/oleObject67.bin"/><Relationship Id="rId38" Type="http://schemas.openxmlformats.org/officeDocument/2006/relationships/image" Target="../media/image73.wmf"/><Relationship Id="rId37" Type="http://schemas.openxmlformats.org/officeDocument/2006/relationships/oleObject" Target="../embeddings/oleObject66.bin"/><Relationship Id="rId36" Type="http://schemas.openxmlformats.org/officeDocument/2006/relationships/image" Target="../media/image72.wmf"/><Relationship Id="rId35" Type="http://schemas.openxmlformats.org/officeDocument/2006/relationships/oleObject" Target="../embeddings/oleObject65.bin"/><Relationship Id="rId34" Type="http://schemas.openxmlformats.org/officeDocument/2006/relationships/image" Target="../media/image71.wmf"/><Relationship Id="rId33" Type="http://schemas.openxmlformats.org/officeDocument/2006/relationships/oleObject" Target="../embeddings/oleObject64.bin"/><Relationship Id="rId32" Type="http://schemas.openxmlformats.org/officeDocument/2006/relationships/image" Target="../media/image70.wmf"/><Relationship Id="rId31" Type="http://schemas.openxmlformats.org/officeDocument/2006/relationships/oleObject" Target="../embeddings/oleObject63.bin"/><Relationship Id="rId30" Type="http://schemas.openxmlformats.org/officeDocument/2006/relationships/image" Target="../media/image69.wmf"/><Relationship Id="rId3" Type="http://schemas.openxmlformats.org/officeDocument/2006/relationships/oleObject" Target="../embeddings/oleObject49.bin"/><Relationship Id="rId29" Type="http://schemas.openxmlformats.org/officeDocument/2006/relationships/oleObject" Target="../embeddings/oleObject62.bin"/><Relationship Id="rId28" Type="http://schemas.openxmlformats.org/officeDocument/2006/relationships/image" Target="../media/image68.wmf"/><Relationship Id="rId27" Type="http://schemas.openxmlformats.org/officeDocument/2006/relationships/oleObject" Target="../embeddings/oleObject61.bin"/><Relationship Id="rId26" Type="http://schemas.openxmlformats.org/officeDocument/2006/relationships/image" Target="../media/image67.wmf"/><Relationship Id="rId25" Type="http://schemas.openxmlformats.org/officeDocument/2006/relationships/oleObject" Target="../embeddings/oleObject60.bin"/><Relationship Id="rId24" Type="http://schemas.openxmlformats.org/officeDocument/2006/relationships/image" Target="../media/image66.wmf"/><Relationship Id="rId23" Type="http://schemas.openxmlformats.org/officeDocument/2006/relationships/oleObject" Target="../embeddings/oleObject59.bin"/><Relationship Id="rId22" Type="http://schemas.openxmlformats.org/officeDocument/2006/relationships/image" Target="../media/image65.wmf"/><Relationship Id="rId21" Type="http://schemas.openxmlformats.org/officeDocument/2006/relationships/oleObject" Target="../embeddings/oleObject58.bin"/><Relationship Id="rId20" Type="http://schemas.openxmlformats.org/officeDocument/2006/relationships/image" Target="../media/image64.wmf"/><Relationship Id="rId2" Type="http://schemas.openxmlformats.org/officeDocument/2006/relationships/image" Target="../media/image55.wmf"/><Relationship Id="rId19" Type="http://schemas.openxmlformats.org/officeDocument/2006/relationships/oleObject" Target="../embeddings/oleObject57.bin"/><Relationship Id="rId18" Type="http://schemas.openxmlformats.org/officeDocument/2006/relationships/image" Target="../media/image63.wmf"/><Relationship Id="rId17" Type="http://schemas.openxmlformats.org/officeDocument/2006/relationships/oleObject" Target="../embeddings/oleObject56.bin"/><Relationship Id="rId16" Type="http://schemas.openxmlformats.org/officeDocument/2006/relationships/image" Target="../media/image62.wmf"/><Relationship Id="rId15" Type="http://schemas.openxmlformats.org/officeDocument/2006/relationships/oleObject" Target="../embeddings/oleObject55.bin"/><Relationship Id="rId14" Type="http://schemas.openxmlformats.org/officeDocument/2006/relationships/image" Target="../media/image61.wmf"/><Relationship Id="rId13" Type="http://schemas.openxmlformats.org/officeDocument/2006/relationships/oleObject" Target="../embeddings/oleObject54.bin"/><Relationship Id="rId12" Type="http://schemas.openxmlformats.org/officeDocument/2006/relationships/image" Target="../media/image60.wmf"/><Relationship Id="rId11" Type="http://schemas.openxmlformats.org/officeDocument/2006/relationships/oleObject" Target="../embeddings/oleObject53.bin"/><Relationship Id="rId10" Type="http://schemas.openxmlformats.org/officeDocument/2006/relationships/image" Target="../media/image59.wmf"/><Relationship Id="rId1" Type="http://schemas.openxmlformats.org/officeDocument/2006/relationships/oleObject" Target="../embeddings/oleObject48.bin"/></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74.bin"/><Relationship Id="rId8" Type="http://schemas.openxmlformats.org/officeDocument/2006/relationships/image" Target="../media/image80.wmf"/><Relationship Id="rId7" Type="http://schemas.openxmlformats.org/officeDocument/2006/relationships/oleObject" Target="../embeddings/oleObject73.bin"/><Relationship Id="rId6" Type="http://schemas.openxmlformats.org/officeDocument/2006/relationships/image" Target="../media/image79.wmf"/><Relationship Id="rId5" Type="http://schemas.openxmlformats.org/officeDocument/2006/relationships/oleObject" Target="../embeddings/oleObject72.bin"/><Relationship Id="rId4" Type="http://schemas.openxmlformats.org/officeDocument/2006/relationships/image" Target="../media/image78.wmf"/><Relationship Id="rId30" Type="http://schemas.openxmlformats.org/officeDocument/2006/relationships/vmlDrawing" Target="../drawings/vmlDrawing6.vml"/><Relationship Id="rId3" Type="http://schemas.openxmlformats.org/officeDocument/2006/relationships/oleObject" Target="../embeddings/oleObject71.bin"/><Relationship Id="rId29" Type="http://schemas.openxmlformats.org/officeDocument/2006/relationships/slideLayout" Target="../slideLayouts/slideLayout18.xml"/><Relationship Id="rId28" Type="http://schemas.openxmlformats.org/officeDocument/2006/relationships/image" Target="../media/image90.wmf"/><Relationship Id="rId27" Type="http://schemas.openxmlformats.org/officeDocument/2006/relationships/oleObject" Target="../embeddings/oleObject83.bin"/><Relationship Id="rId26" Type="http://schemas.openxmlformats.org/officeDocument/2006/relationships/image" Target="../media/image89.wmf"/><Relationship Id="rId25" Type="http://schemas.openxmlformats.org/officeDocument/2006/relationships/oleObject" Target="../embeddings/oleObject82.bin"/><Relationship Id="rId24" Type="http://schemas.openxmlformats.org/officeDocument/2006/relationships/image" Target="../media/image88.wmf"/><Relationship Id="rId23" Type="http://schemas.openxmlformats.org/officeDocument/2006/relationships/oleObject" Target="../embeddings/oleObject81.bin"/><Relationship Id="rId22" Type="http://schemas.openxmlformats.org/officeDocument/2006/relationships/image" Target="../media/image87.wmf"/><Relationship Id="rId21" Type="http://schemas.openxmlformats.org/officeDocument/2006/relationships/oleObject" Target="../embeddings/oleObject80.bin"/><Relationship Id="rId20" Type="http://schemas.openxmlformats.org/officeDocument/2006/relationships/image" Target="../media/image86.wmf"/><Relationship Id="rId2" Type="http://schemas.openxmlformats.org/officeDocument/2006/relationships/image" Target="../media/image77.wmf"/><Relationship Id="rId19" Type="http://schemas.openxmlformats.org/officeDocument/2006/relationships/oleObject" Target="../embeddings/oleObject79.bin"/><Relationship Id="rId18" Type="http://schemas.openxmlformats.org/officeDocument/2006/relationships/image" Target="../media/image85.wmf"/><Relationship Id="rId17" Type="http://schemas.openxmlformats.org/officeDocument/2006/relationships/oleObject" Target="../embeddings/oleObject78.bin"/><Relationship Id="rId16" Type="http://schemas.openxmlformats.org/officeDocument/2006/relationships/image" Target="../media/image84.wmf"/><Relationship Id="rId15" Type="http://schemas.openxmlformats.org/officeDocument/2006/relationships/oleObject" Target="../embeddings/oleObject77.bin"/><Relationship Id="rId14" Type="http://schemas.openxmlformats.org/officeDocument/2006/relationships/image" Target="../media/image83.wmf"/><Relationship Id="rId13" Type="http://schemas.openxmlformats.org/officeDocument/2006/relationships/oleObject" Target="../embeddings/oleObject76.bin"/><Relationship Id="rId12" Type="http://schemas.openxmlformats.org/officeDocument/2006/relationships/image" Target="../media/image82.wmf"/><Relationship Id="rId11" Type="http://schemas.openxmlformats.org/officeDocument/2006/relationships/oleObject" Target="../embeddings/oleObject75.bin"/><Relationship Id="rId10" Type="http://schemas.openxmlformats.org/officeDocument/2006/relationships/image" Target="../media/image81.wmf"/><Relationship Id="rId1" Type="http://schemas.openxmlformats.org/officeDocument/2006/relationships/oleObject" Target="../embeddings/oleObject70.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88.bin"/><Relationship Id="rId8" Type="http://schemas.openxmlformats.org/officeDocument/2006/relationships/image" Target="../media/image94.wmf"/><Relationship Id="rId7" Type="http://schemas.openxmlformats.org/officeDocument/2006/relationships/oleObject" Target="../embeddings/oleObject87.bin"/><Relationship Id="rId6" Type="http://schemas.openxmlformats.org/officeDocument/2006/relationships/image" Target="../media/image93.wmf"/><Relationship Id="rId5" Type="http://schemas.openxmlformats.org/officeDocument/2006/relationships/oleObject" Target="../embeddings/oleObject86.bin"/><Relationship Id="rId4" Type="http://schemas.openxmlformats.org/officeDocument/2006/relationships/image" Target="../media/image92.wmf"/><Relationship Id="rId36" Type="http://schemas.openxmlformats.org/officeDocument/2006/relationships/vmlDrawing" Target="../drawings/vmlDrawing7.vml"/><Relationship Id="rId35" Type="http://schemas.openxmlformats.org/officeDocument/2006/relationships/slideLayout" Target="../slideLayouts/slideLayout18.xml"/><Relationship Id="rId34" Type="http://schemas.openxmlformats.org/officeDocument/2006/relationships/image" Target="../media/image107.wmf"/><Relationship Id="rId33" Type="http://schemas.openxmlformats.org/officeDocument/2006/relationships/oleObject" Target="../embeddings/oleObject100.bin"/><Relationship Id="rId32" Type="http://schemas.openxmlformats.org/officeDocument/2006/relationships/image" Target="../media/image106.wmf"/><Relationship Id="rId31" Type="http://schemas.openxmlformats.org/officeDocument/2006/relationships/oleObject" Target="../embeddings/oleObject99.bin"/><Relationship Id="rId30" Type="http://schemas.openxmlformats.org/officeDocument/2006/relationships/image" Target="../media/image105.wmf"/><Relationship Id="rId3" Type="http://schemas.openxmlformats.org/officeDocument/2006/relationships/oleObject" Target="../embeddings/oleObject85.bin"/><Relationship Id="rId29" Type="http://schemas.openxmlformats.org/officeDocument/2006/relationships/oleObject" Target="../embeddings/oleObject98.bin"/><Relationship Id="rId28" Type="http://schemas.openxmlformats.org/officeDocument/2006/relationships/image" Target="../media/image104.wmf"/><Relationship Id="rId27" Type="http://schemas.openxmlformats.org/officeDocument/2006/relationships/oleObject" Target="../embeddings/oleObject97.bin"/><Relationship Id="rId26" Type="http://schemas.openxmlformats.org/officeDocument/2006/relationships/image" Target="../media/image103.wmf"/><Relationship Id="rId25" Type="http://schemas.openxmlformats.org/officeDocument/2006/relationships/oleObject" Target="../embeddings/oleObject96.bin"/><Relationship Id="rId24" Type="http://schemas.openxmlformats.org/officeDocument/2006/relationships/image" Target="../media/image102.wmf"/><Relationship Id="rId23" Type="http://schemas.openxmlformats.org/officeDocument/2006/relationships/oleObject" Target="../embeddings/oleObject95.bin"/><Relationship Id="rId22" Type="http://schemas.openxmlformats.org/officeDocument/2006/relationships/image" Target="../media/image101.wmf"/><Relationship Id="rId21" Type="http://schemas.openxmlformats.org/officeDocument/2006/relationships/oleObject" Target="../embeddings/oleObject94.bin"/><Relationship Id="rId20" Type="http://schemas.openxmlformats.org/officeDocument/2006/relationships/image" Target="../media/image100.wmf"/><Relationship Id="rId2" Type="http://schemas.openxmlformats.org/officeDocument/2006/relationships/image" Target="../media/image91.wmf"/><Relationship Id="rId19" Type="http://schemas.openxmlformats.org/officeDocument/2006/relationships/oleObject" Target="../embeddings/oleObject93.bin"/><Relationship Id="rId18" Type="http://schemas.openxmlformats.org/officeDocument/2006/relationships/image" Target="../media/image99.wmf"/><Relationship Id="rId17" Type="http://schemas.openxmlformats.org/officeDocument/2006/relationships/oleObject" Target="../embeddings/oleObject92.bin"/><Relationship Id="rId16" Type="http://schemas.openxmlformats.org/officeDocument/2006/relationships/image" Target="../media/image98.wmf"/><Relationship Id="rId15" Type="http://schemas.openxmlformats.org/officeDocument/2006/relationships/oleObject" Target="../embeddings/oleObject91.bin"/><Relationship Id="rId14" Type="http://schemas.openxmlformats.org/officeDocument/2006/relationships/image" Target="../media/image97.wmf"/><Relationship Id="rId13" Type="http://schemas.openxmlformats.org/officeDocument/2006/relationships/oleObject" Target="../embeddings/oleObject90.bin"/><Relationship Id="rId12" Type="http://schemas.openxmlformats.org/officeDocument/2006/relationships/image" Target="../media/image96.wmf"/><Relationship Id="rId11" Type="http://schemas.openxmlformats.org/officeDocument/2006/relationships/oleObject" Target="../embeddings/oleObject89.bin"/><Relationship Id="rId10" Type="http://schemas.openxmlformats.org/officeDocument/2006/relationships/image" Target="../media/image95.wmf"/><Relationship Id="rId1" Type="http://schemas.openxmlformats.org/officeDocument/2006/relationships/oleObject" Target="../embeddings/oleObject84.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105.bin"/><Relationship Id="rId8" Type="http://schemas.openxmlformats.org/officeDocument/2006/relationships/image" Target="../media/image111.wmf"/><Relationship Id="rId7" Type="http://schemas.openxmlformats.org/officeDocument/2006/relationships/oleObject" Target="../embeddings/oleObject104.bin"/><Relationship Id="rId6" Type="http://schemas.openxmlformats.org/officeDocument/2006/relationships/image" Target="../media/image110.wmf"/><Relationship Id="rId5" Type="http://schemas.openxmlformats.org/officeDocument/2006/relationships/oleObject" Target="../embeddings/oleObject103.bin"/><Relationship Id="rId4" Type="http://schemas.openxmlformats.org/officeDocument/2006/relationships/image" Target="../media/image109.wmf"/><Relationship Id="rId3" Type="http://schemas.openxmlformats.org/officeDocument/2006/relationships/oleObject" Target="../embeddings/oleObject102.bin"/><Relationship Id="rId22" Type="http://schemas.openxmlformats.org/officeDocument/2006/relationships/vmlDrawing" Target="../drawings/vmlDrawing8.vml"/><Relationship Id="rId21" Type="http://schemas.openxmlformats.org/officeDocument/2006/relationships/slideLayout" Target="../slideLayouts/slideLayout18.xml"/><Relationship Id="rId20" Type="http://schemas.openxmlformats.org/officeDocument/2006/relationships/image" Target="../media/image117.wmf"/><Relationship Id="rId2" Type="http://schemas.openxmlformats.org/officeDocument/2006/relationships/image" Target="../media/image108.wmf"/><Relationship Id="rId19" Type="http://schemas.openxmlformats.org/officeDocument/2006/relationships/oleObject" Target="../embeddings/oleObject110.bin"/><Relationship Id="rId18" Type="http://schemas.openxmlformats.org/officeDocument/2006/relationships/image" Target="../media/image116.wmf"/><Relationship Id="rId17" Type="http://schemas.openxmlformats.org/officeDocument/2006/relationships/oleObject" Target="../embeddings/oleObject109.bin"/><Relationship Id="rId16" Type="http://schemas.openxmlformats.org/officeDocument/2006/relationships/image" Target="../media/image115.wmf"/><Relationship Id="rId15" Type="http://schemas.openxmlformats.org/officeDocument/2006/relationships/oleObject" Target="../embeddings/oleObject108.bin"/><Relationship Id="rId14" Type="http://schemas.openxmlformats.org/officeDocument/2006/relationships/image" Target="../media/image114.wmf"/><Relationship Id="rId13" Type="http://schemas.openxmlformats.org/officeDocument/2006/relationships/oleObject" Target="../embeddings/oleObject107.bin"/><Relationship Id="rId12" Type="http://schemas.openxmlformats.org/officeDocument/2006/relationships/image" Target="../media/image113.wmf"/><Relationship Id="rId11" Type="http://schemas.openxmlformats.org/officeDocument/2006/relationships/oleObject" Target="../embeddings/oleObject106.bin"/><Relationship Id="rId10" Type="http://schemas.openxmlformats.org/officeDocument/2006/relationships/image" Target="../media/image112.wmf"/><Relationship Id="rId1" Type="http://schemas.openxmlformats.org/officeDocument/2006/relationships/oleObject" Target="../embeddings/oleObject101.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115.bin"/><Relationship Id="rId8" Type="http://schemas.openxmlformats.org/officeDocument/2006/relationships/image" Target="../media/image121.wmf"/><Relationship Id="rId7" Type="http://schemas.openxmlformats.org/officeDocument/2006/relationships/oleObject" Target="../embeddings/oleObject114.bin"/><Relationship Id="rId6" Type="http://schemas.openxmlformats.org/officeDocument/2006/relationships/image" Target="../media/image120.wmf"/><Relationship Id="rId5" Type="http://schemas.openxmlformats.org/officeDocument/2006/relationships/oleObject" Target="../embeddings/oleObject113.bin"/><Relationship Id="rId4" Type="http://schemas.openxmlformats.org/officeDocument/2006/relationships/image" Target="../media/image119.wmf"/><Relationship Id="rId30" Type="http://schemas.openxmlformats.org/officeDocument/2006/relationships/vmlDrawing" Target="../drawings/vmlDrawing9.vml"/><Relationship Id="rId3" Type="http://schemas.openxmlformats.org/officeDocument/2006/relationships/oleObject" Target="../embeddings/oleObject112.bin"/><Relationship Id="rId29" Type="http://schemas.openxmlformats.org/officeDocument/2006/relationships/slideLayout" Target="../slideLayouts/slideLayout18.xml"/><Relationship Id="rId28" Type="http://schemas.openxmlformats.org/officeDocument/2006/relationships/image" Target="../media/image131.wmf"/><Relationship Id="rId27" Type="http://schemas.openxmlformats.org/officeDocument/2006/relationships/oleObject" Target="../embeddings/oleObject124.bin"/><Relationship Id="rId26" Type="http://schemas.openxmlformats.org/officeDocument/2006/relationships/image" Target="../media/image130.wmf"/><Relationship Id="rId25" Type="http://schemas.openxmlformats.org/officeDocument/2006/relationships/oleObject" Target="../embeddings/oleObject123.bin"/><Relationship Id="rId24" Type="http://schemas.openxmlformats.org/officeDocument/2006/relationships/image" Target="../media/image129.wmf"/><Relationship Id="rId23" Type="http://schemas.openxmlformats.org/officeDocument/2006/relationships/oleObject" Target="../embeddings/oleObject122.bin"/><Relationship Id="rId22" Type="http://schemas.openxmlformats.org/officeDocument/2006/relationships/image" Target="../media/image128.wmf"/><Relationship Id="rId21" Type="http://schemas.openxmlformats.org/officeDocument/2006/relationships/oleObject" Target="../embeddings/oleObject121.bin"/><Relationship Id="rId20" Type="http://schemas.openxmlformats.org/officeDocument/2006/relationships/image" Target="../media/image127.wmf"/><Relationship Id="rId2" Type="http://schemas.openxmlformats.org/officeDocument/2006/relationships/image" Target="../media/image118.wmf"/><Relationship Id="rId19" Type="http://schemas.openxmlformats.org/officeDocument/2006/relationships/oleObject" Target="../embeddings/oleObject120.bin"/><Relationship Id="rId18" Type="http://schemas.openxmlformats.org/officeDocument/2006/relationships/image" Target="../media/image126.wmf"/><Relationship Id="rId17" Type="http://schemas.openxmlformats.org/officeDocument/2006/relationships/oleObject" Target="../embeddings/oleObject119.bin"/><Relationship Id="rId16" Type="http://schemas.openxmlformats.org/officeDocument/2006/relationships/image" Target="../media/image125.wmf"/><Relationship Id="rId15" Type="http://schemas.openxmlformats.org/officeDocument/2006/relationships/oleObject" Target="../embeddings/oleObject118.bin"/><Relationship Id="rId14" Type="http://schemas.openxmlformats.org/officeDocument/2006/relationships/image" Target="../media/image124.wmf"/><Relationship Id="rId13" Type="http://schemas.openxmlformats.org/officeDocument/2006/relationships/oleObject" Target="../embeddings/oleObject117.bin"/><Relationship Id="rId12" Type="http://schemas.openxmlformats.org/officeDocument/2006/relationships/image" Target="../media/image123.wmf"/><Relationship Id="rId11" Type="http://schemas.openxmlformats.org/officeDocument/2006/relationships/oleObject" Target="../embeddings/oleObject116.bin"/><Relationship Id="rId10" Type="http://schemas.openxmlformats.org/officeDocument/2006/relationships/image" Target="../media/image122.wmf"/><Relationship Id="rId1" Type="http://schemas.openxmlformats.org/officeDocument/2006/relationships/oleObject" Target="../embeddings/oleObject111.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129.bin"/><Relationship Id="rId8" Type="http://schemas.openxmlformats.org/officeDocument/2006/relationships/image" Target="../media/image135.wmf"/><Relationship Id="rId7" Type="http://schemas.openxmlformats.org/officeDocument/2006/relationships/oleObject" Target="../embeddings/oleObject128.bin"/><Relationship Id="rId6" Type="http://schemas.openxmlformats.org/officeDocument/2006/relationships/image" Target="../media/image134.wmf"/><Relationship Id="rId5" Type="http://schemas.openxmlformats.org/officeDocument/2006/relationships/oleObject" Target="../embeddings/oleObject127.bin"/><Relationship Id="rId4" Type="http://schemas.openxmlformats.org/officeDocument/2006/relationships/image" Target="../media/image133.wmf"/><Relationship Id="rId38" Type="http://schemas.openxmlformats.org/officeDocument/2006/relationships/vmlDrawing" Target="../drawings/vmlDrawing10.vml"/><Relationship Id="rId37" Type="http://schemas.openxmlformats.org/officeDocument/2006/relationships/slideLayout" Target="../slideLayouts/slideLayout18.xml"/><Relationship Id="rId36" Type="http://schemas.openxmlformats.org/officeDocument/2006/relationships/image" Target="../media/image149.wmf"/><Relationship Id="rId35" Type="http://schemas.openxmlformats.org/officeDocument/2006/relationships/oleObject" Target="../embeddings/oleObject142.bin"/><Relationship Id="rId34" Type="http://schemas.openxmlformats.org/officeDocument/2006/relationships/image" Target="../media/image148.wmf"/><Relationship Id="rId33" Type="http://schemas.openxmlformats.org/officeDocument/2006/relationships/oleObject" Target="../embeddings/oleObject141.bin"/><Relationship Id="rId32" Type="http://schemas.openxmlformats.org/officeDocument/2006/relationships/image" Target="../media/image147.wmf"/><Relationship Id="rId31" Type="http://schemas.openxmlformats.org/officeDocument/2006/relationships/oleObject" Target="../embeddings/oleObject140.bin"/><Relationship Id="rId30" Type="http://schemas.openxmlformats.org/officeDocument/2006/relationships/image" Target="../media/image146.wmf"/><Relationship Id="rId3" Type="http://schemas.openxmlformats.org/officeDocument/2006/relationships/oleObject" Target="../embeddings/oleObject126.bin"/><Relationship Id="rId29" Type="http://schemas.openxmlformats.org/officeDocument/2006/relationships/oleObject" Target="../embeddings/oleObject139.bin"/><Relationship Id="rId28" Type="http://schemas.openxmlformats.org/officeDocument/2006/relationships/image" Target="../media/image145.wmf"/><Relationship Id="rId27" Type="http://schemas.openxmlformats.org/officeDocument/2006/relationships/oleObject" Target="../embeddings/oleObject138.bin"/><Relationship Id="rId26" Type="http://schemas.openxmlformats.org/officeDocument/2006/relationships/image" Target="../media/image144.wmf"/><Relationship Id="rId25" Type="http://schemas.openxmlformats.org/officeDocument/2006/relationships/oleObject" Target="../embeddings/oleObject137.bin"/><Relationship Id="rId24" Type="http://schemas.openxmlformats.org/officeDocument/2006/relationships/image" Target="../media/image143.wmf"/><Relationship Id="rId23" Type="http://schemas.openxmlformats.org/officeDocument/2006/relationships/oleObject" Target="../embeddings/oleObject136.bin"/><Relationship Id="rId22" Type="http://schemas.openxmlformats.org/officeDocument/2006/relationships/image" Target="../media/image142.wmf"/><Relationship Id="rId21" Type="http://schemas.openxmlformats.org/officeDocument/2006/relationships/oleObject" Target="../embeddings/oleObject135.bin"/><Relationship Id="rId20" Type="http://schemas.openxmlformats.org/officeDocument/2006/relationships/image" Target="../media/image141.wmf"/><Relationship Id="rId2" Type="http://schemas.openxmlformats.org/officeDocument/2006/relationships/image" Target="../media/image132.wmf"/><Relationship Id="rId19" Type="http://schemas.openxmlformats.org/officeDocument/2006/relationships/oleObject" Target="../embeddings/oleObject134.bin"/><Relationship Id="rId18" Type="http://schemas.openxmlformats.org/officeDocument/2006/relationships/image" Target="../media/image140.wmf"/><Relationship Id="rId17" Type="http://schemas.openxmlformats.org/officeDocument/2006/relationships/oleObject" Target="../embeddings/oleObject133.bin"/><Relationship Id="rId16" Type="http://schemas.openxmlformats.org/officeDocument/2006/relationships/image" Target="../media/image139.wmf"/><Relationship Id="rId15" Type="http://schemas.openxmlformats.org/officeDocument/2006/relationships/oleObject" Target="../embeddings/oleObject132.bin"/><Relationship Id="rId14" Type="http://schemas.openxmlformats.org/officeDocument/2006/relationships/image" Target="../media/image138.wmf"/><Relationship Id="rId13" Type="http://schemas.openxmlformats.org/officeDocument/2006/relationships/oleObject" Target="../embeddings/oleObject131.bin"/><Relationship Id="rId12" Type="http://schemas.openxmlformats.org/officeDocument/2006/relationships/image" Target="../media/image137.wmf"/><Relationship Id="rId11" Type="http://schemas.openxmlformats.org/officeDocument/2006/relationships/oleObject" Target="../embeddings/oleObject130.bin"/><Relationship Id="rId10" Type="http://schemas.openxmlformats.org/officeDocument/2006/relationships/image" Target="../media/image136.wmf"/><Relationship Id="rId1" Type="http://schemas.openxmlformats.org/officeDocument/2006/relationships/oleObject" Target="../embeddings/oleObject125.bin"/></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147.bin"/><Relationship Id="rId8" Type="http://schemas.openxmlformats.org/officeDocument/2006/relationships/image" Target="../media/image153.wmf"/><Relationship Id="rId7" Type="http://schemas.openxmlformats.org/officeDocument/2006/relationships/oleObject" Target="../embeddings/oleObject146.bin"/><Relationship Id="rId6" Type="http://schemas.openxmlformats.org/officeDocument/2006/relationships/image" Target="../media/image152.wmf"/><Relationship Id="rId5" Type="http://schemas.openxmlformats.org/officeDocument/2006/relationships/oleObject" Target="../embeddings/oleObject145.bin"/><Relationship Id="rId4" Type="http://schemas.openxmlformats.org/officeDocument/2006/relationships/image" Target="../media/image151.wmf"/><Relationship Id="rId30" Type="http://schemas.openxmlformats.org/officeDocument/2006/relationships/vmlDrawing" Target="../drawings/vmlDrawing11.vml"/><Relationship Id="rId3" Type="http://schemas.openxmlformats.org/officeDocument/2006/relationships/oleObject" Target="../embeddings/oleObject144.bin"/><Relationship Id="rId29" Type="http://schemas.openxmlformats.org/officeDocument/2006/relationships/slideLayout" Target="../slideLayouts/slideLayout18.xml"/><Relationship Id="rId28" Type="http://schemas.openxmlformats.org/officeDocument/2006/relationships/image" Target="../media/image163.wmf"/><Relationship Id="rId27" Type="http://schemas.openxmlformats.org/officeDocument/2006/relationships/oleObject" Target="../embeddings/oleObject156.bin"/><Relationship Id="rId26" Type="http://schemas.openxmlformats.org/officeDocument/2006/relationships/image" Target="../media/image162.wmf"/><Relationship Id="rId25" Type="http://schemas.openxmlformats.org/officeDocument/2006/relationships/oleObject" Target="../embeddings/oleObject155.bin"/><Relationship Id="rId24" Type="http://schemas.openxmlformats.org/officeDocument/2006/relationships/image" Target="../media/image161.wmf"/><Relationship Id="rId23" Type="http://schemas.openxmlformats.org/officeDocument/2006/relationships/oleObject" Target="../embeddings/oleObject154.bin"/><Relationship Id="rId22" Type="http://schemas.openxmlformats.org/officeDocument/2006/relationships/image" Target="../media/image160.wmf"/><Relationship Id="rId21" Type="http://schemas.openxmlformats.org/officeDocument/2006/relationships/oleObject" Target="../embeddings/oleObject153.bin"/><Relationship Id="rId20" Type="http://schemas.openxmlformats.org/officeDocument/2006/relationships/image" Target="../media/image159.wmf"/><Relationship Id="rId2" Type="http://schemas.openxmlformats.org/officeDocument/2006/relationships/image" Target="../media/image150.wmf"/><Relationship Id="rId19" Type="http://schemas.openxmlformats.org/officeDocument/2006/relationships/oleObject" Target="../embeddings/oleObject152.bin"/><Relationship Id="rId18" Type="http://schemas.openxmlformats.org/officeDocument/2006/relationships/image" Target="../media/image158.wmf"/><Relationship Id="rId17" Type="http://schemas.openxmlformats.org/officeDocument/2006/relationships/oleObject" Target="../embeddings/oleObject151.bin"/><Relationship Id="rId16" Type="http://schemas.openxmlformats.org/officeDocument/2006/relationships/image" Target="../media/image157.wmf"/><Relationship Id="rId15" Type="http://schemas.openxmlformats.org/officeDocument/2006/relationships/oleObject" Target="../embeddings/oleObject150.bin"/><Relationship Id="rId14" Type="http://schemas.openxmlformats.org/officeDocument/2006/relationships/image" Target="../media/image156.wmf"/><Relationship Id="rId13" Type="http://schemas.openxmlformats.org/officeDocument/2006/relationships/oleObject" Target="../embeddings/oleObject149.bin"/><Relationship Id="rId12" Type="http://schemas.openxmlformats.org/officeDocument/2006/relationships/image" Target="../media/image155.wmf"/><Relationship Id="rId11" Type="http://schemas.openxmlformats.org/officeDocument/2006/relationships/oleObject" Target="../embeddings/oleObject148.bin"/><Relationship Id="rId10" Type="http://schemas.openxmlformats.org/officeDocument/2006/relationships/image" Target="../media/image154.wmf"/><Relationship Id="rId1" Type="http://schemas.openxmlformats.org/officeDocument/2006/relationships/oleObject" Target="../embeddings/oleObject143.bin"/></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161.bin"/><Relationship Id="rId8" Type="http://schemas.openxmlformats.org/officeDocument/2006/relationships/image" Target="../media/image160.wmf"/><Relationship Id="rId7" Type="http://schemas.openxmlformats.org/officeDocument/2006/relationships/oleObject" Target="../embeddings/oleObject160.bin"/><Relationship Id="rId6" Type="http://schemas.openxmlformats.org/officeDocument/2006/relationships/image" Target="../media/image159.wmf"/><Relationship Id="rId5" Type="http://schemas.openxmlformats.org/officeDocument/2006/relationships/oleObject" Target="../embeddings/oleObject159.bin"/><Relationship Id="rId4" Type="http://schemas.openxmlformats.org/officeDocument/2006/relationships/image" Target="../media/image151.wmf"/><Relationship Id="rId34" Type="http://schemas.openxmlformats.org/officeDocument/2006/relationships/vmlDrawing" Target="../drawings/vmlDrawing12.vml"/><Relationship Id="rId33" Type="http://schemas.openxmlformats.org/officeDocument/2006/relationships/slideLayout" Target="../slideLayouts/slideLayout18.xml"/><Relationship Id="rId32" Type="http://schemas.openxmlformats.org/officeDocument/2006/relationships/image" Target="../media/image172.wmf"/><Relationship Id="rId31" Type="http://schemas.openxmlformats.org/officeDocument/2006/relationships/oleObject" Target="../embeddings/oleObject172.bin"/><Relationship Id="rId30" Type="http://schemas.openxmlformats.org/officeDocument/2006/relationships/image" Target="../media/image171.wmf"/><Relationship Id="rId3" Type="http://schemas.openxmlformats.org/officeDocument/2006/relationships/oleObject" Target="../embeddings/oleObject158.bin"/><Relationship Id="rId29" Type="http://schemas.openxmlformats.org/officeDocument/2006/relationships/oleObject" Target="../embeddings/oleObject171.bin"/><Relationship Id="rId28" Type="http://schemas.openxmlformats.org/officeDocument/2006/relationships/image" Target="../media/image170.wmf"/><Relationship Id="rId27" Type="http://schemas.openxmlformats.org/officeDocument/2006/relationships/oleObject" Target="../embeddings/oleObject170.bin"/><Relationship Id="rId26" Type="http://schemas.openxmlformats.org/officeDocument/2006/relationships/image" Target="../media/image169.wmf"/><Relationship Id="rId25" Type="http://schemas.openxmlformats.org/officeDocument/2006/relationships/oleObject" Target="../embeddings/oleObject169.bin"/><Relationship Id="rId24" Type="http://schemas.openxmlformats.org/officeDocument/2006/relationships/image" Target="../media/image168.wmf"/><Relationship Id="rId23" Type="http://schemas.openxmlformats.org/officeDocument/2006/relationships/oleObject" Target="../embeddings/oleObject168.bin"/><Relationship Id="rId22" Type="http://schemas.openxmlformats.org/officeDocument/2006/relationships/image" Target="../media/image167.wmf"/><Relationship Id="rId21" Type="http://schemas.openxmlformats.org/officeDocument/2006/relationships/oleObject" Target="../embeddings/oleObject167.bin"/><Relationship Id="rId20" Type="http://schemas.openxmlformats.org/officeDocument/2006/relationships/image" Target="../media/image166.wmf"/><Relationship Id="rId2" Type="http://schemas.openxmlformats.org/officeDocument/2006/relationships/image" Target="../media/image150.wmf"/><Relationship Id="rId19" Type="http://schemas.openxmlformats.org/officeDocument/2006/relationships/oleObject" Target="../embeddings/oleObject166.bin"/><Relationship Id="rId18" Type="http://schemas.openxmlformats.org/officeDocument/2006/relationships/image" Target="../media/image165.wmf"/><Relationship Id="rId17" Type="http://schemas.openxmlformats.org/officeDocument/2006/relationships/oleObject" Target="../embeddings/oleObject165.bin"/><Relationship Id="rId16" Type="http://schemas.openxmlformats.org/officeDocument/2006/relationships/image" Target="../media/image164.wmf"/><Relationship Id="rId15" Type="http://schemas.openxmlformats.org/officeDocument/2006/relationships/oleObject" Target="../embeddings/oleObject164.bin"/><Relationship Id="rId14" Type="http://schemas.openxmlformats.org/officeDocument/2006/relationships/image" Target="../media/image163.wmf"/><Relationship Id="rId13" Type="http://schemas.openxmlformats.org/officeDocument/2006/relationships/oleObject" Target="../embeddings/oleObject163.bin"/><Relationship Id="rId12" Type="http://schemas.openxmlformats.org/officeDocument/2006/relationships/image" Target="../media/image162.wmf"/><Relationship Id="rId11" Type="http://schemas.openxmlformats.org/officeDocument/2006/relationships/oleObject" Target="../embeddings/oleObject162.bin"/><Relationship Id="rId10" Type="http://schemas.openxmlformats.org/officeDocument/2006/relationships/image" Target="../media/image161.wmf"/><Relationship Id="rId1" Type="http://schemas.openxmlformats.org/officeDocument/2006/relationships/oleObject" Target="../embeddings/oleObject157.bin"/></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177.bin"/><Relationship Id="rId8" Type="http://schemas.openxmlformats.org/officeDocument/2006/relationships/image" Target="../media/image176.wmf"/><Relationship Id="rId7" Type="http://schemas.openxmlformats.org/officeDocument/2006/relationships/oleObject" Target="../embeddings/oleObject176.bin"/><Relationship Id="rId6" Type="http://schemas.openxmlformats.org/officeDocument/2006/relationships/image" Target="../media/image175.wmf"/><Relationship Id="rId5" Type="http://schemas.openxmlformats.org/officeDocument/2006/relationships/oleObject" Target="../embeddings/oleObject175.bin"/><Relationship Id="rId4" Type="http://schemas.openxmlformats.org/officeDocument/2006/relationships/image" Target="../media/image174.wmf"/><Relationship Id="rId38" Type="http://schemas.openxmlformats.org/officeDocument/2006/relationships/vmlDrawing" Target="../drawings/vmlDrawing13.vml"/><Relationship Id="rId37" Type="http://schemas.openxmlformats.org/officeDocument/2006/relationships/slideLayout" Target="../slideLayouts/slideLayout18.xml"/><Relationship Id="rId36" Type="http://schemas.openxmlformats.org/officeDocument/2006/relationships/image" Target="../media/image190.wmf"/><Relationship Id="rId35" Type="http://schemas.openxmlformats.org/officeDocument/2006/relationships/oleObject" Target="../embeddings/oleObject190.bin"/><Relationship Id="rId34" Type="http://schemas.openxmlformats.org/officeDocument/2006/relationships/image" Target="../media/image189.wmf"/><Relationship Id="rId33" Type="http://schemas.openxmlformats.org/officeDocument/2006/relationships/oleObject" Target="../embeddings/oleObject189.bin"/><Relationship Id="rId32" Type="http://schemas.openxmlformats.org/officeDocument/2006/relationships/image" Target="../media/image188.wmf"/><Relationship Id="rId31" Type="http://schemas.openxmlformats.org/officeDocument/2006/relationships/oleObject" Target="../embeddings/oleObject188.bin"/><Relationship Id="rId30" Type="http://schemas.openxmlformats.org/officeDocument/2006/relationships/image" Target="../media/image187.wmf"/><Relationship Id="rId3" Type="http://schemas.openxmlformats.org/officeDocument/2006/relationships/oleObject" Target="../embeddings/oleObject174.bin"/><Relationship Id="rId29" Type="http://schemas.openxmlformats.org/officeDocument/2006/relationships/oleObject" Target="../embeddings/oleObject187.bin"/><Relationship Id="rId28" Type="http://schemas.openxmlformats.org/officeDocument/2006/relationships/image" Target="../media/image186.wmf"/><Relationship Id="rId27" Type="http://schemas.openxmlformats.org/officeDocument/2006/relationships/oleObject" Target="../embeddings/oleObject186.bin"/><Relationship Id="rId26" Type="http://schemas.openxmlformats.org/officeDocument/2006/relationships/image" Target="../media/image185.wmf"/><Relationship Id="rId25" Type="http://schemas.openxmlformats.org/officeDocument/2006/relationships/oleObject" Target="../embeddings/oleObject185.bin"/><Relationship Id="rId24" Type="http://schemas.openxmlformats.org/officeDocument/2006/relationships/image" Target="../media/image184.wmf"/><Relationship Id="rId23" Type="http://schemas.openxmlformats.org/officeDocument/2006/relationships/oleObject" Target="../embeddings/oleObject184.bin"/><Relationship Id="rId22" Type="http://schemas.openxmlformats.org/officeDocument/2006/relationships/image" Target="../media/image183.wmf"/><Relationship Id="rId21" Type="http://schemas.openxmlformats.org/officeDocument/2006/relationships/oleObject" Target="../embeddings/oleObject183.bin"/><Relationship Id="rId20" Type="http://schemas.openxmlformats.org/officeDocument/2006/relationships/image" Target="../media/image182.wmf"/><Relationship Id="rId2" Type="http://schemas.openxmlformats.org/officeDocument/2006/relationships/image" Target="../media/image173.wmf"/><Relationship Id="rId19" Type="http://schemas.openxmlformats.org/officeDocument/2006/relationships/oleObject" Target="../embeddings/oleObject182.bin"/><Relationship Id="rId18" Type="http://schemas.openxmlformats.org/officeDocument/2006/relationships/image" Target="../media/image181.wmf"/><Relationship Id="rId17" Type="http://schemas.openxmlformats.org/officeDocument/2006/relationships/oleObject" Target="../embeddings/oleObject181.bin"/><Relationship Id="rId16" Type="http://schemas.openxmlformats.org/officeDocument/2006/relationships/image" Target="../media/image180.wmf"/><Relationship Id="rId15" Type="http://schemas.openxmlformats.org/officeDocument/2006/relationships/oleObject" Target="../embeddings/oleObject180.bin"/><Relationship Id="rId14" Type="http://schemas.openxmlformats.org/officeDocument/2006/relationships/image" Target="../media/image179.wmf"/><Relationship Id="rId13" Type="http://schemas.openxmlformats.org/officeDocument/2006/relationships/oleObject" Target="../embeddings/oleObject179.bin"/><Relationship Id="rId12" Type="http://schemas.openxmlformats.org/officeDocument/2006/relationships/image" Target="../media/image178.wmf"/><Relationship Id="rId11" Type="http://schemas.openxmlformats.org/officeDocument/2006/relationships/oleObject" Target="../embeddings/oleObject178.bin"/><Relationship Id="rId10" Type="http://schemas.openxmlformats.org/officeDocument/2006/relationships/image" Target="../media/image177.wmf"/><Relationship Id="rId1" Type="http://schemas.openxmlformats.org/officeDocument/2006/relationships/oleObject" Target="../embeddings/oleObject173.bin"/></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195.bin"/><Relationship Id="rId8" Type="http://schemas.openxmlformats.org/officeDocument/2006/relationships/image" Target="../media/image194.wmf"/><Relationship Id="rId7" Type="http://schemas.openxmlformats.org/officeDocument/2006/relationships/oleObject" Target="../embeddings/oleObject194.bin"/><Relationship Id="rId6" Type="http://schemas.openxmlformats.org/officeDocument/2006/relationships/image" Target="../media/image193.wmf"/><Relationship Id="rId5" Type="http://schemas.openxmlformats.org/officeDocument/2006/relationships/oleObject" Target="../embeddings/oleObject193.bin"/><Relationship Id="rId4" Type="http://schemas.openxmlformats.org/officeDocument/2006/relationships/image" Target="../media/image192.wmf"/><Relationship Id="rId3" Type="http://schemas.openxmlformats.org/officeDocument/2006/relationships/oleObject" Target="../embeddings/oleObject192.bin"/><Relationship Id="rId20" Type="http://schemas.openxmlformats.org/officeDocument/2006/relationships/vmlDrawing" Target="../drawings/vmlDrawing14.vml"/><Relationship Id="rId2" Type="http://schemas.openxmlformats.org/officeDocument/2006/relationships/image" Target="../media/image191.wmf"/><Relationship Id="rId19" Type="http://schemas.openxmlformats.org/officeDocument/2006/relationships/slideLayout" Target="../slideLayouts/slideLayout18.xml"/><Relationship Id="rId18" Type="http://schemas.openxmlformats.org/officeDocument/2006/relationships/image" Target="../media/image163.wmf"/><Relationship Id="rId17" Type="http://schemas.openxmlformats.org/officeDocument/2006/relationships/oleObject" Target="../embeddings/oleObject199.bin"/><Relationship Id="rId16" Type="http://schemas.openxmlformats.org/officeDocument/2006/relationships/image" Target="../media/image162.wmf"/><Relationship Id="rId15" Type="http://schemas.openxmlformats.org/officeDocument/2006/relationships/oleObject" Target="../embeddings/oleObject198.bin"/><Relationship Id="rId14" Type="http://schemas.openxmlformats.org/officeDocument/2006/relationships/image" Target="../media/image197.wmf"/><Relationship Id="rId13" Type="http://schemas.openxmlformats.org/officeDocument/2006/relationships/oleObject" Target="../embeddings/oleObject197.bin"/><Relationship Id="rId12" Type="http://schemas.openxmlformats.org/officeDocument/2006/relationships/image" Target="../media/image196.wmf"/><Relationship Id="rId11" Type="http://schemas.openxmlformats.org/officeDocument/2006/relationships/oleObject" Target="../embeddings/oleObject196.bin"/><Relationship Id="rId10" Type="http://schemas.openxmlformats.org/officeDocument/2006/relationships/image" Target="../media/image195.wmf"/><Relationship Id="rId1" Type="http://schemas.openxmlformats.org/officeDocument/2006/relationships/oleObject" Target="../embeddings/oleObject191.bin"/></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204.bin"/><Relationship Id="rId8" Type="http://schemas.openxmlformats.org/officeDocument/2006/relationships/image" Target="../media/image201.wmf"/><Relationship Id="rId7" Type="http://schemas.openxmlformats.org/officeDocument/2006/relationships/oleObject" Target="../embeddings/oleObject203.bin"/><Relationship Id="rId6" Type="http://schemas.openxmlformats.org/officeDocument/2006/relationships/image" Target="../media/image200.wmf"/><Relationship Id="rId5" Type="http://schemas.openxmlformats.org/officeDocument/2006/relationships/oleObject" Target="../embeddings/oleObject202.bin"/><Relationship Id="rId4" Type="http://schemas.openxmlformats.org/officeDocument/2006/relationships/image" Target="../media/image199.wmf"/><Relationship Id="rId3" Type="http://schemas.openxmlformats.org/officeDocument/2006/relationships/oleObject" Target="../embeddings/oleObject201.bin"/><Relationship Id="rId22" Type="http://schemas.openxmlformats.org/officeDocument/2006/relationships/vmlDrawing" Target="../drawings/vmlDrawing15.vml"/><Relationship Id="rId21" Type="http://schemas.openxmlformats.org/officeDocument/2006/relationships/slideLayout" Target="../slideLayouts/slideLayout18.xml"/><Relationship Id="rId20" Type="http://schemas.openxmlformats.org/officeDocument/2006/relationships/image" Target="../media/image207.wmf"/><Relationship Id="rId2" Type="http://schemas.openxmlformats.org/officeDocument/2006/relationships/image" Target="../media/image198.wmf"/><Relationship Id="rId19" Type="http://schemas.openxmlformats.org/officeDocument/2006/relationships/oleObject" Target="../embeddings/oleObject209.bin"/><Relationship Id="rId18" Type="http://schemas.openxmlformats.org/officeDocument/2006/relationships/image" Target="../media/image206.wmf"/><Relationship Id="rId17" Type="http://schemas.openxmlformats.org/officeDocument/2006/relationships/oleObject" Target="../embeddings/oleObject208.bin"/><Relationship Id="rId16" Type="http://schemas.openxmlformats.org/officeDocument/2006/relationships/image" Target="../media/image205.wmf"/><Relationship Id="rId15" Type="http://schemas.openxmlformats.org/officeDocument/2006/relationships/oleObject" Target="../embeddings/oleObject207.bin"/><Relationship Id="rId14" Type="http://schemas.openxmlformats.org/officeDocument/2006/relationships/image" Target="../media/image204.wmf"/><Relationship Id="rId13" Type="http://schemas.openxmlformats.org/officeDocument/2006/relationships/oleObject" Target="../embeddings/oleObject206.bin"/><Relationship Id="rId12" Type="http://schemas.openxmlformats.org/officeDocument/2006/relationships/image" Target="../media/image203.wmf"/><Relationship Id="rId11" Type="http://schemas.openxmlformats.org/officeDocument/2006/relationships/oleObject" Target="../embeddings/oleObject205.bin"/><Relationship Id="rId10" Type="http://schemas.openxmlformats.org/officeDocument/2006/relationships/image" Target="../media/image202.wmf"/><Relationship Id="rId1" Type="http://schemas.openxmlformats.org/officeDocument/2006/relationships/oleObject" Target="../embeddings/oleObject200.bin"/></Relationships>
</file>

<file path=ppt/slides/_rels/slide17.xml.rels><?xml version="1.0" encoding="UTF-8" standalone="yes"?>
<Relationships xmlns="http://schemas.openxmlformats.org/package/2006/relationships"><Relationship Id="rId6" Type="http://schemas.openxmlformats.org/officeDocument/2006/relationships/vmlDrawing" Target="../drawings/vmlDrawing16.vml"/><Relationship Id="rId5" Type="http://schemas.openxmlformats.org/officeDocument/2006/relationships/slideLayout" Target="../slideLayouts/slideLayout18.xml"/><Relationship Id="rId4" Type="http://schemas.openxmlformats.org/officeDocument/2006/relationships/image" Target="../media/image210.png"/><Relationship Id="rId3" Type="http://schemas.openxmlformats.org/officeDocument/2006/relationships/image" Target="../media/image209.png"/><Relationship Id="rId2" Type="http://schemas.openxmlformats.org/officeDocument/2006/relationships/image" Target="../media/image208.wmf"/><Relationship Id="rId1" Type="http://schemas.openxmlformats.org/officeDocument/2006/relationships/oleObject" Target="../embeddings/oleObject210.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215.bin"/><Relationship Id="rId8" Type="http://schemas.openxmlformats.org/officeDocument/2006/relationships/image" Target="../media/image214.wmf"/><Relationship Id="rId7" Type="http://schemas.openxmlformats.org/officeDocument/2006/relationships/oleObject" Target="../embeddings/oleObject214.bin"/><Relationship Id="rId6" Type="http://schemas.openxmlformats.org/officeDocument/2006/relationships/image" Target="../media/image213.wmf"/><Relationship Id="rId50" Type="http://schemas.openxmlformats.org/officeDocument/2006/relationships/vmlDrawing" Target="../drawings/vmlDrawing17.vml"/><Relationship Id="rId5" Type="http://schemas.openxmlformats.org/officeDocument/2006/relationships/oleObject" Target="../embeddings/oleObject213.bin"/><Relationship Id="rId49" Type="http://schemas.openxmlformats.org/officeDocument/2006/relationships/slideLayout" Target="../slideLayouts/slideLayout18.xml"/><Relationship Id="rId48" Type="http://schemas.openxmlformats.org/officeDocument/2006/relationships/image" Target="../media/image234.wmf"/><Relationship Id="rId47" Type="http://schemas.openxmlformats.org/officeDocument/2006/relationships/oleObject" Target="../embeddings/oleObject234.bin"/><Relationship Id="rId46" Type="http://schemas.openxmlformats.org/officeDocument/2006/relationships/image" Target="../media/image233.wmf"/><Relationship Id="rId45" Type="http://schemas.openxmlformats.org/officeDocument/2006/relationships/oleObject" Target="../embeddings/oleObject233.bin"/><Relationship Id="rId44" Type="http://schemas.openxmlformats.org/officeDocument/2006/relationships/image" Target="../media/image232.wmf"/><Relationship Id="rId43" Type="http://schemas.openxmlformats.org/officeDocument/2006/relationships/oleObject" Target="../embeddings/oleObject232.bin"/><Relationship Id="rId42" Type="http://schemas.openxmlformats.org/officeDocument/2006/relationships/image" Target="../media/image231.wmf"/><Relationship Id="rId41" Type="http://schemas.openxmlformats.org/officeDocument/2006/relationships/oleObject" Target="../embeddings/oleObject231.bin"/><Relationship Id="rId40" Type="http://schemas.openxmlformats.org/officeDocument/2006/relationships/image" Target="../media/image230.wmf"/><Relationship Id="rId4" Type="http://schemas.openxmlformats.org/officeDocument/2006/relationships/image" Target="../media/image212.wmf"/><Relationship Id="rId39" Type="http://schemas.openxmlformats.org/officeDocument/2006/relationships/oleObject" Target="../embeddings/oleObject230.bin"/><Relationship Id="rId38" Type="http://schemas.openxmlformats.org/officeDocument/2006/relationships/image" Target="../media/image229.wmf"/><Relationship Id="rId37" Type="http://schemas.openxmlformats.org/officeDocument/2006/relationships/oleObject" Target="../embeddings/oleObject229.bin"/><Relationship Id="rId36" Type="http://schemas.openxmlformats.org/officeDocument/2006/relationships/image" Target="../media/image228.wmf"/><Relationship Id="rId35" Type="http://schemas.openxmlformats.org/officeDocument/2006/relationships/oleObject" Target="../embeddings/oleObject228.bin"/><Relationship Id="rId34" Type="http://schemas.openxmlformats.org/officeDocument/2006/relationships/image" Target="../media/image227.wmf"/><Relationship Id="rId33" Type="http://schemas.openxmlformats.org/officeDocument/2006/relationships/oleObject" Target="../embeddings/oleObject227.bin"/><Relationship Id="rId32" Type="http://schemas.openxmlformats.org/officeDocument/2006/relationships/image" Target="../media/image226.wmf"/><Relationship Id="rId31" Type="http://schemas.openxmlformats.org/officeDocument/2006/relationships/oleObject" Target="../embeddings/oleObject226.bin"/><Relationship Id="rId30" Type="http://schemas.openxmlformats.org/officeDocument/2006/relationships/image" Target="../media/image225.wmf"/><Relationship Id="rId3" Type="http://schemas.openxmlformats.org/officeDocument/2006/relationships/oleObject" Target="../embeddings/oleObject212.bin"/><Relationship Id="rId29" Type="http://schemas.openxmlformats.org/officeDocument/2006/relationships/oleObject" Target="../embeddings/oleObject225.bin"/><Relationship Id="rId28" Type="http://schemas.openxmlformats.org/officeDocument/2006/relationships/image" Target="../media/image224.wmf"/><Relationship Id="rId27" Type="http://schemas.openxmlformats.org/officeDocument/2006/relationships/oleObject" Target="../embeddings/oleObject224.bin"/><Relationship Id="rId26" Type="http://schemas.openxmlformats.org/officeDocument/2006/relationships/image" Target="../media/image223.wmf"/><Relationship Id="rId25" Type="http://schemas.openxmlformats.org/officeDocument/2006/relationships/oleObject" Target="../embeddings/oleObject223.bin"/><Relationship Id="rId24" Type="http://schemas.openxmlformats.org/officeDocument/2006/relationships/image" Target="../media/image222.wmf"/><Relationship Id="rId23" Type="http://schemas.openxmlformats.org/officeDocument/2006/relationships/oleObject" Target="../embeddings/oleObject222.bin"/><Relationship Id="rId22" Type="http://schemas.openxmlformats.org/officeDocument/2006/relationships/image" Target="../media/image221.wmf"/><Relationship Id="rId21" Type="http://schemas.openxmlformats.org/officeDocument/2006/relationships/oleObject" Target="../embeddings/oleObject221.bin"/><Relationship Id="rId20" Type="http://schemas.openxmlformats.org/officeDocument/2006/relationships/image" Target="../media/image220.wmf"/><Relationship Id="rId2" Type="http://schemas.openxmlformats.org/officeDocument/2006/relationships/image" Target="../media/image211.wmf"/><Relationship Id="rId19" Type="http://schemas.openxmlformats.org/officeDocument/2006/relationships/oleObject" Target="../embeddings/oleObject220.bin"/><Relationship Id="rId18" Type="http://schemas.openxmlformats.org/officeDocument/2006/relationships/image" Target="../media/image219.wmf"/><Relationship Id="rId17" Type="http://schemas.openxmlformats.org/officeDocument/2006/relationships/oleObject" Target="../embeddings/oleObject219.bin"/><Relationship Id="rId16" Type="http://schemas.openxmlformats.org/officeDocument/2006/relationships/image" Target="../media/image218.wmf"/><Relationship Id="rId15" Type="http://schemas.openxmlformats.org/officeDocument/2006/relationships/oleObject" Target="../embeddings/oleObject218.bin"/><Relationship Id="rId14" Type="http://schemas.openxmlformats.org/officeDocument/2006/relationships/image" Target="../media/image217.wmf"/><Relationship Id="rId13" Type="http://schemas.openxmlformats.org/officeDocument/2006/relationships/oleObject" Target="../embeddings/oleObject217.bin"/><Relationship Id="rId12" Type="http://schemas.openxmlformats.org/officeDocument/2006/relationships/image" Target="../media/image216.wmf"/><Relationship Id="rId11" Type="http://schemas.openxmlformats.org/officeDocument/2006/relationships/oleObject" Target="../embeddings/oleObject216.bin"/><Relationship Id="rId10" Type="http://schemas.openxmlformats.org/officeDocument/2006/relationships/image" Target="../media/image215.wmf"/><Relationship Id="rId1" Type="http://schemas.openxmlformats.org/officeDocument/2006/relationships/oleObject" Target="../embeddings/oleObject211.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239.bin"/><Relationship Id="rId8" Type="http://schemas.openxmlformats.org/officeDocument/2006/relationships/image" Target="../media/image238.wmf"/><Relationship Id="rId7" Type="http://schemas.openxmlformats.org/officeDocument/2006/relationships/oleObject" Target="../embeddings/oleObject238.bin"/><Relationship Id="rId6" Type="http://schemas.openxmlformats.org/officeDocument/2006/relationships/image" Target="../media/image237.wmf"/><Relationship Id="rId5" Type="http://schemas.openxmlformats.org/officeDocument/2006/relationships/oleObject" Target="../embeddings/oleObject237.bin"/><Relationship Id="rId42" Type="http://schemas.openxmlformats.org/officeDocument/2006/relationships/vmlDrawing" Target="../drawings/vmlDrawing18.vml"/><Relationship Id="rId41" Type="http://schemas.openxmlformats.org/officeDocument/2006/relationships/slideLayout" Target="../slideLayouts/slideLayout18.xml"/><Relationship Id="rId40" Type="http://schemas.openxmlformats.org/officeDocument/2006/relationships/image" Target="../media/image254.wmf"/><Relationship Id="rId4" Type="http://schemas.openxmlformats.org/officeDocument/2006/relationships/image" Target="../media/image236.wmf"/><Relationship Id="rId39" Type="http://schemas.openxmlformats.org/officeDocument/2006/relationships/oleObject" Target="../embeddings/oleObject254.bin"/><Relationship Id="rId38" Type="http://schemas.openxmlformats.org/officeDocument/2006/relationships/image" Target="../media/image253.wmf"/><Relationship Id="rId37" Type="http://schemas.openxmlformats.org/officeDocument/2006/relationships/oleObject" Target="../embeddings/oleObject253.bin"/><Relationship Id="rId36" Type="http://schemas.openxmlformats.org/officeDocument/2006/relationships/image" Target="../media/image252.wmf"/><Relationship Id="rId35" Type="http://schemas.openxmlformats.org/officeDocument/2006/relationships/oleObject" Target="../embeddings/oleObject252.bin"/><Relationship Id="rId34" Type="http://schemas.openxmlformats.org/officeDocument/2006/relationships/image" Target="../media/image251.wmf"/><Relationship Id="rId33" Type="http://schemas.openxmlformats.org/officeDocument/2006/relationships/oleObject" Target="../embeddings/oleObject251.bin"/><Relationship Id="rId32" Type="http://schemas.openxmlformats.org/officeDocument/2006/relationships/image" Target="../media/image250.wmf"/><Relationship Id="rId31" Type="http://schemas.openxmlformats.org/officeDocument/2006/relationships/oleObject" Target="../embeddings/oleObject250.bin"/><Relationship Id="rId30" Type="http://schemas.openxmlformats.org/officeDocument/2006/relationships/image" Target="../media/image249.wmf"/><Relationship Id="rId3" Type="http://schemas.openxmlformats.org/officeDocument/2006/relationships/oleObject" Target="../embeddings/oleObject236.bin"/><Relationship Id="rId29" Type="http://schemas.openxmlformats.org/officeDocument/2006/relationships/oleObject" Target="../embeddings/oleObject249.bin"/><Relationship Id="rId28" Type="http://schemas.openxmlformats.org/officeDocument/2006/relationships/image" Target="../media/image248.wmf"/><Relationship Id="rId27" Type="http://schemas.openxmlformats.org/officeDocument/2006/relationships/oleObject" Target="../embeddings/oleObject248.bin"/><Relationship Id="rId26" Type="http://schemas.openxmlformats.org/officeDocument/2006/relationships/image" Target="../media/image247.wmf"/><Relationship Id="rId25" Type="http://schemas.openxmlformats.org/officeDocument/2006/relationships/oleObject" Target="../embeddings/oleObject247.bin"/><Relationship Id="rId24" Type="http://schemas.openxmlformats.org/officeDocument/2006/relationships/image" Target="../media/image246.wmf"/><Relationship Id="rId23" Type="http://schemas.openxmlformats.org/officeDocument/2006/relationships/oleObject" Target="../embeddings/oleObject246.bin"/><Relationship Id="rId22" Type="http://schemas.openxmlformats.org/officeDocument/2006/relationships/image" Target="../media/image245.wmf"/><Relationship Id="rId21" Type="http://schemas.openxmlformats.org/officeDocument/2006/relationships/oleObject" Target="../embeddings/oleObject245.bin"/><Relationship Id="rId20" Type="http://schemas.openxmlformats.org/officeDocument/2006/relationships/image" Target="../media/image244.wmf"/><Relationship Id="rId2" Type="http://schemas.openxmlformats.org/officeDocument/2006/relationships/image" Target="../media/image235.wmf"/><Relationship Id="rId19" Type="http://schemas.openxmlformats.org/officeDocument/2006/relationships/oleObject" Target="../embeddings/oleObject244.bin"/><Relationship Id="rId18" Type="http://schemas.openxmlformats.org/officeDocument/2006/relationships/image" Target="../media/image243.wmf"/><Relationship Id="rId17" Type="http://schemas.openxmlformats.org/officeDocument/2006/relationships/oleObject" Target="../embeddings/oleObject243.bin"/><Relationship Id="rId16" Type="http://schemas.openxmlformats.org/officeDocument/2006/relationships/image" Target="../media/image242.wmf"/><Relationship Id="rId15" Type="http://schemas.openxmlformats.org/officeDocument/2006/relationships/oleObject" Target="../embeddings/oleObject242.bin"/><Relationship Id="rId14" Type="http://schemas.openxmlformats.org/officeDocument/2006/relationships/image" Target="../media/image241.wmf"/><Relationship Id="rId13" Type="http://schemas.openxmlformats.org/officeDocument/2006/relationships/oleObject" Target="../embeddings/oleObject241.bin"/><Relationship Id="rId12" Type="http://schemas.openxmlformats.org/officeDocument/2006/relationships/image" Target="../media/image240.wmf"/><Relationship Id="rId11" Type="http://schemas.openxmlformats.org/officeDocument/2006/relationships/oleObject" Target="../embeddings/oleObject240.bin"/><Relationship Id="rId10" Type="http://schemas.openxmlformats.org/officeDocument/2006/relationships/image" Target="../media/image239.wmf"/><Relationship Id="rId1" Type="http://schemas.openxmlformats.org/officeDocument/2006/relationships/oleObject" Target="../embeddings/oleObject235.bin"/></Relationships>
</file>

<file path=ppt/slides/_rels/slide20.xml.rels><?xml version="1.0" encoding="UTF-8" standalone="yes"?>
<Relationships xmlns="http://schemas.openxmlformats.org/package/2006/relationships"><Relationship Id="rId9" Type="http://schemas.openxmlformats.org/officeDocument/2006/relationships/oleObject" Target="../embeddings/oleObject259.bin"/><Relationship Id="rId8" Type="http://schemas.openxmlformats.org/officeDocument/2006/relationships/image" Target="../media/image258.wmf"/><Relationship Id="rId7" Type="http://schemas.openxmlformats.org/officeDocument/2006/relationships/oleObject" Target="../embeddings/oleObject258.bin"/><Relationship Id="rId6" Type="http://schemas.openxmlformats.org/officeDocument/2006/relationships/image" Target="../media/image257.wmf"/><Relationship Id="rId5" Type="http://schemas.openxmlformats.org/officeDocument/2006/relationships/oleObject" Target="../embeddings/oleObject257.bin"/><Relationship Id="rId4" Type="http://schemas.openxmlformats.org/officeDocument/2006/relationships/image" Target="../media/image256.wmf"/><Relationship Id="rId3" Type="http://schemas.openxmlformats.org/officeDocument/2006/relationships/oleObject" Target="../embeddings/oleObject256.bin"/><Relationship Id="rId29" Type="http://schemas.openxmlformats.org/officeDocument/2006/relationships/vmlDrawing" Target="../drawings/vmlDrawing19.vml"/><Relationship Id="rId28" Type="http://schemas.openxmlformats.org/officeDocument/2006/relationships/slideLayout" Target="../slideLayouts/slideLayout18.xml"/><Relationship Id="rId27" Type="http://schemas.openxmlformats.org/officeDocument/2006/relationships/oleObject" Target="../embeddings/oleObject268.bin"/><Relationship Id="rId26" Type="http://schemas.openxmlformats.org/officeDocument/2006/relationships/image" Target="../media/image267.wmf"/><Relationship Id="rId25" Type="http://schemas.openxmlformats.org/officeDocument/2006/relationships/oleObject" Target="../embeddings/oleObject267.bin"/><Relationship Id="rId24" Type="http://schemas.openxmlformats.org/officeDocument/2006/relationships/image" Target="../media/image266.wmf"/><Relationship Id="rId23" Type="http://schemas.openxmlformats.org/officeDocument/2006/relationships/oleObject" Target="../embeddings/oleObject266.bin"/><Relationship Id="rId22" Type="http://schemas.openxmlformats.org/officeDocument/2006/relationships/image" Target="../media/image265.wmf"/><Relationship Id="rId21" Type="http://schemas.openxmlformats.org/officeDocument/2006/relationships/oleObject" Target="../embeddings/oleObject265.bin"/><Relationship Id="rId20" Type="http://schemas.openxmlformats.org/officeDocument/2006/relationships/image" Target="../media/image264.wmf"/><Relationship Id="rId2" Type="http://schemas.openxmlformats.org/officeDocument/2006/relationships/image" Target="../media/image255.wmf"/><Relationship Id="rId19" Type="http://schemas.openxmlformats.org/officeDocument/2006/relationships/oleObject" Target="../embeddings/oleObject264.bin"/><Relationship Id="rId18" Type="http://schemas.openxmlformats.org/officeDocument/2006/relationships/image" Target="../media/image263.wmf"/><Relationship Id="rId17" Type="http://schemas.openxmlformats.org/officeDocument/2006/relationships/oleObject" Target="../embeddings/oleObject263.bin"/><Relationship Id="rId16" Type="http://schemas.openxmlformats.org/officeDocument/2006/relationships/image" Target="../media/image262.wmf"/><Relationship Id="rId15" Type="http://schemas.openxmlformats.org/officeDocument/2006/relationships/oleObject" Target="../embeddings/oleObject262.bin"/><Relationship Id="rId14" Type="http://schemas.openxmlformats.org/officeDocument/2006/relationships/image" Target="../media/image261.wmf"/><Relationship Id="rId13" Type="http://schemas.openxmlformats.org/officeDocument/2006/relationships/oleObject" Target="../embeddings/oleObject261.bin"/><Relationship Id="rId12" Type="http://schemas.openxmlformats.org/officeDocument/2006/relationships/image" Target="../media/image260.wmf"/><Relationship Id="rId11" Type="http://schemas.openxmlformats.org/officeDocument/2006/relationships/oleObject" Target="../embeddings/oleObject260.bin"/><Relationship Id="rId10" Type="http://schemas.openxmlformats.org/officeDocument/2006/relationships/image" Target="../media/image259.wmf"/><Relationship Id="rId1" Type="http://schemas.openxmlformats.org/officeDocument/2006/relationships/oleObject" Target="../embeddings/oleObject255.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273.bin"/><Relationship Id="rId8" Type="http://schemas.openxmlformats.org/officeDocument/2006/relationships/image" Target="../media/image271.wmf"/><Relationship Id="rId7" Type="http://schemas.openxmlformats.org/officeDocument/2006/relationships/oleObject" Target="../embeddings/oleObject272.bin"/><Relationship Id="rId6" Type="http://schemas.openxmlformats.org/officeDocument/2006/relationships/image" Target="../media/image270.wmf"/><Relationship Id="rId5" Type="http://schemas.openxmlformats.org/officeDocument/2006/relationships/oleObject" Target="../embeddings/oleObject271.bin"/><Relationship Id="rId4" Type="http://schemas.openxmlformats.org/officeDocument/2006/relationships/image" Target="../media/image269.wmf"/><Relationship Id="rId3" Type="http://schemas.openxmlformats.org/officeDocument/2006/relationships/oleObject" Target="../embeddings/oleObject270.bin"/><Relationship Id="rId2" Type="http://schemas.openxmlformats.org/officeDocument/2006/relationships/image" Target="../media/image268.wmf"/><Relationship Id="rId14" Type="http://schemas.openxmlformats.org/officeDocument/2006/relationships/vmlDrawing" Target="../drawings/vmlDrawing20.vml"/><Relationship Id="rId13" Type="http://schemas.openxmlformats.org/officeDocument/2006/relationships/slideLayout" Target="../slideLayouts/slideLayout18.xml"/><Relationship Id="rId12" Type="http://schemas.openxmlformats.org/officeDocument/2006/relationships/image" Target="../media/image273.wmf"/><Relationship Id="rId11" Type="http://schemas.openxmlformats.org/officeDocument/2006/relationships/oleObject" Target="../embeddings/oleObject274.bin"/><Relationship Id="rId10" Type="http://schemas.openxmlformats.org/officeDocument/2006/relationships/image" Target="../media/image272.wmf"/><Relationship Id="rId1" Type="http://schemas.openxmlformats.org/officeDocument/2006/relationships/oleObject" Target="../embeddings/oleObject269.bin"/></Relationships>
</file>

<file path=ppt/slides/_rels/slide22.xml.rels><?xml version="1.0" encoding="UTF-8" standalone="yes"?>
<Relationships xmlns="http://schemas.openxmlformats.org/package/2006/relationships"><Relationship Id="rId9" Type="http://schemas.openxmlformats.org/officeDocument/2006/relationships/image" Target="../media/image277.wmf"/><Relationship Id="rId8" Type="http://schemas.openxmlformats.org/officeDocument/2006/relationships/oleObject" Target="../embeddings/oleObject278.bin"/><Relationship Id="rId7" Type="http://schemas.openxmlformats.org/officeDocument/2006/relationships/image" Target="../media/image276.wmf"/><Relationship Id="rId6" Type="http://schemas.openxmlformats.org/officeDocument/2006/relationships/oleObject" Target="../embeddings/oleObject277.bin"/><Relationship Id="rId5" Type="http://schemas.openxmlformats.org/officeDocument/2006/relationships/image" Target="../media/image275.wmf"/><Relationship Id="rId4" Type="http://schemas.openxmlformats.org/officeDocument/2006/relationships/oleObject" Target="../embeddings/oleObject276.bin"/><Relationship Id="rId3" Type="http://schemas.openxmlformats.org/officeDocument/2006/relationships/image" Target="../media/image274.wmf"/><Relationship Id="rId20" Type="http://schemas.openxmlformats.org/officeDocument/2006/relationships/vmlDrawing" Target="../drawings/vmlDrawing21.vml"/><Relationship Id="rId2" Type="http://schemas.openxmlformats.org/officeDocument/2006/relationships/oleObject" Target="../embeddings/oleObject275.bin"/><Relationship Id="rId19" Type="http://schemas.openxmlformats.org/officeDocument/2006/relationships/slideLayout" Target="../slideLayouts/slideLayout18.xml"/><Relationship Id="rId18" Type="http://schemas.openxmlformats.org/officeDocument/2006/relationships/image" Target="../media/image282.emf"/><Relationship Id="rId17" Type="http://schemas.openxmlformats.org/officeDocument/2006/relationships/image" Target="../media/image281.wmf"/><Relationship Id="rId16" Type="http://schemas.openxmlformats.org/officeDocument/2006/relationships/oleObject" Target="../embeddings/oleObject282.bin"/><Relationship Id="rId15" Type="http://schemas.openxmlformats.org/officeDocument/2006/relationships/image" Target="../media/image280.wmf"/><Relationship Id="rId14" Type="http://schemas.openxmlformats.org/officeDocument/2006/relationships/oleObject" Target="../embeddings/oleObject281.bin"/><Relationship Id="rId13" Type="http://schemas.openxmlformats.org/officeDocument/2006/relationships/image" Target="../media/image279.wmf"/><Relationship Id="rId12" Type="http://schemas.openxmlformats.org/officeDocument/2006/relationships/oleObject" Target="../embeddings/oleObject280.bin"/><Relationship Id="rId11" Type="http://schemas.openxmlformats.org/officeDocument/2006/relationships/image" Target="../media/image278.wmf"/><Relationship Id="rId10" Type="http://schemas.openxmlformats.org/officeDocument/2006/relationships/oleObject" Target="../embeddings/oleObject279.bin"/><Relationship Id="rId1" Type="http://schemas.openxmlformats.org/officeDocument/2006/relationships/slide" Target="slide1.xml"/></Relationships>
</file>

<file path=ppt/slides/_rels/slide23.xml.rels><?xml version="1.0" encoding="UTF-8" standalone="yes"?>
<Relationships xmlns="http://schemas.openxmlformats.org/package/2006/relationships"><Relationship Id="rId9" Type="http://schemas.openxmlformats.org/officeDocument/2006/relationships/oleObject" Target="../embeddings/oleObject287.bin"/><Relationship Id="rId8" Type="http://schemas.openxmlformats.org/officeDocument/2006/relationships/image" Target="../media/image286.wmf"/><Relationship Id="rId7" Type="http://schemas.openxmlformats.org/officeDocument/2006/relationships/oleObject" Target="../embeddings/oleObject286.bin"/><Relationship Id="rId6" Type="http://schemas.openxmlformats.org/officeDocument/2006/relationships/image" Target="../media/image285.wmf"/><Relationship Id="rId5" Type="http://schemas.openxmlformats.org/officeDocument/2006/relationships/oleObject" Target="../embeddings/oleObject285.bin"/><Relationship Id="rId4" Type="http://schemas.openxmlformats.org/officeDocument/2006/relationships/image" Target="../media/image284.wmf"/><Relationship Id="rId3" Type="http://schemas.openxmlformats.org/officeDocument/2006/relationships/oleObject" Target="../embeddings/oleObject284.bin"/><Relationship Id="rId2" Type="http://schemas.openxmlformats.org/officeDocument/2006/relationships/image" Target="../media/image283.wmf"/><Relationship Id="rId14" Type="http://schemas.openxmlformats.org/officeDocument/2006/relationships/vmlDrawing" Target="../drawings/vmlDrawing22.vml"/><Relationship Id="rId13" Type="http://schemas.openxmlformats.org/officeDocument/2006/relationships/slideLayout" Target="../slideLayouts/slideLayout18.xml"/><Relationship Id="rId12" Type="http://schemas.openxmlformats.org/officeDocument/2006/relationships/image" Target="../media/image288.wmf"/><Relationship Id="rId11" Type="http://schemas.openxmlformats.org/officeDocument/2006/relationships/oleObject" Target="../embeddings/oleObject288.bin"/><Relationship Id="rId10" Type="http://schemas.openxmlformats.org/officeDocument/2006/relationships/image" Target="../media/image287.wmf"/><Relationship Id="rId1" Type="http://schemas.openxmlformats.org/officeDocument/2006/relationships/oleObject" Target="../embeddings/oleObject283.bin"/></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slide" Target="slide25.xml"/></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293.bin"/><Relationship Id="rId8" Type="http://schemas.openxmlformats.org/officeDocument/2006/relationships/image" Target="../media/image292.wmf"/><Relationship Id="rId7" Type="http://schemas.openxmlformats.org/officeDocument/2006/relationships/oleObject" Target="../embeddings/oleObject292.bin"/><Relationship Id="rId6" Type="http://schemas.openxmlformats.org/officeDocument/2006/relationships/image" Target="../media/image291.wmf"/><Relationship Id="rId5" Type="http://schemas.openxmlformats.org/officeDocument/2006/relationships/oleObject" Target="../embeddings/oleObject291.bin"/><Relationship Id="rId4" Type="http://schemas.openxmlformats.org/officeDocument/2006/relationships/image" Target="../media/image290.wmf"/><Relationship Id="rId32" Type="http://schemas.openxmlformats.org/officeDocument/2006/relationships/vmlDrawing" Target="../drawings/vmlDrawing23.vml"/><Relationship Id="rId31" Type="http://schemas.openxmlformats.org/officeDocument/2006/relationships/slideLayout" Target="../slideLayouts/slideLayout18.xml"/><Relationship Id="rId30" Type="http://schemas.openxmlformats.org/officeDocument/2006/relationships/image" Target="../media/image303.wmf"/><Relationship Id="rId3" Type="http://schemas.openxmlformats.org/officeDocument/2006/relationships/oleObject" Target="../embeddings/oleObject290.bin"/><Relationship Id="rId29" Type="http://schemas.openxmlformats.org/officeDocument/2006/relationships/oleObject" Target="../embeddings/oleObject303.bin"/><Relationship Id="rId28" Type="http://schemas.openxmlformats.org/officeDocument/2006/relationships/image" Target="../media/image302.wmf"/><Relationship Id="rId27" Type="http://schemas.openxmlformats.org/officeDocument/2006/relationships/oleObject" Target="../embeddings/oleObject302.bin"/><Relationship Id="rId26" Type="http://schemas.openxmlformats.org/officeDocument/2006/relationships/image" Target="../media/image301.wmf"/><Relationship Id="rId25" Type="http://schemas.openxmlformats.org/officeDocument/2006/relationships/oleObject" Target="../embeddings/oleObject301.bin"/><Relationship Id="rId24" Type="http://schemas.openxmlformats.org/officeDocument/2006/relationships/image" Target="../media/image300.wmf"/><Relationship Id="rId23" Type="http://schemas.openxmlformats.org/officeDocument/2006/relationships/oleObject" Target="../embeddings/oleObject300.bin"/><Relationship Id="rId22" Type="http://schemas.openxmlformats.org/officeDocument/2006/relationships/image" Target="../media/image299.wmf"/><Relationship Id="rId21" Type="http://schemas.openxmlformats.org/officeDocument/2006/relationships/oleObject" Target="../embeddings/oleObject299.bin"/><Relationship Id="rId20" Type="http://schemas.openxmlformats.org/officeDocument/2006/relationships/image" Target="../media/image298.wmf"/><Relationship Id="rId2" Type="http://schemas.openxmlformats.org/officeDocument/2006/relationships/image" Target="../media/image289.wmf"/><Relationship Id="rId19" Type="http://schemas.openxmlformats.org/officeDocument/2006/relationships/oleObject" Target="../embeddings/oleObject298.bin"/><Relationship Id="rId18" Type="http://schemas.openxmlformats.org/officeDocument/2006/relationships/image" Target="../media/image297.wmf"/><Relationship Id="rId17" Type="http://schemas.openxmlformats.org/officeDocument/2006/relationships/oleObject" Target="../embeddings/oleObject297.bin"/><Relationship Id="rId16" Type="http://schemas.openxmlformats.org/officeDocument/2006/relationships/image" Target="../media/image296.wmf"/><Relationship Id="rId15" Type="http://schemas.openxmlformats.org/officeDocument/2006/relationships/oleObject" Target="../embeddings/oleObject296.bin"/><Relationship Id="rId14" Type="http://schemas.openxmlformats.org/officeDocument/2006/relationships/image" Target="../media/image295.wmf"/><Relationship Id="rId13" Type="http://schemas.openxmlformats.org/officeDocument/2006/relationships/oleObject" Target="../embeddings/oleObject295.bin"/><Relationship Id="rId12" Type="http://schemas.openxmlformats.org/officeDocument/2006/relationships/image" Target="../media/image294.wmf"/><Relationship Id="rId11" Type="http://schemas.openxmlformats.org/officeDocument/2006/relationships/oleObject" Target="../embeddings/oleObject294.bin"/><Relationship Id="rId10" Type="http://schemas.openxmlformats.org/officeDocument/2006/relationships/image" Target="../media/image293.wmf"/><Relationship Id="rId1" Type="http://schemas.openxmlformats.org/officeDocument/2006/relationships/oleObject" Target="../embeddings/oleObject289.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18.xml"/><Relationship Id="rId2" Type="http://schemas.openxmlformats.org/officeDocument/2006/relationships/image" Target="../media/image304.wmf"/><Relationship Id="rId1" Type="http://schemas.openxmlformats.org/officeDocument/2006/relationships/oleObject" Target="../embeddings/oleObject304.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309.bin"/><Relationship Id="rId8" Type="http://schemas.openxmlformats.org/officeDocument/2006/relationships/image" Target="../media/image308.wmf"/><Relationship Id="rId7" Type="http://schemas.openxmlformats.org/officeDocument/2006/relationships/oleObject" Target="../embeddings/oleObject308.bin"/><Relationship Id="rId6" Type="http://schemas.openxmlformats.org/officeDocument/2006/relationships/image" Target="../media/image307.wmf"/><Relationship Id="rId5" Type="http://schemas.openxmlformats.org/officeDocument/2006/relationships/oleObject" Target="../embeddings/oleObject307.bin"/><Relationship Id="rId4" Type="http://schemas.openxmlformats.org/officeDocument/2006/relationships/image" Target="../media/image306.wmf"/><Relationship Id="rId3" Type="http://schemas.openxmlformats.org/officeDocument/2006/relationships/oleObject" Target="../embeddings/oleObject306.bin"/><Relationship Id="rId21" Type="http://schemas.openxmlformats.org/officeDocument/2006/relationships/vmlDrawing" Target="../drawings/vmlDrawing25.vml"/><Relationship Id="rId20" Type="http://schemas.openxmlformats.org/officeDocument/2006/relationships/slideLayout" Target="../slideLayouts/slideLayout18.xml"/><Relationship Id="rId2" Type="http://schemas.openxmlformats.org/officeDocument/2006/relationships/image" Target="../media/image305.wmf"/><Relationship Id="rId19" Type="http://schemas.openxmlformats.org/officeDocument/2006/relationships/oleObject" Target="../embeddings/oleObject314.bin"/><Relationship Id="rId18" Type="http://schemas.openxmlformats.org/officeDocument/2006/relationships/image" Target="../media/image313.wmf"/><Relationship Id="rId17" Type="http://schemas.openxmlformats.org/officeDocument/2006/relationships/oleObject" Target="../embeddings/oleObject313.bin"/><Relationship Id="rId16" Type="http://schemas.openxmlformats.org/officeDocument/2006/relationships/image" Target="../media/image312.wmf"/><Relationship Id="rId15" Type="http://schemas.openxmlformats.org/officeDocument/2006/relationships/oleObject" Target="../embeddings/oleObject312.bin"/><Relationship Id="rId14" Type="http://schemas.openxmlformats.org/officeDocument/2006/relationships/image" Target="../media/image311.wmf"/><Relationship Id="rId13" Type="http://schemas.openxmlformats.org/officeDocument/2006/relationships/oleObject" Target="../embeddings/oleObject311.bin"/><Relationship Id="rId12" Type="http://schemas.openxmlformats.org/officeDocument/2006/relationships/image" Target="../media/image310.wmf"/><Relationship Id="rId11" Type="http://schemas.openxmlformats.org/officeDocument/2006/relationships/oleObject" Target="../embeddings/oleObject310.bin"/><Relationship Id="rId10" Type="http://schemas.openxmlformats.org/officeDocument/2006/relationships/image" Target="../media/image309.wmf"/><Relationship Id="rId1" Type="http://schemas.openxmlformats.org/officeDocument/2006/relationships/oleObject" Target="../embeddings/oleObject305.bin"/></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319.bin"/><Relationship Id="rId8" Type="http://schemas.openxmlformats.org/officeDocument/2006/relationships/image" Target="../media/image317.wmf"/><Relationship Id="rId7" Type="http://schemas.openxmlformats.org/officeDocument/2006/relationships/oleObject" Target="../embeddings/oleObject318.bin"/><Relationship Id="rId6" Type="http://schemas.openxmlformats.org/officeDocument/2006/relationships/image" Target="../media/image316.wmf"/><Relationship Id="rId5" Type="http://schemas.openxmlformats.org/officeDocument/2006/relationships/oleObject" Target="../embeddings/oleObject317.bin"/><Relationship Id="rId4" Type="http://schemas.openxmlformats.org/officeDocument/2006/relationships/image" Target="../media/image315.wmf"/><Relationship Id="rId3" Type="http://schemas.openxmlformats.org/officeDocument/2006/relationships/oleObject" Target="../embeddings/oleObject316.bin"/><Relationship Id="rId2" Type="http://schemas.openxmlformats.org/officeDocument/2006/relationships/image" Target="../media/image314.wmf"/><Relationship Id="rId16" Type="http://schemas.openxmlformats.org/officeDocument/2006/relationships/vmlDrawing" Target="../drawings/vmlDrawing26.vml"/><Relationship Id="rId15" Type="http://schemas.openxmlformats.org/officeDocument/2006/relationships/slideLayout" Target="../slideLayouts/slideLayout18.xml"/><Relationship Id="rId14" Type="http://schemas.openxmlformats.org/officeDocument/2006/relationships/image" Target="../media/image320.wmf"/><Relationship Id="rId13" Type="http://schemas.openxmlformats.org/officeDocument/2006/relationships/oleObject" Target="../embeddings/oleObject321.bin"/><Relationship Id="rId12" Type="http://schemas.openxmlformats.org/officeDocument/2006/relationships/image" Target="../media/image319.wmf"/><Relationship Id="rId11" Type="http://schemas.openxmlformats.org/officeDocument/2006/relationships/oleObject" Target="../embeddings/oleObject320.bin"/><Relationship Id="rId10" Type="http://schemas.openxmlformats.org/officeDocument/2006/relationships/image" Target="../media/image318.wmf"/><Relationship Id="rId1" Type="http://schemas.openxmlformats.org/officeDocument/2006/relationships/oleObject" Target="../embeddings/oleObject315.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326.bin"/><Relationship Id="rId8" Type="http://schemas.openxmlformats.org/officeDocument/2006/relationships/image" Target="../media/image324.wmf"/><Relationship Id="rId7" Type="http://schemas.openxmlformats.org/officeDocument/2006/relationships/oleObject" Target="../embeddings/oleObject325.bin"/><Relationship Id="rId6" Type="http://schemas.openxmlformats.org/officeDocument/2006/relationships/image" Target="../media/image323.wmf"/><Relationship Id="rId5" Type="http://schemas.openxmlformats.org/officeDocument/2006/relationships/oleObject" Target="../embeddings/oleObject324.bin"/><Relationship Id="rId4" Type="http://schemas.openxmlformats.org/officeDocument/2006/relationships/image" Target="../media/image322.wmf"/><Relationship Id="rId3" Type="http://schemas.openxmlformats.org/officeDocument/2006/relationships/oleObject" Target="../embeddings/oleObject323.bin"/><Relationship Id="rId28" Type="http://schemas.openxmlformats.org/officeDocument/2006/relationships/vmlDrawing" Target="../drawings/vmlDrawing27.vml"/><Relationship Id="rId27" Type="http://schemas.openxmlformats.org/officeDocument/2006/relationships/slideLayout" Target="../slideLayouts/slideLayout18.xml"/><Relationship Id="rId26" Type="http://schemas.openxmlformats.org/officeDocument/2006/relationships/image" Target="../media/image333.wmf"/><Relationship Id="rId25" Type="http://schemas.openxmlformats.org/officeDocument/2006/relationships/oleObject" Target="../embeddings/oleObject334.bin"/><Relationship Id="rId24" Type="http://schemas.openxmlformats.org/officeDocument/2006/relationships/image" Target="../media/image332.wmf"/><Relationship Id="rId23" Type="http://schemas.openxmlformats.org/officeDocument/2006/relationships/oleObject" Target="../embeddings/oleObject333.bin"/><Relationship Id="rId22" Type="http://schemas.openxmlformats.org/officeDocument/2006/relationships/image" Target="../media/image331.wmf"/><Relationship Id="rId21" Type="http://schemas.openxmlformats.org/officeDocument/2006/relationships/oleObject" Target="../embeddings/oleObject332.bin"/><Relationship Id="rId20" Type="http://schemas.openxmlformats.org/officeDocument/2006/relationships/image" Target="../media/image330.wmf"/><Relationship Id="rId2" Type="http://schemas.openxmlformats.org/officeDocument/2006/relationships/image" Target="../media/image321.wmf"/><Relationship Id="rId19" Type="http://schemas.openxmlformats.org/officeDocument/2006/relationships/oleObject" Target="../embeddings/oleObject331.bin"/><Relationship Id="rId18" Type="http://schemas.openxmlformats.org/officeDocument/2006/relationships/image" Target="../media/image329.wmf"/><Relationship Id="rId17" Type="http://schemas.openxmlformats.org/officeDocument/2006/relationships/oleObject" Target="../embeddings/oleObject330.bin"/><Relationship Id="rId16" Type="http://schemas.openxmlformats.org/officeDocument/2006/relationships/image" Target="../media/image328.wmf"/><Relationship Id="rId15" Type="http://schemas.openxmlformats.org/officeDocument/2006/relationships/oleObject" Target="../embeddings/oleObject329.bin"/><Relationship Id="rId14" Type="http://schemas.openxmlformats.org/officeDocument/2006/relationships/image" Target="../media/image327.wmf"/><Relationship Id="rId13" Type="http://schemas.openxmlformats.org/officeDocument/2006/relationships/oleObject" Target="../embeddings/oleObject328.bin"/><Relationship Id="rId12" Type="http://schemas.openxmlformats.org/officeDocument/2006/relationships/image" Target="../media/image326.wmf"/><Relationship Id="rId11" Type="http://schemas.openxmlformats.org/officeDocument/2006/relationships/oleObject" Target="../embeddings/oleObject327.bin"/><Relationship Id="rId10" Type="http://schemas.openxmlformats.org/officeDocument/2006/relationships/image" Target="../media/image325.wmf"/><Relationship Id="rId1" Type="http://schemas.openxmlformats.org/officeDocument/2006/relationships/oleObject" Target="../embeddings/oleObject322.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339.bin"/><Relationship Id="rId8" Type="http://schemas.openxmlformats.org/officeDocument/2006/relationships/image" Target="../media/image337.wmf"/><Relationship Id="rId7" Type="http://schemas.openxmlformats.org/officeDocument/2006/relationships/oleObject" Target="../embeddings/oleObject338.bin"/><Relationship Id="rId6" Type="http://schemas.openxmlformats.org/officeDocument/2006/relationships/image" Target="../media/image336.wmf"/><Relationship Id="rId5" Type="http://schemas.openxmlformats.org/officeDocument/2006/relationships/oleObject" Target="../embeddings/oleObject337.bin"/><Relationship Id="rId4" Type="http://schemas.openxmlformats.org/officeDocument/2006/relationships/image" Target="../media/image335.wmf"/><Relationship Id="rId3" Type="http://schemas.openxmlformats.org/officeDocument/2006/relationships/oleObject" Target="../embeddings/oleObject336.bin"/><Relationship Id="rId22" Type="http://schemas.openxmlformats.org/officeDocument/2006/relationships/vmlDrawing" Target="../drawings/vmlDrawing28.vml"/><Relationship Id="rId21" Type="http://schemas.openxmlformats.org/officeDocument/2006/relationships/slideLayout" Target="../slideLayouts/slideLayout18.xml"/><Relationship Id="rId20" Type="http://schemas.openxmlformats.org/officeDocument/2006/relationships/image" Target="../media/image343.wmf"/><Relationship Id="rId2" Type="http://schemas.openxmlformats.org/officeDocument/2006/relationships/image" Target="../media/image334.wmf"/><Relationship Id="rId19" Type="http://schemas.openxmlformats.org/officeDocument/2006/relationships/oleObject" Target="../embeddings/oleObject344.bin"/><Relationship Id="rId18" Type="http://schemas.openxmlformats.org/officeDocument/2006/relationships/image" Target="../media/image342.wmf"/><Relationship Id="rId17" Type="http://schemas.openxmlformats.org/officeDocument/2006/relationships/oleObject" Target="../embeddings/oleObject343.bin"/><Relationship Id="rId16" Type="http://schemas.openxmlformats.org/officeDocument/2006/relationships/image" Target="../media/image341.wmf"/><Relationship Id="rId15" Type="http://schemas.openxmlformats.org/officeDocument/2006/relationships/oleObject" Target="../embeddings/oleObject342.bin"/><Relationship Id="rId14" Type="http://schemas.openxmlformats.org/officeDocument/2006/relationships/image" Target="../media/image340.wmf"/><Relationship Id="rId13" Type="http://schemas.openxmlformats.org/officeDocument/2006/relationships/oleObject" Target="../embeddings/oleObject341.bin"/><Relationship Id="rId12" Type="http://schemas.openxmlformats.org/officeDocument/2006/relationships/image" Target="../media/image339.wmf"/><Relationship Id="rId11" Type="http://schemas.openxmlformats.org/officeDocument/2006/relationships/oleObject" Target="../embeddings/oleObject340.bin"/><Relationship Id="rId10" Type="http://schemas.openxmlformats.org/officeDocument/2006/relationships/image" Target="../media/image338.wmf"/><Relationship Id="rId1" Type="http://schemas.openxmlformats.org/officeDocument/2006/relationships/oleObject" Target="../embeddings/oleObject335.bin"/></Relationships>
</file>

<file path=ppt/slides/_rels/slide31.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image" Target="../media/image347.wmf"/><Relationship Id="rId7" Type="http://schemas.openxmlformats.org/officeDocument/2006/relationships/oleObject" Target="../embeddings/oleObject348.bin"/><Relationship Id="rId6" Type="http://schemas.openxmlformats.org/officeDocument/2006/relationships/image" Target="../media/image346.wmf"/><Relationship Id="rId5" Type="http://schemas.openxmlformats.org/officeDocument/2006/relationships/oleObject" Target="../embeddings/oleObject347.bin"/><Relationship Id="rId4" Type="http://schemas.openxmlformats.org/officeDocument/2006/relationships/image" Target="../media/image345.wmf"/><Relationship Id="rId3" Type="http://schemas.openxmlformats.org/officeDocument/2006/relationships/oleObject" Target="../embeddings/oleObject346.bin"/><Relationship Id="rId2" Type="http://schemas.openxmlformats.org/officeDocument/2006/relationships/image" Target="../media/image344.wmf"/><Relationship Id="rId10" Type="http://schemas.openxmlformats.org/officeDocument/2006/relationships/vmlDrawing" Target="../drawings/vmlDrawing29.vml"/><Relationship Id="rId1" Type="http://schemas.openxmlformats.org/officeDocument/2006/relationships/oleObject" Target="../embeddings/oleObject345.bin"/></Relationships>
</file>

<file path=ppt/slides/_rels/slide32.xml.rels><?xml version="1.0" encoding="UTF-8" standalone="yes"?>
<Relationships xmlns="http://schemas.openxmlformats.org/package/2006/relationships"><Relationship Id="rId9" Type="http://schemas.openxmlformats.org/officeDocument/2006/relationships/oleObject" Target="../embeddings/oleObject353.bin"/><Relationship Id="rId8" Type="http://schemas.openxmlformats.org/officeDocument/2006/relationships/image" Target="../media/image351.wmf"/><Relationship Id="rId7" Type="http://schemas.openxmlformats.org/officeDocument/2006/relationships/oleObject" Target="../embeddings/oleObject352.bin"/><Relationship Id="rId6" Type="http://schemas.openxmlformats.org/officeDocument/2006/relationships/image" Target="../media/image350.wmf"/><Relationship Id="rId5" Type="http://schemas.openxmlformats.org/officeDocument/2006/relationships/oleObject" Target="../embeddings/oleObject351.bin"/><Relationship Id="rId4" Type="http://schemas.openxmlformats.org/officeDocument/2006/relationships/image" Target="../media/image349.wmf"/><Relationship Id="rId3" Type="http://schemas.openxmlformats.org/officeDocument/2006/relationships/oleObject" Target="../embeddings/oleObject350.bin"/><Relationship Id="rId28" Type="http://schemas.openxmlformats.org/officeDocument/2006/relationships/vmlDrawing" Target="../drawings/vmlDrawing30.vml"/><Relationship Id="rId27" Type="http://schemas.openxmlformats.org/officeDocument/2006/relationships/slideLayout" Target="../slideLayouts/slideLayout18.xml"/><Relationship Id="rId26" Type="http://schemas.openxmlformats.org/officeDocument/2006/relationships/image" Target="../media/image360.wmf"/><Relationship Id="rId25" Type="http://schemas.openxmlformats.org/officeDocument/2006/relationships/oleObject" Target="../embeddings/oleObject361.bin"/><Relationship Id="rId24" Type="http://schemas.openxmlformats.org/officeDocument/2006/relationships/image" Target="../media/image359.wmf"/><Relationship Id="rId23" Type="http://schemas.openxmlformats.org/officeDocument/2006/relationships/oleObject" Target="../embeddings/oleObject360.bin"/><Relationship Id="rId22" Type="http://schemas.openxmlformats.org/officeDocument/2006/relationships/image" Target="../media/image358.wmf"/><Relationship Id="rId21" Type="http://schemas.openxmlformats.org/officeDocument/2006/relationships/oleObject" Target="../embeddings/oleObject359.bin"/><Relationship Id="rId20" Type="http://schemas.openxmlformats.org/officeDocument/2006/relationships/image" Target="../media/image357.wmf"/><Relationship Id="rId2" Type="http://schemas.openxmlformats.org/officeDocument/2006/relationships/image" Target="../media/image348.wmf"/><Relationship Id="rId19" Type="http://schemas.openxmlformats.org/officeDocument/2006/relationships/oleObject" Target="../embeddings/oleObject358.bin"/><Relationship Id="rId18" Type="http://schemas.openxmlformats.org/officeDocument/2006/relationships/image" Target="../media/image356.wmf"/><Relationship Id="rId17" Type="http://schemas.openxmlformats.org/officeDocument/2006/relationships/oleObject" Target="../embeddings/oleObject357.bin"/><Relationship Id="rId16" Type="http://schemas.openxmlformats.org/officeDocument/2006/relationships/image" Target="../media/image355.wmf"/><Relationship Id="rId15" Type="http://schemas.openxmlformats.org/officeDocument/2006/relationships/oleObject" Target="../embeddings/oleObject356.bin"/><Relationship Id="rId14" Type="http://schemas.openxmlformats.org/officeDocument/2006/relationships/image" Target="../media/image354.wmf"/><Relationship Id="rId13" Type="http://schemas.openxmlformats.org/officeDocument/2006/relationships/oleObject" Target="../embeddings/oleObject355.bin"/><Relationship Id="rId12" Type="http://schemas.openxmlformats.org/officeDocument/2006/relationships/image" Target="../media/image353.wmf"/><Relationship Id="rId11" Type="http://schemas.openxmlformats.org/officeDocument/2006/relationships/oleObject" Target="../embeddings/oleObject354.bin"/><Relationship Id="rId10" Type="http://schemas.openxmlformats.org/officeDocument/2006/relationships/image" Target="../media/image352.wmf"/><Relationship Id="rId1" Type="http://schemas.openxmlformats.org/officeDocument/2006/relationships/oleObject" Target="../embeddings/oleObject349.bin"/></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366.bin"/><Relationship Id="rId8" Type="http://schemas.openxmlformats.org/officeDocument/2006/relationships/image" Target="../media/image364.wmf"/><Relationship Id="rId7" Type="http://schemas.openxmlformats.org/officeDocument/2006/relationships/oleObject" Target="../embeddings/oleObject365.bin"/><Relationship Id="rId6" Type="http://schemas.openxmlformats.org/officeDocument/2006/relationships/image" Target="../media/image363.wmf"/><Relationship Id="rId5" Type="http://schemas.openxmlformats.org/officeDocument/2006/relationships/oleObject" Target="../embeddings/oleObject364.bin"/><Relationship Id="rId4" Type="http://schemas.openxmlformats.org/officeDocument/2006/relationships/image" Target="../media/image362.wmf"/><Relationship Id="rId3" Type="http://schemas.openxmlformats.org/officeDocument/2006/relationships/oleObject" Target="../embeddings/oleObject363.bin"/><Relationship Id="rId26" Type="http://schemas.openxmlformats.org/officeDocument/2006/relationships/vmlDrawing" Target="../drawings/vmlDrawing31.vml"/><Relationship Id="rId25" Type="http://schemas.openxmlformats.org/officeDocument/2006/relationships/slideLayout" Target="../slideLayouts/slideLayout18.xml"/><Relationship Id="rId24" Type="http://schemas.openxmlformats.org/officeDocument/2006/relationships/image" Target="../media/image372.wmf"/><Relationship Id="rId23" Type="http://schemas.openxmlformats.org/officeDocument/2006/relationships/oleObject" Target="../embeddings/oleObject373.bin"/><Relationship Id="rId22" Type="http://schemas.openxmlformats.org/officeDocument/2006/relationships/image" Target="../media/image371.wmf"/><Relationship Id="rId21" Type="http://schemas.openxmlformats.org/officeDocument/2006/relationships/oleObject" Target="../embeddings/oleObject372.bin"/><Relationship Id="rId20" Type="http://schemas.openxmlformats.org/officeDocument/2006/relationships/image" Target="../media/image370.wmf"/><Relationship Id="rId2" Type="http://schemas.openxmlformats.org/officeDocument/2006/relationships/image" Target="../media/image361.wmf"/><Relationship Id="rId19" Type="http://schemas.openxmlformats.org/officeDocument/2006/relationships/oleObject" Target="../embeddings/oleObject371.bin"/><Relationship Id="rId18" Type="http://schemas.openxmlformats.org/officeDocument/2006/relationships/image" Target="../media/image369.wmf"/><Relationship Id="rId17" Type="http://schemas.openxmlformats.org/officeDocument/2006/relationships/oleObject" Target="../embeddings/oleObject370.bin"/><Relationship Id="rId16" Type="http://schemas.openxmlformats.org/officeDocument/2006/relationships/image" Target="../media/image368.wmf"/><Relationship Id="rId15" Type="http://schemas.openxmlformats.org/officeDocument/2006/relationships/oleObject" Target="../embeddings/oleObject369.bin"/><Relationship Id="rId14" Type="http://schemas.openxmlformats.org/officeDocument/2006/relationships/image" Target="../media/image367.wmf"/><Relationship Id="rId13" Type="http://schemas.openxmlformats.org/officeDocument/2006/relationships/oleObject" Target="../embeddings/oleObject368.bin"/><Relationship Id="rId12" Type="http://schemas.openxmlformats.org/officeDocument/2006/relationships/image" Target="../media/image366.wmf"/><Relationship Id="rId11" Type="http://schemas.openxmlformats.org/officeDocument/2006/relationships/oleObject" Target="../embeddings/oleObject367.bin"/><Relationship Id="rId10" Type="http://schemas.openxmlformats.org/officeDocument/2006/relationships/image" Target="../media/image365.wmf"/><Relationship Id="rId1" Type="http://schemas.openxmlformats.org/officeDocument/2006/relationships/oleObject" Target="../embeddings/oleObject362.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378.bin"/><Relationship Id="rId8" Type="http://schemas.openxmlformats.org/officeDocument/2006/relationships/image" Target="../media/image376.wmf"/><Relationship Id="rId7" Type="http://schemas.openxmlformats.org/officeDocument/2006/relationships/oleObject" Target="../embeddings/oleObject377.bin"/><Relationship Id="rId6" Type="http://schemas.openxmlformats.org/officeDocument/2006/relationships/image" Target="../media/image375.wmf"/><Relationship Id="rId5" Type="http://schemas.openxmlformats.org/officeDocument/2006/relationships/oleObject" Target="../embeddings/oleObject376.bin"/><Relationship Id="rId4" Type="http://schemas.openxmlformats.org/officeDocument/2006/relationships/image" Target="../media/image374.wmf"/><Relationship Id="rId32" Type="http://schemas.openxmlformats.org/officeDocument/2006/relationships/vmlDrawing" Target="../drawings/vmlDrawing32.vml"/><Relationship Id="rId31" Type="http://schemas.openxmlformats.org/officeDocument/2006/relationships/slideLayout" Target="../slideLayouts/slideLayout18.xml"/><Relationship Id="rId30" Type="http://schemas.openxmlformats.org/officeDocument/2006/relationships/image" Target="../media/image387.wmf"/><Relationship Id="rId3" Type="http://schemas.openxmlformats.org/officeDocument/2006/relationships/oleObject" Target="../embeddings/oleObject375.bin"/><Relationship Id="rId29" Type="http://schemas.openxmlformats.org/officeDocument/2006/relationships/oleObject" Target="../embeddings/oleObject388.bin"/><Relationship Id="rId28" Type="http://schemas.openxmlformats.org/officeDocument/2006/relationships/image" Target="../media/image386.wmf"/><Relationship Id="rId27" Type="http://schemas.openxmlformats.org/officeDocument/2006/relationships/oleObject" Target="../embeddings/oleObject387.bin"/><Relationship Id="rId26" Type="http://schemas.openxmlformats.org/officeDocument/2006/relationships/image" Target="../media/image385.wmf"/><Relationship Id="rId25" Type="http://schemas.openxmlformats.org/officeDocument/2006/relationships/oleObject" Target="../embeddings/oleObject386.bin"/><Relationship Id="rId24" Type="http://schemas.openxmlformats.org/officeDocument/2006/relationships/image" Target="../media/image384.wmf"/><Relationship Id="rId23" Type="http://schemas.openxmlformats.org/officeDocument/2006/relationships/oleObject" Target="../embeddings/oleObject385.bin"/><Relationship Id="rId22" Type="http://schemas.openxmlformats.org/officeDocument/2006/relationships/image" Target="../media/image383.wmf"/><Relationship Id="rId21" Type="http://schemas.openxmlformats.org/officeDocument/2006/relationships/oleObject" Target="../embeddings/oleObject384.bin"/><Relationship Id="rId20" Type="http://schemas.openxmlformats.org/officeDocument/2006/relationships/image" Target="../media/image382.wmf"/><Relationship Id="rId2" Type="http://schemas.openxmlformats.org/officeDocument/2006/relationships/image" Target="../media/image373.wmf"/><Relationship Id="rId19" Type="http://schemas.openxmlformats.org/officeDocument/2006/relationships/oleObject" Target="../embeddings/oleObject383.bin"/><Relationship Id="rId18" Type="http://schemas.openxmlformats.org/officeDocument/2006/relationships/image" Target="../media/image381.wmf"/><Relationship Id="rId17" Type="http://schemas.openxmlformats.org/officeDocument/2006/relationships/oleObject" Target="../embeddings/oleObject382.bin"/><Relationship Id="rId16" Type="http://schemas.openxmlformats.org/officeDocument/2006/relationships/image" Target="../media/image380.wmf"/><Relationship Id="rId15" Type="http://schemas.openxmlformats.org/officeDocument/2006/relationships/oleObject" Target="../embeddings/oleObject381.bin"/><Relationship Id="rId14" Type="http://schemas.openxmlformats.org/officeDocument/2006/relationships/image" Target="../media/image379.wmf"/><Relationship Id="rId13" Type="http://schemas.openxmlformats.org/officeDocument/2006/relationships/oleObject" Target="../embeddings/oleObject380.bin"/><Relationship Id="rId12" Type="http://schemas.openxmlformats.org/officeDocument/2006/relationships/image" Target="../media/image378.wmf"/><Relationship Id="rId11" Type="http://schemas.openxmlformats.org/officeDocument/2006/relationships/oleObject" Target="../embeddings/oleObject379.bin"/><Relationship Id="rId10" Type="http://schemas.openxmlformats.org/officeDocument/2006/relationships/image" Target="../media/image377.wmf"/><Relationship Id="rId1" Type="http://schemas.openxmlformats.org/officeDocument/2006/relationships/oleObject" Target="../embeddings/oleObject374.bin"/></Relationships>
</file>

<file path=ppt/slides/_rels/slide35.xml.rels><?xml version="1.0" encoding="UTF-8" standalone="yes"?>
<Relationships xmlns="http://schemas.openxmlformats.org/package/2006/relationships"><Relationship Id="rId9" Type="http://schemas.openxmlformats.org/officeDocument/2006/relationships/oleObject" Target="../embeddings/oleObject393.bin"/><Relationship Id="rId8" Type="http://schemas.openxmlformats.org/officeDocument/2006/relationships/image" Target="../media/image391.wmf"/><Relationship Id="rId7" Type="http://schemas.openxmlformats.org/officeDocument/2006/relationships/oleObject" Target="../embeddings/oleObject392.bin"/><Relationship Id="rId6" Type="http://schemas.openxmlformats.org/officeDocument/2006/relationships/image" Target="../media/image390.wmf"/><Relationship Id="rId5" Type="http://schemas.openxmlformats.org/officeDocument/2006/relationships/oleObject" Target="../embeddings/oleObject391.bin"/><Relationship Id="rId4" Type="http://schemas.openxmlformats.org/officeDocument/2006/relationships/image" Target="../media/image389.wmf"/><Relationship Id="rId3" Type="http://schemas.openxmlformats.org/officeDocument/2006/relationships/oleObject" Target="../embeddings/oleObject390.bin"/><Relationship Id="rId2" Type="http://schemas.openxmlformats.org/officeDocument/2006/relationships/image" Target="../media/image388.wmf"/><Relationship Id="rId12" Type="http://schemas.openxmlformats.org/officeDocument/2006/relationships/vmlDrawing" Target="../drawings/vmlDrawing33.vml"/><Relationship Id="rId11" Type="http://schemas.openxmlformats.org/officeDocument/2006/relationships/slideLayout" Target="../slideLayouts/slideLayout18.xml"/><Relationship Id="rId10" Type="http://schemas.openxmlformats.org/officeDocument/2006/relationships/image" Target="../media/image392.wmf"/><Relationship Id="rId1" Type="http://schemas.openxmlformats.org/officeDocument/2006/relationships/oleObject" Target="../embeddings/oleObject389.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398.bin"/><Relationship Id="rId8" Type="http://schemas.openxmlformats.org/officeDocument/2006/relationships/image" Target="../media/image396.wmf"/><Relationship Id="rId7" Type="http://schemas.openxmlformats.org/officeDocument/2006/relationships/oleObject" Target="../embeddings/oleObject397.bin"/><Relationship Id="rId6" Type="http://schemas.openxmlformats.org/officeDocument/2006/relationships/image" Target="../media/image395.wmf"/><Relationship Id="rId5" Type="http://schemas.openxmlformats.org/officeDocument/2006/relationships/oleObject" Target="../embeddings/oleObject396.bin"/><Relationship Id="rId4" Type="http://schemas.openxmlformats.org/officeDocument/2006/relationships/image" Target="../media/image394.wmf"/><Relationship Id="rId3" Type="http://schemas.openxmlformats.org/officeDocument/2006/relationships/oleObject" Target="../embeddings/oleObject395.bin"/><Relationship Id="rId2" Type="http://schemas.openxmlformats.org/officeDocument/2006/relationships/image" Target="../media/image393.wmf"/><Relationship Id="rId18" Type="http://schemas.openxmlformats.org/officeDocument/2006/relationships/vmlDrawing" Target="../drawings/vmlDrawing34.vml"/><Relationship Id="rId17" Type="http://schemas.openxmlformats.org/officeDocument/2006/relationships/slideLayout" Target="../slideLayouts/slideLayout18.xml"/><Relationship Id="rId16" Type="http://schemas.openxmlformats.org/officeDocument/2006/relationships/image" Target="../media/image400.wmf"/><Relationship Id="rId15" Type="http://schemas.openxmlformats.org/officeDocument/2006/relationships/oleObject" Target="../embeddings/oleObject401.bin"/><Relationship Id="rId14" Type="http://schemas.openxmlformats.org/officeDocument/2006/relationships/image" Target="../media/image399.wmf"/><Relationship Id="rId13" Type="http://schemas.openxmlformats.org/officeDocument/2006/relationships/oleObject" Target="../embeddings/oleObject400.bin"/><Relationship Id="rId12" Type="http://schemas.openxmlformats.org/officeDocument/2006/relationships/image" Target="../media/image398.wmf"/><Relationship Id="rId11" Type="http://schemas.openxmlformats.org/officeDocument/2006/relationships/oleObject" Target="../embeddings/oleObject399.bin"/><Relationship Id="rId10" Type="http://schemas.openxmlformats.org/officeDocument/2006/relationships/image" Target="../media/image397.wmf"/><Relationship Id="rId1" Type="http://schemas.openxmlformats.org/officeDocument/2006/relationships/oleObject" Target="../embeddings/oleObject394.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406.bin"/><Relationship Id="rId8" Type="http://schemas.openxmlformats.org/officeDocument/2006/relationships/image" Target="../media/image404.wmf"/><Relationship Id="rId7" Type="http://schemas.openxmlformats.org/officeDocument/2006/relationships/oleObject" Target="../embeddings/oleObject405.bin"/><Relationship Id="rId6" Type="http://schemas.openxmlformats.org/officeDocument/2006/relationships/image" Target="../media/image403.wmf"/><Relationship Id="rId5" Type="http://schemas.openxmlformats.org/officeDocument/2006/relationships/oleObject" Target="../embeddings/oleObject404.bin"/><Relationship Id="rId4" Type="http://schemas.openxmlformats.org/officeDocument/2006/relationships/image" Target="../media/image402.wmf"/><Relationship Id="rId3" Type="http://schemas.openxmlformats.org/officeDocument/2006/relationships/oleObject" Target="../embeddings/oleObject403.bin"/><Relationship Id="rId20" Type="http://schemas.openxmlformats.org/officeDocument/2006/relationships/vmlDrawing" Target="../drawings/vmlDrawing35.vml"/><Relationship Id="rId2" Type="http://schemas.openxmlformats.org/officeDocument/2006/relationships/image" Target="../media/image401.wmf"/><Relationship Id="rId19" Type="http://schemas.openxmlformats.org/officeDocument/2006/relationships/slideLayout" Target="../slideLayouts/slideLayout18.xml"/><Relationship Id="rId18" Type="http://schemas.openxmlformats.org/officeDocument/2006/relationships/image" Target="../media/image409.wmf"/><Relationship Id="rId17" Type="http://schemas.openxmlformats.org/officeDocument/2006/relationships/oleObject" Target="../embeddings/oleObject410.bin"/><Relationship Id="rId16" Type="http://schemas.openxmlformats.org/officeDocument/2006/relationships/image" Target="../media/image408.wmf"/><Relationship Id="rId15" Type="http://schemas.openxmlformats.org/officeDocument/2006/relationships/oleObject" Target="../embeddings/oleObject409.bin"/><Relationship Id="rId14" Type="http://schemas.openxmlformats.org/officeDocument/2006/relationships/image" Target="../media/image407.wmf"/><Relationship Id="rId13" Type="http://schemas.openxmlformats.org/officeDocument/2006/relationships/oleObject" Target="../embeddings/oleObject408.bin"/><Relationship Id="rId12" Type="http://schemas.openxmlformats.org/officeDocument/2006/relationships/image" Target="../media/image406.wmf"/><Relationship Id="rId11" Type="http://schemas.openxmlformats.org/officeDocument/2006/relationships/oleObject" Target="../embeddings/oleObject407.bin"/><Relationship Id="rId10" Type="http://schemas.openxmlformats.org/officeDocument/2006/relationships/image" Target="../media/image405.wmf"/><Relationship Id="rId1" Type="http://schemas.openxmlformats.org/officeDocument/2006/relationships/oleObject" Target="../embeddings/oleObject402.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文本框 1"/>
          <p:cNvSpPr txBox="1"/>
          <p:nvPr/>
        </p:nvSpPr>
        <p:spPr>
          <a:xfrm>
            <a:off x="1950085" y="798830"/>
            <a:ext cx="3906520" cy="583565"/>
          </a:xfrm>
          <a:prstGeom prst="rect">
            <a:avLst/>
          </a:prstGeom>
          <a:noFill/>
          <a:ln w="9525">
            <a:noFill/>
          </a:ln>
        </p:spPr>
        <p:txBody>
          <a:bodyPr wrap="square" anchor="t" anchorCtr="0">
            <a:spAutoFit/>
          </a:bodyPr>
          <a:p>
            <a: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rPr>
              <a:t>函数的基本性质：</a:t>
            </a:r>
            <a:endParaRPr lang="zh-CN" altLang="en-US" sz="3200" b="1" dirty="0">
              <a:solidFill>
                <a:srgbClr val="0000FF"/>
              </a:solidFill>
              <a:latin typeface="黑体" panose="02010609060101010101" pitchFamily="49" charset="-122"/>
              <a:ea typeface="黑体" panose="02010609060101010101" pitchFamily="49" charset="-122"/>
              <a:cs typeface="楷体" panose="02010609060101010101" pitchFamily="49" charset="-122"/>
            </a:endParaRPr>
          </a:p>
        </p:txBody>
      </p:sp>
      <p:sp>
        <p:nvSpPr>
          <p:cNvPr id="3" name="文本框 2"/>
          <p:cNvSpPr txBox="1"/>
          <p:nvPr/>
        </p:nvSpPr>
        <p:spPr>
          <a:xfrm>
            <a:off x="2016760" y="1446530"/>
            <a:ext cx="8880475" cy="891540"/>
          </a:xfrm>
          <a:prstGeom prst="rect">
            <a:avLst/>
          </a:prstGeom>
          <a:noFill/>
          <a:ln w="9525">
            <a:noFill/>
          </a:ln>
        </p:spPr>
        <p:txBody>
          <a:bodyPr wrap="square" anchor="t" anchorCtr="0">
            <a:spAutoFit/>
          </a:bodyPr>
          <a:p>
            <a:r>
              <a:rPr lang="zh-CN" altLang="en-US" sz="2800" b="1" dirty="0">
                <a:solidFill>
                  <a:srgbClr val="0000FF"/>
                </a:solidFill>
                <a:latin typeface="楷体" panose="02010609060101010101" pitchFamily="49" charset="-122"/>
                <a:ea typeface="楷体" panose="02010609060101010101" pitchFamily="49" charset="-122"/>
                <a:cs typeface="楷体" panose="02010609060101010101" pitchFamily="49" charset="-122"/>
              </a:rPr>
              <a:t>1.确定定义域，值域; </a:t>
            </a:r>
            <a:endParaRPr lang="zh-CN" altLang="en-US" sz="2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r>
              <a:rPr lang="en-US" altLang="zh-CN" sz="2400" b="1">
                <a:latin typeface="楷体" panose="02010609060101010101" pitchFamily="49" charset="-122"/>
                <a:ea typeface="楷体" panose="02010609060101010101" pitchFamily="49" charset="-122"/>
              </a:rPr>
              <a:t>  </a:t>
            </a:r>
            <a:r>
              <a:rPr lang="zh-CN" altLang="en-US" sz="2400" b="1">
                <a:latin typeface="楷体" panose="02010609060101010101" pitchFamily="49" charset="-122"/>
                <a:ea typeface="楷体" panose="02010609060101010101" pitchFamily="49" charset="-122"/>
              </a:rPr>
              <a:t>研究函数时，首先必须要明确其定义域</a:t>
            </a:r>
            <a:r>
              <a:rPr lang="en-US" altLang="zh-CN" sz="2400" b="1">
                <a:latin typeface="楷体" panose="02010609060101010101" pitchFamily="49" charset="-122"/>
                <a:ea typeface="楷体" panose="02010609060101010101" pitchFamily="49" charset="-122"/>
              </a:rPr>
              <a:t>.</a:t>
            </a:r>
            <a:endParaRPr lang="en-US" altLang="zh-CN" sz="2400" b="1">
              <a:latin typeface="楷体" panose="02010609060101010101" pitchFamily="49" charset="-122"/>
              <a:ea typeface="楷体" panose="02010609060101010101" pitchFamily="49" charset="-122"/>
            </a:endParaRPr>
          </a:p>
        </p:txBody>
      </p:sp>
      <p:sp>
        <p:nvSpPr>
          <p:cNvPr id="4" name="文本框 3"/>
          <p:cNvSpPr txBox="1"/>
          <p:nvPr/>
        </p:nvSpPr>
        <p:spPr>
          <a:xfrm>
            <a:off x="2016760" y="2364105"/>
            <a:ext cx="8718550" cy="891540"/>
          </a:xfrm>
          <a:prstGeom prst="rect">
            <a:avLst/>
          </a:prstGeom>
          <a:noFill/>
          <a:ln w="9525">
            <a:noFill/>
          </a:ln>
        </p:spPr>
        <p:txBody>
          <a:bodyPr wrap="square" anchor="t" anchorCtr="0">
            <a:spAutoFit/>
          </a:bodyPr>
          <a:p>
            <a:r>
              <a:rPr lang="zh-CN" altLang="en-US" sz="2800" b="1" dirty="0">
                <a:solidFill>
                  <a:srgbClr val="0000FF"/>
                </a:solidFill>
                <a:latin typeface="楷体" panose="02010609060101010101" pitchFamily="49" charset="-122"/>
                <a:ea typeface="楷体" panose="02010609060101010101" pitchFamily="49" charset="-122"/>
                <a:cs typeface="楷体" panose="02010609060101010101" pitchFamily="49" charset="-122"/>
              </a:rPr>
              <a:t>2.函数的四个基本性质</a:t>
            </a:r>
            <a:endParaRPr lang="zh-CN" altLang="en-US" b="1">
              <a:latin typeface="楷体" panose="02010609060101010101" pitchFamily="49" charset="-122"/>
              <a:ea typeface="楷体" panose="02010609060101010101" pitchFamily="49" charset="-122"/>
            </a:endParaRPr>
          </a:p>
          <a:p>
            <a:pPr algn="l">
              <a:buClrTx/>
              <a:buSzTx/>
              <a:buFontTx/>
            </a:pPr>
            <a:r>
              <a:rPr lang="en-US" altLang="zh-CN" sz="2400" b="1">
                <a:latin typeface="楷体" panose="02010609060101010101" pitchFamily="49" charset="-122"/>
                <a:ea typeface="楷体" panose="02010609060101010101" pitchFamily="49" charset="-122"/>
              </a:rPr>
              <a:t>  </a:t>
            </a:r>
            <a:r>
              <a:rPr lang="zh-CN" altLang="en-US" sz="2400" b="1">
                <a:latin typeface="楷体" panose="02010609060101010101" pitchFamily="49" charset="-122"/>
                <a:ea typeface="楷体" panose="02010609060101010101" pitchFamily="49" charset="-122"/>
              </a:rPr>
              <a:t>有界性、单调性、奇偶性、周期性.</a:t>
            </a:r>
            <a:endParaRPr lang="zh-CN" altLang="en-US" sz="2400" b="1">
              <a:latin typeface="楷体" panose="02010609060101010101" pitchFamily="49" charset="-122"/>
              <a:ea typeface="楷体" panose="02010609060101010101" pitchFamily="49" charset="-122"/>
            </a:endParaRPr>
          </a:p>
        </p:txBody>
      </p:sp>
      <p:sp>
        <p:nvSpPr>
          <p:cNvPr id="5" name="文本框 4"/>
          <p:cNvSpPr txBox="1"/>
          <p:nvPr/>
        </p:nvSpPr>
        <p:spPr>
          <a:xfrm>
            <a:off x="2089150" y="3281680"/>
            <a:ext cx="6818313" cy="891540"/>
          </a:xfrm>
          <a:prstGeom prst="rect">
            <a:avLst/>
          </a:prstGeom>
          <a:noFill/>
          <a:ln w="9525">
            <a:noFill/>
          </a:ln>
        </p:spPr>
        <p:txBody>
          <a:bodyPr wrap="square" anchor="t" anchorCtr="0">
            <a:spAutoFit/>
          </a:bodyPr>
          <a:p>
            <a:r>
              <a:rPr lang="zh-CN" altLang="en-US" sz="2800" b="1" dirty="0">
                <a:solidFill>
                  <a:srgbClr val="0000FF"/>
                </a:solidFill>
                <a:latin typeface="楷体" panose="02010609060101010101" pitchFamily="49" charset="-122"/>
                <a:ea typeface="楷体" panose="02010609060101010101" pitchFamily="49" charset="-122"/>
                <a:cs typeface="楷体" panose="02010609060101010101" pitchFamily="49" charset="-122"/>
              </a:rPr>
              <a:t>3.反函数</a:t>
            </a:r>
            <a:endParaRPr lang="zh-CN" altLang="en-US" sz="2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r>
              <a:rPr lang="en-US" altLang="zh-CN" sz="2400" b="1">
                <a:latin typeface="楷体" panose="02010609060101010101" pitchFamily="49" charset="-122"/>
                <a:ea typeface="楷体" panose="02010609060101010101" pitchFamily="49" charset="-122"/>
              </a:rPr>
              <a:t>  </a:t>
            </a:r>
            <a:r>
              <a:rPr lang="zh-CN" altLang="en-US" sz="2400" b="1">
                <a:latin typeface="楷体" panose="02010609060101010101" pitchFamily="49" charset="-122"/>
                <a:ea typeface="楷体" panose="02010609060101010101" pitchFamily="49" charset="-122"/>
              </a:rPr>
              <a:t>函数在严格单调区间上存在反函数.</a:t>
            </a:r>
            <a:endParaRPr lang="zh-CN" altLang="en-US" sz="2400" b="1">
              <a:latin typeface="楷体" panose="02010609060101010101" pitchFamily="49" charset="-122"/>
              <a:ea typeface="楷体" panose="02010609060101010101" pitchFamily="49" charset="-122"/>
            </a:endParaRPr>
          </a:p>
        </p:txBody>
      </p:sp>
      <p:sp>
        <p:nvSpPr>
          <p:cNvPr id="6" name="文本框 5"/>
          <p:cNvSpPr txBox="1"/>
          <p:nvPr/>
        </p:nvSpPr>
        <p:spPr>
          <a:xfrm>
            <a:off x="2089150" y="4223385"/>
            <a:ext cx="8646160" cy="1260475"/>
          </a:xfrm>
          <a:prstGeom prst="rect">
            <a:avLst/>
          </a:prstGeom>
          <a:noFill/>
          <a:ln w="9525">
            <a:noFill/>
          </a:ln>
        </p:spPr>
        <p:txBody>
          <a:bodyPr wrap="square" anchor="t" anchorCtr="0">
            <a:spAutoFit/>
          </a:bodyPr>
          <a:p>
            <a:r>
              <a:rPr lang="zh-CN" altLang="en-US" sz="2800" b="1" dirty="0">
                <a:solidFill>
                  <a:srgbClr val="0000FF"/>
                </a:solidFill>
                <a:latin typeface="楷体" panose="02010609060101010101" pitchFamily="49" charset="-122"/>
                <a:ea typeface="楷体" panose="02010609060101010101" pitchFamily="49" charset="-122"/>
                <a:cs typeface="楷体" panose="02010609060101010101" pitchFamily="49" charset="-122"/>
              </a:rPr>
              <a:t>4.初等函数</a:t>
            </a:r>
            <a:endParaRPr lang="zh-CN" altLang="en-US" sz="28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a:p>
            <a:pPr algn="l">
              <a:buClrTx/>
              <a:buSzTx/>
              <a:buFontTx/>
            </a:pPr>
            <a:r>
              <a:rPr lang="en-US" altLang="zh-CN" sz="2400" b="1">
                <a:latin typeface="楷体" panose="02010609060101010101" pitchFamily="49" charset="-122"/>
                <a:ea typeface="楷体" panose="02010609060101010101" pitchFamily="49" charset="-122"/>
              </a:rPr>
              <a:t>  </a:t>
            </a:r>
            <a:r>
              <a:rPr lang="zh-CN" altLang="en-US" sz="2400" b="1">
                <a:latin typeface="楷体" panose="02010609060101010101" pitchFamily="49" charset="-122"/>
                <a:ea typeface="楷体" panose="02010609060101010101" pitchFamily="49" charset="-122"/>
              </a:rPr>
              <a:t>由基本初等函数与常值函数经有限次四则运算和有限次复合运算得到，且可由一个式子表达的函数. </a:t>
            </a:r>
            <a:endParaRPr lang="zh-CN" altLang="en-US" sz="2400" b="1">
              <a:latin typeface="楷体" panose="02010609060101010101" pitchFamily="49" charset="-122"/>
              <a:ea typeface="楷体" panose="02010609060101010101" pitchFamily="49" charset="-122"/>
            </a:endParaRPr>
          </a:p>
        </p:txBody>
      </p:sp>
      <p:sp>
        <p:nvSpPr>
          <p:cNvPr id="7" name="文本框 6"/>
          <p:cNvSpPr txBox="1"/>
          <p:nvPr/>
        </p:nvSpPr>
        <p:spPr>
          <a:xfrm>
            <a:off x="2878455" y="5534025"/>
            <a:ext cx="7647305" cy="460375"/>
          </a:xfrm>
          <a:prstGeom prst="rect">
            <a:avLst/>
          </a:prstGeom>
          <a:noFill/>
          <a:ln w="9525">
            <a:noFill/>
          </a:ln>
        </p:spPr>
        <p:txBody>
          <a:bodyPr wrap="square" anchor="t" anchorCtr="0">
            <a:spAutoFit/>
          </a:bodyPr>
          <a:p>
            <a:r>
              <a:rPr lang="zh-CN" altLang="en-US" sz="2400" b="1">
                <a:solidFill>
                  <a:schemeClr val="accent5">
                    <a:lumMod val="60000"/>
                    <a:lumOff val="40000"/>
                  </a:schemeClr>
                </a:solidFill>
                <a:latin typeface="楷体" panose="02010609060101010101" pitchFamily="49" charset="-122"/>
                <a:ea typeface="楷体" panose="02010609060101010101" pitchFamily="49" charset="-122"/>
              </a:rPr>
              <a:t>不能完全直观从形式上判断一个分段函数不为初等函数</a:t>
            </a:r>
            <a:r>
              <a:rPr lang="en-US" altLang="zh-CN" sz="2400" b="1">
                <a:solidFill>
                  <a:schemeClr val="accent5">
                    <a:lumMod val="60000"/>
                    <a:lumOff val="40000"/>
                  </a:schemeClr>
                </a:solidFill>
                <a:latin typeface="楷体" panose="02010609060101010101" pitchFamily="49" charset="-122"/>
                <a:ea typeface="楷体" panose="02010609060101010101" pitchFamily="49" charset="-122"/>
              </a:rPr>
              <a:t>.</a:t>
            </a:r>
            <a:endParaRPr lang="en-US" altLang="zh-CN" sz="2400" b="1">
              <a:solidFill>
                <a:schemeClr val="accent5">
                  <a:lumMod val="60000"/>
                  <a:lumOff val="40000"/>
                </a:schemeClr>
              </a:solidFill>
              <a:latin typeface="楷体" panose="02010609060101010101" pitchFamily="49" charset="-122"/>
              <a:ea typeface="楷体" panose="02010609060101010101" pitchFamily="49" charset="-122"/>
            </a:endParaRPr>
          </a:p>
        </p:txBody>
      </p:sp>
      <p:sp>
        <p:nvSpPr>
          <p:cNvPr id="2" name="文本框 1"/>
          <p:cNvSpPr txBox="1"/>
          <p:nvPr/>
        </p:nvSpPr>
        <p:spPr>
          <a:xfrm>
            <a:off x="7115175" y="2820670"/>
            <a:ext cx="3070225" cy="460375"/>
          </a:xfrm>
          <a:prstGeom prst="rect">
            <a:avLst/>
          </a:prstGeom>
          <a:noFill/>
          <a:ln w="9525">
            <a:noFill/>
          </a:ln>
        </p:spPr>
        <p:txBody>
          <a:bodyPr wrap="square" anchor="t" anchorCtr="0">
            <a:spAutoFit/>
          </a:bodyPr>
          <a:p>
            <a:r>
              <a:rPr lang="zh-CN" altLang="en-US" sz="2400" b="1">
                <a:solidFill>
                  <a:schemeClr val="accent5">
                    <a:lumMod val="60000"/>
                    <a:lumOff val="40000"/>
                  </a:schemeClr>
                </a:solidFill>
                <a:latin typeface="楷体" panose="02010609060101010101" pitchFamily="49" charset="-122"/>
                <a:ea typeface="楷体" panose="02010609060101010101" pitchFamily="49" charset="-122"/>
              </a:rPr>
              <a:t>（如何判别？）</a:t>
            </a:r>
            <a:endParaRPr lang="zh-CN" altLang="en-US" sz="2400" b="1">
              <a:solidFill>
                <a:schemeClr val="accent5">
                  <a:lumMod val="60000"/>
                  <a:lumOff val="40000"/>
                </a:schemeClr>
              </a:solidFill>
              <a:latin typeface="楷体" panose="02010609060101010101" pitchFamily="49" charset="-122"/>
              <a:ea typeface="楷体" panose="02010609060101010101" pitchFamily="49" charset="-122"/>
            </a:endParaRPr>
          </a:p>
        </p:txBody>
      </p:sp>
      <p:sp>
        <p:nvSpPr>
          <p:cNvPr id="8" name="文本框 7"/>
          <p:cNvSpPr txBox="1"/>
          <p:nvPr/>
        </p:nvSpPr>
        <p:spPr>
          <a:xfrm>
            <a:off x="7251065" y="3712845"/>
            <a:ext cx="3070225" cy="460375"/>
          </a:xfrm>
          <a:prstGeom prst="rect">
            <a:avLst/>
          </a:prstGeom>
          <a:noFill/>
          <a:ln w="9525">
            <a:noFill/>
          </a:ln>
        </p:spPr>
        <p:txBody>
          <a:bodyPr wrap="square" anchor="t" anchorCtr="0">
            <a:spAutoFit/>
          </a:bodyPr>
          <a:p>
            <a:r>
              <a:rPr lang="zh-CN" altLang="en-US" sz="2400" b="1">
                <a:solidFill>
                  <a:schemeClr val="accent5">
                    <a:lumMod val="60000"/>
                    <a:lumOff val="40000"/>
                  </a:schemeClr>
                </a:solidFill>
                <a:latin typeface="楷体" panose="02010609060101010101" pitchFamily="49" charset="-122"/>
                <a:ea typeface="楷体" panose="02010609060101010101" pitchFamily="49" charset="-122"/>
              </a:rPr>
              <a:t>（反之</a:t>
            </a:r>
            <a:r>
              <a:rPr lang="zh-CN" altLang="en-US" sz="2400" b="1">
                <a:solidFill>
                  <a:schemeClr val="accent5">
                    <a:lumMod val="60000"/>
                    <a:lumOff val="40000"/>
                  </a:schemeClr>
                </a:solidFill>
                <a:latin typeface="楷体" panose="02010609060101010101" pitchFamily="49" charset="-122"/>
                <a:ea typeface="楷体" panose="02010609060101010101" pitchFamily="49" charset="-122"/>
              </a:rPr>
              <a:t>呢？）</a:t>
            </a:r>
            <a:endParaRPr lang="zh-CN" altLang="en-US" sz="2400" b="1">
              <a:solidFill>
                <a:schemeClr val="accent5">
                  <a:lumMod val="60000"/>
                  <a:lumOff val="40000"/>
                </a:schemeClr>
              </a:solidFill>
              <a:latin typeface="楷体" panose="02010609060101010101" pitchFamily="49" charset="-122"/>
              <a:ea typeface="楷体" panose="02010609060101010101" pitchFamily="49" charset="-122"/>
            </a:endParaRPr>
          </a:p>
        </p:txBody>
      </p:sp>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500" fill="hold">
                                          <p:stCondLst>
                                            <p:cond delay="0"/>
                                          </p:stCondLst>
                                        </p:cTn>
                                        <p:tgtEl>
                                          <p:spTgt spid="2"/>
                                        </p:tgtEl>
                                        <p:attrNameLst>
                                          <p:attrName>style.visibility</p:attrName>
                                        </p:attrNameLst>
                                      </p:cBhvr>
                                      <p:to>
                                        <p:strVal val="visible"/>
                                      </p:to>
                                    </p:set>
                                    <p:animEffect transition="in" filter="box(out)">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6" presetClass="entr" presetSubtype="42"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arn(outHorizontal)">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1"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1"/>
      <p:bldP spid="2" grpId="0"/>
      <p:bldP spid="8" grpId="0"/>
      <p:bldP spid="4812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rrowheads="1"/>
          </p:cNvSpPr>
          <p:nvPr/>
        </p:nvSpPr>
        <p:spPr bwMode="auto">
          <a:xfrm>
            <a:off x="2476500" y="1133158"/>
            <a:ext cx="7239000" cy="669925"/>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4"/>
          <p:cNvSpPr txBox="1">
            <a:spLocks noChangeArrowheads="1"/>
          </p:cNvSpPr>
          <p:nvPr/>
        </p:nvSpPr>
        <p:spPr>
          <a:xfrm>
            <a:off x="1868805" y="468630"/>
            <a:ext cx="2368550" cy="523875"/>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smtClean="0">
                <a:solidFill>
                  <a:srgbClr val="7030A0"/>
                </a:solidFill>
                <a:latin typeface="黑体" panose="02010609060101010101" pitchFamily="49" charset="-122"/>
                <a:ea typeface="黑体" panose="02010609060101010101" pitchFamily="49" charset="-122"/>
                <a:cs typeface="黑体" panose="02010609060101010101" pitchFamily="49" charset="-122"/>
              </a:rPr>
              <a:t>定义</a:t>
            </a:r>
            <a:r>
              <a:rPr lang="en-US" altLang="zh-CN" sz="2800" b="1" dirty="0" smtClean="0">
                <a:solidFill>
                  <a:srgbClr val="7030A0"/>
                </a:solidFill>
                <a:latin typeface="黑体" panose="02010609060101010101" pitchFamily="49" charset="-122"/>
                <a:ea typeface="黑体" panose="02010609060101010101" pitchFamily="49" charset="-122"/>
                <a:cs typeface="黑体" panose="02010609060101010101" pitchFamily="49" charset="-122"/>
              </a:rPr>
              <a:t>1.2.1</a:t>
            </a:r>
            <a:endParaRPr lang="en-US" altLang="zh-CN" sz="2800" b="1" dirty="0" smtClean="0">
              <a:solidFill>
                <a:srgbClr val="7030A0"/>
              </a:solidFill>
              <a:latin typeface="黑体" panose="02010609060101010101" pitchFamily="49" charset="-122"/>
              <a:ea typeface="黑体" panose="02010609060101010101" pitchFamily="49" charset="-122"/>
              <a:cs typeface="黑体" panose="02010609060101010101" pitchFamily="49" charset="-122"/>
            </a:endParaRPr>
          </a:p>
        </p:txBody>
      </p:sp>
      <p:sp>
        <p:nvSpPr>
          <p:cNvPr id="5" name="Text Box 12"/>
          <p:cNvSpPr txBox="1">
            <a:spLocks noChangeArrowheads="1"/>
          </p:cNvSpPr>
          <p:nvPr/>
        </p:nvSpPr>
        <p:spPr bwMode="auto">
          <a:xfrm>
            <a:off x="3790950" y="470218"/>
            <a:ext cx="1600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若数列</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6" name="Object 13"/>
          <p:cNvGraphicFramePr>
            <a:graphicFrameLocks noChangeAspect="1"/>
          </p:cNvGraphicFramePr>
          <p:nvPr/>
        </p:nvGraphicFramePr>
        <p:xfrm>
          <a:off x="5013008" y="484188"/>
          <a:ext cx="646112" cy="496887"/>
        </p:xfrm>
        <a:graphic>
          <a:graphicData uri="http://schemas.openxmlformats.org/presentationml/2006/ole">
            <mc:AlternateContent xmlns:mc="http://schemas.openxmlformats.org/markup-compatibility/2006">
              <mc:Choice xmlns:v="urn:schemas-microsoft-com:vml" Requires="v">
                <p:oleObj spid="_x0000_s3073" name="Equation" r:id="rId1" imgW="15240000" imgH="11582400" progId="Equation.DSMT4">
                  <p:embed/>
                </p:oleObj>
              </mc:Choice>
              <mc:Fallback>
                <p:oleObj name="Equation" r:id="rId1" imgW="15240000" imgH="11582400" progId="Equation.DSMT4">
                  <p:embed/>
                  <p:pic>
                    <p:nvPicPr>
                      <p:cNvPr id="0" name="图片 3072"/>
                      <p:cNvPicPr>
                        <a:picLocks noChangeAspect="1"/>
                      </p:cNvPicPr>
                      <p:nvPr/>
                    </p:nvPicPr>
                    <p:blipFill>
                      <a:blip r:embed="rId2">
                        <a:biLevel thresh="50000"/>
                        <a:grayscl/>
                      </a:blip>
                      <a:stretch>
                        <a:fillRect/>
                      </a:stretch>
                    </p:blipFill>
                    <p:spPr>
                      <a:xfrm>
                        <a:off x="5013008" y="484188"/>
                        <a:ext cx="646112" cy="496887"/>
                      </a:xfrm>
                      <a:prstGeom prst="rect">
                        <a:avLst/>
                      </a:prstGeom>
                      <a:noFill/>
                      <a:ln w="9525">
                        <a:noFill/>
                      </a:ln>
                    </p:spPr>
                  </p:pic>
                </p:oleObj>
              </mc:Fallback>
            </mc:AlternateContent>
          </a:graphicData>
        </a:graphic>
      </p:graphicFrame>
      <p:sp>
        <p:nvSpPr>
          <p:cNvPr id="7" name="Text Box 14"/>
          <p:cNvSpPr txBox="1">
            <a:spLocks noChangeArrowheads="1"/>
          </p:cNvSpPr>
          <p:nvPr/>
        </p:nvSpPr>
        <p:spPr bwMode="auto">
          <a:xfrm>
            <a:off x="5588000" y="472123"/>
            <a:ext cx="3886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及常数 </a:t>
            </a:r>
            <a:r>
              <a:rPr kumimoji="1" lang="en-US" altLang="zh-CN" sz="2800" b="1" i="1">
                <a:latin typeface="Times New Roman" panose="02020603050405020304" pitchFamily="18" charset="0"/>
                <a:ea typeface="黑体" panose="02010609060101010101" pitchFamily="49" charset="-122"/>
                <a:cs typeface="Times New Roman" panose="02020603050405020304" pitchFamily="18" charset="0"/>
              </a:rPr>
              <a:t>a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有下列关系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i="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8" name="Object 15"/>
          <p:cNvGraphicFramePr>
            <a:graphicFrameLocks noChangeAspect="1"/>
          </p:cNvGraphicFramePr>
          <p:nvPr/>
        </p:nvGraphicFramePr>
        <p:xfrm>
          <a:off x="2663825" y="1265873"/>
          <a:ext cx="1127125" cy="406400"/>
        </p:xfrm>
        <a:graphic>
          <a:graphicData uri="http://schemas.openxmlformats.org/presentationml/2006/ole">
            <mc:AlternateContent xmlns:mc="http://schemas.openxmlformats.org/markup-compatibility/2006">
              <mc:Choice xmlns:v="urn:schemas-microsoft-com:vml" Requires="v">
                <p:oleObj spid="_x0000_s3561" name="Equation" r:id="rId3" imgW="26822400" imgH="9448800" progId="Equation.DSMT4">
                  <p:embed/>
                </p:oleObj>
              </mc:Choice>
              <mc:Fallback>
                <p:oleObj name="Equation" r:id="rId3" imgW="26822400" imgH="9448800" progId="Equation.DSMT4">
                  <p:embed/>
                  <p:pic>
                    <p:nvPicPr>
                      <p:cNvPr id="0" name="图片 3560"/>
                      <p:cNvPicPr>
                        <a:picLocks noChangeAspect="1"/>
                      </p:cNvPicPr>
                      <p:nvPr/>
                    </p:nvPicPr>
                    <p:blipFill>
                      <a:blip r:embed="rId4">
                        <a:biLevel thresh="50000"/>
                        <a:grayscl/>
                      </a:blip>
                      <a:stretch>
                        <a:fillRect/>
                      </a:stretch>
                    </p:blipFill>
                    <p:spPr>
                      <a:xfrm>
                        <a:off x="2663825" y="1265873"/>
                        <a:ext cx="1127125" cy="406400"/>
                      </a:xfrm>
                      <a:prstGeom prst="rect">
                        <a:avLst/>
                      </a:prstGeom>
                      <a:noFill/>
                      <a:ln w="9525">
                        <a:noFill/>
                      </a:ln>
                    </p:spPr>
                  </p:pic>
                </p:oleObj>
              </mc:Fallback>
            </mc:AlternateContent>
          </a:graphicData>
        </a:graphic>
      </p:graphicFrame>
      <p:graphicFrame>
        <p:nvGraphicFramePr>
          <p:cNvPr id="9" name="Object 16"/>
          <p:cNvGraphicFramePr>
            <a:graphicFrameLocks noChangeAspect="1"/>
          </p:cNvGraphicFramePr>
          <p:nvPr/>
        </p:nvGraphicFramePr>
        <p:xfrm>
          <a:off x="3881438" y="1238885"/>
          <a:ext cx="1355725" cy="454025"/>
        </p:xfrm>
        <a:graphic>
          <a:graphicData uri="http://schemas.openxmlformats.org/presentationml/2006/ole">
            <mc:AlternateContent xmlns:mc="http://schemas.openxmlformats.org/markup-compatibility/2006">
              <mc:Choice xmlns:v="urn:schemas-microsoft-com:vml" Requires="v">
                <p:oleObj spid="_x0000_s3562" name="Equation" r:id="rId5" imgW="32308800" imgH="10668000" progId="Equation.DSMT4">
                  <p:embed/>
                </p:oleObj>
              </mc:Choice>
              <mc:Fallback>
                <p:oleObj name="Equation" r:id="rId5" imgW="32308800" imgH="10668000" progId="Equation.DSMT4">
                  <p:embed/>
                  <p:pic>
                    <p:nvPicPr>
                      <p:cNvPr id="0" name="图片 3561"/>
                      <p:cNvPicPr>
                        <a:picLocks noChangeAspect="1"/>
                      </p:cNvPicPr>
                      <p:nvPr/>
                    </p:nvPicPr>
                    <p:blipFill>
                      <a:blip r:embed="rId6">
                        <a:biLevel thresh="50000"/>
                        <a:grayscl/>
                      </a:blip>
                      <a:stretch>
                        <a:fillRect/>
                      </a:stretch>
                    </p:blipFill>
                    <p:spPr>
                      <a:xfrm>
                        <a:off x="3881438" y="1238885"/>
                        <a:ext cx="1355725" cy="454025"/>
                      </a:xfrm>
                      <a:prstGeom prst="rect">
                        <a:avLst/>
                      </a:prstGeom>
                      <a:noFill/>
                      <a:ln w="9525">
                        <a:noFill/>
                      </a:ln>
                    </p:spPr>
                  </p:pic>
                </p:oleObj>
              </mc:Fallback>
            </mc:AlternateContent>
          </a:graphicData>
        </a:graphic>
      </p:graphicFrame>
      <p:sp>
        <p:nvSpPr>
          <p:cNvPr id="10" name="Text Box 17"/>
          <p:cNvSpPr txBox="1">
            <a:spLocks noChangeArrowheads="1"/>
          </p:cNvSpPr>
          <p:nvPr/>
        </p:nvSpPr>
        <p:spPr bwMode="auto">
          <a:xfrm>
            <a:off x="5238750" y="1196023"/>
            <a:ext cx="2438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当 </a:t>
            </a:r>
            <a:r>
              <a:rPr kumimoji="1" lang="en-US" altLang="zh-CN" sz="2800" b="1" i="1">
                <a:latin typeface="Times New Roman" panose="02020603050405020304" pitchFamily="18" charset="0"/>
                <a:ea typeface="黑体" panose="02010609060101010101" pitchFamily="49" charset="-122"/>
                <a:cs typeface="Times New Roman" panose="02020603050405020304" pitchFamily="18" charset="0"/>
              </a:rPr>
              <a:t>n</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&gt;</a:t>
            </a:r>
            <a:r>
              <a:rPr kumimoji="1" lang="en-US" altLang="zh-CN" sz="2800" b="1" i="1">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i="1">
                <a:latin typeface="Times New Roman" panose="02020603050405020304" pitchFamily="18" charset="0"/>
                <a:ea typeface="黑体" panose="02010609060101010101" pitchFamily="49" charset="-122"/>
                <a:cs typeface="Times New Roman" panose="02020603050405020304" pitchFamily="18" charset="0"/>
              </a:rPr>
              <a:t>N</a:t>
            </a:r>
            <a:r>
              <a:rPr kumimoji="1" lang="en-US" altLang="zh-CN" sz="2800" b="1" i="1">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Text Box 18"/>
          <p:cNvSpPr txBox="1">
            <a:spLocks noChangeArrowheads="1"/>
          </p:cNvSpPr>
          <p:nvPr/>
        </p:nvSpPr>
        <p:spPr bwMode="auto">
          <a:xfrm>
            <a:off x="7162800" y="1204913"/>
            <a:ext cx="11080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总有</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Text Box 19"/>
          <p:cNvSpPr txBox="1">
            <a:spLocks noChangeArrowheads="1"/>
          </p:cNvSpPr>
          <p:nvPr/>
        </p:nvSpPr>
        <p:spPr bwMode="auto">
          <a:xfrm>
            <a:off x="6610350" y="1881188"/>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记作</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Text Box 20"/>
          <p:cNvSpPr txBox="1">
            <a:spLocks noChangeArrowheads="1"/>
          </p:cNvSpPr>
          <p:nvPr/>
        </p:nvSpPr>
        <p:spPr bwMode="auto">
          <a:xfrm>
            <a:off x="1868488" y="3151188"/>
            <a:ext cx="6194425"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此时也称数列</a:t>
            </a:r>
            <a:r>
              <a:rPr kumimoji="1" lang="zh-CN" altLang="en-US" sz="2800" b="1">
                <a:solidFill>
                  <a:schemeClr val="accent5">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收敛</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否则称数列</a:t>
            </a:r>
            <a:r>
              <a:rPr kumimoji="1" lang="zh-CN" altLang="en-US" sz="2800" b="1">
                <a:solidFill>
                  <a:schemeClr val="accent5">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发散</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 name="Text Box 21"/>
          <p:cNvSpPr txBox="1">
            <a:spLocks noChangeArrowheads="1"/>
          </p:cNvSpPr>
          <p:nvPr/>
        </p:nvSpPr>
        <p:spPr bwMode="auto">
          <a:xfrm>
            <a:off x="1868488" y="3748088"/>
            <a:ext cx="2079625"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smtClean="0">
                <a:solidFill>
                  <a:srgbClr val="7030A0"/>
                </a:solidFill>
                <a:latin typeface="黑体" panose="02010609060101010101" pitchFamily="49" charset="-122"/>
                <a:ea typeface="黑体" panose="02010609060101010101" pitchFamily="49" charset="-122"/>
                <a:cs typeface="黑体" panose="02010609060101010101" pitchFamily="49" charset="-122"/>
              </a:rPr>
              <a:t>几何解释:</a:t>
            </a:r>
            <a:endParaRPr kumimoji="1" lang="en-US" altLang="zh-CN" sz="2800" b="1">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5" name="Group 22"/>
          <p:cNvGrpSpPr/>
          <p:nvPr/>
        </p:nvGrpSpPr>
        <p:grpSpPr bwMode="auto">
          <a:xfrm>
            <a:off x="2495550" y="4525943"/>
            <a:ext cx="5105400" cy="415790"/>
            <a:chOff x="576" y="3958"/>
            <a:chExt cx="3216" cy="261"/>
          </a:xfrm>
        </p:grpSpPr>
        <p:sp>
          <p:nvSpPr>
            <p:cNvPr id="16" name="Line 23"/>
            <p:cNvSpPr>
              <a:spLocks noChangeShapeType="1"/>
            </p:cNvSpPr>
            <p:nvPr/>
          </p:nvSpPr>
          <p:spPr bwMode="auto">
            <a:xfrm>
              <a:off x="576" y="3984"/>
              <a:ext cx="3216"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 name="Oval 24"/>
            <p:cNvSpPr>
              <a:spLocks noChangeArrowheads="1"/>
            </p:cNvSpPr>
            <p:nvPr/>
          </p:nvSpPr>
          <p:spPr bwMode="auto">
            <a:xfrm>
              <a:off x="1920" y="3958"/>
              <a:ext cx="45" cy="45"/>
            </a:xfrm>
            <a:prstGeom prst="ellipse">
              <a:avLst/>
            </a:prstGeom>
            <a:solidFill>
              <a:schemeClr val="accent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8" name="Object 25"/>
            <p:cNvGraphicFramePr>
              <a:graphicFrameLocks noChangeAspect="1"/>
            </p:cNvGraphicFramePr>
            <p:nvPr/>
          </p:nvGraphicFramePr>
          <p:xfrm>
            <a:off x="1871" y="4076"/>
            <a:ext cx="144" cy="143"/>
          </p:xfrm>
          <a:graphic>
            <a:graphicData uri="http://schemas.openxmlformats.org/presentationml/2006/ole">
              <mc:AlternateContent xmlns:mc="http://schemas.openxmlformats.org/markup-compatibility/2006">
                <mc:Choice xmlns:v="urn:schemas-microsoft-com:vml" Requires="v">
                  <p:oleObj spid="_x0000_s3563" name="Equation" r:id="rId7" imgW="5486400" imgH="5486400" progId="Equation.DSMT4">
                    <p:embed/>
                  </p:oleObj>
                </mc:Choice>
                <mc:Fallback>
                  <p:oleObj name="Equation" r:id="rId7" imgW="5486400" imgH="5486400" progId="Equation.DSMT4">
                    <p:embed/>
                    <p:pic>
                      <p:nvPicPr>
                        <p:cNvPr id="0" name="图片 3562"/>
                        <p:cNvPicPr>
                          <a:picLocks noChangeAspect="1"/>
                        </p:cNvPicPr>
                        <p:nvPr/>
                      </p:nvPicPr>
                      <p:blipFill>
                        <a:blip r:embed="rId8">
                          <a:biLevel thresh="50000"/>
                          <a:grayscl/>
                        </a:blip>
                        <a:stretch>
                          <a:fillRect/>
                        </a:stretch>
                      </p:blipFill>
                      <p:spPr>
                        <a:xfrm>
                          <a:off x="1871" y="4076"/>
                          <a:ext cx="144" cy="143"/>
                        </a:xfrm>
                        <a:prstGeom prst="rect">
                          <a:avLst/>
                        </a:prstGeom>
                        <a:noFill/>
                        <a:ln w="9525">
                          <a:noFill/>
                        </a:ln>
                      </p:spPr>
                    </p:pic>
                  </p:oleObj>
                </mc:Fallback>
              </mc:AlternateContent>
            </a:graphicData>
          </a:graphic>
        </p:graphicFrame>
      </p:grpSp>
      <p:grpSp>
        <p:nvGrpSpPr>
          <p:cNvPr id="19" name="Group 26"/>
          <p:cNvGrpSpPr/>
          <p:nvPr/>
        </p:nvGrpSpPr>
        <p:grpSpPr bwMode="auto">
          <a:xfrm>
            <a:off x="2693987" y="4376738"/>
            <a:ext cx="4008438" cy="723900"/>
            <a:chOff x="701" y="3796"/>
            <a:chExt cx="2525" cy="456"/>
          </a:xfrm>
        </p:grpSpPr>
        <p:graphicFrame>
          <p:nvGraphicFramePr>
            <p:cNvPr id="20" name="Object 27"/>
            <p:cNvGraphicFramePr>
              <a:graphicFrameLocks noChangeAspect="1"/>
            </p:cNvGraphicFramePr>
            <p:nvPr/>
          </p:nvGraphicFramePr>
          <p:xfrm>
            <a:off x="2765" y="4034"/>
            <a:ext cx="461" cy="218"/>
          </p:xfrm>
          <a:graphic>
            <a:graphicData uri="http://schemas.openxmlformats.org/presentationml/2006/ole">
              <mc:AlternateContent xmlns:mc="http://schemas.openxmlformats.org/markup-compatibility/2006">
                <mc:Choice xmlns:v="urn:schemas-microsoft-com:vml" Requires="v">
                  <p:oleObj spid="_x0000_s3564" name="Equation" r:id="rId9" imgW="8229600" imgH="3657600" progId="Equation.DSMT4">
                    <p:embed/>
                  </p:oleObj>
                </mc:Choice>
                <mc:Fallback>
                  <p:oleObj name="Equation" r:id="rId9" imgW="8229600" imgH="3657600" progId="Equation.DSMT4">
                    <p:embed/>
                    <p:pic>
                      <p:nvPicPr>
                        <p:cNvPr id="0" name="图片 3563"/>
                        <p:cNvPicPr>
                          <a:picLocks noChangeAspect="1"/>
                        </p:cNvPicPr>
                        <p:nvPr/>
                      </p:nvPicPr>
                      <p:blipFill>
                        <a:blip r:embed="rId10"/>
                        <a:stretch>
                          <a:fillRect/>
                        </a:stretch>
                      </p:blipFill>
                      <p:spPr>
                        <a:xfrm>
                          <a:off x="2765" y="4034"/>
                          <a:ext cx="461" cy="218"/>
                        </a:xfrm>
                        <a:prstGeom prst="rect">
                          <a:avLst/>
                        </a:prstGeom>
                        <a:noFill/>
                        <a:ln w="9525">
                          <a:noFill/>
                        </a:ln>
                      </p:spPr>
                    </p:pic>
                  </p:oleObj>
                </mc:Fallback>
              </mc:AlternateContent>
            </a:graphicData>
          </a:graphic>
        </p:graphicFrame>
        <p:graphicFrame>
          <p:nvGraphicFramePr>
            <p:cNvPr id="21" name="Object 28"/>
            <p:cNvGraphicFramePr>
              <a:graphicFrameLocks noChangeAspect="1"/>
            </p:cNvGraphicFramePr>
            <p:nvPr/>
          </p:nvGraphicFramePr>
          <p:xfrm>
            <a:off x="701" y="4043"/>
            <a:ext cx="461" cy="199"/>
          </p:xfrm>
          <a:graphic>
            <a:graphicData uri="http://schemas.openxmlformats.org/presentationml/2006/ole">
              <mc:AlternateContent xmlns:mc="http://schemas.openxmlformats.org/markup-compatibility/2006">
                <mc:Choice xmlns:v="urn:schemas-microsoft-com:vml" Requires="v">
                  <p:oleObj spid="_x0000_s3565" name="Equation" r:id="rId11" imgW="8229600" imgH="3352800" progId="Equation.DSMT4">
                    <p:embed/>
                  </p:oleObj>
                </mc:Choice>
                <mc:Fallback>
                  <p:oleObj name="Equation" r:id="rId11" imgW="8229600" imgH="3352800" progId="Equation.DSMT4">
                    <p:embed/>
                    <p:pic>
                      <p:nvPicPr>
                        <p:cNvPr id="0" name="图片 3564"/>
                        <p:cNvPicPr>
                          <a:picLocks noChangeAspect="1"/>
                        </p:cNvPicPr>
                        <p:nvPr/>
                      </p:nvPicPr>
                      <p:blipFill>
                        <a:blip r:embed="rId12"/>
                        <a:stretch>
                          <a:fillRect/>
                        </a:stretch>
                      </p:blipFill>
                      <p:spPr>
                        <a:xfrm>
                          <a:off x="701" y="4043"/>
                          <a:ext cx="461" cy="199"/>
                        </a:xfrm>
                        <a:prstGeom prst="rect">
                          <a:avLst/>
                        </a:prstGeom>
                        <a:noFill/>
                        <a:ln w="9525">
                          <a:noFill/>
                        </a:ln>
                      </p:spPr>
                    </p:pic>
                  </p:oleObj>
                </mc:Fallback>
              </mc:AlternateContent>
            </a:graphicData>
          </a:graphic>
        </p:graphicFrame>
        <p:graphicFrame>
          <p:nvGraphicFramePr>
            <p:cNvPr id="22" name="Object 29"/>
            <p:cNvGraphicFramePr>
              <a:graphicFrameLocks noChangeAspect="1"/>
            </p:cNvGraphicFramePr>
            <p:nvPr/>
          </p:nvGraphicFramePr>
          <p:xfrm>
            <a:off x="2955" y="3796"/>
            <a:ext cx="106" cy="214"/>
          </p:xfrm>
          <a:graphic>
            <a:graphicData uri="http://schemas.openxmlformats.org/presentationml/2006/ole">
              <mc:AlternateContent xmlns:mc="http://schemas.openxmlformats.org/markup-compatibility/2006">
                <mc:Choice xmlns:v="urn:schemas-microsoft-com:vml" Requires="v">
                  <p:oleObj spid="_x0000_s3566" name="Equation" r:id="rId13" imgW="2438400" imgH="4876800" progId="Equation.DSMT4">
                    <p:embed/>
                  </p:oleObj>
                </mc:Choice>
                <mc:Fallback>
                  <p:oleObj name="Equation" r:id="rId13" imgW="2438400" imgH="4876800" progId="Equation.DSMT4">
                    <p:embed/>
                    <p:pic>
                      <p:nvPicPr>
                        <p:cNvPr id="0" name="图片 3565"/>
                        <p:cNvPicPr>
                          <a:picLocks noChangeAspect="1"/>
                        </p:cNvPicPr>
                        <p:nvPr/>
                      </p:nvPicPr>
                      <p:blipFill>
                        <a:blip r:embed="rId14"/>
                        <a:stretch>
                          <a:fillRect/>
                        </a:stretch>
                      </p:blipFill>
                      <p:spPr>
                        <a:xfrm>
                          <a:off x="2955" y="3796"/>
                          <a:ext cx="106" cy="214"/>
                        </a:xfrm>
                        <a:prstGeom prst="rect">
                          <a:avLst/>
                        </a:prstGeom>
                        <a:noFill/>
                        <a:ln w="9525">
                          <a:noFill/>
                        </a:ln>
                      </p:spPr>
                    </p:pic>
                  </p:oleObj>
                </mc:Fallback>
              </mc:AlternateContent>
            </a:graphicData>
          </a:graphic>
        </p:graphicFrame>
        <p:graphicFrame>
          <p:nvGraphicFramePr>
            <p:cNvPr id="23" name="Object 30"/>
            <p:cNvGraphicFramePr>
              <a:graphicFrameLocks noChangeAspect="1"/>
            </p:cNvGraphicFramePr>
            <p:nvPr/>
          </p:nvGraphicFramePr>
          <p:xfrm>
            <a:off x="859" y="3804"/>
            <a:ext cx="106" cy="214"/>
          </p:xfrm>
          <a:graphic>
            <a:graphicData uri="http://schemas.openxmlformats.org/presentationml/2006/ole">
              <mc:AlternateContent xmlns:mc="http://schemas.openxmlformats.org/markup-compatibility/2006">
                <mc:Choice xmlns:v="urn:schemas-microsoft-com:vml" Requires="v">
                  <p:oleObj spid="_x0000_s3567" name="Equation" r:id="rId15" imgW="2438400" imgH="4876800" progId="Equation.DSMT4">
                    <p:embed/>
                  </p:oleObj>
                </mc:Choice>
                <mc:Fallback>
                  <p:oleObj name="Equation" r:id="rId15" imgW="2438400" imgH="4876800" progId="Equation.DSMT4">
                    <p:embed/>
                    <p:pic>
                      <p:nvPicPr>
                        <p:cNvPr id="0" name="图片 3566"/>
                        <p:cNvPicPr>
                          <a:picLocks noChangeAspect="1"/>
                        </p:cNvPicPr>
                        <p:nvPr/>
                      </p:nvPicPr>
                      <p:blipFill>
                        <a:blip r:embed="rId16"/>
                        <a:stretch>
                          <a:fillRect/>
                        </a:stretch>
                      </p:blipFill>
                      <p:spPr>
                        <a:xfrm>
                          <a:off x="859" y="3804"/>
                          <a:ext cx="106" cy="214"/>
                        </a:xfrm>
                        <a:prstGeom prst="rect">
                          <a:avLst/>
                        </a:prstGeom>
                        <a:noFill/>
                        <a:ln w="9525">
                          <a:noFill/>
                        </a:ln>
                      </p:spPr>
                    </p:pic>
                  </p:oleObj>
                </mc:Fallback>
              </mc:AlternateContent>
            </a:graphicData>
          </a:graphic>
        </p:graphicFrame>
      </p:grpSp>
      <p:graphicFrame>
        <p:nvGraphicFramePr>
          <p:cNvPr id="29" name="Object 36"/>
          <p:cNvGraphicFramePr>
            <a:graphicFrameLocks noChangeAspect="1"/>
          </p:cNvGraphicFramePr>
          <p:nvPr/>
        </p:nvGraphicFramePr>
        <p:xfrm>
          <a:off x="3102610" y="2516188"/>
          <a:ext cx="1403350" cy="550862"/>
        </p:xfrm>
        <a:graphic>
          <a:graphicData uri="http://schemas.openxmlformats.org/presentationml/2006/ole">
            <mc:AlternateContent xmlns:mc="http://schemas.openxmlformats.org/markup-compatibility/2006">
              <mc:Choice xmlns:v="urn:schemas-microsoft-com:vml" Requires="v">
                <p:oleObj spid="_x0000_s3572" name="Equation" r:id="rId17" imgW="33528000" imgH="13106400" progId="Equation.DSMT4">
                  <p:embed/>
                </p:oleObj>
              </mc:Choice>
              <mc:Fallback>
                <p:oleObj name="Equation" r:id="rId17" imgW="33528000" imgH="13106400" progId="Equation.DSMT4">
                  <p:embed/>
                  <p:pic>
                    <p:nvPicPr>
                      <p:cNvPr id="0" name="图片 3571"/>
                      <p:cNvPicPr>
                        <a:picLocks noChangeAspect="1"/>
                      </p:cNvPicPr>
                      <p:nvPr/>
                    </p:nvPicPr>
                    <p:blipFill>
                      <a:blip r:embed="rId18"/>
                      <a:stretch>
                        <a:fillRect/>
                      </a:stretch>
                    </p:blipFill>
                    <p:spPr>
                      <a:xfrm>
                        <a:off x="3102610" y="2516188"/>
                        <a:ext cx="1403350" cy="550862"/>
                      </a:xfrm>
                      <a:prstGeom prst="rect">
                        <a:avLst/>
                      </a:prstGeom>
                      <a:noFill/>
                      <a:ln w="9525">
                        <a:noFill/>
                      </a:ln>
                    </p:spPr>
                  </p:pic>
                </p:oleObj>
              </mc:Fallback>
            </mc:AlternateContent>
          </a:graphicData>
        </a:graphic>
      </p:graphicFrame>
      <p:sp>
        <p:nvSpPr>
          <p:cNvPr id="30" name="Text Box 37"/>
          <p:cNvSpPr txBox="1">
            <a:spLocks noChangeArrowheads="1"/>
          </p:cNvSpPr>
          <p:nvPr/>
        </p:nvSpPr>
        <p:spPr bwMode="auto">
          <a:xfrm>
            <a:off x="4592003" y="2516188"/>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或</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1" name="Object 38"/>
          <p:cNvGraphicFramePr>
            <a:graphicFrameLocks noChangeAspect="1"/>
          </p:cNvGraphicFramePr>
          <p:nvPr/>
        </p:nvGraphicFramePr>
        <p:xfrm>
          <a:off x="5237480" y="2533968"/>
          <a:ext cx="2311400" cy="449262"/>
        </p:xfrm>
        <a:graphic>
          <a:graphicData uri="http://schemas.openxmlformats.org/presentationml/2006/ole">
            <mc:AlternateContent xmlns:mc="http://schemas.openxmlformats.org/markup-compatibility/2006">
              <mc:Choice xmlns:v="urn:schemas-microsoft-com:vml" Requires="v">
                <p:oleObj spid="_x0000_s3573" name="Equation" r:id="rId19" imgW="55168800" imgH="10363200" progId="Equation.DSMT4">
                  <p:embed/>
                </p:oleObj>
              </mc:Choice>
              <mc:Fallback>
                <p:oleObj name="Equation" r:id="rId19" imgW="55168800" imgH="10363200" progId="Equation.DSMT4">
                  <p:embed/>
                  <p:pic>
                    <p:nvPicPr>
                      <p:cNvPr id="0" name="图片 3572"/>
                      <p:cNvPicPr>
                        <a:picLocks noChangeAspect="1"/>
                      </p:cNvPicPr>
                      <p:nvPr/>
                    </p:nvPicPr>
                    <p:blipFill>
                      <a:blip r:embed="rId20"/>
                      <a:stretch>
                        <a:fillRect/>
                      </a:stretch>
                    </p:blipFill>
                    <p:spPr>
                      <a:xfrm>
                        <a:off x="5237480" y="2533968"/>
                        <a:ext cx="2311400" cy="449262"/>
                      </a:xfrm>
                      <a:prstGeom prst="rect">
                        <a:avLst/>
                      </a:prstGeom>
                      <a:noFill/>
                      <a:ln w="9525">
                        <a:noFill/>
                      </a:ln>
                    </p:spPr>
                  </p:pic>
                </p:oleObj>
              </mc:Fallback>
            </mc:AlternateContent>
          </a:graphicData>
        </a:graphic>
      </p:graphicFrame>
      <p:sp>
        <p:nvSpPr>
          <p:cNvPr id="32" name="Oval 39"/>
          <p:cNvSpPr>
            <a:spLocks noChangeArrowheads="1"/>
          </p:cNvSpPr>
          <p:nvPr/>
        </p:nvSpPr>
        <p:spPr bwMode="auto">
          <a:xfrm>
            <a:off x="4248150" y="4510088"/>
            <a:ext cx="90488" cy="88900"/>
          </a:xfrm>
          <a:prstGeom prst="ellipse">
            <a:avLst/>
          </a:prstGeom>
          <a:solidFill>
            <a:srgbClr val="0066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33" name="Group 40"/>
          <p:cNvGrpSpPr/>
          <p:nvPr/>
        </p:nvGrpSpPr>
        <p:grpSpPr bwMode="auto">
          <a:xfrm>
            <a:off x="3624263" y="4522795"/>
            <a:ext cx="647700" cy="468313"/>
            <a:chOff x="1287" y="3888"/>
            <a:chExt cx="408" cy="295"/>
          </a:xfrm>
        </p:grpSpPr>
        <p:graphicFrame>
          <p:nvGraphicFramePr>
            <p:cNvPr id="34" name="Object 41"/>
            <p:cNvGraphicFramePr>
              <a:graphicFrameLocks noChangeAspect="1"/>
            </p:cNvGraphicFramePr>
            <p:nvPr/>
          </p:nvGraphicFramePr>
          <p:xfrm>
            <a:off x="1287" y="3911"/>
            <a:ext cx="408" cy="272"/>
          </p:xfrm>
          <a:graphic>
            <a:graphicData uri="http://schemas.openxmlformats.org/presentationml/2006/ole">
              <mc:AlternateContent xmlns:mc="http://schemas.openxmlformats.org/markup-compatibility/2006">
                <mc:Choice xmlns:v="urn:schemas-microsoft-com:vml" Requires="v">
                  <p:oleObj spid="_x0000_s3574" name="Equation" r:id="rId21" imgW="15544800" imgH="10363200" progId="Equation.DSMT4">
                    <p:embed/>
                  </p:oleObj>
                </mc:Choice>
                <mc:Fallback>
                  <p:oleObj name="Equation" r:id="rId21" imgW="15544800" imgH="10363200" progId="Equation.DSMT4">
                    <p:embed/>
                    <p:pic>
                      <p:nvPicPr>
                        <p:cNvPr id="0" name="图片 3573"/>
                        <p:cNvPicPr>
                          <a:picLocks noChangeAspect="1"/>
                        </p:cNvPicPr>
                        <p:nvPr/>
                      </p:nvPicPr>
                      <p:blipFill>
                        <a:blip r:embed="rId22"/>
                        <a:stretch>
                          <a:fillRect/>
                        </a:stretch>
                      </p:blipFill>
                      <p:spPr>
                        <a:xfrm>
                          <a:off x="1287" y="3911"/>
                          <a:ext cx="408" cy="272"/>
                        </a:xfrm>
                        <a:prstGeom prst="rect">
                          <a:avLst/>
                        </a:prstGeom>
                        <a:noFill/>
                        <a:ln w="9525">
                          <a:noFill/>
                        </a:ln>
                      </p:spPr>
                    </p:pic>
                  </p:oleObj>
                </mc:Fallback>
              </mc:AlternateContent>
            </a:graphicData>
          </a:graphic>
        </p:graphicFrame>
        <p:sp>
          <p:nvSpPr>
            <p:cNvPr id="35" name="Oval 42"/>
            <p:cNvSpPr>
              <a:spLocks noChangeArrowheads="1"/>
            </p:cNvSpPr>
            <p:nvPr/>
          </p:nvSpPr>
          <p:spPr bwMode="auto">
            <a:xfrm>
              <a:off x="1392" y="3888"/>
              <a:ext cx="57" cy="57"/>
            </a:xfrm>
            <a:prstGeom prst="ellipse">
              <a:avLst/>
            </a:prstGeom>
            <a:solidFill>
              <a:srgbClr val="0066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36" name="Oval 43"/>
          <p:cNvSpPr>
            <a:spLocks noChangeArrowheads="1"/>
          </p:cNvSpPr>
          <p:nvPr/>
        </p:nvSpPr>
        <p:spPr bwMode="auto">
          <a:xfrm>
            <a:off x="5848350" y="4522788"/>
            <a:ext cx="90488" cy="92075"/>
          </a:xfrm>
          <a:prstGeom prst="ellipse">
            <a:avLst/>
          </a:prstGeom>
          <a:solidFill>
            <a:srgbClr val="0066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37" name="Group 44"/>
          <p:cNvGrpSpPr/>
          <p:nvPr/>
        </p:nvGrpSpPr>
        <p:grpSpPr bwMode="auto">
          <a:xfrm>
            <a:off x="4889504" y="4522788"/>
            <a:ext cx="698500" cy="476250"/>
            <a:chOff x="2084" y="3888"/>
            <a:chExt cx="440" cy="300"/>
          </a:xfrm>
        </p:grpSpPr>
        <p:graphicFrame>
          <p:nvGraphicFramePr>
            <p:cNvPr id="38" name="Object 45"/>
            <p:cNvGraphicFramePr>
              <a:graphicFrameLocks noChangeAspect="1"/>
            </p:cNvGraphicFramePr>
            <p:nvPr/>
          </p:nvGraphicFramePr>
          <p:xfrm>
            <a:off x="2084" y="3916"/>
            <a:ext cx="440" cy="272"/>
          </p:xfrm>
          <a:graphic>
            <a:graphicData uri="http://schemas.openxmlformats.org/presentationml/2006/ole">
              <mc:AlternateContent xmlns:mc="http://schemas.openxmlformats.org/markup-compatibility/2006">
                <mc:Choice xmlns:v="urn:schemas-microsoft-com:vml" Requires="v">
                  <p:oleObj spid="_x0000_s3575" name="Equation" r:id="rId23" imgW="16764000" imgH="10363200" progId="Equation.DSMT4">
                    <p:embed/>
                  </p:oleObj>
                </mc:Choice>
                <mc:Fallback>
                  <p:oleObj name="Equation" r:id="rId23" imgW="16764000" imgH="10363200" progId="Equation.DSMT4">
                    <p:embed/>
                    <p:pic>
                      <p:nvPicPr>
                        <p:cNvPr id="0" name="图片 3574"/>
                        <p:cNvPicPr>
                          <a:picLocks noChangeAspect="1"/>
                        </p:cNvPicPr>
                        <p:nvPr/>
                      </p:nvPicPr>
                      <p:blipFill>
                        <a:blip r:embed="rId24"/>
                        <a:stretch>
                          <a:fillRect/>
                        </a:stretch>
                      </p:blipFill>
                      <p:spPr>
                        <a:xfrm>
                          <a:off x="2084" y="3916"/>
                          <a:ext cx="440" cy="272"/>
                        </a:xfrm>
                        <a:prstGeom prst="rect">
                          <a:avLst/>
                        </a:prstGeom>
                        <a:noFill/>
                        <a:ln w="9525">
                          <a:noFill/>
                        </a:ln>
                      </p:spPr>
                    </p:pic>
                  </p:oleObj>
                </mc:Fallback>
              </mc:AlternateContent>
            </a:graphicData>
          </a:graphic>
        </p:graphicFrame>
        <p:sp>
          <p:nvSpPr>
            <p:cNvPr id="39" name="Oval 46"/>
            <p:cNvSpPr>
              <a:spLocks noChangeArrowheads="1"/>
            </p:cNvSpPr>
            <p:nvPr/>
          </p:nvSpPr>
          <p:spPr bwMode="auto">
            <a:xfrm>
              <a:off x="2151" y="3888"/>
              <a:ext cx="57" cy="57"/>
            </a:xfrm>
            <a:prstGeom prst="ellipse">
              <a:avLst/>
            </a:prstGeom>
            <a:solidFill>
              <a:srgbClr val="0066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aphicFrame>
        <p:nvGraphicFramePr>
          <p:cNvPr id="40" name="Object 47"/>
          <p:cNvGraphicFramePr>
            <a:graphicFrameLocks noChangeAspect="1"/>
          </p:cNvGraphicFramePr>
          <p:nvPr/>
        </p:nvGraphicFramePr>
        <p:xfrm>
          <a:off x="8063230" y="1238885"/>
          <a:ext cx="1574800" cy="492125"/>
        </p:xfrm>
        <a:graphic>
          <a:graphicData uri="http://schemas.openxmlformats.org/presentationml/2006/ole">
            <mc:AlternateContent xmlns:mc="http://schemas.openxmlformats.org/markup-compatibility/2006">
              <mc:Choice xmlns:v="urn:schemas-microsoft-com:vml" Requires="v">
                <p:oleObj spid="_x0000_s3576" name="Equation" r:id="rId25" imgW="37490400" imgH="11582400" progId="Equation.DSMT4">
                  <p:embed/>
                </p:oleObj>
              </mc:Choice>
              <mc:Fallback>
                <p:oleObj name="Equation" r:id="rId25" imgW="37490400" imgH="11582400" progId="Equation.DSMT4">
                  <p:embed/>
                  <p:pic>
                    <p:nvPicPr>
                      <p:cNvPr id="0" name="图片 3575"/>
                      <p:cNvPicPr>
                        <a:picLocks noChangeAspect="1"/>
                      </p:cNvPicPr>
                      <p:nvPr/>
                    </p:nvPicPr>
                    <p:blipFill>
                      <a:blip r:embed="rId26">
                        <a:biLevel thresh="50000"/>
                        <a:grayscl/>
                      </a:blip>
                      <a:stretch>
                        <a:fillRect/>
                      </a:stretch>
                    </p:blipFill>
                    <p:spPr>
                      <a:xfrm>
                        <a:off x="8063230" y="1238885"/>
                        <a:ext cx="1574800" cy="492125"/>
                      </a:xfrm>
                      <a:prstGeom prst="rect">
                        <a:avLst/>
                      </a:prstGeom>
                      <a:noFill/>
                      <a:ln w="9525">
                        <a:noFill/>
                      </a:ln>
                    </p:spPr>
                  </p:pic>
                </p:oleObj>
              </mc:Fallback>
            </mc:AlternateContent>
          </a:graphicData>
        </a:graphic>
      </p:graphicFrame>
      <p:sp>
        <p:nvSpPr>
          <p:cNvPr id="41" name="Text Box 48"/>
          <p:cNvSpPr txBox="1">
            <a:spLocks noChangeArrowheads="1"/>
          </p:cNvSpPr>
          <p:nvPr/>
        </p:nvSpPr>
        <p:spPr bwMode="auto">
          <a:xfrm>
            <a:off x="1868488" y="1872298"/>
            <a:ext cx="2232025"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则称该数列</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2" name="Object 49"/>
          <p:cNvGraphicFramePr>
            <a:graphicFrameLocks noChangeAspect="1"/>
          </p:cNvGraphicFramePr>
          <p:nvPr/>
        </p:nvGraphicFramePr>
        <p:xfrm>
          <a:off x="3871012" y="1906768"/>
          <a:ext cx="634680" cy="482400"/>
        </p:xfrm>
        <a:graphic>
          <a:graphicData uri="http://schemas.openxmlformats.org/presentationml/2006/ole">
            <mc:AlternateContent xmlns:mc="http://schemas.openxmlformats.org/markup-compatibility/2006">
              <mc:Choice xmlns:v="urn:schemas-microsoft-com:vml" Requires="v">
                <p:oleObj spid="_x0000_s3577" name="Equation" r:id="rId27" imgW="15240000" imgH="11582400" progId="Equation.DSMT4">
                  <p:embed/>
                </p:oleObj>
              </mc:Choice>
              <mc:Fallback>
                <p:oleObj name="Equation" r:id="rId27" imgW="15240000" imgH="11582400" progId="Equation.DSMT4">
                  <p:embed/>
                  <p:pic>
                    <p:nvPicPr>
                      <p:cNvPr id="0" name="图片 3576"/>
                      <p:cNvPicPr>
                        <a:picLocks noChangeAspect="1"/>
                      </p:cNvPicPr>
                      <p:nvPr/>
                    </p:nvPicPr>
                    <p:blipFill>
                      <a:blip r:embed="rId28">
                        <a:biLevel thresh="50000"/>
                        <a:grayscl/>
                      </a:blip>
                      <a:stretch>
                        <a:fillRect/>
                      </a:stretch>
                    </p:blipFill>
                    <p:spPr>
                      <a:xfrm>
                        <a:off x="3871012" y="1906768"/>
                        <a:ext cx="634680" cy="482400"/>
                      </a:xfrm>
                      <a:prstGeom prst="rect">
                        <a:avLst/>
                      </a:prstGeom>
                      <a:noFill/>
                      <a:ln w="9525">
                        <a:noFill/>
                      </a:ln>
                    </p:spPr>
                  </p:pic>
                </p:oleObj>
              </mc:Fallback>
            </mc:AlternateContent>
          </a:graphicData>
        </a:graphic>
      </p:graphicFrame>
      <p:sp>
        <p:nvSpPr>
          <p:cNvPr id="45" name="Text Box 52"/>
          <p:cNvSpPr txBox="1">
            <a:spLocks noChangeArrowheads="1"/>
          </p:cNvSpPr>
          <p:nvPr/>
        </p:nvSpPr>
        <p:spPr bwMode="auto">
          <a:xfrm>
            <a:off x="4529455" y="1881188"/>
            <a:ext cx="2057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的极限为 </a:t>
            </a:r>
            <a:r>
              <a:rPr kumimoji="1" lang="en-US" altLang="zh-CN" sz="2800" b="1" i="1">
                <a:latin typeface="Times New Roman" panose="02020603050405020304" pitchFamily="18" charset="0"/>
                <a:ea typeface="黑体" panose="02010609060101010101" pitchFamily="49" charset="-122"/>
                <a:cs typeface="Times New Roman" panose="02020603050405020304" pitchFamily="18" charset="0"/>
              </a:rPr>
              <a:t>a</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500"/>
                                        <p:tgtEl>
                                          <p:spTgt spid="3"/>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par>
                          <p:cTn id="38" fill="hold">
                            <p:stCondLst>
                              <p:cond delay="1000"/>
                            </p:stCondLst>
                            <p:childTnLst>
                              <p:par>
                                <p:cTn id="39" presetID="22" presetClass="entr" presetSubtype="8" fill="hold" nodeType="after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wipe(left)">
                                      <p:cBhvr>
                                        <p:cTn id="41" dur="500"/>
                                        <p:tgtEl>
                                          <p:spTgt spid="4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41">
                                            <p:txEl>
                                              <p:pRg st="4294967295" end="4294967295"/>
                                            </p:txEl>
                                          </p:spTgt>
                                        </p:tgtEl>
                                        <p:attrNameLst>
                                          <p:attrName>style.visibility</p:attrName>
                                        </p:attrNameLst>
                                      </p:cBhvr>
                                      <p:to>
                                        <p:strVal val="visible"/>
                                      </p:to>
                                    </p:set>
                                    <p:animEffect transition="in" filter="wipe(left)">
                                      <p:cBhvr>
                                        <p:cTn id="46" dur="500"/>
                                        <p:tgtEl>
                                          <p:spTgt spid="41">
                                            <p:txEl>
                                              <p:pRg st="4294967295" end="429496729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41">
                                            <p:txEl>
                                              <p:pRg st="4294967295" end="4294967295"/>
                                            </p:txEl>
                                          </p:spTgt>
                                        </p:tgtEl>
                                        <p:attrNameLst>
                                          <p:attrName>style.visibility</p:attrName>
                                        </p:attrNameLst>
                                      </p:cBhvr>
                                      <p:to>
                                        <p:strVal val="visible"/>
                                      </p:to>
                                    </p:set>
                                    <p:animEffect transition="in" filter="wipe(left)">
                                      <p:cBhvr>
                                        <p:cTn id="51" dur="500"/>
                                        <p:tgtEl>
                                          <p:spTgt spid="41">
                                            <p:txEl>
                                              <p:pRg st="4294967295" end="429496729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41">
                                            <p:txEl>
                                              <p:pRg st="4294967295" end="4294967295"/>
                                            </p:txEl>
                                          </p:spTgt>
                                        </p:tgtEl>
                                        <p:attrNameLst>
                                          <p:attrName>style.visibility</p:attrName>
                                        </p:attrNameLst>
                                      </p:cBhvr>
                                      <p:to>
                                        <p:strVal val="visible"/>
                                      </p:to>
                                    </p:set>
                                    <p:animEffect transition="in" filter="wipe(left)">
                                      <p:cBhvr>
                                        <p:cTn id="56" dur="500"/>
                                        <p:tgtEl>
                                          <p:spTgt spid="41">
                                            <p:txEl>
                                              <p:pRg st="4294967295" end="429496729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41">
                                            <p:txEl>
                                              <p:pRg st="0" end="0"/>
                                            </p:txEl>
                                          </p:spTgt>
                                        </p:tgtEl>
                                        <p:attrNameLst>
                                          <p:attrName>style.visibility</p:attrName>
                                        </p:attrNameLst>
                                      </p:cBhvr>
                                      <p:to>
                                        <p:strVal val="visible"/>
                                      </p:to>
                                    </p:set>
                                    <p:animEffect transition="in" filter="wipe(left)">
                                      <p:cBhvr>
                                        <p:cTn id="61" dur="500"/>
                                        <p:tgtEl>
                                          <p:spTgt spid="41">
                                            <p:txEl>
                                              <p:pRg st="0" end="0"/>
                                            </p:txEl>
                                          </p:spTgt>
                                        </p:tgtEl>
                                      </p:cBhvr>
                                    </p:animEffect>
                                  </p:childTnLst>
                                </p:cTn>
                              </p:par>
                            </p:childTnLst>
                          </p:cTn>
                        </p:par>
                        <p:par>
                          <p:cTn id="62" fill="hold">
                            <p:stCondLst>
                              <p:cond delay="500"/>
                            </p:stCondLst>
                            <p:childTnLst>
                              <p:par>
                                <p:cTn id="63" presetID="22" presetClass="entr" presetSubtype="8" fill="hold" nodeType="afterEffect">
                                  <p:stCondLst>
                                    <p:cond delay="0"/>
                                  </p:stCondLst>
                                  <p:childTnLst>
                                    <p:set>
                                      <p:cBhvr>
                                        <p:cTn id="64" dur="1" fill="hold">
                                          <p:stCondLst>
                                            <p:cond delay="0"/>
                                          </p:stCondLst>
                                        </p:cTn>
                                        <p:tgtEl>
                                          <p:spTgt spid="42"/>
                                        </p:tgtEl>
                                        <p:attrNameLst>
                                          <p:attrName>style.visibility</p:attrName>
                                        </p:attrNameLst>
                                      </p:cBhvr>
                                      <p:to>
                                        <p:strVal val="visible"/>
                                      </p:to>
                                    </p:set>
                                    <p:animEffect transition="in" filter="wipe(left)">
                                      <p:cBhvr>
                                        <p:cTn id="65" dur="500"/>
                                        <p:tgtEl>
                                          <p:spTgt spid="42"/>
                                        </p:tgtEl>
                                      </p:cBhvr>
                                    </p:animEffect>
                                  </p:childTnLst>
                                </p:cTn>
                              </p:par>
                            </p:childTnLst>
                          </p:cTn>
                        </p:par>
                        <p:par>
                          <p:cTn id="66" fill="hold">
                            <p:stCondLst>
                              <p:cond delay="1000"/>
                            </p:stCondLst>
                            <p:childTnLst>
                              <p:par>
                                <p:cTn id="67" presetID="22" presetClass="entr" presetSubtype="8" fill="hold" grpId="0" nodeType="afterEffect">
                                  <p:stCondLst>
                                    <p:cond delay="0"/>
                                  </p:stCondLst>
                                  <p:childTnLst>
                                    <p:set>
                                      <p:cBhvr>
                                        <p:cTn id="68" dur="1" fill="hold">
                                          <p:stCondLst>
                                            <p:cond delay="0"/>
                                          </p:stCondLst>
                                        </p:cTn>
                                        <p:tgtEl>
                                          <p:spTgt spid="45">
                                            <p:txEl>
                                              <p:pRg st="4294967295" end="4294967295"/>
                                            </p:txEl>
                                          </p:spTgt>
                                        </p:tgtEl>
                                        <p:attrNameLst>
                                          <p:attrName>style.visibility</p:attrName>
                                        </p:attrNameLst>
                                      </p:cBhvr>
                                      <p:to>
                                        <p:strVal val="visible"/>
                                      </p:to>
                                    </p:set>
                                    <p:animEffect transition="in" filter="wipe(left)">
                                      <p:cBhvr>
                                        <p:cTn id="69" dur="500"/>
                                        <p:tgtEl>
                                          <p:spTgt spid="45">
                                            <p:txEl>
                                              <p:pRg st="4294967295" end="4294967295"/>
                                            </p:txEl>
                                          </p:spTgt>
                                        </p:tgtEl>
                                      </p:cBhvr>
                                    </p:animEffect>
                                  </p:childTnLst>
                                </p:cTn>
                              </p:par>
                            </p:childTnLst>
                          </p:cTn>
                        </p:par>
                        <p:par>
                          <p:cTn id="70" fill="hold">
                            <p:stCondLst>
                              <p:cond delay="1500"/>
                            </p:stCondLst>
                            <p:childTnLst>
                              <p:par>
                                <p:cTn id="71" presetID="22" presetClass="entr" presetSubtype="8" fill="hold" grpId="0" nodeType="afterEffect">
                                  <p:stCondLst>
                                    <p:cond delay="0"/>
                                  </p:stCondLst>
                                  <p:childTnLst>
                                    <p:set>
                                      <p:cBhvr>
                                        <p:cTn id="72" dur="1" fill="hold">
                                          <p:stCondLst>
                                            <p:cond delay="0"/>
                                          </p:stCondLst>
                                        </p:cTn>
                                        <p:tgtEl>
                                          <p:spTgt spid="45">
                                            <p:txEl>
                                              <p:pRg st="4294967295" end="4294967295"/>
                                            </p:txEl>
                                          </p:spTgt>
                                        </p:tgtEl>
                                        <p:attrNameLst>
                                          <p:attrName>style.visibility</p:attrName>
                                        </p:attrNameLst>
                                      </p:cBhvr>
                                      <p:to>
                                        <p:strVal val="visible"/>
                                      </p:to>
                                    </p:set>
                                    <p:animEffect transition="in" filter="wipe(left)">
                                      <p:cBhvr>
                                        <p:cTn id="73" dur="500"/>
                                        <p:tgtEl>
                                          <p:spTgt spid="45">
                                            <p:txEl>
                                              <p:pRg st="4294967295" end="4294967295"/>
                                            </p:txEl>
                                          </p:spTgt>
                                        </p:tgtEl>
                                      </p:cBhvr>
                                    </p:animEffect>
                                  </p:childTnLst>
                                </p:cTn>
                              </p:par>
                            </p:childTnLst>
                          </p:cTn>
                        </p:par>
                        <p:par>
                          <p:cTn id="74" fill="hold">
                            <p:stCondLst>
                              <p:cond delay="2000"/>
                            </p:stCondLst>
                            <p:childTnLst>
                              <p:par>
                                <p:cTn id="75" presetID="22" presetClass="entr" presetSubtype="8" fill="hold" grpId="0" nodeType="afterEffect">
                                  <p:stCondLst>
                                    <p:cond delay="0"/>
                                  </p:stCondLst>
                                  <p:childTnLst>
                                    <p:set>
                                      <p:cBhvr>
                                        <p:cTn id="76" dur="1" fill="hold">
                                          <p:stCondLst>
                                            <p:cond delay="0"/>
                                          </p:stCondLst>
                                        </p:cTn>
                                        <p:tgtEl>
                                          <p:spTgt spid="45">
                                            <p:txEl>
                                              <p:pRg st="4294967295" end="4294967295"/>
                                            </p:txEl>
                                          </p:spTgt>
                                        </p:tgtEl>
                                        <p:attrNameLst>
                                          <p:attrName>style.visibility</p:attrName>
                                        </p:attrNameLst>
                                      </p:cBhvr>
                                      <p:to>
                                        <p:strVal val="visible"/>
                                      </p:to>
                                    </p:set>
                                    <p:animEffect transition="in" filter="wipe(left)">
                                      <p:cBhvr>
                                        <p:cTn id="77" dur="500"/>
                                        <p:tgtEl>
                                          <p:spTgt spid="45">
                                            <p:txEl>
                                              <p:pRg st="4294967295" end="4294967295"/>
                                            </p:txEl>
                                          </p:spTgt>
                                        </p:tgtEl>
                                      </p:cBhvr>
                                    </p:animEffect>
                                  </p:childTnLst>
                                </p:cTn>
                              </p:par>
                            </p:childTnLst>
                          </p:cTn>
                        </p:par>
                        <p:par>
                          <p:cTn id="78" fill="hold">
                            <p:stCondLst>
                              <p:cond delay="2500"/>
                            </p:stCondLst>
                            <p:childTnLst>
                              <p:par>
                                <p:cTn id="79" presetID="22" presetClass="entr" presetSubtype="8" fill="hold" grpId="0" nodeType="afterEffect">
                                  <p:stCondLst>
                                    <p:cond delay="0"/>
                                  </p:stCondLst>
                                  <p:childTnLst>
                                    <p:set>
                                      <p:cBhvr>
                                        <p:cTn id="80" dur="1" fill="hold">
                                          <p:stCondLst>
                                            <p:cond delay="0"/>
                                          </p:stCondLst>
                                        </p:cTn>
                                        <p:tgtEl>
                                          <p:spTgt spid="45">
                                            <p:txEl>
                                              <p:pRg st="0" end="0"/>
                                            </p:txEl>
                                          </p:spTgt>
                                        </p:tgtEl>
                                        <p:attrNameLst>
                                          <p:attrName>style.visibility</p:attrName>
                                        </p:attrNameLst>
                                      </p:cBhvr>
                                      <p:to>
                                        <p:strVal val="visible"/>
                                      </p:to>
                                    </p:set>
                                    <p:animEffect transition="in" filter="wipe(left)">
                                      <p:cBhvr>
                                        <p:cTn id="81" dur="500"/>
                                        <p:tgtEl>
                                          <p:spTgt spid="45">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12"/>
                                        </p:tgtEl>
                                        <p:attrNameLst>
                                          <p:attrName>style.visibility</p:attrName>
                                        </p:attrNameLst>
                                      </p:cBhvr>
                                      <p:to>
                                        <p:strVal val="visible"/>
                                      </p:to>
                                    </p:set>
                                    <p:animEffect transition="in" filter="wipe(left)">
                                      <p:cBhvr>
                                        <p:cTn id="86" dur="500"/>
                                        <p:tgtEl>
                                          <p:spTgt spid="12"/>
                                        </p:tgtEl>
                                      </p:cBhvr>
                                    </p:animEffect>
                                  </p:childTnLst>
                                </p:cTn>
                              </p:par>
                            </p:childTnLst>
                          </p:cTn>
                        </p:par>
                        <p:par>
                          <p:cTn id="87" fill="hold">
                            <p:stCondLst>
                              <p:cond delay="500"/>
                            </p:stCondLst>
                            <p:childTnLst>
                              <p:par>
                                <p:cTn id="88" presetID="22" presetClass="entr" presetSubtype="8" fill="hold" nodeType="after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wipe(left)">
                                      <p:cBhvr>
                                        <p:cTn id="90" dur="500"/>
                                        <p:tgtEl>
                                          <p:spTgt spid="29"/>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wipe(left)">
                                      <p:cBhvr>
                                        <p:cTn id="95" dur="500"/>
                                        <p:tgtEl>
                                          <p:spTgt spid="30"/>
                                        </p:tgtEl>
                                      </p:cBhvr>
                                    </p:animEffect>
                                  </p:childTnLst>
                                </p:cTn>
                              </p:par>
                            </p:childTnLst>
                          </p:cTn>
                        </p:par>
                        <p:par>
                          <p:cTn id="96" fill="hold">
                            <p:stCondLst>
                              <p:cond delay="500"/>
                            </p:stCondLst>
                            <p:childTnLst>
                              <p:par>
                                <p:cTn id="97" presetID="22" presetClass="entr" presetSubtype="8" fill="hold" nodeType="after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wipe(left)">
                                      <p:cBhvr>
                                        <p:cTn id="99" dur="500"/>
                                        <p:tgtEl>
                                          <p:spTgt spid="31"/>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3"/>
                                        </p:tgtEl>
                                        <p:attrNameLst>
                                          <p:attrName>style.visibility</p:attrName>
                                        </p:attrNameLst>
                                      </p:cBhvr>
                                      <p:to>
                                        <p:strVal val="visible"/>
                                      </p:to>
                                    </p:set>
                                    <p:animEffect transition="in" filter="wipe(left)">
                                      <p:cBhvr>
                                        <p:cTn id="104" dur="500"/>
                                        <p:tgtEl>
                                          <p:spTgt spid="13"/>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4"/>
                                        </p:tgtEl>
                                        <p:attrNameLst>
                                          <p:attrName>style.visibility</p:attrName>
                                        </p:attrNameLst>
                                      </p:cBhvr>
                                      <p:to>
                                        <p:strVal val="visible"/>
                                      </p:to>
                                    </p:set>
                                    <p:animEffect transition="in" filter="wipe(left)">
                                      <p:cBhvr>
                                        <p:cTn id="109" dur="500"/>
                                        <p:tgtEl>
                                          <p:spTgt spid="14"/>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15"/>
                                        </p:tgtEl>
                                        <p:attrNameLst>
                                          <p:attrName>style.visibility</p:attrName>
                                        </p:attrNameLst>
                                      </p:cBhvr>
                                      <p:to>
                                        <p:strVal val="visible"/>
                                      </p:to>
                                    </p:set>
                                    <p:animEffect transition="in" filter="wipe(left)">
                                      <p:cBhvr>
                                        <p:cTn id="114" dur="500"/>
                                        <p:tgtEl>
                                          <p:spTgt spid="15"/>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19"/>
                                        </p:tgtEl>
                                        <p:attrNameLst>
                                          <p:attrName>style.visibility</p:attrName>
                                        </p:attrNameLst>
                                      </p:cBhvr>
                                      <p:to>
                                        <p:strVal val="visible"/>
                                      </p:to>
                                    </p:set>
                                    <p:animEffect transition="in" filter="wipe(left)">
                                      <p:cBhvr>
                                        <p:cTn id="119" dur="500"/>
                                        <p:tgtEl>
                                          <p:spTgt spid="19"/>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33"/>
                                        </p:tgtEl>
                                        <p:attrNameLst>
                                          <p:attrName>style.visibility</p:attrName>
                                        </p:attrNameLst>
                                      </p:cBhvr>
                                      <p:to>
                                        <p:strVal val="visible"/>
                                      </p:to>
                                    </p:set>
                                    <p:animEffect transition="in" filter="wipe(left)">
                                      <p:cBhvr>
                                        <p:cTn id="124" dur="500"/>
                                        <p:tgtEl>
                                          <p:spTgt spid="33"/>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nodeType="clickEffect">
                                  <p:stCondLst>
                                    <p:cond delay="0"/>
                                  </p:stCondLst>
                                  <p:childTnLst>
                                    <p:set>
                                      <p:cBhvr>
                                        <p:cTn id="128" dur="1" fill="hold">
                                          <p:stCondLst>
                                            <p:cond delay="0"/>
                                          </p:stCondLst>
                                        </p:cTn>
                                        <p:tgtEl>
                                          <p:spTgt spid="37"/>
                                        </p:tgtEl>
                                        <p:attrNameLst>
                                          <p:attrName>style.visibility</p:attrName>
                                        </p:attrNameLst>
                                      </p:cBhvr>
                                      <p:to>
                                        <p:strVal val="visible"/>
                                      </p:to>
                                    </p:set>
                                    <p:animEffect transition="in" filter="wipe(left)">
                                      <p:cBhvr>
                                        <p:cTn id="129" dur="500"/>
                                        <p:tgtEl>
                                          <p:spTgt spid="37"/>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32"/>
                                        </p:tgtEl>
                                        <p:attrNameLst>
                                          <p:attrName>style.visibility</p:attrName>
                                        </p:attrNameLst>
                                      </p:cBhvr>
                                      <p:to>
                                        <p:strVal val="visible"/>
                                      </p:to>
                                    </p:set>
                                    <p:animEffect transition="in" filter="wipe(left)">
                                      <p:cBhvr>
                                        <p:cTn id="134" dur="500"/>
                                        <p:tgtEl>
                                          <p:spTgt spid="32"/>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grpId="0" nodeType="clickEffect">
                                  <p:stCondLst>
                                    <p:cond delay="0"/>
                                  </p:stCondLst>
                                  <p:childTnLst>
                                    <p:set>
                                      <p:cBhvr>
                                        <p:cTn id="138" dur="1" fill="hold">
                                          <p:stCondLst>
                                            <p:cond delay="0"/>
                                          </p:stCondLst>
                                        </p:cTn>
                                        <p:tgtEl>
                                          <p:spTgt spid="36"/>
                                        </p:tgtEl>
                                        <p:attrNameLst>
                                          <p:attrName>style.visibility</p:attrName>
                                        </p:attrNameLst>
                                      </p:cBhvr>
                                      <p:to>
                                        <p:strVal val="visible"/>
                                      </p:to>
                                    </p:set>
                                    <p:animEffect transition="in" filter="wipe(left)">
                                      <p:cBhvr>
                                        <p:cTn id="13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bldLvl="0" animBg="1" autoUpdateAnimBg="0"/>
      <p:bldP spid="7" grpId="0" bldLvl="0" animBg="1" autoUpdateAnimBg="0"/>
      <p:bldP spid="10" grpId="0" bldLvl="0" animBg="1" autoUpdateAnimBg="0"/>
      <p:bldP spid="11" grpId="0" bldLvl="0" animBg="1" autoUpdateAnimBg="0"/>
      <p:bldP spid="12" grpId="0" bldLvl="0" animBg="1" autoUpdateAnimBg="0"/>
      <p:bldP spid="13" grpId="0" bldLvl="0" animBg="1" autoUpdateAnimBg="0"/>
      <p:bldP spid="14" grpId="0" bldLvl="0" animBg="1" autoUpdateAnimBg="0"/>
      <p:bldP spid="30" grpId="0" bldLvl="0" animBg="1" autoUpdateAnimBg="0"/>
      <p:bldP spid="32" grpId="0" bldLvl="0" animBg="1"/>
      <p:bldP spid="36" grpId="0" bldLvl="0" animBg="1"/>
      <p:bldP spid="41" grpId="0" autoUpdateAnimBg="0" build="p"/>
      <p:bldP spid="45" grpId="0" advAuto="0" autoUpdateAnimBg="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0447" name="Group 31"/>
          <p:cNvGrpSpPr/>
          <p:nvPr/>
        </p:nvGrpSpPr>
        <p:grpSpPr>
          <a:xfrm>
            <a:off x="7187883" y="940118"/>
            <a:ext cx="2133600" cy="2133600"/>
            <a:chOff x="3330" y="1343"/>
            <a:chExt cx="1344" cy="1344"/>
          </a:xfrm>
        </p:grpSpPr>
        <p:sp>
          <p:nvSpPr>
            <p:cNvPr id="34819" name="Freeform 32"/>
            <p:cNvSpPr/>
            <p:nvPr/>
          </p:nvSpPr>
          <p:spPr>
            <a:xfrm>
              <a:off x="4020" y="1535"/>
              <a:ext cx="654" cy="468"/>
            </a:xfrm>
            <a:custGeom>
              <a:avLst/>
              <a:gdLst/>
              <a:ahLst/>
              <a:cxnLst>
                <a:cxn ang="0">
                  <a:pos x="6" y="162"/>
                </a:cxn>
                <a:cxn ang="0">
                  <a:pos x="24" y="288"/>
                </a:cxn>
                <a:cxn ang="0">
                  <a:pos x="42" y="342"/>
                </a:cxn>
                <a:cxn ang="0">
                  <a:pos x="66" y="372"/>
                </a:cxn>
                <a:cxn ang="0">
                  <a:pos x="84" y="390"/>
                </a:cxn>
                <a:cxn ang="0">
                  <a:pos x="102" y="408"/>
                </a:cxn>
                <a:cxn ang="0">
                  <a:pos x="120" y="414"/>
                </a:cxn>
                <a:cxn ang="0">
                  <a:pos x="138" y="426"/>
                </a:cxn>
                <a:cxn ang="0">
                  <a:pos x="156" y="432"/>
                </a:cxn>
                <a:cxn ang="0">
                  <a:pos x="174" y="432"/>
                </a:cxn>
                <a:cxn ang="0">
                  <a:pos x="192" y="438"/>
                </a:cxn>
                <a:cxn ang="0">
                  <a:pos x="216" y="444"/>
                </a:cxn>
                <a:cxn ang="0">
                  <a:pos x="234" y="444"/>
                </a:cxn>
                <a:cxn ang="0">
                  <a:pos x="252" y="444"/>
                </a:cxn>
                <a:cxn ang="0">
                  <a:pos x="270" y="450"/>
                </a:cxn>
                <a:cxn ang="0">
                  <a:pos x="288" y="450"/>
                </a:cxn>
                <a:cxn ang="0">
                  <a:pos x="306" y="450"/>
                </a:cxn>
                <a:cxn ang="0">
                  <a:pos x="324" y="456"/>
                </a:cxn>
                <a:cxn ang="0">
                  <a:pos x="348" y="456"/>
                </a:cxn>
                <a:cxn ang="0">
                  <a:pos x="366" y="456"/>
                </a:cxn>
                <a:cxn ang="0">
                  <a:pos x="384" y="456"/>
                </a:cxn>
                <a:cxn ang="0">
                  <a:pos x="402" y="456"/>
                </a:cxn>
                <a:cxn ang="0">
                  <a:pos x="420" y="462"/>
                </a:cxn>
                <a:cxn ang="0">
                  <a:pos x="438" y="462"/>
                </a:cxn>
                <a:cxn ang="0">
                  <a:pos x="456" y="462"/>
                </a:cxn>
                <a:cxn ang="0">
                  <a:pos x="474" y="462"/>
                </a:cxn>
                <a:cxn ang="0">
                  <a:pos x="498" y="462"/>
                </a:cxn>
                <a:cxn ang="0">
                  <a:pos x="516" y="462"/>
                </a:cxn>
                <a:cxn ang="0">
                  <a:pos x="534" y="462"/>
                </a:cxn>
                <a:cxn ang="0">
                  <a:pos x="552" y="462"/>
                </a:cxn>
                <a:cxn ang="0">
                  <a:pos x="570" y="462"/>
                </a:cxn>
                <a:cxn ang="0">
                  <a:pos x="588" y="468"/>
                </a:cxn>
                <a:cxn ang="0">
                  <a:pos x="606" y="468"/>
                </a:cxn>
                <a:cxn ang="0">
                  <a:pos x="624" y="468"/>
                </a:cxn>
                <a:cxn ang="0">
                  <a:pos x="648" y="468"/>
                </a:cxn>
              </a:cxnLst>
              <a:pathLst>
                <a:path w="654" h="468">
                  <a:moveTo>
                    <a:pt x="0" y="0"/>
                  </a:moveTo>
                  <a:lnTo>
                    <a:pt x="6" y="162"/>
                  </a:lnTo>
                  <a:lnTo>
                    <a:pt x="18" y="240"/>
                  </a:lnTo>
                  <a:lnTo>
                    <a:pt x="24" y="288"/>
                  </a:lnTo>
                  <a:lnTo>
                    <a:pt x="36" y="318"/>
                  </a:lnTo>
                  <a:lnTo>
                    <a:pt x="42" y="342"/>
                  </a:lnTo>
                  <a:lnTo>
                    <a:pt x="54" y="360"/>
                  </a:lnTo>
                  <a:lnTo>
                    <a:pt x="66" y="372"/>
                  </a:lnTo>
                  <a:lnTo>
                    <a:pt x="72" y="384"/>
                  </a:lnTo>
                  <a:lnTo>
                    <a:pt x="84" y="390"/>
                  </a:lnTo>
                  <a:lnTo>
                    <a:pt x="90" y="402"/>
                  </a:lnTo>
                  <a:lnTo>
                    <a:pt x="102" y="408"/>
                  </a:lnTo>
                  <a:lnTo>
                    <a:pt x="108" y="414"/>
                  </a:lnTo>
                  <a:lnTo>
                    <a:pt x="120" y="414"/>
                  </a:lnTo>
                  <a:lnTo>
                    <a:pt x="132" y="420"/>
                  </a:lnTo>
                  <a:lnTo>
                    <a:pt x="138" y="426"/>
                  </a:lnTo>
                  <a:lnTo>
                    <a:pt x="150" y="426"/>
                  </a:lnTo>
                  <a:lnTo>
                    <a:pt x="156" y="432"/>
                  </a:lnTo>
                  <a:lnTo>
                    <a:pt x="168" y="432"/>
                  </a:lnTo>
                  <a:lnTo>
                    <a:pt x="174" y="432"/>
                  </a:lnTo>
                  <a:lnTo>
                    <a:pt x="186" y="438"/>
                  </a:lnTo>
                  <a:lnTo>
                    <a:pt x="192" y="438"/>
                  </a:lnTo>
                  <a:lnTo>
                    <a:pt x="204" y="438"/>
                  </a:lnTo>
                  <a:lnTo>
                    <a:pt x="216" y="444"/>
                  </a:lnTo>
                  <a:lnTo>
                    <a:pt x="222" y="444"/>
                  </a:lnTo>
                  <a:lnTo>
                    <a:pt x="234" y="444"/>
                  </a:lnTo>
                  <a:lnTo>
                    <a:pt x="240" y="444"/>
                  </a:lnTo>
                  <a:lnTo>
                    <a:pt x="252" y="444"/>
                  </a:lnTo>
                  <a:lnTo>
                    <a:pt x="258" y="450"/>
                  </a:lnTo>
                  <a:lnTo>
                    <a:pt x="270" y="450"/>
                  </a:lnTo>
                  <a:lnTo>
                    <a:pt x="282" y="450"/>
                  </a:lnTo>
                  <a:lnTo>
                    <a:pt x="288" y="450"/>
                  </a:lnTo>
                  <a:lnTo>
                    <a:pt x="300" y="450"/>
                  </a:lnTo>
                  <a:lnTo>
                    <a:pt x="306" y="450"/>
                  </a:lnTo>
                  <a:lnTo>
                    <a:pt x="318" y="456"/>
                  </a:lnTo>
                  <a:lnTo>
                    <a:pt x="324" y="456"/>
                  </a:lnTo>
                  <a:lnTo>
                    <a:pt x="336" y="456"/>
                  </a:lnTo>
                  <a:lnTo>
                    <a:pt x="348" y="456"/>
                  </a:lnTo>
                  <a:lnTo>
                    <a:pt x="354" y="456"/>
                  </a:lnTo>
                  <a:lnTo>
                    <a:pt x="366" y="456"/>
                  </a:lnTo>
                  <a:lnTo>
                    <a:pt x="372" y="456"/>
                  </a:lnTo>
                  <a:lnTo>
                    <a:pt x="384" y="456"/>
                  </a:lnTo>
                  <a:lnTo>
                    <a:pt x="390" y="456"/>
                  </a:lnTo>
                  <a:lnTo>
                    <a:pt x="402" y="456"/>
                  </a:lnTo>
                  <a:lnTo>
                    <a:pt x="408" y="462"/>
                  </a:lnTo>
                  <a:lnTo>
                    <a:pt x="420" y="462"/>
                  </a:lnTo>
                  <a:lnTo>
                    <a:pt x="432" y="462"/>
                  </a:lnTo>
                  <a:lnTo>
                    <a:pt x="438" y="462"/>
                  </a:lnTo>
                  <a:lnTo>
                    <a:pt x="450" y="462"/>
                  </a:lnTo>
                  <a:lnTo>
                    <a:pt x="456" y="462"/>
                  </a:lnTo>
                  <a:lnTo>
                    <a:pt x="468" y="462"/>
                  </a:lnTo>
                  <a:lnTo>
                    <a:pt x="474" y="462"/>
                  </a:lnTo>
                  <a:lnTo>
                    <a:pt x="486" y="462"/>
                  </a:lnTo>
                  <a:lnTo>
                    <a:pt x="498" y="462"/>
                  </a:lnTo>
                  <a:lnTo>
                    <a:pt x="504" y="462"/>
                  </a:lnTo>
                  <a:lnTo>
                    <a:pt x="516" y="462"/>
                  </a:lnTo>
                  <a:lnTo>
                    <a:pt x="522" y="462"/>
                  </a:lnTo>
                  <a:lnTo>
                    <a:pt x="534" y="462"/>
                  </a:lnTo>
                  <a:lnTo>
                    <a:pt x="540" y="462"/>
                  </a:lnTo>
                  <a:lnTo>
                    <a:pt x="552" y="462"/>
                  </a:lnTo>
                  <a:lnTo>
                    <a:pt x="558" y="462"/>
                  </a:lnTo>
                  <a:lnTo>
                    <a:pt x="570" y="462"/>
                  </a:lnTo>
                  <a:lnTo>
                    <a:pt x="582" y="462"/>
                  </a:lnTo>
                  <a:lnTo>
                    <a:pt x="588" y="468"/>
                  </a:lnTo>
                  <a:lnTo>
                    <a:pt x="600" y="468"/>
                  </a:lnTo>
                  <a:lnTo>
                    <a:pt x="606" y="468"/>
                  </a:lnTo>
                  <a:lnTo>
                    <a:pt x="618" y="468"/>
                  </a:lnTo>
                  <a:lnTo>
                    <a:pt x="624" y="468"/>
                  </a:lnTo>
                  <a:lnTo>
                    <a:pt x="636" y="468"/>
                  </a:lnTo>
                  <a:lnTo>
                    <a:pt x="648" y="468"/>
                  </a:lnTo>
                  <a:lnTo>
                    <a:pt x="654" y="468"/>
                  </a:lnTo>
                </a:path>
              </a:pathLst>
            </a:custGeom>
            <a:noFill/>
            <a:ln w="12700" cap="flat" cmpd="sng">
              <a:solidFill>
                <a:srgbClr val="0000FF"/>
              </a:solidFill>
              <a:prstDash val="solid"/>
              <a:round/>
              <a:headEnd type="none" w="med" len="med"/>
              <a:tailEnd type="none" w="med" len="med"/>
            </a:ln>
          </p:spPr>
          <p:txBody>
            <a:bodyPr/>
            <a:p>
              <a:endParaRPr lang="zh-CN" altLang="en-US"/>
            </a:p>
          </p:txBody>
        </p:sp>
        <p:sp>
          <p:nvSpPr>
            <p:cNvPr id="34820" name="Freeform 33"/>
            <p:cNvSpPr/>
            <p:nvPr/>
          </p:nvSpPr>
          <p:spPr>
            <a:xfrm>
              <a:off x="3330" y="2027"/>
              <a:ext cx="648" cy="468"/>
            </a:xfrm>
            <a:custGeom>
              <a:avLst/>
              <a:gdLst/>
              <a:ahLst/>
              <a:cxnLst>
                <a:cxn ang="0">
                  <a:pos x="642" y="306"/>
                </a:cxn>
                <a:cxn ang="0">
                  <a:pos x="624" y="180"/>
                </a:cxn>
                <a:cxn ang="0">
                  <a:pos x="606" y="126"/>
                </a:cxn>
                <a:cxn ang="0">
                  <a:pos x="582" y="96"/>
                </a:cxn>
                <a:cxn ang="0">
                  <a:pos x="564" y="78"/>
                </a:cxn>
                <a:cxn ang="0">
                  <a:pos x="546" y="60"/>
                </a:cxn>
                <a:cxn ang="0">
                  <a:pos x="528" y="54"/>
                </a:cxn>
                <a:cxn ang="0">
                  <a:pos x="510" y="42"/>
                </a:cxn>
                <a:cxn ang="0">
                  <a:pos x="492" y="36"/>
                </a:cxn>
                <a:cxn ang="0">
                  <a:pos x="474" y="36"/>
                </a:cxn>
                <a:cxn ang="0">
                  <a:pos x="456" y="30"/>
                </a:cxn>
                <a:cxn ang="0">
                  <a:pos x="432" y="24"/>
                </a:cxn>
                <a:cxn ang="0">
                  <a:pos x="414" y="24"/>
                </a:cxn>
                <a:cxn ang="0">
                  <a:pos x="396" y="24"/>
                </a:cxn>
                <a:cxn ang="0">
                  <a:pos x="378" y="18"/>
                </a:cxn>
                <a:cxn ang="0">
                  <a:pos x="360" y="18"/>
                </a:cxn>
                <a:cxn ang="0">
                  <a:pos x="342" y="18"/>
                </a:cxn>
                <a:cxn ang="0">
                  <a:pos x="324" y="12"/>
                </a:cxn>
                <a:cxn ang="0">
                  <a:pos x="300" y="12"/>
                </a:cxn>
                <a:cxn ang="0">
                  <a:pos x="282" y="12"/>
                </a:cxn>
                <a:cxn ang="0">
                  <a:pos x="264" y="12"/>
                </a:cxn>
                <a:cxn ang="0">
                  <a:pos x="246" y="12"/>
                </a:cxn>
                <a:cxn ang="0">
                  <a:pos x="228" y="6"/>
                </a:cxn>
                <a:cxn ang="0">
                  <a:pos x="210" y="6"/>
                </a:cxn>
                <a:cxn ang="0">
                  <a:pos x="192" y="6"/>
                </a:cxn>
                <a:cxn ang="0">
                  <a:pos x="174" y="6"/>
                </a:cxn>
                <a:cxn ang="0">
                  <a:pos x="150" y="6"/>
                </a:cxn>
                <a:cxn ang="0">
                  <a:pos x="132" y="6"/>
                </a:cxn>
                <a:cxn ang="0">
                  <a:pos x="114" y="6"/>
                </a:cxn>
                <a:cxn ang="0">
                  <a:pos x="96" y="6"/>
                </a:cxn>
                <a:cxn ang="0">
                  <a:pos x="78" y="6"/>
                </a:cxn>
                <a:cxn ang="0">
                  <a:pos x="60" y="0"/>
                </a:cxn>
                <a:cxn ang="0">
                  <a:pos x="42" y="0"/>
                </a:cxn>
                <a:cxn ang="0">
                  <a:pos x="24" y="0"/>
                </a:cxn>
                <a:cxn ang="0">
                  <a:pos x="6" y="0"/>
                </a:cxn>
              </a:cxnLst>
              <a:pathLst>
                <a:path w="648" h="468">
                  <a:moveTo>
                    <a:pt x="648" y="468"/>
                  </a:moveTo>
                  <a:lnTo>
                    <a:pt x="642" y="306"/>
                  </a:lnTo>
                  <a:lnTo>
                    <a:pt x="630" y="228"/>
                  </a:lnTo>
                  <a:lnTo>
                    <a:pt x="624" y="180"/>
                  </a:lnTo>
                  <a:lnTo>
                    <a:pt x="612" y="150"/>
                  </a:lnTo>
                  <a:lnTo>
                    <a:pt x="606" y="126"/>
                  </a:lnTo>
                  <a:lnTo>
                    <a:pt x="594" y="108"/>
                  </a:lnTo>
                  <a:lnTo>
                    <a:pt x="582" y="96"/>
                  </a:lnTo>
                  <a:lnTo>
                    <a:pt x="576" y="84"/>
                  </a:lnTo>
                  <a:lnTo>
                    <a:pt x="564" y="78"/>
                  </a:lnTo>
                  <a:lnTo>
                    <a:pt x="558" y="66"/>
                  </a:lnTo>
                  <a:lnTo>
                    <a:pt x="546" y="60"/>
                  </a:lnTo>
                  <a:lnTo>
                    <a:pt x="540" y="54"/>
                  </a:lnTo>
                  <a:lnTo>
                    <a:pt x="528" y="54"/>
                  </a:lnTo>
                  <a:lnTo>
                    <a:pt x="516" y="48"/>
                  </a:lnTo>
                  <a:lnTo>
                    <a:pt x="510" y="42"/>
                  </a:lnTo>
                  <a:lnTo>
                    <a:pt x="498" y="42"/>
                  </a:lnTo>
                  <a:lnTo>
                    <a:pt x="492" y="36"/>
                  </a:lnTo>
                  <a:lnTo>
                    <a:pt x="480" y="36"/>
                  </a:lnTo>
                  <a:lnTo>
                    <a:pt x="474" y="36"/>
                  </a:lnTo>
                  <a:lnTo>
                    <a:pt x="462" y="30"/>
                  </a:lnTo>
                  <a:lnTo>
                    <a:pt x="456" y="30"/>
                  </a:lnTo>
                  <a:lnTo>
                    <a:pt x="444" y="30"/>
                  </a:lnTo>
                  <a:lnTo>
                    <a:pt x="432" y="24"/>
                  </a:lnTo>
                  <a:lnTo>
                    <a:pt x="426" y="24"/>
                  </a:lnTo>
                  <a:lnTo>
                    <a:pt x="414" y="24"/>
                  </a:lnTo>
                  <a:lnTo>
                    <a:pt x="408" y="24"/>
                  </a:lnTo>
                  <a:lnTo>
                    <a:pt x="396" y="24"/>
                  </a:lnTo>
                  <a:lnTo>
                    <a:pt x="390" y="18"/>
                  </a:lnTo>
                  <a:lnTo>
                    <a:pt x="378" y="18"/>
                  </a:lnTo>
                  <a:lnTo>
                    <a:pt x="366" y="18"/>
                  </a:lnTo>
                  <a:lnTo>
                    <a:pt x="360" y="18"/>
                  </a:lnTo>
                  <a:lnTo>
                    <a:pt x="348" y="18"/>
                  </a:lnTo>
                  <a:lnTo>
                    <a:pt x="342" y="18"/>
                  </a:lnTo>
                  <a:lnTo>
                    <a:pt x="330" y="12"/>
                  </a:lnTo>
                  <a:lnTo>
                    <a:pt x="324" y="12"/>
                  </a:lnTo>
                  <a:lnTo>
                    <a:pt x="312" y="12"/>
                  </a:lnTo>
                  <a:lnTo>
                    <a:pt x="300" y="12"/>
                  </a:lnTo>
                  <a:lnTo>
                    <a:pt x="294" y="12"/>
                  </a:lnTo>
                  <a:lnTo>
                    <a:pt x="282" y="12"/>
                  </a:lnTo>
                  <a:lnTo>
                    <a:pt x="276" y="12"/>
                  </a:lnTo>
                  <a:lnTo>
                    <a:pt x="264" y="12"/>
                  </a:lnTo>
                  <a:lnTo>
                    <a:pt x="258" y="12"/>
                  </a:lnTo>
                  <a:lnTo>
                    <a:pt x="246" y="12"/>
                  </a:lnTo>
                  <a:lnTo>
                    <a:pt x="240" y="6"/>
                  </a:lnTo>
                  <a:lnTo>
                    <a:pt x="228" y="6"/>
                  </a:lnTo>
                  <a:lnTo>
                    <a:pt x="216" y="6"/>
                  </a:lnTo>
                  <a:lnTo>
                    <a:pt x="210" y="6"/>
                  </a:lnTo>
                  <a:lnTo>
                    <a:pt x="198" y="6"/>
                  </a:lnTo>
                  <a:lnTo>
                    <a:pt x="192" y="6"/>
                  </a:lnTo>
                  <a:lnTo>
                    <a:pt x="180" y="6"/>
                  </a:lnTo>
                  <a:lnTo>
                    <a:pt x="174" y="6"/>
                  </a:lnTo>
                  <a:lnTo>
                    <a:pt x="162" y="6"/>
                  </a:lnTo>
                  <a:lnTo>
                    <a:pt x="150" y="6"/>
                  </a:lnTo>
                  <a:lnTo>
                    <a:pt x="144" y="6"/>
                  </a:lnTo>
                  <a:lnTo>
                    <a:pt x="132" y="6"/>
                  </a:lnTo>
                  <a:lnTo>
                    <a:pt x="126" y="6"/>
                  </a:lnTo>
                  <a:lnTo>
                    <a:pt x="114" y="6"/>
                  </a:lnTo>
                  <a:lnTo>
                    <a:pt x="108" y="6"/>
                  </a:lnTo>
                  <a:lnTo>
                    <a:pt x="96" y="6"/>
                  </a:lnTo>
                  <a:lnTo>
                    <a:pt x="90" y="6"/>
                  </a:lnTo>
                  <a:lnTo>
                    <a:pt x="78" y="6"/>
                  </a:lnTo>
                  <a:lnTo>
                    <a:pt x="66" y="0"/>
                  </a:lnTo>
                  <a:lnTo>
                    <a:pt x="60" y="0"/>
                  </a:lnTo>
                  <a:lnTo>
                    <a:pt x="48" y="0"/>
                  </a:lnTo>
                  <a:lnTo>
                    <a:pt x="42" y="0"/>
                  </a:lnTo>
                  <a:lnTo>
                    <a:pt x="30" y="0"/>
                  </a:lnTo>
                  <a:lnTo>
                    <a:pt x="24" y="0"/>
                  </a:lnTo>
                  <a:lnTo>
                    <a:pt x="12" y="0"/>
                  </a:lnTo>
                  <a:lnTo>
                    <a:pt x="6" y="0"/>
                  </a:lnTo>
                  <a:lnTo>
                    <a:pt x="0" y="0"/>
                  </a:lnTo>
                </a:path>
              </a:pathLst>
            </a:custGeom>
            <a:noFill/>
            <a:ln w="12700" cap="flat" cmpd="sng">
              <a:solidFill>
                <a:srgbClr val="0000FF"/>
              </a:solidFill>
              <a:prstDash val="solid"/>
              <a:round/>
              <a:headEnd type="none" w="med" len="med"/>
              <a:tailEnd type="none" w="med" len="med"/>
            </a:ln>
          </p:spPr>
          <p:txBody>
            <a:bodyPr/>
            <a:p>
              <a:endParaRPr lang="zh-CN" altLang="en-US"/>
            </a:p>
          </p:txBody>
        </p:sp>
        <p:sp>
          <p:nvSpPr>
            <p:cNvPr id="34821" name="Line 34"/>
            <p:cNvSpPr/>
            <p:nvPr/>
          </p:nvSpPr>
          <p:spPr>
            <a:xfrm>
              <a:off x="3342" y="2015"/>
              <a:ext cx="1314" cy="1"/>
            </a:xfrm>
            <a:prstGeom prst="line">
              <a:avLst/>
            </a:prstGeom>
            <a:ln w="0" cap="flat" cmpd="sng">
              <a:solidFill>
                <a:schemeClr val="tx1"/>
              </a:solidFill>
              <a:prstDash val="solid"/>
              <a:round/>
              <a:headEnd type="none" w="med" len="med"/>
              <a:tailEnd type="triangle" w="med" len="med"/>
            </a:ln>
          </p:spPr>
        </p:sp>
        <p:sp>
          <p:nvSpPr>
            <p:cNvPr id="34822" name="Line 35"/>
            <p:cNvSpPr/>
            <p:nvPr/>
          </p:nvSpPr>
          <p:spPr>
            <a:xfrm>
              <a:off x="3996" y="1343"/>
              <a:ext cx="1" cy="1344"/>
            </a:xfrm>
            <a:prstGeom prst="line">
              <a:avLst/>
            </a:prstGeom>
            <a:ln w="0" cap="flat" cmpd="sng">
              <a:solidFill>
                <a:schemeClr val="tx1"/>
              </a:solidFill>
              <a:prstDash val="solid"/>
              <a:round/>
              <a:headEnd type="triangle" w="med" len="med"/>
              <a:tailEnd type="none" w="med" len="med"/>
            </a:ln>
          </p:spPr>
        </p:sp>
        <p:sp>
          <p:nvSpPr>
            <p:cNvPr id="34827" name="Line 40"/>
            <p:cNvSpPr/>
            <p:nvPr/>
          </p:nvSpPr>
          <p:spPr>
            <a:xfrm>
              <a:off x="3330" y="2015"/>
              <a:ext cx="1296" cy="0"/>
            </a:xfrm>
            <a:prstGeom prst="line">
              <a:avLst/>
            </a:prstGeom>
            <a:ln w="9525" cap="flat" cmpd="sng">
              <a:solidFill>
                <a:schemeClr val="tx2"/>
              </a:solidFill>
              <a:prstDash val="solid"/>
              <a:round/>
              <a:headEnd type="none" w="med" len="med"/>
              <a:tailEnd type="none" w="med" len="med"/>
            </a:ln>
          </p:spPr>
        </p:sp>
      </p:grpSp>
      <p:grpSp>
        <p:nvGrpSpPr>
          <p:cNvPr id="60457" name="Group 41"/>
          <p:cNvGrpSpPr/>
          <p:nvPr/>
        </p:nvGrpSpPr>
        <p:grpSpPr>
          <a:xfrm>
            <a:off x="5397501" y="2431415"/>
            <a:ext cx="1684338" cy="1946275"/>
            <a:chOff x="3421" y="2764"/>
            <a:chExt cx="1061" cy="1226"/>
          </a:xfrm>
        </p:grpSpPr>
        <p:sp>
          <p:nvSpPr>
            <p:cNvPr id="34829" name="Line 42"/>
            <p:cNvSpPr/>
            <p:nvPr/>
          </p:nvSpPr>
          <p:spPr>
            <a:xfrm>
              <a:off x="3421" y="3459"/>
              <a:ext cx="1061" cy="0"/>
            </a:xfrm>
            <a:prstGeom prst="line">
              <a:avLst/>
            </a:prstGeom>
            <a:ln w="9525" cap="flat" cmpd="sng">
              <a:solidFill>
                <a:schemeClr val="tx1"/>
              </a:solidFill>
              <a:prstDash val="solid"/>
              <a:round/>
              <a:headEnd type="none" w="med" len="med"/>
              <a:tailEnd type="triangle" w="med" len="med"/>
            </a:ln>
          </p:spPr>
        </p:sp>
        <p:sp>
          <p:nvSpPr>
            <p:cNvPr id="34830" name="Line 43"/>
            <p:cNvSpPr/>
            <p:nvPr/>
          </p:nvSpPr>
          <p:spPr>
            <a:xfrm flipV="1">
              <a:off x="3992" y="2764"/>
              <a:ext cx="0" cy="1216"/>
            </a:xfrm>
            <a:prstGeom prst="line">
              <a:avLst/>
            </a:prstGeom>
            <a:ln w="9525" cap="flat" cmpd="sng">
              <a:solidFill>
                <a:schemeClr val="tx1"/>
              </a:solidFill>
              <a:prstDash val="solid"/>
              <a:round/>
              <a:headEnd type="none" w="med" len="med"/>
              <a:tailEnd type="triangle" w="med" len="med"/>
            </a:ln>
          </p:spPr>
        </p:sp>
        <p:sp>
          <p:nvSpPr>
            <p:cNvPr id="34834" name="Oval 47"/>
            <p:cNvSpPr/>
            <p:nvPr/>
          </p:nvSpPr>
          <p:spPr>
            <a:xfrm>
              <a:off x="3972" y="3443"/>
              <a:ext cx="35" cy="35"/>
            </a:xfrm>
            <a:prstGeom prst="ellipse">
              <a:avLst/>
            </a:prstGeom>
            <a:solidFill>
              <a:schemeClr val="hlink"/>
            </a:solidFill>
            <a:ln w="9525" cap="flat" cmpd="sng">
              <a:solidFill>
                <a:schemeClr val="tx1"/>
              </a:solidFill>
              <a:prstDash val="solid"/>
              <a:round/>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34835" name="Line 48"/>
            <p:cNvSpPr/>
            <p:nvPr/>
          </p:nvSpPr>
          <p:spPr>
            <a:xfrm flipV="1">
              <a:off x="3629" y="3623"/>
              <a:ext cx="367" cy="367"/>
            </a:xfrm>
            <a:prstGeom prst="line">
              <a:avLst/>
            </a:prstGeom>
            <a:ln w="12700" cap="flat" cmpd="sng">
              <a:solidFill>
                <a:srgbClr val="0000FF"/>
              </a:solidFill>
              <a:prstDash val="solid"/>
              <a:round/>
              <a:headEnd type="none" w="med" len="med"/>
              <a:tailEnd type="none" w="med" len="med"/>
            </a:ln>
          </p:spPr>
        </p:sp>
        <p:sp>
          <p:nvSpPr>
            <p:cNvPr id="34838" name="Oval 51"/>
            <p:cNvSpPr/>
            <p:nvPr/>
          </p:nvSpPr>
          <p:spPr>
            <a:xfrm>
              <a:off x="3972" y="3606"/>
              <a:ext cx="35" cy="34"/>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sp>
          <p:nvSpPr>
            <p:cNvPr id="34839" name="Line 52"/>
            <p:cNvSpPr/>
            <p:nvPr/>
          </p:nvSpPr>
          <p:spPr>
            <a:xfrm flipV="1">
              <a:off x="3996" y="2928"/>
              <a:ext cx="367" cy="367"/>
            </a:xfrm>
            <a:prstGeom prst="line">
              <a:avLst/>
            </a:prstGeom>
            <a:ln w="12700" cap="flat" cmpd="sng">
              <a:solidFill>
                <a:srgbClr val="0000FF"/>
              </a:solidFill>
              <a:prstDash val="solid"/>
              <a:round/>
              <a:headEnd type="none" w="med" len="med"/>
              <a:tailEnd type="none" w="med" len="med"/>
            </a:ln>
          </p:spPr>
        </p:sp>
        <p:sp>
          <p:nvSpPr>
            <p:cNvPr id="34842" name="Oval 55"/>
            <p:cNvSpPr/>
            <p:nvPr/>
          </p:nvSpPr>
          <p:spPr>
            <a:xfrm>
              <a:off x="3972" y="3269"/>
              <a:ext cx="34" cy="35"/>
            </a:xfrm>
            <a:prstGeom prst="ellipse">
              <a:avLst/>
            </a:prstGeom>
            <a:solidFill>
              <a:schemeClr val="bg1"/>
            </a:solidFill>
            <a:ln w="9525" cap="flat" cmpd="sng">
              <a:solidFill>
                <a:schemeClr val="tx1"/>
              </a:solidFill>
              <a:prstDash val="solid"/>
              <a:round/>
              <a:headEnd type="none" w="med" len="med"/>
              <a:tailEnd type="none" w="med" len="med"/>
            </a:ln>
          </p:spPr>
          <p:txBody>
            <a:bodyPr wrap="none" anchor="ctr" anchorCtr="0"/>
            <a:p>
              <a:endParaRPr lang="zh-CN" altLang="en-US" dirty="0">
                <a:latin typeface="Times New Roman" panose="02020603050405020304" pitchFamily="18" charset="0"/>
                <a:ea typeface="宋体" panose="02010600030101010101" pitchFamily="2" charset="-122"/>
              </a:endParaRPr>
            </a:p>
          </p:txBody>
        </p:sp>
      </p:grpSp>
      <p:grpSp>
        <p:nvGrpSpPr>
          <p:cNvPr id="60487" name="Group 71"/>
          <p:cNvGrpSpPr>
            <a:grpSpLocks noChangeAspect="1"/>
          </p:cNvGrpSpPr>
          <p:nvPr/>
        </p:nvGrpSpPr>
        <p:grpSpPr>
          <a:xfrm>
            <a:off x="2947670" y="1098550"/>
            <a:ext cx="3218794" cy="1764000"/>
            <a:chOff x="521" y="2704"/>
            <a:chExt cx="1905" cy="1044"/>
          </a:xfrm>
        </p:grpSpPr>
        <p:grpSp>
          <p:nvGrpSpPr>
            <p:cNvPr id="34844" name="Group 72"/>
            <p:cNvGrpSpPr/>
            <p:nvPr/>
          </p:nvGrpSpPr>
          <p:grpSpPr>
            <a:xfrm rot="5400000" flipH="1">
              <a:off x="961" y="2711"/>
              <a:ext cx="419" cy="1224"/>
              <a:chOff x="2990" y="1189"/>
              <a:chExt cx="647" cy="1889"/>
            </a:xfrm>
          </p:grpSpPr>
          <p:sp>
            <p:nvSpPr>
              <p:cNvPr id="34845" name="Freeform 73"/>
              <p:cNvSpPr/>
              <p:nvPr/>
            </p:nvSpPr>
            <p:spPr>
              <a:xfrm>
                <a:off x="2990" y="2052"/>
                <a:ext cx="420" cy="1026"/>
              </a:xfrm>
              <a:custGeom>
                <a:avLst/>
                <a:gdLst/>
                <a:ahLst/>
                <a:cxnLst>
                  <a:cxn ang="0">
                    <a:pos x="6" y="906"/>
                  </a:cxn>
                  <a:cxn ang="0">
                    <a:pos x="12" y="792"/>
                  </a:cxn>
                  <a:cxn ang="0">
                    <a:pos x="24" y="702"/>
                  </a:cxn>
                  <a:cxn ang="0">
                    <a:pos x="30" y="636"/>
                  </a:cxn>
                  <a:cxn ang="0">
                    <a:pos x="42" y="576"/>
                  </a:cxn>
                  <a:cxn ang="0">
                    <a:pos x="48" y="528"/>
                  </a:cxn>
                  <a:cxn ang="0">
                    <a:pos x="54" y="486"/>
                  </a:cxn>
                  <a:cxn ang="0">
                    <a:pos x="66" y="456"/>
                  </a:cxn>
                  <a:cxn ang="0">
                    <a:pos x="72" y="426"/>
                  </a:cxn>
                  <a:cxn ang="0">
                    <a:pos x="78" y="396"/>
                  </a:cxn>
                  <a:cxn ang="0">
                    <a:pos x="90" y="372"/>
                  </a:cxn>
                  <a:cxn ang="0">
                    <a:pos x="96" y="354"/>
                  </a:cxn>
                  <a:cxn ang="0">
                    <a:pos x="108" y="336"/>
                  </a:cxn>
                  <a:cxn ang="0">
                    <a:pos x="114" y="318"/>
                  </a:cxn>
                  <a:cxn ang="0">
                    <a:pos x="120" y="300"/>
                  </a:cxn>
                  <a:cxn ang="0">
                    <a:pos x="132" y="288"/>
                  </a:cxn>
                  <a:cxn ang="0">
                    <a:pos x="138" y="270"/>
                  </a:cxn>
                  <a:cxn ang="0">
                    <a:pos x="144" y="258"/>
                  </a:cxn>
                  <a:cxn ang="0">
                    <a:pos x="156" y="246"/>
                  </a:cxn>
                  <a:cxn ang="0">
                    <a:pos x="162" y="234"/>
                  </a:cxn>
                  <a:cxn ang="0">
                    <a:pos x="174" y="228"/>
                  </a:cxn>
                  <a:cxn ang="0">
                    <a:pos x="180" y="216"/>
                  </a:cxn>
                  <a:cxn ang="0">
                    <a:pos x="186" y="204"/>
                  </a:cxn>
                  <a:cxn ang="0">
                    <a:pos x="198" y="198"/>
                  </a:cxn>
                  <a:cxn ang="0">
                    <a:pos x="204" y="186"/>
                  </a:cxn>
                  <a:cxn ang="0">
                    <a:pos x="210" y="180"/>
                  </a:cxn>
                  <a:cxn ang="0">
                    <a:pos x="222" y="174"/>
                  </a:cxn>
                  <a:cxn ang="0">
                    <a:pos x="228" y="162"/>
                  </a:cxn>
                  <a:cxn ang="0">
                    <a:pos x="240" y="156"/>
                  </a:cxn>
                  <a:cxn ang="0">
                    <a:pos x="246" y="150"/>
                  </a:cxn>
                  <a:cxn ang="0">
                    <a:pos x="252" y="144"/>
                  </a:cxn>
                  <a:cxn ang="0">
                    <a:pos x="264" y="132"/>
                  </a:cxn>
                  <a:cxn ang="0">
                    <a:pos x="270" y="126"/>
                  </a:cxn>
                  <a:cxn ang="0">
                    <a:pos x="276" y="120"/>
                  </a:cxn>
                  <a:cxn ang="0">
                    <a:pos x="288" y="114"/>
                  </a:cxn>
                  <a:cxn ang="0">
                    <a:pos x="294" y="108"/>
                  </a:cxn>
                  <a:cxn ang="0">
                    <a:pos x="306" y="102"/>
                  </a:cxn>
                  <a:cxn ang="0">
                    <a:pos x="312" y="96"/>
                  </a:cxn>
                  <a:cxn ang="0">
                    <a:pos x="318" y="90"/>
                  </a:cxn>
                  <a:cxn ang="0">
                    <a:pos x="330" y="78"/>
                  </a:cxn>
                  <a:cxn ang="0">
                    <a:pos x="336" y="72"/>
                  </a:cxn>
                  <a:cxn ang="0">
                    <a:pos x="342" y="66"/>
                  </a:cxn>
                  <a:cxn ang="0">
                    <a:pos x="354" y="60"/>
                  </a:cxn>
                  <a:cxn ang="0">
                    <a:pos x="360" y="54"/>
                  </a:cxn>
                  <a:cxn ang="0">
                    <a:pos x="372" y="48"/>
                  </a:cxn>
                  <a:cxn ang="0">
                    <a:pos x="378" y="42"/>
                  </a:cxn>
                  <a:cxn ang="0">
                    <a:pos x="384" y="36"/>
                  </a:cxn>
                  <a:cxn ang="0">
                    <a:pos x="396" y="24"/>
                  </a:cxn>
                  <a:cxn ang="0">
                    <a:pos x="402" y="18"/>
                  </a:cxn>
                  <a:cxn ang="0">
                    <a:pos x="408" y="12"/>
                  </a:cxn>
                  <a:cxn ang="0">
                    <a:pos x="420" y="6"/>
                  </a:cxn>
                </a:cxnLst>
                <a:pathLst>
                  <a:path w="420" h="1026">
                    <a:moveTo>
                      <a:pt x="0" y="1026"/>
                    </a:moveTo>
                    <a:lnTo>
                      <a:pt x="0" y="996"/>
                    </a:lnTo>
                    <a:lnTo>
                      <a:pt x="6" y="966"/>
                    </a:lnTo>
                    <a:lnTo>
                      <a:pt x="6" y="936"/>
                    </a:lnTo>
                    <a:lnTo>
                      <a:pt x="6" y="906"/>
                    </a:lnTo>
                    <a:lnTo>
                      <a:pt x="6" y="882"/>
                    </a:lnTo>
                    <a:lnTo>
                      <a:pt x="12" y="858"/>
                    </a:lnTo>
                    <a:lnTo>
                      <a:pt x="12" y="834"/>
                    </a:lnTo>
                    <a:lnTo>
                      <a:pt x="12" y="816"/>
                    </a:lnTo>
                    <a:lnTo>
                      <a:pt x="12" y="792"/>
                    </a:lnTo>
                    <a:lnTo>
                      <a:pt x="18" y="774"/>
                    </a:lnTo>
                    <a:lnTo>
                      <a:pt x="18" y="756"/>
                    </a:lnTo>
                    <a:lnTo>
                      <a:pt x="18" y="738"/>
                    </a:lnTo>
                    <a:lnTo>
                      <a:pt x="24" y="720"/>
                    </a:lnTo>
                    <a:lnTo>
                      <a:pt x="24" y="702"/>
                    </a:lnTo>
                    <a:lnTo>
                      <a:pt x="24" y="690"/>
                    </a:lnTo>
                    <a:lnTo>
                      <a:pt x="24" y="672"/>
                    </a:lnTo>
                    <a:lnTo>
                      <a:pt x="30" y="660"/>
                    </a:lnTo>
                    <a:lnTo>
                      <a:pt x="30" y="648"/>
                    </a:lnTo>
                    <a:lnTo>
                      <a:pt x="30" y="636"/>
                    </a:lnTo>
                    <a:lnTo>
                      <a:pt x="30" y="624"/>
                    </a:lnTo>
                    <a:lnTo>
                      <a:pt x="36" y="612"/>
                    </a:lnTo>
                    <a:lnTo>
                      <a:pt x="36" y="600"/>
                    </a:lnTo>
                    <a:lnTo>
                      <a:pt x="36" y="588"/>
                    </a:lnTo>
                    <a:lnTo>
                      <a:pt x="42" y="576"/>
                    </a:lnTo>
                    <a:lnTo>
                      <a:pt x="42" y="564"/>
                    </a:lnTo>
                    <a:lnTo>
                      <a:pt x="42" y="558"/>
                    </a:lnTo>
                    <a:lnTo>
                      <a:pt x="42" y="546"/>
                    </a:lnTo>
                    <a:lnTo>
                      <a:pt x="48" y="540"/>
                    </a:lnTo>
                    <a:lnTo>
                      <a:pt x="48" y="528"/>
                    </a:lnTo>
                    <a:lnTo>
                      <a:pt x="48" y="522"/>
                    </a:lnTo>
                    <a:lnTo>
                      <a:pt x="48" y="510"/>
                    </a:lnTo>
                    <a:lnTo>
                      <a:pt x="54" y="504"/>
                    </a:lnTo>
                    <a:lnTo>
                      <a:pt x="54" y="498"/>
                    </a:lnTo>
                    <a:lnTo>
                      <a:pt x="54" y="486"/>
                    </a:lnTo>
                    <a:lnTo>
                      <a:pt x="60" y="480"/>
                    </a:lnTo>
                    <a:lnTo>
                      <a:pt x="60" y="474"/>
                    </a:lnTo>
                    <a:lnTo>
                      <a:pt x="60" y="468"/>
                    </a:lnTo>
                    <a:lnTo>
                      <a:pt x="60" y="462"/>
                    </a:lnTo>
                    <a:lnTo>
                      <a:pt x="66" y="456"/>
                    </a:lnTo>
                    <a:lnTo>
                      <a:pt x="66" y="450"/>
                    </a:lnTo>
                    <a:lnTo>
                      <a:pt x="66" y="444"/>
                    </a:lnTo>
                    <a:lnTo>
                      <a:pt x="72" y="438"/>
                    </a:lnTo>
                    <a:lnTo>
                      <a:pt x="72" y="432"/>
                    </a:lnTo>
                    <a:lnTo>
                      <a:pt x="72" y="426"/>
                    </a:lnTo>
                    <a:lnTo>
                      <a:pt x="72" y="420"/>
                    </a:lnTo>
                    <a:lnTo>
                      <a:pt x="78" y="414"/>
                    </a:lnTo>
                    <a:lnTo>
                      <a:pt x="78" y="408"/>
                    </a:lnTo>
                    <a:lnTo>
                      <a:pt x="78" y="402"/>
                    </a:lnTo>
                    <a:lnTo>
                      <a:pt x="78" y="396"/>
                    </a:lnTo>
                    <a:lnTo>
                      <a:pt x="84" y="390"/>
                    </a:lnTo>
                    <a:lnTo>
                      <a:pt x="84" y="384"/>
                    </a:lnTo>
                    <a:lnTo>
                      <a:pt x="90" y="378"/>
                    </a:lnTo>
                    <a:lnTo>
                      <a:pt x="90" y="372"/>
                    </a:lnTo>
                    <a:lnTo>
                      <a:pt x="90" y="366"/>
                    </a:lnTo>
                    <a:lnTo>
                      <a:pt x="96" y="360"/>
                    </a:lnTo>
                    <a:lnTo>
                      <a:pt x="96" y="354"/>
                    </a:lnTo>
                    <a:lnTo>
                      <a:pt x="96" y="348"/>
                    </a:lnTo>
                    <a:lnTo>
                      <a:pt x="102" y="348"/>
                    </a:lnTo>
                    <a:lnTo>
                      <a:pt x="102" y="342"/>
                    </a:lnTo>
                    <a:lnTo>
                      <a:pt x="102" y="336"/>
                    </a:lnTo>
                    <a:lnTo>
                      <a:pt x="108" y="336"/>
                    </a:lnTo>
                    <a:lnTo>
                      <a:pt x="108" y="330"/>
                    </a:lnTo>
                    <a:lnTo>
                      <a:pt x="108" y="324"/>
                    </a:lnTo>
                    <a:lnTo>
                      <a:pt x="114" y="318"/>
                    </a:lnTo>
                    <a:lnTo>
                      <a:pt x="114" y="312"/>
                    </a:lnTo>
                    <a:lnTo>
                      <a:pt x="120" y="306"/>
                    </a:lnTo>
                    <a:lnTo>
                      <a:pt x="120" y="300"/>
                    </a:lnTo>
                    <a:lnTo>
                      <a:pt x="126" y="300"/>
                    </a:lnTo>
                    <a:lnTo>
                      <a:pt x="126" y="294"/>
                    </a:lnTo>
                    <a:lnTo>
                      <a:pt x="126" y="288"/>
                    </a:lnTo>
                    <a:lnTo>
                      <a:pt x="132" y="288"/>
                    </a:lnTo>
                    <a:lnTo>
                      <a:pt x="132" y="282"/>
                    </a:lnTo>
                    <a:lnTo>
                      <a:pt x="138" y="276"/>
                    </a:lnTo>
                    <a:lnTo>
                      <a:pt x="138" y="270"/>
                    </a:lnTo>
                    <a:lnTo>
                      <a:pt x="144" y="264"/>
                    </a:lnTo>
                    <a:lnTo>
                      <a:pt x="144" y="258"/>
                    </a:lnTo>
                    <a:lnTo>
                      <a:pt x="150" y="258"/>
                    </a:lnTo>
                    <a:lnTo>
                      <a:pt x="150" y="252"/>
                    </a:lnTo>
                    <a:lnTo>
                      <a:pt x="156" y="252"/>
                    </a:lnTo>
                    <a:lnTo>
                      <a:pt x="156" y="246"/>
                    </a:lnTo>
                    <a:lnTo>
                      <a:pt x="156" y="240"/>
                    </a:lnTo>
                    <a:lnTo>
                      <a:pt x="162" y="240"/>
                    </a:lnTo>
                    <a:lnTo>
                      <a:pt x="162" y="234"/>
                    </a:lnTo>
                    <a:lnTo>
                      <a:pt x="168" y="234"/>
                    </a:lnTo>
                    <a:lnTo>
                      <a:pt x="168" y="228"/>
                    </a:lnTo>
                    <a:lnTo>
                      <a:pt x="174" y="228"/>
                    </a:lnTo>
                    <a:lnTo>
                      <a:pt x="174" y="222"/>
                    </a:lnTo>
                    <a:lnTo>
                      <a:pt x="180" y="216"/>
                    </a:lnTo>
                    <a:lnTo>
                      <a:pt x="180" y="210"/>
                    </a:lnTo>
                    <a:lnTo>
                      <a:pt x="186" y="210"/>
                    </a:lnTo>
                    <a:lnTo>
                      <a:pt x="186" y="204"/>
                    </a:lnTo>
                    <a:lnTo>
                      <a:pt x="192" y="204"/>
                    </a:lnTo>
                    <a:lnTo>
                      <a:pt x="192" y="198"/>
                    </a:lnTo>
                    <a:lnTo>
                      <a:pt x="198" y="198"/>
                    </a:lnTo>
                    <a:lnTo>
                      <a:pt x="198" y="192"/>
                    </a:lnTo>
                    <a:lnTo>
                      <a:pt x="204" y="192"/>
                    </a:lnTo>
                    <a:lnTo>
                      <a:pt x="204" y="186"/>
                    </a:lnTo>
                    <a:lnTo>
                      <a:pt x="210" y="186"/>
                    </a:lnTo>
                    <a:lnTo>
                      <a:pt x="210" y="180"/>
                    </a:lnTo>
                    <a:lnTo>
                      <a:pt x="216" y="180"/>
                    </a:lnTo>
                    <a:lnTo>
                      <a:pt x="216" y="174"/>
                    </a:lnTo>
                    <a:lnTo>
                      <a:pt x="222" y="174"/>
                    </a:lnTo>
                    <a:lnTo>
                      <a:pt x="222" y="168"/>
                    </a:lnTo>
                    <a:lnTo>
                      <a:pt x="228" y="168"/>
                    </a:lnTo>
                    <a:lnTo>
                      <a:pt x="228" y="162"/>
                    </a:lnTo>
                    <a:lnTo>
                      <a:pt x="234" y="162"/>
                    </a:lnTo>
                    <a:lnTo>
                      <a:pt x="234" y="156"/>
                    </a:lnTo>
                    <a:lnTo>
                      <a:pt x="240" y="156"/>
                    </a:lnTo>
                    <a:lnTo>
                      <a:pt x="240" y="150"/>
                    </a:lnTo>
                    <a:lnTo>
                      <a:pt x="246" y="150"/>
                    </a:lnTo>
                    <a:lnTo>
                      <a:pt x="246" y="144"/>
                    </a:lnTo>
                    <a:lnTo>
                      <a:pt x="252" y="144"/>
                    </a:lnTo>
                    <a:lnTo>
                      <a:pt x="258" y="138"/>
                    </a:lnTo>
                    <a:lnTo>
                      <a:pt x="264" y="132"/>
                    </a:lnTo>
                    <a:lnTo>
                      <a:pt x="270" y="132"/>
                    </a:lnTo>
                    <a:lnTo>
                      <a:pt x="270" y="126"/>
                    </a:lnTo>
                    <a:lnTo>
                      <a:pt x="276" y="126"/>
                    </a:lnTo>
                    <a:lnTo>
                      <a:pt x="276" y="120"/>
                    </a:lnTo>
                    <a:lnTo>
                      <a:pt x="282" y="120"/>
                    </a:lnTo>
                    <a:lnTo>
                      <a:pt x="282" y="114"/>
                    </a:lnTo>
                    <a:lnTo>
                      <a:pt x="288" y="114"/>
                    </a:lnTo>
                    <a:lnTo>
                      <a:pt x="294" y="108"/>
                    </a:lnTo>
                    <a:lnTo>
                      <a:pt x="300" y="102"/>
                    </a:lnTo>
                    <a:lnTo>
                      <a:pt x="306" y="102"/>
                    </a:lnTo>
                    <a:lnTo>
                      <a:pt x="306" y="96"/>
                    </a:lnTo>
                    <a:lnTo>
                      <a:pt x="312" y="96"/>
                    </a:lnTo>
                    <a:lnTo>
                      <a:pt x="312" y="90"/>
                    </a:lnTo>
                    <a:lnTo>
                      <a:pt x="318" y="90"/>
                    </a:lnTo>
                    <a:lnTo>
                      <a:pt x="324" y="84"/>
                    </a:lnTo>
                    <a:lnTo>
                      <a:pt x="330" y="78"/>
                    </a:lnTo>
                    <a:lnTo>
                      <a:pt x="336" y="78"/>
                    </a:lnTo>
                    <a:lnTo>
                      <a:pt x="336" y="72"/>
                    </a:lnTo>
                    <a:lnTo>
                      <a:pt x="342" y="72"/>
                    </a:lnTo>
                    <a:lnTo>
                      <a:pt x="342" y="66"/>
                    </a:lnTo>
                    <a:lnTo>
                      <a:pt x="348" y="66"/>
                    </a:lnTo>
                    <a:lnTo>
                      <a:pt x="354" y="60"/>
                    </a:lnTo>
                    <a:lnTo>
                      <a:pt x="360" y="54"/>
                    </a:lnTo>
                    <a:lnTo>
                      <a:pt x="366" y="54"/>
                    </a:lnTo>
                    <a:lnTo>
                      <a:pt x="366" y="48"/>
                    </a:lnTo>
                    <a:lnTo>
                      <a:pt x="372" y="48"/>
                    </a:lnTo>
                    <a:lnTo>
                      <a:pt x="372" y="42"/>
                    </a:lnTo>
                    <a:lnTo>
                      <a:pt x="378" y="42"/>
                    </a:lnTo>
                    <a:lnTo>
                      <a:pt x="378" y="36"/>
                    </a:lnTo>
                    <a:lnTo>
                      <a:pt x="384" y="36"/>
                    </a:lnTo>
                    <a:lnTo>
                      <a:pt x="390" y="30"/>
                    </a:lnTo>
                    <a:lnTo>
                      <a:pt x="396" y="24"/>
                    </a:lnTo>
                    <a:lnTo>
                      <a:pt x="402" y="24"/>
                    </a:lnTo>
                    <a:lnTo>
                      <a:pt x="402" y="18"/>
                    </a:lnTo>
                    <a:lnTo>
                      <a:pt x="408" y="18"/>
                    </a:lnTo>
                    <a:lnTo>
                      <a:pt x="408" y="12"/>
                    </a:lnTo>
                    <a:lnTo>
                      <a:pt x="414" y="12"/>
                    </a:lnTo>
                    <a:lnTo>
                      <a:pt x="414" y="6"/>
                    </a:lnTo>
                    <a:lnTo>
                      <a:pt x="420" y="6"/>
                    </a:lnTo>
                    <a:lnTo>
                      <a:pt x="420" y="0"/>
                    </a:lnTo>
                  </a:path>
                </a:pathLst>
              </a:custGeom>
              <a:noFill/>
              <a:ln w="12700" cap="flat" cmpd="sng">
                <a:solidFill>
                  <a:srgbClr val="0000FF"/>
                </a:solidFill>
                <a:prstDash val="solid"/>
                <a:round/>
                <a:headEnd type="none" w="med" len="med"/>
                <a:tailEnd type="none" w="med" len="med"/>
              </a:ln>
            </p:spPr>
            <p:txBody>
              <a:bodyPr/>
              <a:p>
                <a:endParaRPr lang="zh-CN" altLang="en-US"/>
              </a:p>
            </p:txBody>
          </p:sp>
          <p:sp>
            <p:nvSpPr>
              <p:cNvPr id="34846" name="Freeform 74"/>
              <p:cNvSpPr/>
              <p:nvPr/>
            </p:nvSpPr>
            <p:spPr>
              <a:xfrm>
                <a:off x="3409" y="1189"/>
                <a:ext cx="228" cy="864"/>
              </a:xfrm>
              <a:custGeom>
                <a:avLst/>
                <a:gdLst/>
                <a:ahLst/>
                <a:cxnLst>
                  <a:cxn ang="0">
                    <a:pos x="6" y="864"/>
                  </a:cxn>
                  <a:cxn ang="0">
                    <a:pos x="6" y="858"/>
                  </a:cxn>
                  <a:cxn ang="0">
                    <a:pos x="12" y="852"/>
                  </a:cxn>
                  <a:cxn ang="0">
                    <a:pos x="18" y="852"/>
                  </a:cxn>
                  <a:cxn ang="0">
                    <a:pos x="24" y="846"/>
                  </a:cxn>
                  <a:cxn ang="0">
                    <a:pos x="30" y="840"/>
                  </a:cxn>
                  <a:cxn ang="0">
                    <a:pos x="36" y="834"/>
                  </a:cxn>
                  <a:cxn ang="0">
                    <a:pos x="36" y="828"/>
                  </a:cxn>
                  <a:cxn ang="0">
                    <a:pos x="42" y="822"/>
                  </a:cxn>
                  <a:cxn ang="0">
                    <a:pos x="48" y="816"/>
                  </a:cxn>
                  <a:cxn ang="0">
                    <a:pos x="54" y="810"/>
                  </a:cxn>
                  <a:cxn ang="0">
                    <a:pos x="60" y="804"/>
                  </a:cxn>
                  <a:cxn ang="0">
                    <a:pos x="66" y="798"/>
                  </a:cxn>
                  <a:cxn ang="0">
                    <a:pos x="66" y="792"/>
                  </a:cxn>
                  <a:cxn ang="0">
                    <a:pos x="72" y="786"/>
                  </a:cxn>
                  <a:cxn ang="0">
                    <a:pos x="78" y="780"/>
                  </a:cxn>
                  <a:cxn ang="0">
                    <a:pos x="84" y="768"/>
                  </a:cxn>
                  <a:cxn ang="0">
                    <a:pos x="90" y="762"/>
                  </a:cxn>
                  <a:cxn ang="0">
                    <a:pos x="90" y="756"/>
                  </a:cxn>
                  <a:cxn ang="0">
                    <a:pos x="96" y="744"/>
                  </a:cxn>
                  <a:cxn ang="0">
                    <a:pos x="102" y="738"/>
                  </a:cxn>
                  <a:cxn ang="0">
                    <a:pos x="108" y="726"/>
                  </a:cxn>
                  <a:cxn ang="0">
                    <a:pos x="114" y="720"/>
                  </a:cxn>
                  <a:cxn ang="0">
                    <a:pos x="120" y="708"/>
                  </a:cxn>
                  <a:cxn ang="0">
                    <a:pos x="120" y="696"/>
                  </a:cxn>
                  <a:cxn ang="0">
                    <a:pos x="126" y="690"/>
                  </a:cxn>
                  <a:cxn ang="0">
                    <a:pos x="132" y="678"/>
                  </a:cxn>
                  <a:cxn ang="0">
                    <a:pos x="138" y="660"/>
                  </a:cxn>
                  <a:cxn ang="0">
                    <a:pos x="144" y="648"/>
                  </a:cxn>
                  <a:cxn ang="0">
                    <a:pos x="150" y="636"/>
                  </a:cxn>
                  <a:cxn ang="0">
                    <a:pos x="150" y="618"/>
                  </a:cxn>
                  <a:cxn ang="0">
                    <a:pos x="156" y="600"/>
                  </a:cxn>
                  <a:cxn ang="0">
                    <a:pos x="162" y="582"/>
                  </a:cxn>
                  <a:cxn ang="0">
                    <a:pos x="168" y="564"/>
                  </a:cxn>
                  <a:cxn ang="0">
                    <a:pos x="174" y="546"/>
                  </a:cxn>
                  <a:cxn ang="0">
                    <a:pos x="180" y="522"/>
                  </a:cxn>
                  <a:cxn ang="0">
                    <a:pos x="180" y="492"/>
                  </a:cxn>
                  <a:cxn ang="0">
                    <a:pos x="186" y="468"/>
                  </a:cxn>
                  <a:cxn ang="0">
                    <a:pos x="192" y="432"/>
                  </a:cxn>
                  <a:cxn ang="0">
                    <a:pos x="198" y="396"/>
                  </a:cxn>
                  <a:cxn ang="0">
                    <a:pos x="204" y="360"/>
                  </a:cxn>
                  <a:cxn ang="0">
                    <a:pos x="204" y="312"/>
                  </a:cxn>
                  <a:cxn ang="0">
                    <a:pos x="210" y="258"/>
                  </a:cxn>
                  <a:cxn ang="0">
                    <a:pos x="216" y="198"/>
                  </a:cxn>
                  <a:cxn ang="0">
                    <a:pos x="222" y="126"/>
                  </a:cxn>
                  <a:cxn ang="0">
                    <a:pos x="228" y="36"/>
                  </a:cxn>
                </a:cxnLst>
                <a:pathLst>
                  <a:path w="228" h="864">
                    <a:moveTo>
                      <a:pt x="0" y="864"/>
                    </a:moveTo>
                    <a:lnTo>
                      <a:pt x="0" y="864"/>
                    </a:lnTo>
                    <a:lnTo>
                      <a:pt x="6" y="864"/>
                    </a:lnTo>
                    <a:lnTo>
                      <a:pt x="6" y="858"/>
                    </a:lnTo>
                    <a:lnTo>
                      <a:pt x="12" y="858"/>
                    </a:lnTo>
                    <a:lnTo>
                      <a:pt x="12" y="852"/>
                    </a:lnTo>
                    <a:lnTo>
                      <a:pt x="18" y="852"/>
                    </a:lnTo>
                    <a:lnTo>
                      <a:pt x="18" y="846"/>
                    </a:lnTo>
                    <a:lnTo>
                      <a:pt x="24" y="846"/>
                    </a:lnTo>
                    <a:lnTo>
                      <a:pt x="24" y="840"/>
                    </a:lnTo>
                    <a:lnTo>
                      <a:pt x="30" y="840"/>
                    </a:lnTo>
                    <a:lnTo>
                      <a:pt x="30" y="834"/>
                    </a:lnTo>
                    <a:lnTo>
                      <a:pt x="36" y="834"/>
                    </a:lnTo>
                    <a:lnTo>
                      <a:pt x="36" y="828"/>
                    </a:lnTo>
                    <a:lnTo>
                      <a:pt x="42" y="828"/>
                    </a:lnTo>
                    <a:lnTo>
                      <a:pt x="42" y="822"/>
                    </a:lnTo>
                    <a:lnTo>
                      <a:pt x="48" y="822"/>
                    </a:lnTo>
                    <a:lnTo>
                      <a:pt x="48" y="816"/>
                    </a:lnTo>
                    <a:lnTo>
                      <a:pt x="54" y="810"/>
                    </a:lnTo>
                    <a:lnTo>
                      <a:pt x="54" y="804"/>
                    </a:lnTo>
                    <a:lnTo>
                      <a:pt x="60" y="804"/>
                    </a:lnTo>
                    <a:lnTo>
                      <a:pt x="60" y="798"/>
                    </a:lnTo>
                    <a:lnTo>
                      <a:pt x="66" y="798"/>
                    </a:lnTo>
                    <a:lnTo>
                      <a:pt x="66" y="792"/>
                    </a:lnTo>
                    <a:lnTo>
                      <a:pt x="72" y="792"/>
                    </a:lnTo>
                    <a:lnTo>
                      <a:pt x="72" y="786"/>
                    </a:lnTo>
                    <a:lnTo>
                      <a:pt x="72" y="780"/>
                    </a:lnTo>
                    <a:lnTo>
                      <a:pt x="78" y="780"/>
                    </a:lnTo>
                    <a:lnTo>
                      <a:pt x="78" y="774"/>
                    </a:lnTo>
                    <a:lnTo>
                      <a:pt x="84" y="774"/>
                    </a:lnTo>
                    <a:lnTo>
                      <a:pt x="84" y="768"/>
                    </a:lnTo>
                    <a:lnTo>
                      <a:pt x="90" y="762"/>
                    </a:lnTo>
                    <a:lnTo>
                      <a:pt x="90" y="756"/>
                    </a:lnTo>
                    <a:lnTo>
                      <a:pt x="96" y="750"/>
                    </a:lnTo>
                    <a:lnTo>
                      <a:pt x="96" y="744"/>
                    </a:lnTo>
                    <a:lnTo>
                      <a:pt x="102" y="744"/>
                    </a:lnTo>
                    <a:lnTo>
                      <a:pt x="102" y="738"/>
                    </a:lnTo>
                    <a:lnTo>
                      <a:pt x="102" y="732"/>
                    </a:lnTo>
                    <a:lnTo>
                      <a:pt x="108" y="732"/>
                    </a:lnTo>
                    <a:lnTo>
                      <a:pt x="108" y="726"/>
                    </a:lnTo>
                    <a:lnTo>
                      <a:pt x="114" y="720"/>
                    </a:lnTo>
                    <a:lnTo>
                      <a:pt x="114" y="714"/>
                    </a:lnTo>
                    <a:lnTo>
                      <a:pt x="120" y="708"/>
                    </a:lnTo>
                    <a:lnTo>
                      <a:pt x="120" y="702"/>
                    </a:lnTo>
                    <a:lnTo>
                      <a:pt x="120" y="696"/>
                    </a:lnTo>
                    <a:lnTo>
                      <a:pt x="126" y="696"/>
                    </a:lnTo>
                    <a:lnTo>
                      <a:pt x="126" y="690"/>
                    </a:lnTo>
                    <a:lnTo>
                      <a:pt x="132" y="684"/>
                    </a:lnTo>
                    <a:lnTo>
                      <a:pt x="132" y="678"/>
                    </a:lnTo>
                    <a:lnTo>
                      <a:pt x="132" y="672"/>
                    </a:lnTo>
                    <a:lnTo>
                      <a:pt x="138" y="666"/>
                    </a:lnTo>
                    <a:lnTo>
                      <a:pt x="138" y="660"/>
                    </a:lnTo>
                    <a:lnTo>
                      <a:pt x="138" y="654"/>
                    </a:lnTo>
                    <a:lnTo>
                      <a:pt x="144" y="648"/>
                    </a:lnTo>
                    <a:lnTo>
                      <a:pt x="144" y="642"/>
                    </a:lnTo>
                    <a:lnTo>
                      <a:pt x="150" y="636"/>
                    </a:lnTo>
                    <a:lnTo>
                      <a:pt x="150" y="630"/>
                    </a:lnTo>
                    <a:lnTo>
                      <a:pt x="150" y="624"/>
                    </a:lnTo>
                    <a:lnTo>
                      <a:pt x="150" y="618"/>
                    </a:lnTo>
                    <a:lnTo>
                      <a:pt x="156" y="612"/>
                    </a:lnTo>
                    <a:lnTo>
                      <a:pt x="156" y="606"/>
                    </a:lnTo>
                    <a:lnTo>
                      <a:pt x="156" y="600"/>
                    </a:lnTo>
                    <a:lnTo>
                      <a:pt x="156" y="594"/>
                    </a:lnTo>
                    <a:lnTo>
                      <a:pt x="162" y="588"/>
                    </a:lnTo>
                    <a:lnTo>
                      <a:pt x="162" y="582"/>
                    </a:lnTo>
                    <a:lnTo>
                      <a:pt x="162" y="576"/>
                    </a:lnTo>
                    <a:lnTo>
                      <a:pt x="168" y="570"/>
                    </a:lnTo>
                    <a:lnTo>
                      <a:pt x="168" y="564"/>
                    </a:lnTo>
                    <a:lnTo>
                      <a:pt x="168" y="558"/>
                    </a:lnTo>
                    <a:lnTo>
                      <a:pt x="168" y="552"/>
                    </a:lnTo>
                    <a:lnTo>
                      <a:pt x="174" y="546"/>
                    </a:lnTo>
                    <a:lnTo>
                      <a:pt x="174" y="534"/>
                    </a:lnTo>
                    <a:lnTo>
                      <a:pt x="174" y="528"/>
                    </a:lnTo>
                    <a:lnTo>
                      <a:pt x="180" y="522"/>
                    </a:lnTo>
                    <a:lnTo>
                      <a:pt x="180" y="510"/>
                    </a:lnTo>
                    <a:lnTo>
                      <a:pt x="180" y="504"/>
                    </a:lnTo>
                    <a:lnTo>
                      <a:pt x="180" y="492"/>
                    </a:lnTo>
                    <a:lnTo>
                      <a:pt x="186" y="486"/>
                    </a:lnTo>
                    <a:lnTo>
                      <a:pt x="186" y="474"/>
                    </a:lnTo>
                    <a:lnTo>
                      <a:pt x="186" y="468"/>
                    </a:lnTo>
                    <a:lnTo>
                      <a:pt x="186" y="456"/>
                    </a:lnTo>
                    <a:lnTo>
                      <a:pt x="192" y="444"/>
                    </a:lnTo>
                    <a:lnTo>
                      <a:pt x="192" y="432"/>
                    </a:lnTo>
                    <a:lnTo>
                      <a:pt x="192" y="420"/>
                    </a:lnTo>
                    <a:lnTo>
                      <a:pt x="198" y="408"/>
                    </a:lnTo>
                    <a:lnTo>
                      <a:pt x="198" y="396"/>
                    </a:lnTo>
                    <a:lnTo>
                      <a:pt x="198" y="384"/>
                    </a:lnTo>
                    <a:lnTo>
                      <a:pt x="198" y="372"/>
                    </a:lnTo>
                    <a:lnTo>
                      <a:pt x="204" y="360"/>
                    </a:lnTo>
                    <a:lnTo>
                      <a:pt x="204" y="342"/>
                    </a:lnTo>
                    <a:lnTo>
                      <a:pt x="204" y="330"/>
                    </a:lnTo>
                    <a:lnTo>
                      <a:pt x="204" y="312"/>
                    </a:lnTo>
                    <a:lnTo>
                      <a:pt x="210" y="294"/>
                    </a:lnTo>
                    <a:lnTo>
                      <a:pt x="210" y="276"/>
                    </a:lnTo>
                    <a:lnTo>
                      <a:pt x="210" y="258"/>
                    </a:lnTo>
                    <a:lnTo>
                      <a:pt x="216" y="240"/>
                    </a:lnTo>
                    <a:lnTo>
                      <a:pt x="216" y="222"/>
                    </a:lnTo>
                    <a:lnTo>
                      <a:pt x="216" y="198"/>
                    </a:lnTo>
                    <a:lnTo>
                      <a:pt x="216" y="174"/>
                    </a:lnTo>
                    <a:lnTo>
                      <a:pt x="222" y="150"/>
                    </a:lnTo>
                    <a:lnTo>
                      <a:pt x="222" y="126"/>
                    </a:lnTo>
                    <a:lnTo>
                      <a:pt x="222" y="96"/>
                    </a:lnTo>
                    <a:lnTo>
                      <a:pt x="222" y="66"/>
                    </a:lnTo>
                    <a:lnTo>
                      <a:pt x="228" y="36"/>
                    </a:lnTo>
                    <a:lnTo>
                      <a:pt x="228" y="0"/>
                    </a:lnTo>
                  </a:path>
                </a:pathLst>
              </a:custGeom>
              <a:noFill/>
              <a:ln w="12700" cap="flat" cmpd="sng">
                <a:solidFill>
                  <a:srgbClr val="0000FF"/>
                </a:solidFill>
                <a:prstDash val="solid"/>
                <a:round/>
                <a:headEnd type="none" w="med" len="med"/>
                <a:tailEnd type="none" w="med" len="med"/>
              </a:ln>
            </p:spPr>
            <p:txBody>
              <a:bodyPr/>
              <a:p>
                <a:endParaRPr lang="zh-CN" altLang="en-US"/>
              </a:p>
            </p:txBody>
          </p:sp>
        </p:grpSp>
        <p:sp>
          <p:nvSpPr>
            <p:cNvPr id="34847" name="Line 75"/>
            <p:cNvSpPr/>
            <p:nvPr/>
          </p:nvSpPr>
          <p:spPr>
            <a:xfrm>
              <a:off x="521" y="3311"/>
              <a:ext cx="1342" cy="1"/>
            </a:xfrm>
            <a:prstGeom prst="line">
              <a:avLst/>
            </a:prstGeom>
            <a:ln w="9525" cap="flat" cmpd="sng">
              <a:solidFill>
                <a:schemeClr val="tx1"/>
              </a:solidFill>
              <a:prstDash val="solid"/>
              <a:round/>
              <a:headEnd type="none" w="med" len="med"/>
              <a:tailEnd type="triangle" w="med" len="med"/>
            </a:ln>
          </p:spPr>
        </p:sp>
        <p:sp>
          <p:nvSpPr>
            <p:cNvPr id="34848" name="Line 76"/>
            <p:cNvSpPr/>
            <p:nvPr/>
          </p:nvSpPr>
          <p:spPr>
            <a:xfrm flipV="1">
              <a:off x="1191" y="2704"/>
              <a:ext cx="1" cy="1044"/>
            </a:xfrm>
            <a:prstGeom prst="line">
              <a:avLst/>
            </a:prstGeom>
            <a:ln w="9525" cap="flat" cmpd="sng">
              <a:solidFill>
                <a:schemeClr val="tx1"/>
              </a:solidFill>
              <a:prstDash val="solid"/>
              <a:round/>
              <a:headEnd type="none" w="med" len="med"/>
              <a:tailEnd type="triangle" w="med" len="med"/>
            </a:ln>
          </p:spPr>
        </p:sp>
        <p:sp>
          <p:nvSpPr>
            <p:cNvPr id="34852" name="Line 80"/>
            <p:cNvSpPr/>
            <p:nvPr/>
          </p:nvSpPr>
          <p:spPr>
            <a:xfrm>
              <a:off x="521" y="3067"/>
              <a:ext cx="1316" cy="0"/>
            </a:xfrm>
            <a:prstGeom prst="line">
              <a:avLst/>
            </a:prstGeom>
            <a:ln w="9525" cap="flat" cmpd="sng">
              <a:solidFill>
                <a:srgbClr val="FF0000"/>
              </a:solidFill>
              <a:prstDash val="dash"/>
              <a:round/>
              <a:headEnd type="none" w="med" len="med"/>
              <a:tailEnd type="none" w="med" len="med"/>
            </a:ln>
          </p:spPr>
        </p:sp>
        <p:sp>
          <p:nvSpPr>
            <p:cNvPr id="34853" name="Line 81"/>
            <p:cNvSpPr/>
            <p:nvPr/>
          </p:nvSpPr>
          <p:spPr>
            <a:xfrm>
              <a:off x="521" y="3566"/>
              <a:ext cx="1316" cy="0"/>
            </a:xfrm>
            <a:prstGeom prst="line">
              <a:avLst/>
            </a:prstGeom>
            <a:ln w="9525" cap="flat" cmpd="sng">
              <a:solidFill>
                <a:srgbClr val="FF0000"/>
              </a:solidFill>
              <a:prstDash val="dash"/>
              <a:round/>
              <a:headEnd type="none" w="med" len="med"/>
              <a:tailEnd type="none" w="med" len="med"/>
            </a:ln>
          </p:spPr>
        </p:sp>
        <p:graphicFrame>
          <p:nvGraphicFramePr>
            <p:cNvPr id="34854" name="Object 82"/>
            <p:cNvGraphicFramePr>
              <a:graphicFrameLocks noChangeAspect="1"/>
            </p:cNvGraphicFramePr>
            <p:nvPr/>
          </p:nvGraphicFramePr>
          <p:xfrm>
            <a:off x="1610" y="3113"/>
            <a:ext cx="816" cy="177"/>
          </p:xfrm>
          <a:graphic>
            <a:graphicData uri="http://schemas.openxmlformats.org/presentationml/2006/ole">
              <mc:AlternateContent xmlns:mc="http://schemas.openxmlformats.org/markup-compatibility/2006">
                <mc:Choice xmlns:v="urn:schemas-microsoft-com:vml" Requires="v">
                  <p:oleObj spid="_x0000_s3297" name="" r:id="rId1" imgW="1701800" imgH="368300" progId="Equation.3">
                    <p:embed/>
                  </p:oleObj>
                </mc:Choice>
                <mc:Fallback>
                  <p:oleObj name="" r:id="rId1" imgW="1701800" imgH="368300" progId="Equation.3">
                    <p:embed/>
                    <p:pic>
                      <p:nvPicPr>
                        <p:cNvPr id="0" name="图片 3296"/>
                        <p:cNvPicPr/>
                        <p:nvPr/>
                      </p:nvPicPr>
                      <p:blipFill>
                        <a:blip r:embed="rId2"/>
                        <a:stretch>
                          <a:fillRect/>
                        </a:stretch>
                      </p:blipFill>
                      <p:spPr>
                        <a:xfrm>
                          <a:off x="1610" y="3113"/>
                          <a:ext cx="816" cy="177"/>
                        </a:xfrm>
                        <a:prstGeom prst="rect">
                          <a:avLst/>
                        </a:prstGeom>
                        <a:noFill/>
                        <a:ln w="38100">
                          <a:noFill/>
                          <a:miter/>
                        </a:ln>
                      </p:spPr>
                    </p:pic>
                  </p:oleObj>
                </mc:Fallback>
              </mc:AlternateContent>
            </a:graphicData>
          </a:graphic>
        </p:graphicFrame>
      </p:grpSp>
      <p:graphicFrame>
        <p:nvGraphicFramePr>
          <p:cNvPr id="60500" name="Object 84"/>
          <p:cNvGraphicFramePr>
            <a:graphicFrameLocks noChangeAspect="1"/>
          </p:cNvGraphicFramePr>
          <p:nvPr/>
        </p:nvGraphicFramePr>
        <p:xfrm>
          <a:off x="2495550" y="5114925"/>
          <a:ext cx="1689100" cy="444500"/>
        </p:xfrm>
        <a:graphic>
          <a:graphicData uri="http://schemas.openxmlformats.org/presentationml/2006/ole">
            <mc:AlternateContent xmlns:mc="http://schemas.openxmlformats.org/markup-compatibility/2006">
              <mc:Choice xmlns:v="urn:schemas-microsoft-com:vml" Requires="v">
                <p:oleObj spid="_x0000_s3305" name="" r:id="rId3" imgW="1459865" imgH="368935" progId="Equation.3">
                  <p:embed/>
                </p:oleObj>
              </mc:Choice>
              <mc:Fallback>
                <p:oleObj name="" r:id="rId3" imgW="1459865" imgH="368935" progId="Equation.3">
                  <p:embed/>
                  <p:pic>
                    <p:nvPicPr>
                      <p:cNvPr id="0" name="图片 3304"/>
                      <p:cNvPicPr/>
                      <p:nvPr/>
                    </p:nvPicPr>
                    <p:blipFill>
                      <a:blip r:embed="rId4">
                        <a:clrChange>
                          <a:clrFrom>
                            <a:srgbClr val="000000"/>
                          </a:clrFrom>
                          <a:clrTo>
                            <a:srgbClr val="0000FF"/>
                          </a:clrTo>
                        </a:clrChange>
                      </a:blip>
                      <a:stretch>
                        <a:fillRect/>
                      </a:stretch>
                    </p:blipFill>
                    <p:spPr>
                      <a:xfrm>
                        <a:off x="2495550" y="5114925"/>
                        <a:ext cx="1689100" cy="444500"/>
                      </a:xfrm>
                      <a:prstGeom prst="rect">
                        <a:avLst/>
                      </a:prstGeom>
                      <a:noFill/>
                      <a:ln w="38100">
                        <a:noFill/>
                        <a:miter/>
                      </a:ln>
                    </p:spPr>
                  </p:pic>
                </p:oleObj>
              </mc:Fallback>
            </mc:AlternateContent>
          </a:graphicData>
        </a:graphic>
      </p:graphicFrame>
      <p:graphicFrame>
        <p:nvGraphicFramePr>
          <p:cNvPr id="60501" name="Object 85"/>
          <p:cNvGraphicFramePr>
            <a:graphicFrameLocks noChangeAspect="1"/>
          </p:cNvGraphicFramePr>
          <p:nvPr/>
        </p:nvGraphicFramePr>
        <p:xfrm>
          <a:off x="4543425" y="5013325"/>
          <a:ext cx="1866900" cy="546100"/>
        </p:xfrm>
        <a:graphic>
          <a:graphicData uri="http://schemas.openxmlformats.org/presentationml/2006/ole">
            <mc:AlternateContent xmlns:mc="http://schemas.openxmlformats.org/markup-compatibility/2006">
              <mc:Choice xmlns:v="urn:schemas-microsoft-com:vml" Requires="v">
                <p:oleObj spid="_x0000_s3300" name="" r:id="rId5" imgW="1619250" imgH="452755" progId="Equation.3">
                  <p:embed/>
                </p:oleObj>
              </mc:Choice>
              <mc:Fallback>
                <p:oleObj name="" r:id="rId5" imgW="1619250" imgH="452755" progId="Equation.3">
                  <p:embed/>
                  <p:pic>
                    <p:nvPicPr>
                      <p:cNvPr id="0" name="图片 3299"/>
                      <p:cNvPicPr/>
                      <p:nvPr/>
                    </p:nvPicPr>
                    <p:blipFill>
                      <a:blip r:embed="rId6">
                        <a:clrChange>
                          <a:clrFrom>
                            <a:srgbClr val="000000"/>
                          </a:clrFrom>
                          <a:clrTo>
                            <a:srgbClr val="0000FF"/>
                          </a:clrTo>
                        </a:clrChange>
                      </a:blip>
                      <a:stretch>
                        <a:fillRect/>
                      </a:stretch>
                    </p:blipFill>
                    <p:spPr>
                      <a:xfrm>
                        <a:off x="4543425" y="5013325"/>
                        <a:ext cx="1866900" cy="546100"/>
                      </a:xfrm>
                      <a:prstGeom prst="rect">
                        <a:avLst/>
                      </a:prstGeom>
                      <a:noFill/>
                      <a:ln w="38100">
                        <a:noFill/>
                        <a:miter/>
                      </a:ln>
                    </p:spPr>
                  </p:pic>
                </p:oleObj>
              </mc:Fallback>
            </mc:AlternateContent>
          </a:graphicData>
        </a:graphic>
      </p:graphicFrame>
      <p:graphicFrame>
        <p:nvGraphicFramePr>
          <p:cNvPr id="60502" name="Object 86"/>
          <p:cNvGraphicFramePr>
            <a:graphicFrameLocks noChangeAspect="1"/>
          </p:cNvGraphicFramePr>
          <p:nvPr/>
        </p:nvGraphicFramePr>
        <p:xfrm>
          <a:off x="6775450" y="5013325"/>
          <a:ext cx="1841500" cy="546100"/>
        </p:xfrm>
        <a:graphic>
          <a:graphicData uri="http://schemas.openxmlformats.org/presentationml/2006/ole">
            <mc:AlternateContent xmlns:mc="http://schemas.openxmlformats.org/markup-compatibility/2006">
              <mc:Choice xmlns:v="urn:schemas-microsoft-com:vml" Requires="v">
                <p:oleObj spid="_x0000_s3301" name="" r:id="rId7" imgW="1593850" imgH="452755" progId="Equation.3">
                  <p:embed/>
                </p:oleObj>
              </mc:Choice>
              <mc:Fallback>
                <p:oleObj name="" r:id="rId7" imgW="1593850" imgH="452755" progId="Equation.3">
                  <p:embed/>
                  <p:pic>
                    <p:nvPicPr>
                      <p:cNvPr id="0" name="图片 3300"/>
                      <p:cNvPicPr/>
                      <p:nvPr/>
                    </p:nvPicPr>
                    <p:blipFill>
                      <a:blip r:embed="rId8">
                        <a:clrChange>
                          <a:clrFrom>
                            <a:srgbClr val="000000"/>
                          </a:clrFrom>
                          <a:clrTo>
                            <a:srgbClr val="0000FF"/>
                          </a:clrTo>
                        </a:clrChange>
                      </a:blip>
                      <a:stretch>
                        <a:fillRect/>
                      </a:stretch>
                    </p:blipFill>
                    <p:spPr>
                      <a:xfrm>
                        <a:off x="6775450" y="5013325"/>
                        <a:ext cx="1841500" cy="546100"/>
                      </a:xfrm>
                      <a:prstGeom prst="rect">
                        <a:avLst/>
                      </a:prstGeom>
                      <a:noFill/>
                      <a:ln w="38100">
                        <a:noFill/>
                        <a:miter/>
                      </a:ln>
                    </p:spPr>
                  </p:pic>
                </p:oleObj>
              </mc:Fallback>
            </mc:AlternateContent>
          </a:graphicData>
        </a:graphic>
      </p:graphicFrame>
      <p:graphicFrame>
        <p:nvGraphicFramePr>
          <p:cNvPr id="60503" name="Object 87"/>
          <p:cNvGraphicFramePr>
            <a:graphicFrameLocks noChangeAspect="1"/>
          </p:cNvGraphicFramePr>
          <p:nvPr/>
        </p:nvGraphicFramePr>
        <p:xfrm>
          <a:off x="2495550" y="5830888"/>
          <a:ext cx="1638300" cy="406400"/>
        </p:xfrm>
        <a:graphic>
          <a:graphicData uri="http://schemas.openxmlformats.org/presentationml/2006/ole">
            <mc:AlternateContent xmlns:mc="http://schemas.openxmlformats.org/markup-compatibility/2006">
              <mc:Choice xmlns:v="urn:schemas-microsoft-com:vml" Requires="v">
                <p:oleObj spid="_x0000_s3302" name="" r:id="rId9" imgW="1417955" imgH="335280" progId="Equation.3">
                  <p:embed/>
                </p:oleObj>
              </mc:Choice>
              <mc:Fallback>
                <p:oleObj name="" r:id="rId9" imgW="1417955" imgH="335280" progId="Equation.3">
                  <p:embed/>
                  <p:pic>
                    <p:nvPicPr>
                      <p:cNvPr id="0" name="图片 3301"/>
                      <p:cNvPicPr/>
                      <p:nvPr/>
                    </p:nvPicPr>
                    <p:blipFill>
                      <a:blip r:embed="rId10">
                        <a:clrChange>
                          <a:clrFrom>
                            <a:srgbClr val="000000"/>
                          </a:clrFrom>
                          <a:clrTo>
                            <a:srgbClr val="0000FF"/>
                          </a:clrTo>
                        </a:clrChange>
                      </a:blip>
                      <a:stretch>
                        <a:fillRect/>
                      </a:stretch>
                    </p:blipFill>
                    <p:spPr>
                      <a:xfrm>
                        <a:off x="2495550" y="5830888"/>
                        <a:ext cx="1638300" cy="406400"/>
                      </a:xfrm>
                      <a:prstGeom prst="rect">
                        <a:avLst/>
                      </a:prstGeom>
                      <a:noFill/>
                      <a:ln w="38100">
                        <a:noFill/>
                        <a:miter/>
                      </a:ln>
                    </p:spPr>
                  </p:pic>
                </p:oleObj>
              </mc:Fallback>
            </mc:AlternateContent>
          </a:graphicData>
        </a:graphic>
      </p:graphicFrame>
      <p:graphicFrame>
        <p:nvGraphicFramePr>
          <p:cNvPr id="60504" name="Object 88"/>
          <p:cNvGraphicFramePr>
            <a:graphicFrameLocks noChangeAspect="1"/>
          </p:cNvGraphicFramePr>
          <p:nvPr/>
        </p:nvGraphicFramePr>
        <p:xfrm>
          <a:off x="4583113" y="5830888"/>
          <a:ext cx="1828800" cy="406400"/>
        </p:xfrm>
        <a:graphic>
          <a:graphicData uri="http://schemas.openxmlformats.org/presentationml/2006/ole">
            <mc:AlternateContent xmlns:mc="http://schemas.openxmlformats.org/markup-compatibility/2006">
              <mc:Choice xmlns:v="urn:schemas-microsoft-com:vml" Requires="v">
                <p:oleObj spid="_x0000_s3303" name="" r:id="rId11" imgW="1585595" imgH="335280" progId="Equation.3">
                  <p:embed/>
                </p:oleObj>
              </mc:Choice>
              <mc:Fallback>
                <p:oleObj name="" r:id="rId11" imgW="1585595" imgH="335280" progId="Equation.3">
                  <p:embed/>
                  <p:pic>
                    <p:nvPicPr>
                      <p:cNvPr id="0" name="图片 3302"/>
                      <p:cNvPicPr/>
                      <p:nvPr/>
                    </p:nvPicPr>
                    <p:blipFill>
                      <a:blip r:embed="rId12">
                        <a:clrChange>
                          <a:clrFrom>
                            <a:srgbClr val="000000"/>
                          </a:clrFrom>
                          <a:clrTo>
                            <a:srgbClr val="0000FF"/>
                          </a:clrTo>
                        </a:clrChange>
                      </a:blip>
                      <a:stretch>
                        <a:fillRect/>
                      </a:stretch>
                    </p:blipFill>
                    <p:spPr>
                      <a:xfrm>
                        <a:off x="4583113" y="5830888"/>
                        <a:ext cx="1828800" cy="406400"/>
                      </a:xfrm>
                      <a:prstGeom prst="rect">
                        <a:avLst/>
                      </a:prstGeom>
                      <a:noFill/>
                      <a:ln w="38100">
                        <a:noFill/>
                        <a:miter/>
                      </a:ln>
                    </p:spPr>
                  </p:pic>
                </p:oleObj>
              </mc:Fallback>
            </mc:AlternateContent>
          </a:graphicData>
        </a:graphic>
      </p:graphicFrame>
      <p:graphicFrame>
        <p:nvGraphicFramePr>
          <p:cNvPr id="60505" name="Object 89"/>
          <p:cNvGraphicFramePr>
            <a:graphicFrameLocks noChangeAspect="1"/>
          </p:cNvGraphicFramePr>
          <p:nvPr/>
        </p:nvGraphicFramePr>
        <p:xfrm>
          <a:off x="6743700" y="5830888"/>
          <a:ext cx="1828800" cy="406400"/>
        </p:xfrm>
        <a:graphic>
          <a:graphicData uri="http://schemas.openxmlformats.org/presentationml/2006/ole">
            <mc:AlternateContent xmlns:mc="http://schemas.openxmlformats.org/markup-compatibility/2006">
              <mc:Choice xmlns:v="urn:schemas-microsoft-com:vml" Requires="v">
                <p:oleObj spid="_x0000_s3304" name="" r:id="rId13" imgW="1585595" imgH="335280" progId="Equation.3">
                  <p:embed/>
                </p:oleObj>
              </mc:Choice>
              <mc:Fallback>
                <p:oleObj name="" r:id="rId13" imgW="1585595" imgH="335280" progId="Equation.3">
                  <p:embed/>
                  <p:pic>
                    <p:nvPicPr>
                      <p:cNvPr id="0" name="图片 3303"/>
                      <p:cNvPicPr/>
                      <p:nvPr/>
                    </p:nvPicPr>
                    <p:blipFill>
                      <a:blip r:embed="rId14">
                        <a:clrChange>
                          <a:clrFrom>
                            <a:srgbClr val="000000"/>
                          </a:clrFrom>
                          <a:clrTo>
                            <a:srgbClr val="0000FF"/>
                          </a:clrTo>
                        </a:clrChange>
                      </a:blip>
                      <a:stretch>
                        <a:fillRect/>
                      </a:stretch>
                    </p:blipFill>
                    <p:spPr>
                      <a:xfrm>
                        <a:off x="6743700" y="5830888"/>
                        <a:ext cx="1828800" cy="406400"/>
                      </a:xfrm>
                      <a:prstGeom prst="rect">
                        <a:avLst/>
                      </a:prstGeom>
                      <a:noFill/>
                      <a:ln w="38100">
                        <a:noFill/>
                        <a:miter/>
                      </a:ln>
                    </p:spPr>
                  </p:pic>
                </p:oleObj>
              </mc:Fallback>
            </mc:AlternateContent>
          </a:graphicData>
        </a:graphic>
      </p:graphicFrame>
      <p:sp>
        <p:nvSpPr>
          <p:cNvPr id="60506" name="Text Box 90"/>
          <p:cNvSpPr txBox="1"/>
          <p:nvPr/>
        </p:nvSpPr>
        <p:spPr>
          <a:xfrm>
            <a:off x="4625658" y="4488498"/>
            <a:ext cx="5329237" cy="521970"/>
          </a:xfrm>
          <a:prstGeom prst="rect">
            <a:avLst/>
          </a:prstGeom>
          <a:noFill/>
          <a:ln w="9525">
            <a:noFill/>
          </a:ln>
        </p:spPr>
        <p:txBody>
          <a:bodyPr anchor="t" anchorCtr="0">
            <a:spAutoFit/>
          </a:bodyPr>
          <a:p>
            <a:r>
              <a:rPr lang="zh-CN" altLang="en-US" sz="2800" b="1" dirty="0">
                <a:latin typeface="Times New Roman" panose="02020603050405020304" pitchFamily="18" charset="0"/>
                <a:ea typeface="楷体_GB2312" charset="-122"/>
              </a:rPr>
              <a:t>自变量变化过程有下面六种形式</a:t>
            </a:r>
            <a:r>
              <a:rPr lang="en-US" altLang="zh-CN" sz="2800" b="1" dirty="0">
                <a:latin typeface="Times New Roman" panose="02020603050405020304" pitchFamily="18" charset="0"/>
                <a:ea typeface="楷体_GB2312" charset="-122"/>
              </a:rPr>
              <a:t>:</a:t>
            </a:r>
            <a:endParaRPr lang="en-US" altLang="zh-CN" sz="2800" b="1" dirty="0">
              <a:latin typeface="Times New Roman" panose="02020603050405020304" pitchFamily="18" charset="0"/>
              <a:ea typeface="楷体_GB2312" charset="-122"/>
            </a:endParaRPr>
          </a:p>
        </p:txBody>
      </p:sp>
      <p:sp>
        <p:nvSpPr>
          <p:cNvPr id="34863" name="Text Box 91"/>
          <p:cNvSpPr txBox="1"/>
          <p:nvPr/>
        </p:nvSpPr>
        <p:spPr>
          <a:xfrm>
            <a:off x="1535430" y="765175"/>
            <a:ext cx="613410" cy="2430780"/>
          </a:xfrm>
          <a:prstGeom prst="rect">
            <a:avLst/>
          </a:prstGeom>
          <a:solidFill>
            <a:schemeClr val="accent5">
              <a:lumMod val="20000"/>
              <a:lumOff val="80000"/>
            </a:schemeClr>
          </a:solidFill>
          <a:ln w="9525" cap="flat" cmpd="sng">
            <a:solidFill>
              <a:srgbClr val="FFCC00"/>
            </a:solidFill>
            <a:prstDash val="solid"/>
            <a:miter/>
            <a:headEnd type="none" w="med" len="med"/>
            <a:tailEnd type="none" w="med" len="med"/>
          </a:ln>
        </p:spPr>
        <p:txBody>
          <a:bodyPr vert="eaVert" wrap="square" anchor="t" anchorCtr="0">
            <a:spAutoFit/>
          </a:bodyPr>
          <a:p>
            <a:pPr>
              <a:spcBef>
                <a:spcPct val="50000"/>
              </a:spcBef>
            </a:pPr>
            <a:r>
              <a:rPr lang="zh-CN" altLang="en-US" sz="2800" b="1" dirty="0">
                <a:solidFill>
                  <a:srgbClr val="0000FF"/>
                </a:solidFill>
                <a:latin typeface="黑体" panose="02010609060101010101" pitchFamily="49" charset="-122"/>
                <a:ea typeface="黑体" panose="02010609060101010101" pitchFamily="49" charset="-122"/>
              </a:rPr>
              <a:t>观察函数图形</a:t>
            </a:r>
            <a:endParaRPr lang="zh-CN" altLang="en-US" sz="2800" b="1" dirty="0">
              <a:solidFill>
                <a:srgbClr val="0000FF"/>
              </a:solidFill>
              <a:latin typeface="黑体" panose="02010609060101010101" pitchFamily="49" charset="-122"/>
              <a:ea typeface="黑体" panose="02010609060101010101" pitchFamily="49" charset="-122"/>
            </a:endParaRPr>
          </a:p>
        </p:txBody>
      </p:sp>
      <p:graphicFrame>
        <p:nvGraphicFramePr>
          <p:cNvPr id="2" name="对象 1">
            <a:hlinkClick r:id="" action="ppaction://ole?verb="/>
          </p:cNvPr>
          <p:cNvGraphicFramePr>
            <a:graphicFrameLocks noChangeAspect="1"/>
          </p:cNvGraphicFramePr>
          <p:nvPr/>
        </p:nvGraphicFramePr>
        <p:xfrm>
          <a:off x="9004618" y="2320608"/>
          <a:ext cx="723900" cy="468312"/>
        </p:xfrm>
        <a:graphic>
          <a:graphicData uri="http://schemas.openxmlformats.org/presentationml/2006/ole">
            <mc:AlternateContent xmlns:mc="http://schemas.openxmlformats.org/markup-compatibility/2006">
              <mc:Choice xmlns:v="urn:schemas-microsoft-com:vml" Requires="v">
                <p:oleObj spid="_x0000_s3249" name="" r:id="rId15" imgW="609600" imgH="393700" progId="Equation.KSEE3">
                  <p:embed/>
                </p:oleObj>
              </mc:Choice>
              <mc:Fallback>
                <p:oleObj name="" r:id="rId15" imgW="609600" imgH="393700" progId="Equation.KSEE3">
                  <p:embed/>
                  <p:pic>
                    <p:nvPicPr>
                      <p:cNvPr id="0" name="图片 3248"/>
                      <p:cNvPicPr/>
                      <p:nvPr/>
                    </p:nvPicPr>
                    <p:blipFill>
                      <a:blip r:embed="rId16"/>
                      <a:stretch>
                        <a:fillRect/>
                      </a:stretch>
                    </p:blipFill>
                    <p:spPr>
                      <a:xfrm>
                        <a:off x="9004618" y="2320608"/>
                        <a:ext cx="723900" cy="468312"/>
                      </a:xfrm>
                      <a:prstGeom prst="rect">
                        <a:avLst/>
                      </a:prstGeom>
                      <a:noFill/>
                      <a:ln w="38100">
                        <a:noFill/>
                        <a:miter/>
                      </a:ln>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4625658" y="1243648"/>
          <a:ext cx="1282700" cy="468312"/>
        </p:xfrm>
        <a:graphic>
          <a:graphicData uri="http://schemas.openxmlformats.org/presentationml/2006/ole">
            <mc:AlternateContent xmlns:mc="http://schemas.openxmlformats.org/markup-compatibility/2006">
              <mc:Choice xmlns:v="urn:schemas-microsoft-com:vml" Requires="v">
                <p:oleObj spid="_x0000_s3254" name="" r:id="rId17" imgW="1079500" imgH="393700" progId="Equation.KSEE3">
                  <p:embed/>
                </p:oleObj>
              </mc:Choice>
              <mc:Fallback>
                <p:oleObj name="" r:id="rId17" imgW="1079500" imgH="393700" progId="Equation.KSEE3">
                  <p:embed/>
                  <p:pic>
                    <p:nvPicPr>
                      <p:cNvPr id="0" name="图片 3253"/>
                      <p:cNvPicPr/>
                      <p:nvPr/>
                    </p:nvPicPr>
                    <p:blipFill>
                      <a:blip r:embed="rId18"/>
                      <a:stretch>
                        <a:fillRect/>
                      </a:stretch>
                    </p:blipFill>
                    <p:spPr>
                      <a:xfrm>
                        <a:off x="4625658" y="1243648"/>
                        <a:ext cx="1282700" cy="468312"/>
                      </a:xfrm>
                      <a:prstGeom prst="rect">
                        <a:avLst/>
                      </a:prstGeom>
                      <a:noFill/>
                      <a:ln w="38100">
                        <a:noFill/>
                        <a:miter/>
                      </a:ln>
                    </p:spPr>
                  </p:pic>
                </p:oleObj>
              </mc:Fallback>
            </mc:AlternateContent>
          </a:graphicData>
        </a:graphic>
      </p:graphicFrame>
      <p:graphicFrame>
        <p:nvGraphicFramePr>
          <p:cNvPr id="4" name="对象 3">
            <a:hlinkClick r:id="" action="ppaction://ole?verb="/>
          </p:cNvPr>
          <p:cNvGraphicFramePr>
            <a:graphicFrameLocks noChangeAspect="1"/>
          </p:cNvGraphicFramePr>
          <p:nvPr/>
        </p:nvGraphicFramePr>
        <p:xfrm>
          <a:off x="2495233" y="2481263"/>
          <a:ext cx="1344612" cy="468312"/>
        </p:xfrm>
        <a:graphic>
          <a:graphicData uri="http://schemas.openxmlformats.org/presentationml/2006/ole">
            <mc:AlternateContent xmlns:mc="http://schemas.openxmlformats.org/markup-compatibility/2006">
              <mc:Choice xmlns:v="urn:schemas-microsoft-com:vml" Requires="v">
                <p:oleObj spid="_x0000_s3256" name="" r:id="rId19" imgW="1130300" imgH="393700" progId="Equation.KSEE3">
                  <p:embed/>
                </p:oleObj>
              </mc:Choice>
              <mc:Fallback>
                <p:oleObj name="" r:id="rId19" imgW="1130300" imgH="393700" progId="Equation.KSEE3">
                  <p:embed/>
                  <p:pic>
                    <p:nvPicPr>
                      <p:cNvPr id="0" name="图片 3255"/>
                      <p:cNvPicPr/>
                      <p:nvPr/>
                    </p:nvPicPr>
                    <p:blipFill>
                      <a:blip r:embed="rId20"/>
                      <a:stretch>
                        <a:fillRect/>
                      </a:stretch>
                    </p:blipFill>
                    <p:spPr>
                      <a:xfrm>
                        <a:off x="2495233" y="2481263"/>
                        <a:ext cx="1344612" cy="468312"/>
                      </a:xfrm>
                      <a:prstGeom prst="rect">
                        <a:avLst/>
                      </a:prstGeom>
                      <a:noFill/>
                      <a:ln w="38100">
                        <a:noFill/>
                        <a:miter/>
                      </a:ln>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2931795" y="1844358"/>
          <a:ext cx="1147763" cy="331787"/>
        </p:xfrm>
        <a:graphic>
          <a:graphicData uri="http://schemas.openxmlformats.org/presentationml/2006/ole">
            <mc:AlternateContent xmlns:mc="http://schemas.openxmlformats.org/markup-compatibility/2006">
              <mc:Choice xmlns:v="urn:schemas-microsoft-com:vml" Requires="v">
                <p:oleObj spid="_x0000_s3258" name="" r:id="rId21" imgW="965200" imgH="279400" progId="Equation.KSEE3">
                  <p:embed/>
                </p:oleObj>
              </mc:Choice>
              <mc:Fallback>
                <p:oleObj name="" r:id="rId21" imgW="965200" imgH="279400" progId="Equation.KSEE3">
                  <p:embed/>
                  <p:pic>
                    <p:nvPicPr>
                      <p:cNvPr id="0" name="图片 3257"/>
                      <p:cNvPicPr/>
                      <p:nvPr/>
                    </p:nvPicPr>
                    <p:blipFill>
                      <a:blip r:embed="rId22"/>
                      <a:stretch>
                        <a:fillRect/>
                      </a:stretch>
                    </p:blipFill>
                    <p:spPr>
                      <a:xfrm>
                        <a:off x="2931795" y="1844358"/>
                        <a:ext cx="1147763" cy="331787"/>
                      </a:xfrm>
                      <a:prstGeom prst="rect">
                        <a:avLst/>
                      </a:prstGeom>
                      <a:noFill/>
                      <a:ln w="38100">
                        <a:noFill/>
                        <a:miter/>
                      </a:ln>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6553518" y="3073718"/>
          <a:ext cx="1058862" cy="333375"/>
        </p:xfrm>
        <a:graphic>
          <a:graphicData uri="http://schemas.openxmlformats.org/presentationml/2006/ole">
            <mc:AlternateContent xmlns:mc="http://schemas.openxmlformats.org/markup-compatibility/2006">
              <mc:Choice xmlns:v="urn:schemas-microsoft-com:vml" Requires="v">
                <p:oleObj spid="_x0000_s3252" name="" r:id="rId23" imgW="889000" imgH="279400" progId="Equation.KSEE3">
                  <p:embed/>
                </p:oleObj>
              </mc:Choice>
              <mc:Fallback>
                <p:oleObj name="" r:id="rId23" imgW="889000" imgH="279400" progId="Equation.KSEE3">
                  <p:embed/>
                  <p:pic>
                    <p:nvPicPr>
                      <p:cNvPr id="0" name="图片 3251"/>
                      <p:cNvPicPr/>
                      <p:nvPr/>
                    </p:nvPicPr>
                    <p:blipFill>
                      <a:blip r:embed="rId24"/>
                      <a:stretch>
                        <a:fillRect/>
                      </a:stretch>
                    </p:blipFill>
                    <p:spPr>
                      <a:xfrm>
                        <a:off x="6553518" y="3073718"/>
                        <a:ext cx="1058862" cy="333375"/>
                      </a:xfrm>
                      <a:prstGeom prst="rect">
                        <a:avLst/>
                      </a:prstGeom>
                      <a:noFill/>
                      <a:ln w="38100">
                        <a:noFill/>
                        <a:miter/>
                      </a:ln>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6411913" y="3858895"/>
          <a:ext cx="1057275" cy="333375"/>
        </p:xfrm>
        <a:graphic>
          <a:graphicData uri="http://schemas.openxmlformats.org/presentationml/2006/ole">
            <mc:AlternateContent xmlns:mc="http://schemas.openxmlformats.org/markup-compatibility/2006">
              <mc:Choice xmlns:v="urn:schemas-microsoft-com:vml" Requires="v">
                <p:oleObj spid="_x0000_s3257" name="" r:id="rId25" imgW="889000" imgH="279400" progId="Equation.KSEE3">
                  <p:embed/>
                </p:oleObj>
              </mc:Choice>
              <mc:Fallback>
                <p:oleObj name="" r:id="rId25" imgW="889000" imgH="279400" progId="Equation.KSEE3">
                  <p:embed/>
                  <p:pic>
                    <p:nvPicPr>
                      <p:cNvPr id="0" name="图片 3256"/>
                      <p:cNvPicPr/>
                      <p:nvPr/>
                    </p:nvPicPr>
                    <p:blipFill>
                      <a:blip r:embed="rId26"/>
                      <a:stretch>
                        <a:fillRect/>
                      </a:stretch>
                    </p:blipFill>
                    <p:spPr>
                      <a:xfrm>
                        <a:off x="6411913" y="3858895"/>
                        <a:ext cx="1057275" cy="333375"/>
                      </a:xfrm>
                      <a:prstGeom prst="rect">
                        <a:avLst/>
                      </a:prstGeom>
                      <a:noFill/>
                      <a:ln w="38100">
                        <a:noFill/>
                        <a:miter/>
                      </a:ln>
                    </p:spPr>
                  </p:pic>
                </p:oleObj>
              </mc:Fallback>
            </mc:AlternateContent>
          </a:graphicData>
        </a:graphic>
      </p:graphicFrame>
      <p:pic>
        <p:nvPicPr>
          <p:cNvPr id="10" name="图片 9"/>
          <p:cNvPicPr>
            <a:picLocks noChangeAspect="1"/>
          </p:cNvPicPr>
          <p:nvPr/>
        </p:nvPicPr>
        <p:blipFill>
          <a:blip r:embed="rId27"/>
          <a:stretch>
            <a:fillRect/>
          </a:stretch>
        </p:blipFill>
        <p:spPr>
          <a:xfrm>
            <a:off x="8423910" y="1243965"/>
            <a:ext cx="581025" cy="581025"/>
          </a:xfrm>
          <a:prstGeom prst="rect">
            <a:avLst/>
          </a:prstGeom>
        </p:spPr>
      </p:pic>
      <p:pic>
        <p:nvPicPr>
          <p:cNvPr id="11" name="图片 10"/>
          <p:cNvPicPr>
            <a:picLocks noChangeAspect="1"/>
          </p:cNvPicPr>
          <p:nvPr/>
        </p:nvPicPr>
        <p:blipFill>
          <a:blip r:embed="rId28"/>
          <a:stretch>
            <a:fillRect/>
          </a:stretch>
        </p:blipFill>
        <p:spPr>
          <a:xfrm>
            <a:off x="2468880" y="4488815"/>
            <a:ext cx="2200275" cy="419100"/>
          </a:xfrm>
          <a:prstGeom prst="rect">
            <a:avLst/>
          </a:prstGeom>
        </p:spPr>
      </p:pic>
      <p:pic>
        <p:nvPicPr>
          <p:cNvPr id="15" name="图片 14"/>
          <p:cNvPicPr>
            <a:picLocks noChangeAspect="1"/>
          </p:cNvPicPr>
          <p:nvPr/>
        </p:nvPicPr>
        <p:blipFill>
          <a:blip r:embed="rId29"/>
          <a:stretch>
            <a:fillRect/>
          </a:stretch>
        </p:blipFill>
        <p:spPr>
          <a:xfrm>
            <a:off x="3839845" y="1098550"/>
            <a:ext cx="161925" cy="219075"/>
          </a:xfrm>
          <a:prstGeom prst="rect">
            <a:avLst/>
          </a:prstGeom>
        </p:spPr>
      </p:pic>
      <p:pic>
        <p:nvPicPr>
          <p:cNvPr id="16" name="图片 15"/>
          <p:cNvPicPr>
            <a:picLocks noChangeAspect="1"/>
          </p:cNvPicPr>
          <p:nvPr/>
        </p:nvPicPr>
        <p:blipFill>
          <a:blip r:embed="rId29"/>
          <a:stretch>
            <a:fillRect/>
          </a:stretch>
        </p:blipFill>
        <p:spPr>
          <a:xfrm>
            <a:off x="7985760" y="1026160"/>
            <a:ext cx="161925" cy="219075"/>
          </a:xfrm>
          <a:prstGeom prst="rect">
            <a:avLst/>
          </a:prstGeom>
        </p:spPr>
      </p:pic>
      <p:pic>
        <p:nvPicPr>
          <p:cNvPr id="17" name="图片 16"/>
          <p:cNvPicPr>
            <a:picLocks noChangeAspect="1"/>
          </p:cNvPicPr>
          <p:nvPr/>
        </p:nvPicPr>
        <p:blipFill>
          <a:blip r:embed="rId29"/>
          <a:stretch>
            <a:fillRect/>
          </a:stretch>
        </p:blipFill>
        <p:spPr>
          <a:xfrm>
            <a:off x="6032500" y="2481580"/>
            <a:ext cx="161925" cy="219075"/>
          </a:xfrm>
          <a:prstGeom prst="rect">
            <a:avLst/>
          </a:prstGeom>
        </p:spPr>
      </p:pic>
      <p:pic>
        <p:nvPicPr>
          <p:cNvPr id="18" name="图片 17"/>
          <p:cNvPicPr>
            <a:picLocks noChangeAspect="1"/>
          </p:cNvPicPr>
          <p:nvPr/>
        </p:nvPicPr>
        <p:blipFill>
          <a:blip r:embed="rId30"/>
          <a:stretch>
            <a:fillRect/>
          </a:stretch>
        </p:blipFill>
        <p:spPr>
          <a:xfrm>
            <a:off x="6892925" y="2691765"/>
            <a:ext cx="942975" cy="352425"/>
          </a:xfrm>
          <a:prstGeom prst="rect">
            <a:avLst/>
          </a:prstGeom>
        </p:spPr>
      </p:pic>
      <p:pic>
        <p:nvPicPr>
          <p:cNvPr id="19" name="图片 18"/>
          <p:cNvPicPr>
            <a:picLocks noChangeAspect="1"/>
          </p:cNvPicPr>
          <p:nvPr/>
        </p:nvPicPr>
        <p:blipFill>
          <a:blip r:embed="rId31"/>
          <a:stretch>
            <a:fillRect/>
          </a:stretch>
        </p:blipFill>
        <p:spPr>
          <a:xfrm>
            <a:off x="4956175" y="3938270"/>
            <a:ext cx="952500" cy="361950"/>
          </a:xfrm>
          <a:prstGeom prst="rect">
            <a:avLst/>
          </a:prstGeom>
        </p:spPr>
      </p:pic>
      <p:pic>
        <p:nvPicPr>
          <p:cNvPr id="20" name="图片 19"/>
          <p:cNvPicPr>
            <a:picLocks noChangeAspect="1"/>
          </p:cNvPicPr>
          <p:nvPr/>
        </p:nvPicPr>
        <p:blipFill>
          <a:blip r:embed="rId32"/>
          <a:stretch>
            <a:fillRect/>
          </a:stretch>
        </p:blipFill>
        <p:spPr>
          <a:xfrm>
            <a:off x="5019040" y="2176145"/>
            <a:ext cx="152400" cy="171450"/>
          </a:xfrm>
          <a:prstGeom prst="rect">
            <a:avLst/>
          </a:prstGeom>
        </p:spPr>
      </p:pic>
      <p:pic>
        <p:nvPicPr>
          <p:cNvPr id="21" name="图片 20"/>
          <p:cNvPicPr>
            <a:picLocks noChangeAspect="1"/>
          </p:cNvPicPr>
          <p:nvPr/>
        </p:nvPicPr>
        <p:blipFill>
          <a:blip r:embed="rId32"/>
          <a:stretch>
            <a:fillRect/>
          </a:stretch>
        </p:blipFill>
        <p:spPr>
          <a:xfrm>
            <a:off x="9169400" y="2039620"/>
            <a:ext cx="152400" cy="171450"/>
          </a:xfrm>
          <a:prstGeom prst="rect">
            <a:avLst/>
          </a:prstGeom>
        </p:spPr>
      </p:pic>
      <p:pic>
        <p:nvPicPr>
          <p:cNvPr id="22" name="图片 21"/>
          <p:cNvPicPr>
            <a:picLocks noChangeAspect="1"/>
          </p:cNvPicPr>
          <p:nvPr/>
        </p:nvPicPr>
        <p:blipFill>
          <a:blip r:embed="rId32"/>
          <a:stretch>
            <a:fillRect/>
          </a:stretch>
        </p:blipFill>
        <p:spPr>
          <a:xfrm>
            <a:off x="6929755" y="3599180"/>
            <a:ext cx="152400" cy="171450"/>
          </a:xfrm>
          <a:prstGeom prst="rect">
            <a:avLst/>
          </a:prstGeom>
        </p:spPr>
      </p:pic>
      <p:pic>
        <p:nvPicPr>
          <p:cNvPr id="25" name="图片 24"/>
          <p:cNvPicPr>
            <a:picLocks noChangeAspect="1"/>
          </p:cNvPicPr>
          <p:nvPr/>
        </p:nvPicPr>
        <p:blipFill>
          <a:blip r:embed="rId33"/>
          <a:stretch>
            <a:fillRect/>
          </a:stretch>
        </p:blipFill>
        <p:spPr>
          <a:xfrm>
            <a:off x="4079875" y="2125980"/>
            <a:ext cx="152400" cy="171450"/>
          </a:xfrm>
          <a:prstGeom prst="rect">
            <a:avLst/>
          </a:prstGeom>
        </p:spPr>
      </p:pic>
      <p:pic>
        <p:nvPicPr>
          <p:cNvPr id="26" name="图片 25"/>
          <p:cNvPicPr>
            <a:picLocks noChangeAspect="1"/>
          </p:cNvPicPr>
          <p:nvPr/>
        </p:nvPicPr>
        <p:blipFill>
          <a:blip r:embed="rId33"/>
          <a:stretch>
            <a:fillRect/>
          </a:stretch>
        </p:blipFill>
        <p:spPr>
          <a:xfrm>
            <a:off x="6120130" y="3535045"/>
            <a:ext cx="152400" cy="171450"/>
          </a:xfrm>
          <a:prstGeom prst="rect">
            <a:avLst/>
          </a:prstGeom>
        </p:spPr>
      </p:pic>
      <p:pic>
        <p:nvPicPr>
          <p:cNvPr id="27" name="图片 26"/>
          <p:cNvPicPr>
            <a:picLocks noChangeAspect="1"/>
          </p:cNvPicPr>
          <p:nvPr/>
        </p:nvPicPr>
        <p:blipFill>
          <a:blip r:embed="rId33"/>
          <a:stretch>
            <a:fillRect/>
          </a:stretch>
        </p:blipFill>
        <p:spPr>
          <a:xfrm>
            <a:off x="8271510" y="2039620"/>
            <a:ext cx="152400" cy="171450"/>
          </a:xfrm>
          <a:prstGeom prst="rect">
            <a:avLst/>
          </a:prstGeom>
        </p:spPr>
      </p:pic>
    </p:spTree>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0506"/>
                                        </p:tgtEl>
                                        <p:attrNameLst>
                                          <p:attrName>style.visibility</p:attrName>
                                        </p:attrNameLst>
                                      </p:cBhvr>
                                      <p:to>
                                        <p:strVal val="visible"/>
                                      </p:to>
                                    </p:set>
                                    <p:animEffect transition="in" filter="wipe(left)">
                                      <p:cBhvr>
                                        <p:cTn id="11" dur="500"/>
                                        <p:tgtEl>
                                          <p:spTgt spid="6050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0500"/>
                                        </p:tgtEl>
                                        <p:attrNameLst>
                                          <p:attrName>style.visibility</p:attrName>
                                        </p:attrNameLst>
                                      </p:cBhvr>
                                      <p:to>
                                        <p:strVal val="visible"/>
                                      </p:to>
                                    </p:set>
                                    <p:animEffect transition="in" filter="wipe(left)">
                                      <p:cBhvr>
                                        <p:cTn id="16" dur="500"/>
                                        <p:tgtEl>
                                          <p:spTgt spid="6050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0501"/>
                                        </p:tgtEl>
                                        <p:attrNameLst>
                                          <p:attrName>style.visibility</p:attrName>
                                        </p:attrNameLst>
                                      </p:cBhvr>
                                      <p:to>
                                        <p:strVal val="visible"/>
                                      </p:to>
                                    </p:set>
                                    <p:animEffect transition="in" filter="wipe(left)">
                                      <p:cBhvr>
                                        <p:cTn id="25" dur="500"/>
                                        <p:tgtEl>
                                          <p:spTgt spid="60501"/>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60502"/>
                                        </p:tgtEl>
                                        <p:attrNameLst>
                                          <p:attrName>style.visibility</p:attrName>
                                        </p:attrNameLst>
                                      </p:cBhvr>
                                      <p:to>
                                        <p:strVal val="visible"/>
                                      </p:to>
                                    </p:set>
                                    <p:animEffect transition="in" filter="wipe(left)">
                                      <p:cBhvr>
                                        <p:cTn id="34" dur="500"/>
                                        <p:tgtEl>
                                          <p:spTgt spid="60502"/>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60503"/>
                                        </p:tgtEl>
                                        <p:attrNameLst>
                                          <p:attrName>style.visibility</p:attrName>
                                        </p:attrNameLst>
                                      </p:cBhvr>
                                      <p:to>
                                        <p:strVal val="visible"/>
                                      </p:to>
                                    </p:set>
                                    <p:animEffect transition="in" filter="wipe(left)">
                                      <p:cBhvr>
                                        <p:cTn id="43" dur="500"/>
                                        <p:tgtEl>
                                          <p:spTgt spid="60503"/>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60504"/>
                                        </p:tgtEl>
                                        <p:attrNameLst>
                                          <p:attrName>style.visibility</p:attrName>
                                        </p:attrNameLst>
                                      </p:cBhvr>
                                      <p:to>
                                        <p:strVal val="visible"/>
                                      </p:to>
                                    </p:set>
                                    <p:animEffect transition="in" filter="wipe(left)">
                                      <p:cBhvr>
                                        <p:cTn id="52" dur="500"/>
                                        <p:tgtEl>
                                          <p:spTgt spid="60504"/>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60505"/>
                                        </p:tgtEl>
                                        <p:attrNameLst>
                                          <p:attrName>style.visibility</p:attrName>
                                        </p:attrNameLst>
                                      </p:cBhvr>
                                      <p:to>
                                        <p:strVal val="visible"/>
                                      </p:to>
                                    </p:set>
                                    <p:animEffect transition="in" filter="wipe(left)">
                                      <p:cBhvr>
                                        <p:cTn id="61" dur="500"/>
                                        <p:tgtEl>
                                          <p:spTgt spid="60505"/>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0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0"/>
          <p:cNvSpPr txBox="1">
            <a:spLocks noChangeArrowheads="1"/>
          </p:cNvSpPr>
          <p:nvPr/>
        </p:nvSpPr>
        <p:spPr>
          <a:xfrm>
            <a:off x="2041525" y="620713"/>
            <a:ext cx="8540750" cy="1143000"/>
          </a:xfrm>
          <a:prstGeom prst="rect">
            <a:avLst/>
          </a:prstGeom>
          <a:no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4000" b="1" dirty="0">
                <a:gradFill>
                  <a:gsLst>
                    <a:gs pos="0">
                      <a:srgbClr val="7B32B2"/>
                    </a:gs>
                    <a:gs pos="100000">
                      <a:srgbClr val="401A5D"/>
                    </a:gs>
                  </a:gsLst>
                  <a:lin scaled="0"/>
                </a:gradFill>
                <a:effectLst>
                  <a:outerShdw blurRad="38100" dist="38100" dir="2700000">
                    <a:srgbClr val="000000"/>
                  </a:outerShdw>
                </a:effectLst>
                <a:uFillTx/>
                <a:latin typeface="微软雅黑" panose="020B0503020204020204" charset="-122"/>
                <a:ea typeface="微软雅黑" panose="020B0503020204020204" charset="-122"/>
                <a:cs typeface="+mn-cs"/>
              </a:rPr>
              <a:t>1.2.2 函数极限的定义和基本性质</a:t>
            </a:r>
            <a:endParaRPr lang="en-US" altLang="zh-CN" sz="4000" b="1" dirty="0">
              <a:gradFill>
                <a:gsLst>
                  <a:gs pos="0">
                    <a:srgbClr val="7B32B2"/>
                  </a:gs>
                  <a:gs pos="100000">
                    <a:srgbClr val="401A5D"/>
                  </a:gs>
                </a:gsLst>
                <a:lin scaled="0"/>
              </a:gradFill>
              <a:effectLst>
                <a:outerShdw blurRad="38100" dist="38100" dir="2700000">
                  <a:srgbClr val="000000"/>
                </a:outerShdw>
              </a:effectLst>
              <a:uFillTx/>
              <a:latin typeface="微软雅黑" panose="020B0503020204020204" charset="-122"/>
              <a:ea typeface="微软雅黑" panose="020B0503020204020204" charset="-122"/>
              <a:cs typeface="+mn-cs"/>
            </a:endParaRPr>
          </a:p>
        </p:txBody>
      </p:sp>
      <p:graphicFrame>
        <p:nvGraphicFramePr>
          <p:cNvPr id="3" name="Object 6"/>
          <p:cNvGraphicFramePr>
            <a:graphicFrameLocks noChangeAspect="1"/>
          </p:cNvGraphicFramePr>
          <p:nvPr/>
        </p:nvGraphicFramePr>
        <p:xfrm>
          <a:off x="2446973" y="3979545"/>
          <a:ext cx="1717675" cy="436563"/>
        </p:xfrm>
        <a:graphic>
          <a:graphicData uri="http://schemas.openxmlformats.org/presentationml/2006/ole">
            <mc:AlternateContent xmlns:mc="http://schemas.openxmlformats.org/markup-compatibility/2006">
              <mc:Choice xmlns:v="urn:schemas-microsoft-com:vml" Requires="v">
                <p:oleObj spid="_x0000_s15361" name="Equation" r:id="rId1" imgW="41148000" imgH="10363200" progId="Equation.DSMT4">
                  <p:embed/>
                </p:oleObj>
              </mc:Choice>
              <mc:Fallback>
                <p:oleObj name="Equation" r:id="rId1" imgW="41148000" imgH="10363200" progId="Equation.DSMT4">
                  <p:embed/>
                  <p:pic>
                    <p:nvPicPr>
                      <p:cNvPr id="0" name="图片 15360"/>
                      <p:cNvPicPr>
                        <a:picLocks noChangeAspect="1"/>
                      </p:cNvPicPr>
                      <p:nvPr/>
                    </p:nvPicPr>
                    <p:blipFill>
                      <a:blip r:embed="rId2">
                        <a:biLevel thresh="50000"/>
                        <a:grayscl/>
                      </a:blip>
                      <a:stretch>
                        <a:fillRect/>
                      </a:stretch>
                    </p:blipFill>
                    <p:spPr>
                      <a:xfrm>
                        <a:off x="2446973" y="3979545"/>
                        <a:ext cx="1717675" cy="436563"/>
                      </a:xfrm>
                      <a:prstGeom prst="rect">
                        <a:avLst/>
                      </a:prstGeom>
                      <a:noFill/>
                      <a:ln w="9525">
                        <a:noFill/>
                      </a:ln>
                    </p:spPr>
                  </p:pic>
                </p:oleObj>
              </mc:Fallback>
            </mc:AlternateContent>
          </a:graphicData>
        </a:graphic>
      </p:graphicFrame>
      <p:graphicFrame>
        <p:nvGraphicFramePr>
          <p:cNvPr id="4" name="Object 7"/>
          <p:cNvGraphicFramePr>
            <a:graphicFrameLocks noChangeAspect="1"/>
          </p:cNvGraphicFramePr>
          <p:nvPr/>
        </p:nvGraphicFramePr>
        <p:xfrm>
          <a:off x="3225483" y="4549140"/>
          <a:ext cx="1497012" cy="438150"/>
        </p:xfrm>
        <a:graphic>
          <a:graphicData uri="http://schemas.openxmlformats.org/presentationml/2006/ole">
            <mc:AlternateContent xmlns:mc="http://schemas.openxmlformats.org/markup-compatibility/2006">
              <mc:Choice xmlns:v="urn:schemas-microsoft-com:vml" Requires="v">
                <p:oleObj spid="_x0000_s15625" name="Equation" r:id="rId3" imgW="35661600" imgH="10363200" progId="Equation.DSMT4">
                  <p:embed/>
                </p:oleObj>
              </mc:Choice>
              <mc:Fallback>
                <p:oleObj name="Equation" r:id="rId3" imgW="35661600" imgH="10363200" progId="Equation.DSMT4">
                  <p:embed/>
                  <p:pic>
                    <p:nvPicPr>
                      <p:cNvPr id="0" name="图片 15624"/>
                      <p:cNvPicPr>
                        <a:picLocks noChangeAspect="1"/>
                      </p:cNvPicPr>
                      <p:nvPr/>
                    </p:nvPicPr>
                    <p:blipFill>
                      <a:blip r:embed="rId4">
                        <a:biLevel thresh="50000"/>
                        <a:grayscl/>
                      </a:blip>
                      <a:stretch>
                        <a:fillRect/>
                      </a:stretch>
                    </p:blipFill>
                    <p:spPr>
                      <a:xfrm>
                        <a:off x="3225483" y="4549140"/>
                        <a:ext cx="1497012" cy="438150"/>
                      </a:xfrm>
                      <a:prstGeom prst="rect">
                        <a:avLst/>
                      </a:prstGeom>
                      <a:noFill/>
                      <a:ln w="9525">
                        <a:noFill/>
                      </a:ln>
                    </p:spPr>
                  </p:pic>
                </p:oleObj>
              </mc:Fallback>
            </mc:AlternateContent>
          </a:graphicData>
        </a:graphic>
      </p:graphicFrame>
      <p:graphicFrame>
        <p:nvGraphicFramePr>
          <p:cNvPr id="5" name="Object 8"/>
          <p:cNvGraphicFramePr>
            <a:graphicFrameLocks noChangeAspect="1"/>
          </p:cNvGraphicFramePr>
          <p:nvPr/>
        </p:nvGraphicFramePr>
        <p:xfrm>
          <a:off x="3225800" y="5072063"/>
          <a:ext cx="1633538" cy="481012"/>
        </p:xfrm>
        <a:graphic>
          <a:graphicData uri="http://schemas.openxmlformats.org/presentationml/2006/ole">
            <mc:AlternateContent xmlns:mc="http://schemas.openxmlformats.org/markup-compatibility/2006">
              <mc:Choice xmlns:v="urn:schemas-microsoft-com:vml" Requires="v">
                <p:oleObj spid="_x0000_s15626" name="Equation" r:id="rId5" imgW="39014400" imgH="11277600" progId="Equation.DSMT4">
                  <p:embed/>
                </p:oleObj>
              </mc:Choice>
              <mc:Fallback>
                <p:oleObj name="Equation" r:id="rId5" imgW="39014400" imgH="11277600" progId="Equation.DSMT4">
                  <p:embed/>
                  <p:pic>
                    <p:nvPicPr>
                      <p:cNvPr id="0" name="图片 15625"/>
                      <p:cNvPicPr>
                        <a:picLocks noChangeAspect="1"/>
                      </p:cNvPicPr>
                      <p:nvPr/>
                    </p:nvPicPr>
                    <p:blipFill>
                      <a:blip r:embed="rId6">
                        <a:biLevel thresh="50000"/>
                        <a:grayscl/>
                      </a:blip>
                      <a:stretch>
                        <a:fillRect/>
                      </a:stretch>
                    </p:blipFill>
                    <p:spPr>
                      <a:xfrm>
                        <a:off x="3225800" y="5072063"/>
                        <a:ext cx="1633538" cy="481012"/>
                      </a:xfrm>
                      <a:prstGeom prst="rect">
                        <a:avLst/>
                      </a:prstGeom>
                      <a:noFill/>
                      <a:ln w="9525">
                        <a:noFill/>
                      </a:ln>
                    </p:spPr>
                  </p:pic>
                </p:oleObj>
              </mc:Fallback>
            </mc:AlternateContent>
          </a:graphicData>
        </a:graphic>
      </p:graphicFrame>
      <p:graphicFrame>
        <p:nvGraphicFramePr>
          <p:cNvPr id="6" name="Object 9"/>
          <p:cNvGraphicFramePr>
            <a:graphicFrameLocks noChangeAspect="1"/>
          </p:cNvGraphicFramePr>
          <p:nvPr/>
        </p:nvGraphicFramePr>
        <p:xfrm>
          <a:off x="3248343" y="5637848"/>
          <a:ext cx="1611312" cy="481012"/>
        </p:xfrm>
        <a:graphic>
          <a:graphicData uri="http://schemas.openxmlformats.org/presentationml/2006/ole">
            <mc:AlternateContent xmlns:mc="http://schemas.openxmlformats.org/markup-compatibility/2006">
              <mc:Choice xmlns:v="urn:schemas-microsoft-com:vml" Requires="v">
                <p:oleObj spid="_x0000_s15627" name="Equation" r:id="rId7" imgW="38404800" imgH="11277600" progId="Equation.DSMT4">
                  <p:embed/>
                </p:oleObj>
              </mc:Choice>
              <mc:Fallback>
                <p:oleObj name="Equation" r:id="rId7" imgW="38404800" imgH="11277600" progId="Equation.DSMT4">
                  <p:embed/>
                  <p:pic>
                    <p:nvPicPr>
                      <p:cNvPr id="0" name="图片 15626"/>
                      <p:cNvPicPr>
                        <a:picLocks noChangeAspect="1"/>
                      </p:cNvPicPr>
                      <p:nvPr/>
                    </p:nvPicPr>
                    <p:blipFill>
                      <a:blip r:embed="rId8">
                        <a:biLevel thresh="50000"/>
                        <a:grayscl/>
                      </a:blip>
                      <a:stretch>
                        <a:fillRect/>
                      </a:stretch>
                    </p:blipFill>
                    <p:spPr>
                      <a:xfrm>
                        <a:off x="3248343" y="5637848"/>
                        <a:ext cx="1611312" cy="481012"/>
                      </a:xfrm>
                      <a:prstGeom prst="rect">
                        <a:avLst/>
                      </a:prstGeom>
                      <a:noFill/>
                      <a:ln w="9525">
                        <a:noFill/>
                      </a:ln>
                    </p:spPr>
                  </p:pic>
                </p:oleObj>
              </mc:Fallback>
            </mc:AlternateContent>
          </a:graphicData>
        </a:graphic>
      </p:graphicFrame>
      <p:graphicFrame>
        <p:nvGraphicFramePr>
          <p:cNvPr id="7" name="Object 10"/>
          <p:cNvGraphicFramePr>
            <a:graphicFrameLocks noChangeAspect="1"/>
          </p:cNvGraphicFramePr>
          <p:nvPr/>
        </p:nvGraphicFramePr>
        <p:xfrm>
          <a:off x="6082665" y="4591368"/>
          <a:ext cx="1482725" cy="400050"/>
        </p:xfrm>
        <a:graphic>
          <a:graphicData uri="http://schemas.openxmlformats.org/presentationml/2006/ole">
            <mc:AlternateContent xmlns:mc="http://schemas.openxmlformats.org/markup-compatibility/2006">
              <mc:Choice xmlns:v="urn:schemas-microsoft-com:vml" Requires="v">
                <p:oleObj spid="_x0000_s15628" name="Equation" r:id="rId9" imgW="35356800" imgH="9448800" progId="Equation.DSMT4">
                  <p:embed/>
                </p:oleObj>
              </mc:Choice>
              <mc:Fallback>
                <p:oleObj name="Equation" r:id="rId9" imgW="35356800" imgH="9448800" progId="Equation.DSMT4">
                  <p:embed/>
                  <p:pic>
                    <p:nvPicPr>
                      <p:cNvPr id="0" name="图片 15627"/>
                      <p:cNvPicPr>
                        <a:picLocks noChangeAspect="1"/>
                      </p:cNvPicPr>
                      <p:nvPr/>
                    </p:nvPicPr>
                    <p:blipFill>
                      <a:blip r:embed="rId10">
                        <a:biLevel thresh="50000"/>
                        <a:grayscl/>
                      </a:blip>
                      <a:stretch>
                        <a:fillRect/>
                      </a:stretch>
                    </p:blipFill>
                    <p:spPr>
                      <a:xfrm>
                        <a:off x="6082665" y="4591368"/>
                        <a:ext cx="1482725" cy="400050"/>
                      </a:xfrm>
                      <a:prstGeom prst="rect">
                        <a:avLst/>
                      </a:prstGeom>
                      <a:noFill/>
                      <a:ln w="9525">
                        <a:noFill/>
                      </a:ln>
                    </p:spPr>
                  </p:pic>
                </p:oleObj>
              </mc:Fallback>
            </mc:AlternateContent>
          </a:graphicData>
        </a:graphic>
      </p:graphicFrame>
      <p:graphicFrame>
        <p:nvGraphicFramePr>
          <p:cNvPr id="8" name="Object 11"/>
          <p:cNvGraphicFramePr>
            <a:graphicFrameLocks noChangeAspect="1"/>
          </p:cNvGraphicFramePr>
          <p:nvPr/>
        </p:nvGraphicFramePr>
        <p:xfrm>
          <a:off x="6082665" y="5127943"/>
          <a:ext cx="1671638" cy="400050"/>
        </p:xfrm>
        <a:graphic>
          <a:graphicData uri="http://schemas.openxmlformats.org/presentationml/2006/ole">
            <mc:AlternateContent xmlns:mc="http://schemas.openxmlformats.org/markup-compatibility/2006">
              <mc:Choice xmlns:v="urn:schemas-microsoft-com:vml" Requires="v">
                <p:oleObj spid="_x0000_s15629" name="Equation" r:id="rId11" imgW="39928800" imgH="9448800" progId="Equation.DSMT4">
                  <p:embed/>
                </p:oleObj>
              </mc:Choice>
              <mc:Fallback>
                <p:oleObj name="Equation" r:id="rId11" imgW="39928800" imgH="9448800" progId="Equation.DSMT4">
                  <p:embed/>
                  <p:pic>
                    <p:nvPicPr>
                      <p:cNvPr id="0" name="图片 15628"/>
                      <p:cNvPicPr>
                        <a:picLocks noChangeAspect="1"/>
                      </p:cNvPicPr>
                      <p:nvPr/>
                    </p:nvPicPr>
                    <p:blipFill>
                      <a:blip r:embed="rId12">
                        <a:biLevel thresh="50000"/>
                        <a:grayscl/>
                      </a:blip>
                      <a:stretch>
                        <a:fillRect/>
                      </a:stretch>
                    </p:blipFill>
                    <p:spPr>
                      <a:xfrm>
                        <a:off x="6082665" y="5127943"/>
                        <a:ext cx="1671638" cy="400050"/>
                      </a:xfrm>
                      <a:prstGeom prst="rect">
                        <a:avLst/>
                      </a:prstGeom>
                      <a:noFill/>
                      <a:ln w="9525">
                        <a:noFill/>
                      </a:ln>
                    </p:spPr>
                  </p:pic>
                </p:oleObj>
              </mc:Fallback>
            </mc:AlternateContent>
          </a:graphicData>
        </a:graphic>
      </p:graphicFrame>
      <p:graphicFrame>
        <p:nvGraphicFramePr>
          <p:cNvPr id="9" name="Object 12"/>
          <p:cNvGraphicFramePr>
            <a:graphicFrameLocks noChangeAspect="1"/>
          </p:cNvGraphicFramePr>
          <p:nvPr/>
        </p:nvGraphicFramePr>
        <p:xfrm>
          <a:off x="6082665" y="5716905"/>
          <a:ext cx="1671638" cy="400050"/>
        </p:xfrm>
        <a:graphic>
          <a:graphicData uri="http://schemas.openxmlformats.org/presentationml/2006/ole">
            <mc:AlternateContent xmlns:mc="http://schemas.openxmlformats.org/markup-compatibility/2006">
              <mc:Choice xmlns:v="urn:schemas-microsoft-com:vml" Requires="v">
                <p:oleObj spid="_x0000_s15630" name="Equation" r:id="rId13" imgW="39928800" imgH="9448800" progId="Equation.DSMT4">
                  <p:embed/>
                </p:oleObj>
              </mc:Choice>
              <mc:Fallback>
                <p:oleObj name="Equation" r:id="rId13" imgW="39928800" imgH="9448800" progId="Equation.DSMT4">
                  <p:embed/>
                  <p:pic>
                    <p:nvPicPr>
                      <p:cNvPr id="0" name="图片 15629"/>
                      <p:cNvPicPr>
                        <a:picLocks noChangeAspect="1"/>
                      </p:cNvPicPr>
                      <p:nvPr/>
                    </p:nvPicPr>
                    <p:blipFill>
                      <a:blip r:embed="rId14">
                        <a:biLevel thresh="50000"/>
                        <a:grayscl/>
                      </a:blip>
                      <a:stretch>
                        <a:fillRect/>
                      </a:stretch>
                    </p:blipFill>
                    <p:spPr>
                      <a:xfrm>
                        <a:off x="6082665" y="5716905"/>
                        <a:ext cx="1671638" cy="400050"/>
                      </a:xfrm>
                      <a:prstGeom prst="rect">
                        <a:avLst/>
                      </a:prstGeom>
                      <a:noFill/>
                      <a:ln w="9525">
                        <a:noFill/>
                      </a:ln>
                    </p:spPr>
                  </p:pic>
                </p:oleObj>
              </mc:Fallback>
            </mc:AlternateContent>
          </a:graphicData>
        </a:graphic>
      </p:graphicFrame>
      <p:sp>
        <p:nvSpPr>
          <p:cNvPr id="10" name="Text Box 13"/>
          <p:cNvSpPr txBox="1">
            <a:spLocks noChangeArrowheads="1"/>
          </p:cNvSpPr>
          <p:nvPr/>
        </p:nvSpPr>
        <p:spPr bwMode="auto">
          <a:xfrm>
            <a:off x="4164836" y="3952607"/>
            <a:ext cx="454914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dirty="0">
                <a:latin typeface="Times New Roman" panose="02020603050405020304" pitchFamily="18" charset="0"/>
                <a:ea typeface="黑体" panose="02010609060101010101" pitchFamily="49" charset="-122"/>
                <a:cs typeface="Times New Roman" panose="02020603050405020304" pitchFamily="18" charset="0"/>
              </a:rPr>
              <a:t>自变量变化过程有六种形式</a:t>
            </a:r>
            <a:r>
              <a:rPr kumimoji="1" lang="en-US" altLang="zh-CN" sz="2800" dirty="0">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TextBox 10"/>
          <p:cNvSpPr txBox="1"/>
          <p:nvPr/>
        </p:nvSpPr>
        <p:spPr>
          <a:xfrm>
            <a:off x="2285807" y="1466498"/>
            <a:ext cx="4032448" cy="583565"/>
          </a:xfrm>
          <a:prstGeom prst="rect">
            <a:avLst/>
          </a:prstGeom>
          <a:noFill/>
        </p:spPr>
        <p:txBody>
          <a:bodyPr wrap="square" rtlCol="0">
            <a:spAutoFit/>
          </a:bodyPr>
          <a:lstStyle/>
          <a:p>
            <a:r>
              <a:rPr lang="zh-CN" altLang="en-US" sz="3200" b="1" dirty="0" smtClean="0">
                <a:latin typeface="+mn-ea"/>
              </a:rPr>
              <a:t>本小节内容提要：</a:t>
            </a:r>
            <a:endParaRPr lang="zh-CN" altLang="en-US" sz="3600" b="1" dirty="0">
              <a:latin typeface="黑体" panose="02010609060101010101" pitchFamily="49" charset="-122"/>
              <a:ea typeface="黑体" panose="02010609060101010101" pitchFamily="49" charset="-122"/>
            </a:endParaRPr>
          </a:p>
        </p:txBody>
      </p:sp>
      <p:sp>
        <p:nvSpPr>
          <p:cNvPr id="12" name="Text Box 5">
            <a:hlinkClick r:id="" action="ppaction://noaction"/>
          </p:cNvPr>
          <p:cNvSpPr txBox="1">
            <a:spLocks noChangeArrowheads="1"/>
          </p:cNvSpPr>
          <p:nvPr/>
        </p:nvSpPr>
        <p:spPr bwMode="auto">
          <a:xfrm>
            <a:off x="3155737" y="2038413"/>
            <a:ext cx="588010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rPr>
              <a:t>一.      </a:t>
            </a:r>
            <a:r>
              <a:rPr lang="en-US"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rPr>
              <a:t> </a:t>
            </a:r>
            <a: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rPr>
              <a:t>时函数的极限</a:t>
            </a:r>
            <a:endPar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endParaRPr>
          </a:p>
        </p:txBody>
      </p:sp>
      <p:graphicFrame>
        <p:nvGraphicFramePr>
          <p:cNvPr id="13" name="对象 12"/>
          <p:cNvGraphicFramePr>
            <a:graphicFrameLocks noChangeAspect="1"/>
          </p:cNvGraphicFramePr>
          <p:nvPr/>
        </p:nvGraphicFramePr>
        <p:xfrm>
          <a:off x="4032662" y="2207693"/>
          <a:ext cx="1039812" cy="334963"/>
        </p:xfrm>
        <a:graphic>
          <a:graphicData uri="http://schemas.openxmlformats.org/presentationml/2006/ole">
            <mc:AlternateContent xmlns:mc="http://schemas.openxmlformats.org/markup-compatibility/2006">
              <mc:Choice xmlns:v="urn:schemas-microsoft-com:vml" Requires="v">
                <p:oleObj spid="_x0000_s15631" name="Equation" r:id="rId15" imgW="24688800" imgH="7620000" progId="Equation.DSMT4">
                  <p:embed/>
                </p:oleObj>
              </mc:Choice>
              <mc:Fallback>
                <p:oleObj name="Equation" r:id="rId15" imgW="24688800" imgH="7620000" progId="Equation.DSMT4">
                  <p:embed/>
                  <p:pic>
                    <p:nvPicPr>
                      <p:cNvPr id="0" name="图片 15630"/>
                      <p:cNvPicPr>
                        <a:picLocks noChangeAspect="1"/>
                      </p:cNvPicPr>
                      <p:nvPr/>
                    </p:nvPicPr>
                    <p:blipFill>
                      <a:blip r:embed="rId16">
                        <a:biLevel thresh="50000"/>
                        <a:grayscl/>
                      </a:blip>
                      <a:stretch>
                        <a:fillRect/>
                      </a:stretch>
                    </p:blipFill>
                    <p:spPr>
                      <a:xfrm>
                        <a:off x="4032662" y="2207693"/>
                        <a:ext cx="1039812" cy="334963"/>
                      </a:xfrm>
                      <a:prstGeom prst="rect">
                        <a:avLst/>
                      </a:prstGeom>
                      <a:noFill/>
                      <a:ln w="9525">
                        <a:noFill/>
                      </a:ln>
                    </p:spPr>
                  </p:pic>
                </p:oleObj>
              </mc:Fallback>
            </mc:AlternateContent>
          </a:graphicData>
        </a:graphic>
      </p:graphicFrame>
      <p:sp>
        <p:nvSpPr>
          <p:cNvPr id="14" name="Text Box 5">
            <a:hlinkClick r:id="" action="ppaction://noaction"/>
          </p:cNvPr>
          <p:cNvSpPr txBox="1">
            <a:spLocks noChangeArrowheads="1"/>
          </p:cNvSpPr>
          <p:nvPr/>
        </p:nvSpPr>
        <p:spPr bwMode="auto">
          <a:xfrm>
            <a:off x="3155737" y="2620013"/>
            <a:ext cx="6264696"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l" eaLnBrk="1" hangingPunct="1">
              <a:spcBef>
                <a:spcPct val="50000"/>
              </a:spcBef>
              <a:buClrTx/>
              <a:buSzTx/>
              <a:buFontTx/>
            </a:pPr>
            <a: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rPr>
              <a:t>二.      </a:t>
            </a:r>
            <a:r>
              <a:rPr lang="en-US"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rPr>
              <a:t> </a:t>
            </a:r>
            <a: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rPr>
              <a:t>时函数的极限</a:t>
            </a:r>
            <a:endPar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endParaRPr>
          </a:p>
        </p:txBody>
      </p:sp>
      <p:graphicFrame>
        <p:nvGraphicFramePr>
          <p:cNvPr id="15" name="对象 14"/>
          <p:cNvGraphicFramePr>
            <a:graphicFrameLocks noChangeAspect="1"/>
          </p:cNvGraphicFramePr>
          <p:nvPr/>
        </p:nvGraphicFramePr>
        <p:xfrm>
          <a:off x="4032915" y="2700738"/>
          <a:ext cx="1073785" cy="468000"/>
        </p:xfrm>
        <a:graphic>
          <a:graphicData uri="http://schemas.openxmlformats.org/presentationml/2006/ole">
            <mc:AlternateContent xmlns:mc="http://schemas.openxmlformats.org/markup-compatibility/2006">
              <mc:Choice xmlns:v="urn:schemas-microsoft-com:vml" Requires="v">
                <p:oleObj spid="_x0000_s15632" name="Equation" r:id="rId17" imgW="23774400" imgH="10363200" progId="Equation.DSMT4">
                  <p:embed/>
                </p:oleObj>
              </mc:Choice>
              <mc:Fallback>
                <p:oleObj name="Equation" r:id="rId17" imgW="23774400" imgH="10363200" progId="Equation.DSMT4">
                  <p:embed/>
                  <p:pic>
                    <p:nvPicPr>
                      <p:cNvPr id="0" name="图片 15631"/>
                      <p:cNvPicPr>
                        <a:picLocks noChangeAspect="1"/>
                      </p:cNvPicPr>
                      <p:nvPr/>
                    </p:nvPicPr>
                    <p:blipFill>
                      <a:blip r:embed="rId18">
                        <a:biLevel thresh="50000"/>
                        <a:grayscl/>
                      </a:blip>
                      <a:stretch>
                        <a:fillRect/>
                      </a:stretch>
                    </p:blipFill>
                    <p:spPr>
                      <a:xfrm>
                        <a:off x="4032915" y="2700738"/>
                        <a:ext cx="1073785" cy="468000"/>
                      </a:xfrm>
                      <a:prstGeom prst="rect">
                        <a:avLst/>
                      </a:prstGeom>
                      <a:noFill/>
                      <a:ln w="9525">
                        <a:noFill/>
                      </a:ln>
                    </p:spPr>
                  </p:pic>
                </p:oleObj>
              </mc:Fallback>
            </mc:AlternateContent>
          </a:graphicData>
        </a:graphic>
      </p:graphicFrame>
      <p:sp>
        <p:nvSpPr>
          <p:cNvPr id="16" name="标题 1">
            <a:hlinkClick r:id="" action="ppaction://noaction"/>
          </p:cNvPr>
          <p:cNvSpPr txBox="1"/>
          <p:nvPr/>
        </p:nvSpPr>
        <p:spPr>
          <a:xfrm>
            <a:off x="3155737" y="3275070"/>
            <a:ext cx="4968552" cy="5715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cs typeface="+mn-cs"/>
              </a:rPr>
              <a:t>三．函数极限的基本性质</a:t>
            </a:r>
            <a:b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cs typeface="+mn-cs"/>
              </a:rPr>
            </a:br>
            <a:endParaRPr lang="zh-CN" altLang="en-US" b="1" dirty="0" smtClean="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ox(in)">
                                      <p:cBhvr>
                                        <p:cTn id="15" dur="500"/>
                                        <p:tgtEl>
                                          <p:spTgt spid="4"/>
                                        </p:tgtEl>
                                      </p:cBhvr>
                                    </p:animEffect>
                                  </p:childTnLst>
                                </p:cTn>
                              </p:par>
                              <p:par>
                                <p:cTn id="16" presetID="4" presetClass="entr" presetSubtype="16"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ox(in)">
                                      <p:cBhvr>
                                        <p:cTn id="18" dur="500"/>
                                        <p:tgtEl>
                                          <p:spTgt spid="5"/>
                                        </p:tgtEl>
                                      </p:cBhvr>
                                    </p:animEffect>
                                  </p:childTnLst>
                                </p:cTn>
                              </p:par>
                              <p:par>
                                <p:cTn id="19" presetID="4" presetClass="entr" presetSubtype="16"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ox(in)">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ox(in)">
                                      <p:cBhvr>
                                        <p:cTn id="26" dur="500"/>
                                        <p:tgtEl>
                                          <p:spTgt spid="7"/>
                                        </p:tgtEl>
                                      </p:cBhvr>
                                    </p:animEffect>
                                  </p:childTnLst>
                                </p:cTn>
                              </p:par>
                              <p:par>
                                <p:cTn id="27" presetID="4" presetClass="entr" presetSubtype="16"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ox(in)">
                                      <p:cBhvr>
                                        <p:cTn id="29" dur="500"/>
                                        <p:tgtEl>
                                          <p:spTgt spid="8"/>
                                        </p:tgtEl>
                                      </p:cBhvr>
                                    </p:animEffect>
                                  </p:childTnLst>
                                </p:cTn>
                              </p:par>
                              <p:par>
                                <p:cTn id="30" presetID="4" presetClass="entr" presetSubtype="16"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ox(in)">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1852613" y="1487488"/>
            <a:ext cx="3048000" cy="533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1.单侧极限</a:t>
            </a:r>
            <a:endPar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graphicFrame>
        <p:nvGraphicFramePr>
          <p:cNvPr id="3" name="Object 4"/>
          <p:cNvGraphicFramePr>
            <a:graphicFrameLocks noChangeAspect="1"/>
          </p:cNvGraphicFramePr>
          <p:nvPr/>
        </p:nvGraphicFramePr>
        <p:xfrm>
          <a:off x="2173605" y="2239328"/>
          <a:ext cx="1965325" cy="554037"/>
        </p:xfrm>
        <a:graphic>
          <a:graphicData uri="http://schemas.openxmlformats.org/presentationml/2006/ole">
            <mc:AlternateContent xmlns:mc="http://schemas.openxmlformats.org/markup-compatibility/2006">
              <mc:Choice xmlns:v="urn:schemas-microsoft-com:vml" Requires="v">
                <p:oleObj spid="_x0000_s16385" name="Equation" r:id="rId1" imgW="46939200" imgH="13106400" progId="Equation.DSMT4">
                  <p:embed/>
                </p:oleObj>
              </mc:Choice>
              <mc:Fallback>
                <p:oleObj name="Equation" r:id="rId1" imgW="46939200" imgH="13106400" progId="Equation.DSMT4">
                  <p:embed/>
                  <p:pic>
                    <p:nvPicPr>
                      <p:cNvPr id="0" name="图片 16384"/>
                      <p:cNvPicPr>
                        <a:picLocks noChangeAspect="1"/>
                      </p:cNvPicPr>
                      <p:nvPr/>
                    </p:nvPicPr>
                    <p:blipFill>
                      <a:blip r:embed="rId2"/>
                      <a:stretch>
                        <a:fillRect/>
                      </a:stretch>
                    </p:blipFill>
                    <p:spPr>
                      <a:xfrm>
                        <a:off x="2173605" y="2239328"/>
                        <a:ext cx="1965325" cy="554037"/>
                      </a:xfrm>
                      <a:prstGeom prst="rect">
                        <a:avLst/>
                      </a:prstGeom>
                      <a:noFill/>
                      <a:ln w="9525">
                        <a:noFill/>
                      </a:ln>
                    </p:spPr>
                  </p:pic>
                </p:oleObj>
              </mc:Fallback>
            </mc:AlternateContent>
          </a:graphicData>
        </a:graphic>
      </p:graphicFrame>
      <p:sp>
        <p:nvSpPr>
          <p:cNvPr id="4" name="Line 5"/>
          <p:cNvSpPr>
            <a:spLocks noChangeShapeType="1"/>
          </p:cNvSpPr>
          <p:nvPr/>
        </p:nvSpPr>
        <p:spPr bwMode="auto">
          <a:xfrm>
            <a:off x="4375468" y="2364740"/>
            <a:ext cx="685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Line 6"/>
          <p:cNvSpPr>
            <a:spLocks noChangeShapeType="1"/>
          </p:cNvSpPr>
          <p:nvPr/>
        </p:nvSpPr>
        <p:spPr bwMode="auto">
          <a:xfrm flipH="1">
            <a:off x="4375468" y="2488565"/>
            <a:ext cx="685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6" name="Object 7"/>
          <p:cNvGraphicFramePr>
            <a:graphicFrameLocks noChangeAspect="1"/>
          </p:cNvGraphicFramePr>
          <p:nvPr/>
        </p:nvGraphicFramePr>
        <p:xfrm>
          <a:off x="5200968" y="2237740"/>
          <a:ext cx="1116012" cy="406400"/>
        </p:xfrm>
        <a:graphic>
          <a:graphicData uri="http://schemas.openxmlformats.org/presentationml/2006/ole">
            <mc:AlternateContent xmlns:mc="http://schemas.openxmlformats.org/markup-compatibility/2006">
              <mc:Choice xmlns:v="urn:schemas-microsoft-com:vml" Requires="v">
                <p:oleObj spid="_x0000_s16706" name="Equation" r:id="rId3" imgW="26517600" imgH="9448800" progId="Equation.DSMT4">
                  <p:embed/>
                </p:oleObj>
              </mc:Choice>
              <mc:Fallback>
                <p:oleObj name="Equation" r:id="rId3" imgW="26517600" imgH="9448800" progId="Equation.DSMT4">
                  <p:embed/>
                  <p:pic>
                    <p:nvPicPr>
                      <p:cNvPr id="0" name="图片 16705"/>
                      <p:cNvPicPr>
                        <a:picLocks noChangeAspect="1"/>
                      </p:cNvPicPr>
                      <p:nvPr/>
                    </p:nvPicPr>
                    <p:blipFill>
                      <a:blip r:embed="rId4"/>
                      <a:stretch>
                        <a:fillRect/>
                      </a:stretch>
                    </p:blipFill>
                    <p:spPr>
                      <a:xfrm>
                        <a:off x="5200968" y="2237740"/>
                        <a:ext cx="1116012" cy="406400"/>
                      </a:xfrm>
                      <a:prstGeom prst="rect">
                        <a:avLst/>
                      </a:prstGeom>
                      <a:noFill/>
                      <a:ln w="9525">
                        <a:noFill/>
                      </a:ln>
                    </p:spPr>
                  </p:pic>
                </p:oleObj>
              </mc:Fallback>
            </mc:AlternateContent>
          </a:graphicData>
        </a:graphic>
      </p:graphicFrame>
      <p:graphicFrame>
        <p:nvGraphicFramePr>
          <p:cNvPr id="7" name="Object 8"/>
          <p:cNvGraphicFramePr>
            <a:graphicFrameLocks noChangeAspect="1"/>
          </p:cNvGraphicFramePr>
          <p:nvPr/>
        </p:nvGraphicFramePr>
        <p:xfrm>
          <a:off x="6474143" y="2245678"/>
          <a:ext cx="1162050" cy="406400"/>
        </p:xfrm>
        <a:graphic>
          <a:graphicData uri="http://schemas.openxmlformats.org/presentationml/2006/ole">
            <mc:AlternateContent xmlns:mc="http://schemas.openxmlformats.org/markup-compatibility/2006">
              <mc:Choice xmlns:v="urn:schemas-microsoft-com:vml" Requires="v">
                <p:oleObj spid="_x0000_s16707" name="Equation" r:id="rId5" imgW="27736800" imgH="9448800" progId="Equation.DSMT4">
                  <p:embed/>
                </p:oleObj>
              </mc:Choice>
              <mc:Fallback>
                <p:oleObj name="Equation" r:id="rId5" imgW="27736800" imgH="9448800" progId="Equation.DSMT4">
                  <p:embed/>
                  <p:pic>
                    <p:nvPicPr>
                      <p:cNvPr id="0" name="图片 16706"/>
                      <p:cNvPicPr>
                        <a:picLocks noChangeAspect="1"/>
                      </p:cNvPicPr>
                      <p:nvPr/>
                    </p:nvPicPr>
                    <p:blipFill>
                      <a:blip r:embed="rId6"/>
                      <a:stretch>
                        <a:fillRect/>
                      </a:stretch>
                    </p:blipFill>
                    <p:spPr>
                      <a:xfrm>
                        <a:off x="6474143" y="2245678"/>
                        <a:ext cx="1162050" cy="406400"/>
                      </a:xfrm>
                      <a:prstGeom prst="rect">
                        <a:avLst/>
                      </a:prstGeom>
                      <a:noFill/>
                      <a:ln w="9525">
                        <a:noFill/>
                      </a:ln>
                    </p:spPr>
                  </p:pic>
                </p:oleObj>
              </mc:Fallback>
            </mc:AlternateContent>
          </a:graphicData>
        </a:graphic>
      </p:graphicFrame>
      <p:sp>
        <p:nvSpPr>
          <p:cNvPr id="8" name="Text Box 9"/>
          <p:cNvSpPr txBox="1">
            <a:spLocks noChangeArrowheads="1"/>
          </p:cNvSpPr>
          <p:nvPr/>
        </p:nvSpPr>
        <p:spPr bwMode="auto">
          <a:xfrm>
            <a:off x="7652068" y="2136140"/>
            <a:ext cx="762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9" name="Object 10"/>
          <p:cNvGraphicFramePr>
            <a:graphicFrameLocks noChangeAspect="1"/>
          </p:cNvGraphicFramePr>
          <p:nvPr/>
        </p:nvGraphicFramePr>
        <p:xfrm>
          <a:off x="8193405" y="2209165"/>
          <a:ext cx="898525" cy="396875"/>
        </p:xfrm>
        <a:graphic>
          <a:graphicData uri="http://schemas.openxmlformats.org/presentationml/2006/ole">
            <mc:AlternateContent xmlns:mc="http://schemas.openxmlformats.org/markup-compatibility/2006">
              <mc:Choice xmlns:v="urn:schemas-microsoft-com:vml" Requires="v">
                <p:oleObj spid="_x0000_s16708" name="Equation" r:id="rId7" imgW="21336000" imgH="9144000" progId="Equation.DSMT4">
                  <p:embed/>
                </p:oleObj>
              </mc:Choice>
              <mc:Fallback>
                <p:oleObj name="Equation" r:id="rId7" imgW="21336000" imgH="9144000" progId="Equation.DSMT4">
                  <p:embed/>
                  <p:pic>
                    <p:nvPicPr>
                      <p:cNvPr id="0" name="图片 16707"/>
                      <p:cNvPicPr>
                        <a:picLocks noChangeAspect="1"/>
                      </p:cNvPicPr>
                      <p:nvPr/>
                    </p:nvPicPr>
                    <p:blipFill>
                      <a:blip r:embed="rId8">
                        <a:biLevel thresh="50000"/>
                        <a:grayscl/>
                      </a:blip>
                      <a:stretch>
                        <a:fillRect/>
                      </a:stretch>
                    </p:blipFill>
                    <p:spPr>
                      <a:xfrm>
                        <a:off x="8193405" y="2209165"/>
                        <a:ext cx="898525" cy="396875"/>
                      </a:xfrm>
                      <a:prstGeom prst="rect">
                        <a:avLst/>
                      </a:prstGeom>
                      <a:noFill/>
                      <a:ln w="9525">
                        <a:noFill/>
                      </a:ln>
                    </p:spPr>
                  </p:pic>
                </p:oleObj>
              </mc:Fallback>
            </mc:AlternateContent>
          </a:graphicData>
        </a:graphic>
      </p:graphicFrame>
      <p:sp>
        <p:nvSpPr>
          <p:cNvPr id="10" name="Text Box 11"/>
          <p:cNvSpPr txBox="1">
            <a:spLocks noChangeArrowheads="1"/>
          </p:cNvSpPr>
          <p:nvPr/>
        </p:nvSpPr>
        <p:spPr bwMode="auto">
          <a:xfrm>
            <a:off x="9099868" y="2136140"/>
            <a:ext cx="1295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ea typeface="黑体" panose="02010609060101010101" pitchFamily="49" charset="-122"/>
                <a:cs typeface="Times New Roman" panose="02020603050405020304" pitchFamily="18" charset="0"/>
              </a:rPr>
              <a:t>时</a:t>
            </a:r>
            <a:r>
              <a:rPr kumimoji="1" lang="en-US" altLang="zh-CN" sz="2800">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a:latin typeface="Times New Roman" panose="02020603050405020304" pitchFamily="18" charset="0"/>
                <a:ea typeface="黑体" panose="02010609060101010101" pitchFamily="49" charset="-122"/>
                <a:cs typeface="Times New Roman" panose="02020603050405020304" pitchFamily="18" charset="0"/>
              </a:rPr>
              <a:t>有</a:t>
            </a:r>
            <a:endParaRPr kumimoji="1" lang="zh-CN" altLang="en-US" sz="280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1" name="Object 12"/>
          <p:cNvGraphicFramePr>
            <a:graphicFrameLocks noChangeAspect="1"/>
          </p:cNvGraphicFramePr>
          <p:nvPr/>
        </p:nvGraphicFramePr>
        <p:xfrm>
          <a:off x="5196974" y="2950963"/>
          <a:ext cx="1991593" cy="573644"/>
        </p:xfrm>
        <a:graphic>
          <a:graphicData uri="http://schemas.openxmlformats.org/presentationml/2006/ole">
            <mc:AlternateContent xmlns:mc="http://schemas.openxmlformats.org/markup-compatibility/2006">
              <mc:Choice xmlns:v="urn:schemas-microsoft-com:vml" Requires="v">
                <p:oleObj spid="_x0000_s16709" name="Equation" r:id="rId9" imgW="21945600" imgH="6096000" progId="Equation.DSMT4">
                  <p:embed/>
                </p:oleObj>
              </mc:Choice>
              <mc:Fallback>
                <p:oleObj name="Equation" r:id="rId9" imgW="21945600" imgH="6096000" progId="Equation.DSMT4">
                  <p:embed/>
                  <p:pic>
                    <p:nvPicPr>
                      <p:cNvPr id="0" name="图片 16708"/>
                      <p:cNvPicPr>
                        <a:picLocks noChangeAspect="1"/>
                      </p:cNvPicPr>
                      <p:nvPr/>
                    </p:nvPicPr>
                    <p:blipFill>
                      <a:blip r:embed="rId10"/>
                      <a:stretch>
                        <a:fillRect/>
                      </a:stretch>
                    </p:blipFill>
                    <p:spPr>
                      <a:xfrm>
                        <a:off x="5196974" y="2950963"/>
                        <a:ext cx="1991593" cy="573644"/>
                      </a:xfrm>
                      <a:prstGeom prst="rect">
                        <a:avLst/>
                      </a:prstGeom>
                      <a:noFill/>
                      <a:ln w="9525">
                        <a:noFill/>
                      </a:ln>
                    </p:spPr>
                  </p:pic>
                </p:oleObj>
              </mc:Fallback>
            </mc:AlternateContent>
          </a:graphicData>
        </a:graphic>
      </p:graphicFrame>
      <p:graphicFrame>
        <p:nvGraphicFramePr>
          <p:cNvPr id="12" name="Object 13"/>
          <p:cNvGraphicFramePr>
            <a:graphicFrameLocks noChangeAspect="1"/>
          </p:cNvGraphicFramePr>
          <p:nvPr/>
        </p:nvGraphicFramePr>
        <p:xfrm>
          <a:off x="2173605" y="3890328"/>
          <a:ext cx="1965325" cy="555625"/>
        </p:xfrm>
        <a:graphic>
          <a:graphicData uri="http://schemas.openxmlformats.org/presentationml/2006/ole">
            <mc:AlternateContent xmlns:mc="http://schemas.openxmlformats.org/markup-compatibility/2006">
              <mc:Choice xmlns:v="urn:schemas-microsoft-com:vml" Requires="v">
                <p:oleObj spid="_x0000_s16710" name="Equation" r:id="rId11" imgW="46939200" imgH="13106400" progId="Equation.DSMT4">
                  <p:embed/>
                </p:oleObj>
              </mc:Choice>
              <mc:Fallback>
                <p:oleObj name="Equation" r:id="rId11" imgW="46939200" imgH="13106400" progId="Equation.DSMT4">
                  <p:embed/>
                  <p:pic>
                    <p:nvPicPr>
                      <p:cNvPr id="0" name="图片 16709"/>
                      <p:cNvPicPr>
                        <a:picLocks noChangeAspect="1"/>
                      </p:cNvPicPr>
                      <p:nvPr/>
                    </p:nvPicPr>
                    <p:blipFill>
                      <a:blip r:embed="rId12">
                        <a:biLevel thresh="50000"/>
                        <a:grayscl/>
                      </a:blip>
                      <a:stretch>
                        <a:fillRect/>
                      </a:stretch>
                    </p:blipFill>
                    <p:spPr>
                      <a:xfrm>
                        <a:off x="2173605" y="3890328"/>
                        <a:ext cx="1965325" cy="555625"/>
                      </a:xfrm>
                      <a:prstGeom prst="rect">
                        <a:avLst/>
                      </a:prstGeom>
                      <a:noFill/>
                      <a:ln w="9525">
                        <a:noFill/>
                      </a:ln>
                    </p:spPr>
                  </p:pic>
                </p:oleObj>
              </mc:Fallback>
            </mc:AlternateContent>
          </a:graphicData>
        </a:graphic>
      </p:graphicFrame>
      <p:sp>
        <p:nvSpPr>
          <p:cNvPr id="13" name="Line 14"/>
          <p:cNvSpPr>
            <a:spLocks noChangeShapeType="1"/>
          </p:cNvSpPr>
          <p:nvPr/>
        </p:nvSpPr>
        <p:spPr bwMode="auto">
          <a:xfrm>
            <a:off x="4285933" y="4062730"/>
            <a:ext cx="685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 name="Line 15"/>
          <p:cNvSpPr>
            <a:spLocks noChangeShapeType="1"/>
          </p:cNvSpPr>
          <p:nvPr/>
        </p:nvSpPr>
        <p:spPr bwMode="auto">
          <a:xfrm flipH="1">
            <a:off x="4285933" y="4168458"/>
            <a:ext cx="685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5" name="Object 16"/>
          <p:cNvGraphicFramePr>
            <a:graphicFrameLocks noChangeAspect="1"/>
          </p:cNvGraphicFramePr>
          <p:nvPr/>
        </p:nvGraphicFramePr>
        <p:xfrm>
          <a:off x="5118418" y="3888740"/>
          <a:ext cx="1130300" cy="407988"/>
        </p:xfrm>
        <a:graphic>
          <a:graphicData uri="http://schemas.openxmlformats.org/presentationml/2006/ole">
            <mc:AlternateContent xmlns:mc="http://schemas.openxmlformats.org/markup-compatibility/2006">
              <mc:Choice xmlns:v="urn:schemas-microsoft-com:vml" Requires="v">
                <p:oleObj spid="_x0000_s16711" name="Equation" r:id="rId13" imgW="26822400" imgH="9448800" progId="Equation.DSMT4">
                  <p:embed/>
                </p:oleObj>
              </mc:Choice>
              <mc:Fallback>
                <p:oleObj name="Equation" r:id="rId13" imgW="26822400" imgH="9448800" progId="Equation.DSMT4">
                  <p:embed/>
                  <p:pic>
                    <p:nvPicPr>
                      <p:cNvPr id="0" name="图片 16710"/>
                      <p:cNvPicPr>
                        <a:picLocks noChangeAspect="1"/>
                      </p:cNvPicPr>
                      <p:nvPr/>
                    </p:nvPicPr>
                    <p:blipFill>
                      <a:blip r:embed="rId14"/>
                      <a:stretch>
                        <a:fillRect/>
                      </a:stretch>
                    </p:blipFill>
                    <p:spPr>
                      <a:xfrm>
                        <a:off x="5118418" y="3888740"/>
                        <a:ext cx="1130300" cy="407988"/>
                      </a:xfrm>
                      <a:prstGeom prst="rect">
                        <a:avLst/>
                      </a:prstGeom>
                      <a:noFill/>
                      <a:ln w="9525">
                        <a:noFill/>
                      </a:ln>
                    </p:spPr>
                  </p:pic>
                </p:oleObj>
              </mc:Fallback>
            </mc:AlternateContent>
          </a:graphicData>
        </a:graphic>
      </p:graphicFrame>
      <p:graphicFrame>
        <p:nvGraphicFramePr>
          <p:cNvPr id="16" name="Object 17"/>
          <p:cNvGraphicFramePr>
            <a:graphicFrameLocks noChangeAspect="1"/>
          </p:cNvGraphicFramePr>
          <p:nvPr/>
        </p:nvGraphicFramePr>
        <p:xfrm>
          <a:off x="6404293" y="3896678"/>
          <a:ext cx="1149350" cy="406400"/>
        </p:xfrm>
        <a:graphic>
          <a:graphicData uri="http://schemas.openxmlformats.org/presentationml/2006/ole">
            <mc:AlternateContent xmlns:mc="http://schemas.openxmlformats.org/markup-compatibility/2006">
              <mc:Choice xmlns:v="urn:schemas-microsoft-com:vml" Requires="v">
                <p:oleObj spid="_x0000_s16712" name="Equation" r:id="rId15" imgW="27432000" imgH="9448800" progId="Equation.DSMT4">
                  <p:embed/>
                </p:oleObj>
              </mc:Choice>
              <mc:Fallback>
                <p:oleObj name="Equation" r:id="rId15" imgW="27432000" imgH="9448800" progId="Equation.DSMT4">
                  <p:embed/>
                  <p:pic>
                    <p:nvPicPr>
                      <p:cNvPr id="0" name="图片 16711"/>
                      <p:cNvPicPr>
                        <a:picLocks noChangeAspect="1"/>
                      </p:cNvPicPr>
                      <p:nvPr/>
                    </p:nvPicPr>
                    <p:blipFill>
                      <a:blip r:embed="rId16"/>
                      <a:stretch>
                        <a:fillRect/>
                      </a:stretch>
                    </p:blipFill>
                    <p:spPr>
                      <a:xfrm>
                        <a:off x="6404293" y="3896678"/>
                        <a:ext cx="1149350" cy="406400"/>
                      </a:xfrm>
                      <a:prstGeom prst="rect">
                        <a:avLst/>
                      </a:prstGeom>
                      <a:noFill/>
                      <a:ln w="9525">
                        <a:noFill/>
                      </a:ln>
                    </p:spPr>
                  </p:pic>
                </p:oleObj>
              </mc:Fallback>
            </mc:AlternateContent>
          </a:graphicData>
        </a:graphic>
      </p:graphicFrame>
      <p:sp>
        <p:nvSpPr>
          <p:cNvPr id="17" name="Text Box 18"/>
          <p:cNvSpPr txBox="1">
            <a:spLocks noChangeArrowheads="1"/>
          </p:cNvSpPr>
          <p:nvPr/>
        </p:nvSpPr>
        <p:spPr bwMode="auto">
          <a:xfrm>
            <a:off x="7575868" y="3787140"/>
            <a:ext cx="762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8" name="Object 19"/>
          <p:cNvGraphicFramePr>
            <a:graphicFrameLocks noChangeAspect="1"/>
          </p:cNvGraphicFramePr>
          <p:nvPr/>
        </p:nvGraphicFramePr>
        <p:xfrm>
          <a:off x="8064818" y="3860165"/>
          <a:ext cx="1104900" cy="396875"/>
        </p:xfrm>
        <a:graphic>
          <a:graphicData uri="http://schemas.openxmlformats.org/presentationml/2006/ole">
            <mc:AlternateContent xmlns:mc="http://schemas.openxmlformats.org/markup-compatibility/2006">
              <mc:Choice xmlns:v="urn:schemas-microsoft-com:vml" Requires="v">
                <p:oleObj spid="_x0000_s16713" name="Equation" r:id="rId17" imgW="26212800" imgH="9144000" progId="Equation.DSMT4">
                  <p:embed/>
                </p:oleObj>
              </mc:Choice>
              <mc:Fallback>
                <p:oleObj name="Equation" r:id="rId17" imgW="26212800" imgH="9144000" progId="Equation.DSMT4">
                  <p:embed/>
                  <p:pic>
                    <p:nvPicPr>
                      <p:cNvPr id="0" name="图片 16712"/>
                      <p:cNvPicPr>
                        <a:picLocks noChangeAspect="1"/>
                      </p:cNvPicPr>
                      <p:nvPr/>
                    </p:nvPicPr>
                    <p:blipFill>
                      <a:blip r:embed="rId18"/>
                      <a:stretch>
                        <a:fillRect/>
                      </a:stretch>
                    </p:blipFill>
                    <p:spPr>
                      <a:xfrm>
                        <a:off x="8064818" y="3860165"/>
                        <a:ext cx="1104900" cy="396875"/>
                      </a:xfrm>
                      <a:prstGeom prst="rect">
                        <a:avLst/>
                      </a:prstGeom>
                      <a:noFill/>
                      <a:ln w="9525">
                        <a:noFill/>
                      </a:ln>
                    </p:spPr>
                  </p:pic>
                </p:oleObj>
              </mc:Fallback>
            </mc:AlternateContent>
          </a:graphicData>
        </a:graphic>
      </p:graphicFrame>
      <p:sp>
        <p:nvSpPr>
          <p:cNvPr id="19" name="Text Box 20"/>
          <p:cNvSpPr txBox="1">
            <a:spLocks noChangeArrowheads="1"/>
          </p:cNvSpPr>
          <p:nvPr/>
        </p:nvSpPr>
        <p:spPr bwMode="auto">
          <a:xfrm>
            <a:off x="9176068" y="3801428"/>
            <a:ext cx="1219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ea typeface="黑体" panose="02010609060101010101" pitchFamily="49" charset="-122"/>
                <a:cs typeface="Times New Roman" panose="02020603050405020304" pitchFamily="18" charset="0"/>
              </a:rPr>
              <a:t>时</a:t>
            </a:r>
            <a:r>
              <a:rPr kumimoji="1" lang="en-US" altLang="zh-CN" sz="2800">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a:latin typeface="Times New Roman" panose="02020603050405020304" pitchFamily="18" charset="0"/>
                <a:ea typeface="黑体" panose="02010609060101010101" pitchFamily="49" charset="-122"/>
                <a:cs typeface="Times New Roman" panose="02020603050405020304" pitchFamily="18" charset="0"/>
              </a:rPr>
              <a:t>有</a:t>
            </a:r>
            <a:endParaRPr kumimoji="1" lang="zh-CN" altLang="en-US" sz="280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0" name="Object 21"/>
          <p:cNvGraphicFramePr>
            <a:graphicFrameLocks noChangeAspect="1"/>
          </p:cNvGraphicFramePr>
          <p:nvPr/>
        </p:nvGraphicFramePr>
        <p:xfrm>
          <a:off x="5171574" y="4601963"/>
          <a:ext cx="1991593" cy="573644"/>
        </p:xfrm>
        <a:graphic>
          <a:graphicData uri="http://schemas.openxmlformats.org/presentationml/2006/ole">
            <mc:AlternateContent xmlns:mc="http://schemas.openxmlformats.org/markup-compatibility/2006">
              <mc:Choice xmlns:v="urn:schemas-microsoft-com:vml" Requires="v">
                <p:oleObj spid="_x0000_s16714" name="Equation" r:id="rId19" imgW="21945600" imgH="6096000" progId="Equation.DSMT4">
                  <p:embed/>
                </p:oleObj>
              </mc:Choice>
              <mc:Fallback>
                <p:oleObj name="Equation" r:id="rId19" imgW="21945600" imgH="6096000" progId="Equation.DSMT4">
                  <p:embed/>
                  <p:pic>
                    <p:nvPicPr>
                      <p:cNvPr id="0" name="图片 16713"/>
                      <p:cNvPicPr>
                        <a:picLocks noChangeAspect="1"/>
                      </p:cNvPicPr>
                      <p:nvPr/>
                    </p:nvPicPr>
                    <p:blipFill>
                      <a:blip r:embed="rId20"/>
                      <a:stretch>
                        <a:fillRect/>
                      </a:stretch>
                    </p:blipFill>
                    <p:spPr>
                      <a:xfrm>
                        <a:off x="5171574" y="4601963"/>
                        <a:ext cx="1991593" cy="573644"/>
                      </a:xfrm>
                      <a:prstGeom prst="rect">
                        <a:avLst/>
                      </a:prstGeom>
                      <a:noFill/>
                      <a:ln w="9525">
                        <a:noFill/>
                      </a:ln>
                    </p:spPr>
                  </p:pic>
                </p:oleObj>
              </mc:Fallback>
            </mc:AlternateContent>
          </a:graphicData>
        </a:graphic>
      </p:graphicFrame>
      <p:sp>
        <p:nvSpPr>
          <p:cNvPr id="21" name="Text Box 5"/>
          <p:cNvSpPr txBox="1">
            <a:spLocks noChangeArrowheads="1"/>
          </p:cNvSpPr>
          <p:nvPr/>
        </p:nvSpPr>
        <p:spPr bwMode="auto">
          <a:xfrm>
            <a:off x="3418523" y="540385"/>
            <a:ext cx="588010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rPr>
              <a:t>时函数的极限</a:t>
            </a:r>
            <a:endPar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graphicFrame>
        <p:nvGraphicFramePr>
          <p:cNvPr id="22" name="对象 21"/>
          <p:cNvGraphicFramePr>
            <a:graphicFrameLocks noChangeAspect="1"/>
          </p:cNvGraphicFramePr>
          <p:nvPr/>
        </p:nvGraphicFramePr>
        <p:xfrm>
          <a:off x="1876723" y="643542"/>
          <a:ext cx="1541926" cy="396000"/>
        </p:xfrm>
        <a:graphic>
          <a:graphicData uri="http://schemas.openxmlformats.org/presentationml/2006/ole">
            <mc:AlternateContent xmlns:mc="http://schemas.openxmlformats.org/markup-compatibility/2006">
              <mc:Choice xmlns:v="urn:schemas-microsoft-com:vml" Requires="v">
                <p:oleObj spid="_x0000_s16715" name="Equation" r:id="rId21" imgW="23469600" imgH="5791200" progId="Equation.DSMT4">
                  <p:embed/>
                </p:oleObj>
              </mc:Choice>
              <mc:Fallback>
                <p:oleObj name="Equation" r:id="rId21" imgW="23469600" imgH="5791200" progId="Equation.DSMT4">
                  <p:embed/>
                  <p:pic>
                    <p:nvPicPr>
                      <p:cNvPr id="0" name="图片 16714"/>
                      <p:cNvPicPr>
                        <a:picLocks noChangeAspect="1"/>
                      </p:cNvPicPr>
                      <p:nvPr/>
                    </p:nvPicPr>
                    <p:blipFill>
                      <a:blip r:embed="rId22">
                        <a:biLevel thresh="50000"/>
                        <a:grayscl/>
                      </a:blip>
                      <a:stretch>
                        <a:fillRect/>
                      </a:stretch>
                    </p:blipFill>
                    <p:spPr>
                      <a:xfrm>
                        <a:off x="1876723" y="643542"/>
                        <a:ext cx="1541926" cy="396000"/>
                      </a:xfrm>
                      <a:prstGeom prst="rect">
                        <a:avLst/>
                      </a:prstGeom>
                      <a:solidFill>
                        <a:schemeClr val="accent5">
                          <a:lumMod val="20000"/>
                          <a:lumOff val="80000"/>
                        </a:schemeClr>
                      </a:solid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par>
                          <p:cTn id="17" fill="hold">
                            <p:stCondLst>
                              <p:cond delay="500"/>
                            </p:stCondLst>
                            <p:childTnLst>
                              <p:par>
                                <p:cTn id="18" presetID="22" presetClass="entr" presetSubtype="2"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righ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500"/>
                                        <p:tgtEl>
                                          <p:spTgt spid="8"/>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500"/>
                                        <p:tgtEl>
                                          <p:spTgt spid="9"/>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wipe(left)">
                                      <p:cBhvr>
                                        <p:cTn id="57" dur="500"/>
                                        <p:tgtEl>
                                          <p:spTgt spid="13"/>
                                        </p:tgtEl>
                                      </p:cBhvr>
                                    </p:animEffect>
                                  </p:childTnLst>
                                </p:cTn>
                              </p:par>
                            </p:childTnLst>
                          </p:cTn>
                        </p:par>
                        <p:par>
                          <p:cTn id="58" fill="hold">
                            <p:stCondLst>
                              <p:cond delay="500"/>
                            </p:stCondLst>
                            <p:childTnLst>
                              <p:par>
                                <p:cTn id="59" presetID="22" presetClass="entr" presetSubtype="2" fill="hold" grpId="0" nodeType="after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wipe(right)">
                                      <p:cBhvr>
                                        <p:cTn id="61" dur="500"/>
                                        <p:tgtEl>
                                          <p:spTgt spid="1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wipe(left)">
                                      <p:cBhvr>
                                        <p:cTn id="66" dur="500"/>
                                        <p:tgtEl>
                                          <p:spTgt spid="15"/>
                                        </p:tgtEl>
                                      </p:cBhvr>
                                    </p:animEffect>
                                  </p:childTnLst>
                                </p:cTn>
                              </p:par>
                            </p:childTnLst>
                          </p:cTn>
                        </p:par>
                        <p:par>
                          <p:cTn id="67" fill="hold">
                            <p:stCondLst>
                              <p:cond delay="500"/>
                            </p:stCondLst>
                            <p:childTnLst>
                              <p:par>
                                <p:cTn id="68" presetID="22" presetClass="entr" presetSubtype="8" fill="hold" nodeType="after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wipe(left)">
                                      <p:cBhvr>
                                        <p:cTn id="70" dur="500"/>
                                        <p:tgtEl>
                                          <p:spTgt spid="1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wipe(left)">
                                      <p:cBhvr>
                                        <p:cTn id="75" dur="500"/>
                                        <p:tgtEl>
                                          <p:spTgt spid="17"/>
                                        </p:tgtEl>
                                      </p:cBhvr>
                                    </p:animEffect>
                                  </p:childTnLst>
                                </p:cTn>
                              </p:par>
                            </p:childTnLst>
                          </p:cTn>
                        </p:par>
                        <p:par>
                          <p:cTn id="76" fill="hold">
                            <p:stCondLst>
                              <p:cond delay="500"/>
                            </p:stCondLst>
                            <p:childTnLst>
                              <p:par>
                                <p:cTn id="77" presetID="22" presetClass="entr" presetSubtype="8" fill="hold" nodeType="afterEffect">
                                  <p:stCondLst>
                                    <p:cond delay="0"/>
                                  </p:stCondLst>
                                  <p:childTnLst>
                                    <p:set>
                                      <p:cBhvr>
                                        <p:cTn id="78" dur="1" fill="hold">
                                          <p:stCondLst>
                                            <p:cond delay="0"/>
                                          </p:stCondLst>
                                        </p:cTn>
                                        <p:tgtEl>
                                          <p:spTgt spid="18"/>
                                        </p:tgtEl>
                                        <p:attrNameLst>
                                          <p:attrName>style.visibility</p:attrName>
                                        </p:attrNameLst>
                                      </p:cBhvr>
                                      <p:to>
                                        <p:strVal val="visible"/>
                                      </p:to>
                                    </p:set>
                                    <p:animEffect transition="in" filter="wipe(left)">
                                      <p:cBhvr>
                                        <p:cTn id="79" dur="500"/>
                                        <p:tgtEl>
                                          <p:spTgt spid="18"/>
                                        </p:tgtEl>
                                      </p:cBhvr>
                                    </p:animEffect>
                                  </p:childTnLst>
                                </p:cTn>
                              </p:par>
                            </p:childTnLst>
                          </p:cTn>
                        </p:par>
                        <p:par>
                          <p:cTn id="80" fill="hold">
                            <p:stCondLst>
                              <p:cond delay="1000"/>
                            </p:stCondLst>
                            <p:childTnLst>
                              <p:par>
                                <p:cTn id="81" presetID="22" presetClass="entr" presetSubtype="8" fill="hold" grpId="0" nodeType="after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wipe(left)">
                                      <p:cBhvr>
                                        <p:cTn id="83" dur="500"/>
                                        <p:tgtEl>
                                          <p:spTgt spid="19"/>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20"/>
                                        </p:tgtEl>
                                        <p:attrNameLst>
                                          <p:attrName>style.visibility</p:attrName>
                                        </p:attrNameLst>
                                      </p:cBhvr>
                                      <p:to>
                                        <p:strVal val="visible"/>
                                      </p:to>
                                    </p:set>
                                    <p:animEffect transition="in" filter="wipe(left)">
                                      <p:cBhvr>
                                        <p:cTn id="88"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8" grpId="0" bldLvl="0" animBg="1" autoUpdateAnimBg="0"/>
      <p:bldP spid="10" grpId="0" bldLvl="0" animBg="1" autoUpdateAnimBg="0"/>
      <p:bldP spid="13" grpId="0" bldLvl="0" animBg="1"/>
      <p:bldP spid="14" grpId="0" bldLvl="0" animBg="1"/>
      <p:bldP spid="17" grpId="0" bldLvl="0" animBg="1" autoUpdateAnimBg="0"/>
      <p:bldP spid="19" grpId="0" bldLvl="0" animBg="1" autoUpdateAnimBg="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4764090" y="4254502"/>
            <a:ext cx="2197101" cy="1550988"/>
            <a:chOff x="1507" y="3024"/>
            <a:chExt cx="1384" cy="977"/>
          </a:xfrm>
        </p:grpSpPr>
        <p:sp>
          <p:nvSpPr>
            <p:cNvPr id="3" name="Line 3"/>
            <p:cNvSpPr>
              <a:spLocks noChangeShapeType="1"/>
            </p:cNvSpPr>
            <p:nvPr/>
          </p:nvSpPr>
          <p:spPr bwMode="auto">
            <a:xfrm flipV="1">
              <a:off x="2819" y="3024"/>
              <a:ext cx="0" cy="740"/>
            </a:xfrm>
            <a:prstGeom prst="line">
              <a:avLst/>
            </a:prstGeom>
            <a:noFill/>
            <a:ln w="28575" cmpd="sng">
              <a:solidFill>
                <a:srgbClr val="FF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Line 4"/>
            <p:cNvSpPr>
              <a:spLocks noChangeShapeType="1"/>
            </p:cNvSpPr>
            <p:nvPr/>
          </p:nvSpPr>
          <p:spPr bwMode="auto">
            <a:xfrm flipV="1">
              <a:off x="1670" y="3024"/>
              <a:ext cx="0" cy="740"/>
            </a:xfrm>
            <a:prstGeom prst="line">
              <a:avLst/>
            </a:prstGeom>
            <a:noFill/>
            <a:ln w="28575" cmpd="sng">
              <a:solidFill>
                <a:srgbClr val="FF0000"/>
              </a:solidFill>
              <a:prstDash val="sysDot"/>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 name="Object 5"/>
            <p:cNvGraphicFramePr>
              <a:graphicFrameLocks noChangeAspect="1"/>
            </p:cNvGraphicFramePr>
            <p:nvPr/>
          </p:nvGraphicFramePr>
          <p:xfrm>
            <a:off x="2664" y="3815"/>
            <a:ext cx="227" cy="186"/>
          </p:xfrm>
          <a:graphic>
            <a:graphicData uri="http://schemas.openxmlformats.org/presentationml/2006/ole">
              <mc:AlternateContent xmlns:mc="http://schemas.openxmlformats.org/markup-compatibility/2006">
                <mc:Choice xmlns:v="urn:schemas-microsoft-com:vml" Requires="v">
                  <p:oleObj spid="_x0000_s17409" name="Equation" r:id="rId1" imgW="4267200" imgH="3962400" progId="Equation.DSMT4">
                    <p:embed/>
                  </p:oleObj>
                </mc:Choice>
                <mc:Fallback>
                  <p:oleObj name="Equation" r:id="rId1" imgW="4267200" imgH="3962400" progId="Equation.DSMT4">
                    <p:embed/>
                    <p:pic>
                      <p:nvPicPr>
                        <p:cNvPr id="0" name="图片 17408"/>
                        <p:cNvPicPr>
                          <a:picLocks noChangeAspect="1"/>
                        </p:cNvPicPr>
                        <p:nvPr/>
                      </p:nvPicPr>
                      <p:blipFill>
                        <a:blip r:embed="rId2"/>
                        <a:stretch>
                          <a:fillRect/>
                        </a:stretch>
                      </p:blipFill>
                      <p:spPr>
                        <a:xfrm>
                          <a:off x="2664" y="3815"/>
                          <a:ext cx="227" cy="186"/>
                        </a:xfrm>
                        <a:prstGeom prst="rect">
                          <a:avLst/>
                        </a:prstGeom>
                        <a:noFill/>
                        <a:ln w="9525">
                          <a:noFill/>
                        </a:ln>
                      </p:spPr>
                    </p:pic>
                  </p:oleObj>
                </mc:Fallback>
              </mc:AlternateContent>
            </a:graphicData>
          </a:graphic>
        </p:graphicFrame>
        <p:graphicFrame>
          <p:nvGraphicFramePr>
            <p:cNvPr id="6" name="Object 6"/>
            <p:cNvGraphicFramePr>
              <a:graphicFrameLocks noChangeAspect="1"/>
            </p:cNvGraphicFramePr>
            <p:nvPr/>
          </p:nvGraphicFramePr>
          <p:xfrm>
            <a:off x="1507" y="3815"/>
            <a:ext cx="249" cy="186"/>
          </p:xfrm>
          <a:graphic>
            <a:graphicData uri="http://schemas.openxmlformats.org/presentationml/2006/ole">
              <mc:AlternateContent xmlns:mc="http://schemas.openxmlformats.org/markup-compatibility/2006">
                <mc:Choice xmlns:v="urn:schemas-microsoft-com:vml" Requires="v">
                  <p:oleObj spid="_x0000_s18049" name="Equation" r:id="rId3" imgW="6400800" imgH="3962400" progId="Equation.DSMT4">
                    <p:embed/>
                  </p:oleObj>
                </mc:Choice>
                <mc:Fallback>
                  <p:oleObj name="Equation" r:id="rId3" imgW="6400800" imgH="3962400" progId="Equation.DSMT4">
                    <p:embed/>
                    <p:pic>
                      <p:nvPicPr>
                        <p:cNvPr id="0" name="图片 18048"/>
                        <p:cNvPicPr>
                          <a:picLocks noChangeAspect="1"/>
                        </p:cNvPicPr>
                        <p:nvPr/>
                      </p:nvPicPr>
                      <p:blipFill>
                        <a:blip r:embed="rId4"/>
                        <a:stretch>
                          <a:fillRect/>
                        </a:stretch>
                      </p:blipFill>
                      <p:spPr>
                        <a:xfrm>
                          <a:off x="1507" y="3815"/>
                          <a:ext cx="249" cy="186"/>
                        </a:xfrm>
                        <a:prstGeom prst="rect">
                          <a:avLst/>
                        </a:prstGeom>
                        <a:noFill/>
                        <a:ln w="9525">
                          <a:noFill/>
                        </a:ln>
                      </p:spPr>
                    </p:pic>
                  </p:oleObj>
                </mc:Fallback>
              </mc:AlternateContent>
            </a:graphicData>
          </a:graphic>
        </p:graphicFrame>
      </p:grpSp>
      <p:grpSp>
        <p:nvGrpSpPr>
          <p:cNvPr id="7" name="Group 7"/>
          <p:cNvGrpSpPr/>
          <p:nvPr/>
        </p:nvGrpSpPr>
        <p:grpSpPr bwMode="auto">
          <a:xfrm>
            <a:off x="2981325" y="4311646"/>
            <a:ext cx="6257925" cy="1147761"/>
            <a:chOff x="384" y="3060"/>
            <a:chExt cx="3942" cy="723"/>
          </a:xfrm>
        </p:grpSpPr>
        <p:sp>
          <p:nvSpPr>
            <p:cNvPr id="8" name="Line 8"/>
            <p:cNvSpPr>
              <a:spLocks noChangeShapeType="1"/>
            </p:cNvSpPr>
            <p:nvPr/>
          </p:nvSpPr>
          <p:spPr bwMode="auto">
            <a:xfrm>
              <a:off x="384" y="3233"/>
              <a:ext cx="3942"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Line 9"/>
            <p:cNvSpPr>
              <a:spLocks noChangeShapeType="1"/>
            </p:cNvSpPr>
            <p:nvPr/>
          </p:nvSpPr>
          <p:spPr bwMode="auto">
            <a:xfrm>
              <a:off x="384" y="3619"/>
              <a:ext cx="3942"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0" name="Object 10"/>
            <p:cNvGraphicFramePr>
              <a:graphicFrameLocks noChangeAspect="1"/>
            </p:cNvGraphicFramePr>
            <p:nvPr/>
          </p:nvGraphicFramePr>
          <p:xfrm>
            <a:off x="2274" y="3060"/>
            <a:ext cx="409" cy="207"/>
          </p:xfrm>
          <a:graphic>
            <a:graphicData uri="http://schemas.openxmlformats.org/presentationml/2006/ole">
              <mc:AlternateContent xmlns:mc="http://schemas.openxmlformats.org/markup-compatibility/2006">
                <mc:Choice xmlns:v="urn:schemas-microsoft-com:vml" Requires="v">
                  <p:oleObj spid="_x0000_s18050" name="Equation" r:id="rId5" imgW="19202400" imgH="9448800" progId="Equation.DSMT4">
                    <p:embed/>
                  </p:oleObj>
                </mc:Choice>
                <mc:Fallback>
                  <p:oleObj name="Equation" r:id="rId5" imgW="19202400" imgH="9448800" progId="Equation.DSMT4">
                    <p:embed/>
                    <p:pic>
                      <p:nvPicPr>
                        <p:cNvPr id="0" name="图片 18049"/>
                        <p:cNvPicPr>
                          <a:picLocks noChangeAspect="1"/>
                        </p:cNvPicPr>
                        <p:nvPr/>
                      </p:nvPicPr>
                      <p:blipFill>
                        <a:blip r:embed="rId6"/>
                        <a:stretch>
                          <a:fillRect/>
                        </a:stretch>
                      </p:blipFill>
                      <p:spPr>
                        <a:xfrm>
                          <a:off x="2274" y="3060"/>
                          <a:ext cx="409" cy="207"/>
                        </a:xfrm>
                        <a:prstGeom prst="rect">
                          <a:avLst/>
                        </a:prstGeom>
                        <a:noFill/>
                        <a:ln w="9525">
                          <a:noFill/>
                        </a:ln>
                      </p:spPr>
                    </p:pic>
                  </p:oleObj>
                </mc:Fallback>
              </mc:AlternateContent>
            </a:graphicData>
          </a:graphic>
        </p:graphicFrame>
        <p:graphicFrame>
          <p:nvGraphicFramePr>
            <p:cNvPr id="11" name="Object 11"/>
            <p:cNvGraphicFramePr>
              <a:graphicFrameLocks noChangeAspect="1"/>
            </p:cNvGraphicFramePr>
            <p:nvPr/>
          </p:nvGraphicFramePr>
          <p:xfrm>
            <a:off x="1825" y="3577"/>
            <a:ext cx="401" cy="206"/>
          </p:xfrm>
          <a:graphic>
            <a:graphicData uri="http://schemas.openxmlformats.org/presentationml/2006/ole">
              <mc:AlternateContent xmlns:mc="http://schemas.openxmlformats.org/markup-compatibility/2006">
                <mc:Choice xmlns:v="urn:schemas-microsoft-com:vml" Requires="v">
                  <p:oleObj spid="_x0000_s18051" name="Equation" r:id="rId7" imgW="18897600" imgH="9448800" progId="Equation.DSMT4">
                    <p:embed/>
                  </p:oleObj>
                </mc:Choice>
                <mc:Fallback>
                  <p:oleObj name="Equation" r:id="rId7" imgW="18897600" imgH="9448800" progId="Equation.DSMT4">
                    <p:embed/>
                    <p:pic>
                      <p:nvPicPr>
                        <p:cNvPr id="0" name="图片 18050"/>
                        <p:cNvPicPr>
                          <a:picLocks noChangeAspect="1"/>
                        </p:cNvPicPr>
                        <p:nvPr/>
                      </p:nvPicPr>
                      <p:blipFill>
                        <a:blip r:embed="rId8"/>
                        <a:stretch>
                          <a:fillRect/>
                        </a:stretch>
                      </p:blipFill>
                      <p:spPr>
                        <a:xfrm>
                          <a:off x="1825" y="3577"/>
                          <a:ext cx="401" cy="206"/>
                        </a:xfrm>
                        <a:prstGeom prst="rect">
                          <a:avLst/>
                        </a:prstGeom>
                        <a:noFill/>
                        <a:ln w="9525">
                          <a:noFill/>
                        </a:ln>
                      </p:spPr>
                    </p:pic>
                  </p:oleObj>
                </mc:Fallback>
              </mc:AlternateContent>
            </a:graphicData>
          </a:graphic>
        </p:graphicFrame>
      </p:grpSp>
      <p:sp>
        <p:nvSpPr>
          <p:cNvPr id="12" name="Rectangle 12"/>
          <p:cNvSpPr>
            <a:spLocks noChangeArrowheads="1"/>
          </p:cNvSpPr>
          <p:nvPr/>
        </p:nvSpPr>
        <p:spPr bwMode="auto">
          <a:xfrm>
            <a:off x="2884170" y="4600575"/>
            <a:ext cx="2138363" cy="615950"/>
          </a:xfrm>
          <a:prstGeom prst="rect">
            <a:avLst/>
          </a:prstGeom>
          <a:gradFill>
            <a:gsLst>
              <a:gs pos="0">
                <a:srgbClr val="9EE256"/>
              </a:gs>
              <a:gs pos="100000">
                <a:srgbClr val="52762D"/>
              </a:gs>
            </a:gsLst>
            <a:lin ang="5400000" scaled="0"/>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Rectangle 13"/>
          <p:cNvSpPr>
            <a:spLocks noChangeArrowheads="1"/>
          </p:cNvSpPr>
          <p:nvPr/>
        </p:nvSpPr>
        <p:spPr bwMode="auto">
          <a:xfrm>
            <a:off x="6847205" y="4581525"/>
            <a:ext cx="2400300" cy="615950"/>
          </a:xfrm>
          <a:prstGeom prst="rect">
            <a:avLst/>
          </a:prstGeom>
          <a:gradFill>
            <a:gsLst>
              <a:gs pos="0">
                <a:srgbClr val="9EE256"/>
              </a:gs>
              <a:gs pos="100000">
                <a:srgbClr val="52762D"/>
              </a:gs>
            </a:gsLst>
            <a:lin ang="5400000" scaled="0"/>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4" name="Group 14"/>
          <p:cNvGrpSpPr/>
          <p:nvPr/>
        </p:nvGrpSpPr>
        <p:grpSpPr bwMode="auto">
          <a:xfrm>
            <a:off x="3136900" y="4102100"/>
            <a:ext cx="6054726" cy="1631950"/>
            <a:chOff x="482" y="2928"/>
            <a:chExt cx="3814" cy="1028"/>
          </a:xfrm>
        </p:grpSpPr>
        <p:sp>
          <p:nvSpPr>
            <p:cNvPr id="15" name="Line 15"/>
            <p:cNvSpPr>
              <a:spLocks noChangeShapeType="1"/>
            </p:cNvSpPr>
            <p:nvPr/>
          </p:nvSpPr>
          <p:spPr bwMode="auto">
            <a:xfrm>
              <a:off x="482" y="3759"/>
              <a:ext cx="3781"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6" name="Line 16"/>
            <p:cNvSpPr>
              <a:spLocks noChangeShapeType="1"/>
            </p:cNvSpPr>
            <p:nvPr/>
          </p:nvSpPr>
          <p:spPr bwMode="auto">
            <a:xfrm flipV="1">
              <a:off x="2256" y="2928"/>
              <a:ext cx="0" cy="1016"/>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7" name="Object 17"/>
            <p:cNvGraphicFramePr>
              <a:graphicFrameLocks noChangeAspect="1"/>
            </p:cNvGraphicFramePr>
            <p:nvPr/>
          </p:nvGraphicFramePr>
          <p:xfrm>
            <a:off x="2107" y="3769"/>
            <a:ext cx="134" cy="183"/>
          </p:xfrm>
          <a:graphic>
            <a:graphicData uri="http://schemas.openxmlformats.org/presentationml/2006/ole">
              <mc:AlternateContent xmlns:mc="http://schemas.openxmlformats.org/markup-compatibility/2006">
                <mc:Choice xmlns:v="urn:schemas-microsoft-com:vml" Requires="v">
                  <p:oleObj spid="_x0000_s18052" name="Equation" r:id="rId9" imgW="5486400" imgH="7315200" progId="Equation.DSMT4">
                    <p:embed/>
                  </p:oleObj>
                </mc:Choice>
                <mc:Fallback>
                  <p:oleObj name="Equation" r:id="rId9" imgW="5486400" imgH="7315200" progId="Equation.DSMT4">
                    <p:embed/>
                    <p:pic>
                      <p:nvPicPr>
                        <p:cNvPr id="0" name="图片 18051"/>
                        <p:cNvPicPr>
                          <a:picLocks noChangeAspect="1"/>
                        </p:cNvPicPr>
                        <p:nvPr/>
                      </p:nvPicPr>
                      <p:blipFill>
                        <a:blip r:embed="rId10"/>
                        <a:stretch>
                          <a:fillRect/>
                        </a:stretch>
                      </p:blipFill>
                      <p:spPr>
                        <a:xfrm>
                          <a:off x="2107" y="3769"/>
                          <a:ext cx="134" cy="183"/>
                        </a:xfrm>
                        <a:prstGeom prst="rect">
                          <a:avLst/>
                        </a:prstGeom>
                        <a:noFill/>
                        <a:ln w="9525">
                          <a:noFill/>
                        </a:ln>
                      </p:spPr>
                    </p:pic>
                  </p:oleObj>
                </mc:Fallback>
              </mc:AlternateContent>
            </a:graphicData>
          </a:graphic>
        </p:graphicFrame>
        <p:graphicFrame>
          <p:nvGraphicFramePr>
            <p:cNvPr id="18" name="Object 18"/>
            <p:cNvGraphicFramePr>
              <a:graphicFrameLocks noChangeAspect="1"/>
            </p:cNvGraphicFramePr>
            <p:nvPr/>
          </p:nvGraphicFramePr>
          <p:xfrm>
            <a:off x="4153" y="3815"/>
            <a:ext cx="143" cy="141"/>
          </p:xfrm>
          <a:graphic>
            <a:graphicData uri="http://schemas.openxmlformats.org/presentationml/2006/ole">
              <mc:AlternateContent xmlns:mc="http://schemas.openxmlformats.org/markup-compatibility/2006">
                <mc:Choice xmlns:v="urn:schemas-microsoft-com:vml" Requires="v">
                  <p:oleObj spid="_x0000_s18053" name="Equation" r:id="rId11" imgW="3048000" imgH="3352800" progId="Equation.DSMT4">
                    <p:embed/>
                  </p:oleObj>
                </mc:Choice>
                <mc:Fallback>
                  <p:oleObj name="Equation" r:id="rId11" imgW="3048000" imgH="3352800" progId="Equation.DSMT4">
                    <p:embed/>
                    <p:pic>
                      <p:nvPicPr>
                        <p:cNvPr id="0" name="图片 18052"/>
                        <p:cNvPicPr>
                          <a:picLocks noChangeAspect="1"/>
                        </p:cNvPicPr>
                        <p:nvPr/>
                      </p:nvPicPr>
                      <p:blipFill>
                        <a:blip r:embed="rId12"/>
                        <a:stretch>
                          <a:fillRect/>
                        </a:stretch>
                      </p:blipFill>
                      <p:spPr>
                        <a:xfrm>
                          <a:off x="4153" y="3815"/>
                          <a:ext cx="143" cy="141"/>
                        </a:xfrm>
                        <a:prstGeom prst="rect">
                          <a:avLst/>
                        </a:prstGeom>
                        <a:noFill/>
                        <a:ln w="9525">
                          <a:noFill/>
                        </a:ln>
                      </p:spPr>
                    </p:pic>
                  </p:oleObj>
                </mc:Fallback>
              </mc:AlternateContent>
            </a:graphicData>
          </a:graphic>
        </p:graphicFrame>
        <p:graphicFrame>
          <p:nvGraphicFramePr>
            <p:cNvPr id="19" name="Object 19"/>
            <p:cNvGraphicFramePr>
              <a:graphicFrameLocks noChangeAspect="1"/>
            </p:cNvGraphicFramePr>
            <p:nvPr/>
          </p:nvGraphicFramePr>
          <p:xfrm>
            <a:off x="2028" y="2982"/>
            <a:ext cx="181" cy="157"/>
          </p:xfrm>
          <a:graphic>
            <a:graphicData uri="http://schemas.openxmlformats.org/presentationml/2006/ole">
              <mc:AlternateContent xmlns:mc="http://schemas.openxmlformats.org/markup-compatibility/2006">
                <mc:Choice xmlns:v="urn:schemas-microsoft-com:vml" Requires="v">
                  <p:oleObj spid="_x0000_s18054" name="Equation" r:id="rId13" imgW="3352800" imgH="3962400" progId="Equation.DSMT4">
                    <p:embed/>
                  </p:oleObj>
                </mc:Choice>
                <mc:Fallback>
                  <p:oleObj name="Equation" r:id="rId13" imgW="3352800" imgH="3962400" progId="Equation.DSMT4">
                    <p:embed/>
                    <p:pic>
                      <p:nvPicPr>
                        <p:cNvPr id="0" name="图片 18053"/>
                        <p:cNvPicPr>
                          <a:picLocks noChangeAspect="1"/>
                        </p:cNvPicPr>
                        <p:nvPr/>
                      </p:nvPicPr>
                      <p:blipFill>
                        <a:blip r:embed="rId14"/>
                        <a:stretch>
                          <a:fillRect/>
                        </a:stretch>
                      </p:blipFill>
                      <p:spPr>
                        <a:xfrm>
                          <a:off x="2028" y="2982"/>
                          <a:ext cx="181" cy="157"/>
                        </a:xfrm>
                        <a:prstGeom prst="rect">
                          <a:avLst/>
                        </a:prstGeom>
                        <a:noFill/>
                        <a:ln w="9525">
                          <a:noFill/>
                        </a:ln>
                      </p:spPr>
                    </p:pic>
                  </p:oleObj>
                </mc:Fallback>
              </mc:AlternateContent>
            </a:graphicData>
          </a:graphic>
        </p:graphicFrame>
      </p:grpSp>
      <p:grpSp>
        <p:nvGrpSpPr>
          <p:cNvPr id="20" name="Group 20"/>
          <p:cNvGrpSpPr/>
          <p:nvPr/>
        </p:nvGrpSpPr>
        <p:grpSpPr bwMode="auto">
          <a:xfrm>
            <a:off x="3198813" y="4435475"/>
            <a:ext cx="6873875" cy="909638"/>
            <a:chOff x="521" y="3138"/>
            <a:chExt cx="4330" cy="573"/>
          </a:xfrm>
        </p:grpSpPr>
        <p:sp>
          <p:nvSpPr>
            <p:cNvPr id="21" name="Freeform 21"/>
            <p:cNvSpPr/>
            <p:nvPr/>
          </p:nvSpPr>
          <p:spPr bwMode="auto">
            <a:xfrm>
              <a:off x="521" y="3138"/>
              <a:ext cx="3665" cy="573"/>
            </a:xfrm>
            <a:custGeom>
              <a:avLst/>
              <a:gdLst>
                <a:gd name="T0" fmla="*/ 0 w 4512"/>
                <a:gd name="T1" fmla="*/ 326 h 704"/>
                <a:gd name="T2" fmla="*/ 273 w 4512"/>
                <a:gd name="T3" fmla="*/ 287 h 704"/>
                <a:gd name="T4" fmla="*/ 468 w 4512"/>
                <a:gd name="T5" fmla="*/ 247 h 704"/>
                <a:gd name="T6" fmla="*/ 702 w 4512"/>
                <a:gd name="T7" fmla="*/ 365 h 704"/>
                <a:gd name="T8" fmla="*/ 1014 w 4512"/>
                <a:gd name="T9" fmla="*/ 247 h 704"/>
                <a:gd name="T10" fmla="*/ 1248 w 4512"/>
                <a:gd name="T11" fmla="*/ 404 h 704"/>
                <a:gd name="T12" fmla="*/ 1404 w 4512"/>
                <a:gd name="T13" fmla="*/ 326 h 704"/>
                <a:gd name="T14" fmla="*/ 1560 w 4512"/>
                <a:gd name="T15" fmla="*/ 13 h 704"/>
                <a:gd name="T16" fmla="*/ 1833 w 4512"/>
                <a:gd name="T17" fmla="*/ 404 h 704"/>
                <a:gd name="T18" fmla="*/ 1910 w 4512"/>
                <a:gd name="T19" fmla="*/ 560 h 704"/>
                <a:gd name="T20" fmla="*/ 2105 w 4512"/>
                <a:gd name="T21" fmla="*/ 326 h 704"/>
                <a:gd name="T22" fmla="*/ 2495 w 4512"/>
                <a:gd name="T23" fmla="*/ 247 h 704"/>
                <a:gd name="T24" fmla="*/ 2651 w 4512"/>
                <a:gd name="T25" fmla="*/ 365 h 704"/>
                <a:gd name="T26" fmla="*/ 3041 w 4512"/>
                <a:gd name="T27" fmla="*/ 247 h 704"/>
                <a:gd name="T28" fmla="*/ 3353 w 4512"/>
                <a:gd name="T29" fmla="*/ 326 h 704"/>
                <a:gd name="T30" fmla="*/ 3587 w 4512"/>
                <a:gd name="T31" fmla="*/ 247 h 704"/>
                <a:gd name="T32" fmla="*/ 3665 w 4512"/>
                <a:gd name="T33" fmla="*/ 247 h 70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512" h="704">
                  <a:moveTo>
                    <a:pt x="0" y="400"/>
                  </a:moveTo>
                  <a:cubicBezTo>
                    <a:pt x="120" y="384"/>
                    <a:pt x="240" y="368"/>
                    <a:pt x="336" y="352"/>
                  </a:cubicBezTo>
                  <a:cubicBezTo>
                    <a:pt x="432" y="336"/>
                    <a:pt x="488" y="288"/>
                    <a:pt x="576" y="304"/>
                  </a:cubicBezTo>
                  <a:cubicBezTo>
                    <a:pt x="664" y="320"/>
                    <a:pt x="752" y="448"/>
                    <a:pt x="864" y="448"/>
                  </a:cubicBezTo>
                  <a:cubicBezTo>
                    <a:pt x="976" y="448"/>
                    <a:pt x="1136" y="296"/>
                    <a:pt x="1248" y="304"/>
                  </a:cubicBezTo>
                  <a:cubicBezTo>
                    <a:pt x="1360" y="312"/>
                    <a:pt x="1456" y="480"/>
                    <a:pt x="1536" y="496"/>
                  </a:cubicBezTo>
                  <a:cubicBezTo>
                    <a:pt x="1616" y="512"/>
                    <a:pt x="1664" y="480"/>
                    <a:pt x="1728" y="400"/>
                  </a:cubicBezTo>
                  <a:cubicBezTo>
                    <a:pt x="1792" y="320"/>
                    <a:pt x="1832" y="0"/>
                    <a:pt x="1920" y="16"/>
                  </a:cubicBezTo>
                  <a:cubicBezTo>
                    <a:pt x="2008" y="32"/>
                    <a:pt x="2184" y="384"/>
                    <a:pt x="2256" y="496"/>
                  </a:cubicBezTo>
                  <a:cubicBezTo>
                    <a:pt x="2328" y="608"/>
                    <a:pt x="2296" y="704"/>
                    <a:pt x="2352" y="688"/>
                  </a:cubicBezTo>
                  <a:cubicBezTo>
                    <a:pt x="2408" y="672"/>
                    <a:pt x="2472" y="464"/>
                    <a:pt x="2592" y="400"/>
                  </a:cubicBezTo>
                  <a:cubicBezTo>
                    <a:pt x="2712" y="336"/>
                    <a:pt x="2960" y="296"/>
                    <a:pt x="3072" y="304"/>
                  </a:cubicBezTo>
                  <a:cubicBezTo>
                    <a:pt x="3184" y="312"/>
                    <a:pt x="3152" y="448"/>
                    <a:pt x="3264" y="448"/>
                  </a:cubicBezTo>
                  <a:cubicBezTo>
                    <a:pt x="3376" y="448"/>
                    <a:pt x="3600" y="312"/>
                    <a:pt x="3744" y="304"/>
                  </a:cubicBezTo>
                  <a:cubicBezTo>
                    <a:pt x="3888" y="296"/>
                    <a:pt x="4016" y="400"/>
                    <a:pt x="4128" y="400"/>
                  </a:cubicBezTo>
                  <a:cubicBezTo>
                    <a:pt x="4240" y="400"/>
                    <a:pt x="4352" y="320"/>
                    <a:pt x="4416" y="304"/>
                  </a:cubicBezTo>
                  <a:cubicBezTo>
                    <a:pt x="4480" y="288"/>
                    <a:pt x="4496" y="304"/>
                    <a:pt x="4512" y="304"/>
                  </a:cubicBezTo>
                </a:path>
              </a:pathLst>
            </a:custGeom>
            <a:noFill/>
            <a:ln w="19050" cmpd="sng">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2" name="Object 22"/>
            <p:cNvGraphicFramePr>
              <a:graphicFrameLocks noChangeAspect="1"/>
            </p:cNvGraphicFramePr>
            <p:nvPr/>
          </p:nvGraphicFramePr>
          <p:xfrm>
            <a:off x="4203" y="3230"/>
            <a:ext cx="648" cy="227"/>
          </p:xfrm>
          <a:graphic>
            <a:graphicData uri="http://schemas.openxmlformats.org/presentationml/2006/ole">
              <mc:AlternateContent xmlns:mc="http://schemas.openxmlformats.org/markup-compatibility/2006">
                <mc:Choice xmlns:v="urn:schemas-microsoft-com:vml" Requires="v">
                  <p:oleObj spid="_x0000_s18055" name="Equation" r:id="rId15" imgW="14020800" imgH="4876800" progId="Equation.DSMT4">
                    <p:embed/>
                  </p:oleObj>
                </mc:Choice>
                <mc:Fallback>
                  <p:oleObj name="Equation" r:id="rId15" imgW="14020800" imgH="4876800" progId="Equation.DSMT4">
                    <p:embed/>
                    <p:pic>
                      <p:nvPicPr>
                        <p:cNvPr id="0" name="图片 18054"/>
                        <p:cNvPicPr>
                          <a:picLocks noChangeAspect="1"/>
                        </p:cNvPicPr>
                        <p:nvPr/>
                      </p:nvPicPr>
                      <p:blipFill>
                        <a:blip r:embed="rId16"/>
                        <a:stretch>
                          <a:fillRect/>
                        </a:stretch>
                      </p:blipFill>
                      <p:spPr>
                        <a:xfrm>
                          <a:off x="4203" y="3230"/>
                          <a:ext cx="648" cy="227"/>
                        </a:xfrm>
                        <a:prstGeom prst="rect">
                          <a:avLst/>
                        </a:prstGeom>
                        <a:noFill/>
                        <a:ln w="9525">
                          <a:noFill/>
                        </a:ln>
                      </p:spPr>
                    </p:pic>
                  </p:oleObj>
                </mc:Fallback>
              </mc:AlternateContent>
            </a:graphicData>
          </a:graphic>
        </p:graphicFrame>
      </p:grpSp>
      <p:grpSp>
        <p:nvGrpSpPr>
          <p:cNvPr id="23" name="Group 23"/>
          <p:cNvGrpSpPr/>
          <p:nvPr/>
        </p:nvGrpSpPr>
        <p:grpSpPr bwMode="auto">
          <a:xfrm>
            <a:off x="2895600" y="4733921"/>
            <a:ext cx="6334125" cy="323849"/>
            <a:chOff x="864" y="2982"/>
            <a:chExt cx="3990" cy="204"/>
          </a:xfrm>
        </p:grpSpPr>
        <p:graphicFrame>
          <p:nvGraphicFramePr>
            <p:cNvPr id="24" name="Object 24"/>
            <p:cNvGraphicFramePr>
              <a:graphicFrameLocks noChangeAspect="1"/>
            </p:cNvGraphicFramePr>
            <p:nvPr/>
          </p:nvGraphicFramePr>
          <p:xfrm>
            <a:off x="2588" y="2982"/>
            <a:ext cx="155" cy="204"/>
          </p:xfrm>
          <a:graphic>
            <a:graphicData uri="http://schemas.openxmlformats.org/presentationml/2006/ole">
              <mc:AlternateContent xmlns:mc="http://schemas.openxmlformats.org/markup-compatibility/2006">
                <mc:Choice xmlns:v="urn:schemas-microsoft-com:vml" Requires="v">
                  <p:oleObj spid="_x0000_s18056" name="Equation" r:id="rId17" imgW="7010400" imgH="9448800" progId="Equation.DSMT4">
                    <p:embed/>
                  </p:oleObj>
                </mc:Choice>
                <mc:Fallback>
                  <p:oleObj name="Equation" r:id="rId17" imgW="7010400" imgH="9448800" progId="Equation.DSMT4">
                    <p:embed/>
                    <p:pic>
                      <p:nvPicPr>
                        <p:cNvPr id="0" name="图片 18055"/>
                        <p:cNvPicPr>
                          <a:picLocks noChangeAspect="1"/>
                        </p:cNvPicPr>
                        <p:nvPr/>
                      </p:nvPicPr>
                      <p:blipFill>
                        <a:blip r:embed="rId18"/>
                        <a:stretch>
                          <a:fillRect/>
                        </a:stretch>
                      </p:blipFill>
                      <p:spPr>
                        <a:xfrm>
                          <a:off x="2588" y="2982"/>
                          <a:ext cx="155" cy="204"/>
                        </a:xfrm>
                        <a:prstGeom prst="rect">
                          <a:avLst/>
                        </a:prstGeom>
                        <a:noFill/>
                        <a:ln w="9525">
                          <a:noFill/>
                        </a:ln>
                      </p:spPr>
                    </p:pic>
                  </p:oleObj>
                </mc:Fallback>
              </mc:AlternateContent>
            </a:graphicData>
          </a:graphic>
        </p:graphicFrame>
        <p:sp>
          <p:nvSpPr>
            <p:cNvPr id="25" name="Line 25"/>
            <p:cNvSpPr>
              <a:spLocks noChangeShapeType="1"/>
            </p:cNvSpPr>
            <p:nvPr/>
          </p:nvSpPr>
          <p:spPr bwMode="auto">
            <a:xfrm>
              <a:off x="864" y="3083"/>
              <a:ext cx="3990" cy="0"/>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26" name="Rectangle 26"/>
          <p:cNvSpPr txBox="1">
            <a:spLocks noChangeArrowheads="1"/>
          </p:cNvSpPr>
          <p:nvPr/>
        </p:nvSpPr>
        <p:spPr>
          <a:xfrm>
            <a:off x="1571625" y="241300"/>
            <a:ext cx="7620000" cy="685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2. 极限          的定义</a:t>
            </a:r>
            <a:endParaRPr lang="zh-CN" altLang="en-US" sz="3200" b="1" dirty="0">
              <a:solidFill>
                <a:schemeClr val="accent3">
                  <a:lumMod val="50000"/>
                </a:schemeClr>
              </a:solidFill>
              <a:latin typeface="楷体" panose="02010609060101010101" pitchFamily="49" charset="-122"/>
              <a:ea typeface="楷体" panose="02010609060101010101" pitchFamily="49" charset="-122"/>
              <a:cs typeface="+mn-cs"/>
            </a:endParaRPr>
          </a:p>
        </p:txBody>
      </p:sp>
      <p:sp>
        <p:nvSpPr>
          <p:cNvPr id="27" name="Text Box 27"/>
          <p:cNvSpPr txBox="1">
            <a:spLocks noChangeArrowheads="1"/>
          </p:cNvSpPr>
          <p:nvPr/>
        </p:nvSpPr>
        <p:spPr bwMode="auto">
          <a:xfrm>
            <a:off x="1524000" y="896938"/>
            <a:ext cx="3429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定义</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1.2.2   </a:t>
            </a:r>
            <a:r>
              <a:rPr kumimoji="1" lang="zh-CN" altLang="en-US" sz="2800" dirty="0">
                <a:latin typeface="Times New Roman" panose="02020603050405020304" pitchFamily="18" charset="0"/>
                <a:ea typeface="黑体" panose="02010609060101010101" pitchFamily="49" charset="-122"/>
                <a:cs typeface="Times New Roman" panose="02020603050405020304" pitchFamily="18" charset="0"/>
              </a:rPr>
              <a:t>设函数</a:t>
            </a:r>
            <a:endParaRPr kumimoji="1"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8" name="Object 28"/>
          <p:cNvGraphicFramePr>
            <a:graphicFrameLocks noChangeAspect="1"/>
          </p:cNvGraphicFramePr>
          <p:nvPr/>
        </p:nvGraphicFramePr>
        <p:xfrm>
          <a:off x="4395788" y="939800"/>
          <a:ext cx="1482725" cy="496888"/>
        </p:xfrm>
        <a:graphic>
          <a:graphicData uri="http://schemas.openxmlformats.org/presentationml/2006/ole">
            <mc:AlternateContent xmlns:mc="http://schemas.openxmlformats.org/markup-compatibility/2006">
              <mc:Choice xmlns:v="urn:schemas-microsoft-com:vml" Requires="v">
                <p:oleObj spid="_x0000_s18057" name="Equation" r:id="rId19" imgW="35356800" imgH="11582400" progId="Equation.DSMT4">
                  <p:embed/>
                </p:oleObj>
              </mc:Choice>
              <mc:Fallback>
                <p:oleObj name="Equation" r:id="rId19" imgW="35356800" imgH="11582400" progId="Equation.DSMT4">
                  <p:embed/>
                  <p:pic>
                    <p:nvPicPr>
                      <p:cNvPr id="0" name="图片 18056"/>
                      <p:cNvPicPr>
                        <a:picLocks noChangeAspect="1"/>
                      </p:cNvPicPr>
                      <p:nvPr/>
                    </p:nvPicPr>
                    <p:blipFill>
                      <a:blip r:embed="rId20">
                        <a:biLevel thresh="50000"/>
                        <a:grayscl/>
                      </a:blip>
                      <a:stretch>
                        <a:fillRect/>
                      </a:stretch>
                    </p:blipFill>
                    <p:spPr>
                      <a:xfrm>
                        <a:off x="4395788" y="939800"/>
                        <a:ext cx="1482725" cy="496888"/>
                      </a:xfrm>
                      <a:prstGeom prst="rect">
                        <a:avLst/>
                      </a:prstGeom>
                      <a:noFill/>
                      <a:ln w="9525">
                        <a:noFill/>
                      </a:ln>
                    </p:spPr>
                  </p:pic>
                </p:oleObj>
              </mc:Fallback>
            </mc:AlternateContent>
          </a:graphicData>
        </a:graphic>
      </p:graphicFrame>
      <p:sp>
        <p:nvSpPr>
          <p:cNvPr id="29" name="Text Box 29"/>
          <p:cNvSpPr txBox="1">
            <a:spLocks noChangeArrowheads="1"/>
          </p:cNvSpPr>
          <p:nvPr/>
        </p:nvSpPr>
        <p:spPr bwMode="auto">
          <a:xfrm>
            <a:off x="5872480" y="926783"/>
            <a:ext cx="3962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ea typeface="黑体" panose="02010609060101010101" pitchFamily="49" charset="-122"/>
                <a:cs typeface="Times New Roman" panose="02020603050405020304" pitchFamily="18" charset="0"/>
              </a:rPr>
              <a:t>大于某一正数时有定义</a:t>
            </a:r>
            <a:r>
              <a:rPr kumimoji="1" lang="en-US" altLang="zh-CN" sz="2800">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 name="Text Box 30"/>
          <p:cNvSpPr txBox="1">
            <a:spLocks noChangeArrowheads="1"/>
          </p:cNvSpPr>
          <p:nvPr/>
        </p:nvSpPr>
        <p:spPr bwMode="auto">
          <a:xfrm>
            <a:off x="9639300" y="927735"/>
            <a:ext cx="609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ea typeface="黑体" panose="02010609060101010101" pitchFamily="49" charset="-122"/>
                <a:cs typeface="Times New Roman" panose="02020603050405020304" pitchFamily="18" charset="0"/>
              </a:rPr>
              <a:t>若</a:t>
            </a:r>
            <a:endParaRPr kumimoji="1" lang="zh-CN" altLang="en-US" sz="280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1" name="Object 31"/>
          <p:cNvGraphicFramePr>
            <a:graphicFrameLocks noChangeAspect="1"/>
          </p:cNvGraphicFramePr>
          <p:nvPr/>
        </p:nvGraphicFramePr>
        <p:xfrm>
          <a:off x="3092435" y="1574954"/>
          <a:ext cx="1174522" cy="456319"/>
        </p:xfrm>
        <a:graphic>
          <a:graphicData uri="http://schemas.openxmlformats.org/presentationml/2006/ole">
            <mc:AlternateContent xmlns:mc="http://schemas.openxmlformats.org/markup-compatibility/2006">
              <mc:Choice xmlns:v="urn:schemas-microsoft-com:vml" Requires="v">
                <p:oleObj spid="_x0000_s18058" name="Equation" r:id="rId21" imgW="13106400" imgH="4876800" progId="Equation.DSMT4">
                  <p:embed/>
                </p:oleObj>
              </mc:Choice>
              <mc:Fallback>
                <p:oleObj name="Equation" r:id="rId21" imgW="13106400" imgH="4876800" progId="Equation.DSMT4">
                  <p:embed/>
                  <p:pic>
                    <p:nvPicPr>
                      <p:cNvPr id="0" name="图片 18057"/>
                      <p:cNvPicPr>
                        <a:picLocks noChangeAspect="1"/>
                      </p:cNvPicPr>
                      <p:nvPr/>
                    </p:nvPicPr>
                    <p:blipFill>
                      <a:blip r:embed="rId22"/>
                      <a:stretch>
                        <a:fillRect/>
                      </a:stretch>
                    </p:blipFill>
                    <p:spPr>
                      <a:xfrm>
                        <a:off x="3092435" y="1574954"/>
                        <a:ext cx="1174522" cy="456319"/>
                      </a:xfrm>
                      <a:prstGeom prst="rect">
                        <a:avLst/>
                      </a:prstGeom>
                      <a:noFill/>
                      <a:ln w="9525">
                        <a:noFill/>
                      </a:ln>
                    </p:spPr>
                  </p:pic>
                </p:oleObj>
              </mc:Fallback>
            </mc:AlternateContent>
          </a:graphicData>
        </a:graphic>
      </p:graphicFrame>
      <p:graphicFrame>
        <p:nvGraphicFramePr>
          <p:cNvPr id="32" name="Object 32"/>
          <p:cNvGraphicFramePr>
            <a:graphicFrameLocks noChangeAspect="1"/>
          </p:cNvGraphicFramePr>
          <p:nvPr/>
        </p:nvGraphicFramePr>
        <p:xfrm>
          <a:off x="4395788" y="1542415"/>
          <a:ext cx="4340225" cy="488950"/>
        </p:xfrm>
        <a:graphic>
          <a:graphicData uri="http://schemas.openxmlformats.org/presentationml/2006/ole">
            <mc:AlternateContent xmlns:mc="http://schemas.openxmlformats.org/markup-compatibility/2006">
              <mc:Choice xmlns:v="urn:schemas-microsoft-com:vml" Requires="v">
                <p:oleObj spid="_x0000_s18059" name="Equation" r:id="rId23" imgW="103936800" imgH="11582400" progId="Equation.DSMT4">
                  <p:embed/>
                </p:oleObj>
              </mc:Choice>
              <mc:Fallback>
                <p:oleObj name="Equation" r:id="rId23" imgW="103936800" imgH="11582400" progId="Equation.DSMT4">
                  <p:embed/>
                  <p:pic>
                    <p:nvPicPr>
                      <p:cNvPr id="0" name="图片 18058"/>
                      <p:cNvPicPr>
                        <a:picLocks noChangeAspect="1"/>
                      </p:cNvPicPr>
                      <p:nvPr/>
                    </p:nvPicPr>
                    <p:blipFill>
                      <a:blip r:embed="rId24">
                        <a:biLevel thresh="50000"/>
                        <a:grayscl/>
                      </a:blip>
                      <a:stretch>
                        <a:fillRect/>
                      </a:stretch>
                    </p:blipFill>
                    <p:spPr>
                      <a:xfrm>
                        <a:off x="4395788" y="1542415"/>
                        <a:ext cx="4340225" cy="488950"/>
                      </a:xfrm>
                      <a:prstGeom prst="rect">
                        <a:avLst/>
                      </a:prstGeom>
                      <a:noFill/>
                      <a:ln w="9525">
                        <a:noFill/>
                      </a:ln>
                    </p:spPr>
                  </p:pic>
                </p:oleObj>
              </mc:Fallback>
            </mc:AlternateContent>
          </a:graphicData>
        </a:graphic>
      </p:graphicFrame>
      <p:sp>
        <p:nvSpPr>
          <p:cNvPr id="33" name="Text Box 33"/>
          <p:cNvSpPr txBox="1">
            <a:spLocks noChangeArrowheads="1"/>
          </p:cNvSpPr>
          <p:nvPr/>
        </p:nvSpPr>
        <p:spPr bwMode="auto">
          <a:xfrm>
            <a:off x="8839200" y="1516698"/>
            <a:ext cx="1676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ea typeface="黑体" panose="02010609060101010101" pitchFamily="49" charset="-122"/>
                <a:cs typeface="Times New Roman" panose="02020603050405020304" pitchFamily="18" charset="0"/>
              </a:rPr>
              <a:t>则称常数</a:t>
            </a:r>
            <a:endParaRPr kumimoji="1" lang="zh-CN" altLang="en-US" sz="28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4" name="Text Box 34"/>
          <p:cNvSpPr txBox="1">
            <a:spLocks noChangeArrowheads="1"/>
          </p:cNvSpPr>
          <p:nvPr/>
        </p:nvSpPr>
        <p:spPr bwMode="auto">
          <a:xfrm>
            <a:off x="5181600" y="2079625"/>
            <a:ext cx="1828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ea typeface="黑体" panose="02010609060101010101" pitchFamily="49" charset="-122"/>
                <a:cs typeface="Times New Roman" panose="02020603050405020304" pitchFamily="18" charset="0"/>
              </a:rPr>
              <a:t>时的极限</a:t>
            </a:r>
            <a:r>
              <a:rPr kumimoji="1" lang="en-US" altLang="zh-CN" sz="2800">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5" name="Object 35"/>
          <p:cNvGraphicFramePr>
            <a:graphicFrameLocks noChangeAspect="1"/>
          </p:cNvGraphicFramePr>
          <p:nvPr/>
        </p:nvGraphicFramePr>
        <p:xfrm>
          <a:off x="3350563" y="2744814"/>
          <a:ext cx="1769718" cy="611069"/>
        </p:xfrm>
        <a:graphic>
          <a:graphicData uri="http://schemas.openxmlformats.org/presentationml/2006/ole">
            <mc:AlternateContent xmlns:mc="http://schemas.openxmlformats.org/markup-compatibility/2006">
              <mc:Choice xmlns:v="urn:schemas-microsoft-com:vml" Requires="v">
                <p:oleObj spid="_x0000_s18060" name="Equation" r:id="rId25" imgW="19812000" imgH="6705600" progId="Equation.DSMT4">
                  <p:embed/>
                </p:oleObj>
              </mc:Choice>
              <mc:Fallback>
                <p:oleObj name="Equation" r:id="rId25" imgW="19812000" imgH="6705600" progId="Equation.DSMT4">
                  <p:embed/>
                  <p:pic>
                    <p:nvPicPr>
                      <p:cNvPr id="0" name="图片 18059"/>
                      <p:cNvPicPr>
                        <a:picLocks noChangeAspect="1"/>
                      </p:cNvPicPr>
                      <p:nvPr/>
                    </p:nvPicPr>
                    <p:blipFill>
                      <a:blip r:embed="rId26"/>
                      <a:stretch>
                        <a:fillRect/>
                      </a:stretch>
                    </p:blipFill>
                    <p:spPr>
                      <a:xfrm>
                        <a:off x="3350563" y="2744814"/>
                        <a:ext cx="1769718" cy="611069"/>
                      </a:xfrm>
                      <a:prstGeom prst="rect">
                        <a:avLst/>
                      </a:prstGeom>
                      <a:noFill/>
                      <a:ln w="9525">
                        <a:noFill/>
                      </a:ln>
                    </p:spPr>
                  </p:pic>
                </p:oleObj>
              </mc:Fallback>
            </mc:AlternateContent>
          </a:graphicData>
        </a:graphic>
      </p:graphicFrame>
      <p:graphicFrame>
        <p:nvGraphicFramePr>
          <p:cNvPr id="36" name="Object 36"/>
          <p:cNvGraphicFramePr>
            <a:graphicFrameLocks noChangeAspect="1"/>
          </p:cNvGraphicFramePr>
          <p:nvPr/>
        </p:nvGraphicFramePr>
        <p:xfrm>
          <a:off x="5435918" y="2752090"/>
          <a:ext cx="3529012" cy="438150"/>
        </p:xfrm>
        <a:graphic>
          <a:graphicData uri="http://schemas.openxmlformats.org/presentationml/2006/ole">
            <mc:AlternateContent xmlns:mc="http://schemas.openxmlformats.org/markup-compatibility/2006">
              <mc:Choice xmlns:v="urn:schemas-microsoft-com:vml" Requires="v">
                <p:oleObj spid="_x0000_s18061" name="Equation" r:id="rId27" imgW="84429600" imgH="10363200" progId="Equation.DSMT4">
                  <p:embed/>
                </p:oleObj>
              </mc:Choice>
              <mc:Fallback>
                <p:oleObj name="Equation" r:id="rId27" imgW="84429600" imgH="10363200" progId="Equation.DSMT4">
                  <p:embed/>
                  <p:pic>
                    <p:nvPicPr>
                      <p:cNvPr id="0" name="图片 18060"/>
                      <p:cNvPicPr>
                        <a:picLocks noChangeAspect="1"/>
                      </p:cNvPicPr>
                      <p:nvPr/>
                    </p:nvPicPr>
                    <p:blipFill>
                      <a:blip r:embed="rId28">
                        <a:biLevel thresh="50000"/>
                        <a:grayscl/>
                      </a:blip>
                      <a:stretch>
                        <a:fillRect/>
                      </a:stretch>
                    </p:blipFill>
                    <p:spPr>
                      <a:xfrm>
                        <a:off x="5435918" y="2752090"/>
                        <a:ext cx="3529012" cy="438150"/>
                      </a:xfrm>
                      <a:prstGeom prst="rect">
                        <a:avLst/>
                      </a:prstGeom>
                      <a:noFill/>
                      <a:ln w="9525">
                        <a:noFill/>
                      </a:ln>
                    </p:spPr>
                  </p:pic>
                </p:oleObj>
              </mc:Fallback>
            </mc:AlternateContent>
          </a:graphicData>
        </a:graphic>
      </p:graphicFrame>
      <p:sp>
        <p:nvSpPr>
          <p:cNvPr id="37" name="Text Box 37"/>
          <p:cNvSpPr txBox="1">
            <a:spLocks noChangeArrowheads="1"/>
          </p:cNvSpPr>
          <p:nvPr/>
        </p:nvSpPr>
        <p:spPr bwMode="auto">
          <a:xfrm>
            <a:off x="1571625" y="3913767"/>
            <a:ext cx="4038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几何解释</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水平渐近线</a:t>
            </a:r>
            <a:endPar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8" name="Rectangle 38"/>
          <p:cNvSpPr>
            <a:spLocks noChangeArrowheads="1"/>
          </p:cNvSpPr>
          <p:nvPr/>
        </p:nvSpPr>
        <p:spPr bwMode="auto">
          <a:xfrm>
            <a:off x="7162800" y="3313113"/>
            <a:ext cx="3200400" cy="457200"/>
          </a:xfrm>
          <a:prstGeom prst="rect">
            <a:avLst/>
          </a:prstGeom>
          <a:noFill/>
          <a:ln w="9525">
            <a:solidFill>
              <a:schemeClr val="accent2"/>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9" name="Object 39"/>
          <p:cNvGraphicFramePr>
            <a:graphicFrameLocks noChangeAspect="1"/>
          </p:cNvGraphicFramePr>
          <p:nvPr/>
        </p:nvGraphicFramePr>
        <p:xfrm>
          <a:off x="7316788" y="3355975"/>
          <a:ext cx="2932112" cy="396875"/>
        </p:xfrm>
        <a:graphic>
          <a:graphicData uri="http://schemas.openxmlformats.org/presentationml/2006/ole">
            <mc:AlternateContent xmlns:mc="http://schemas.openxmlformats.org/markup-compatibility/2006">
              <mc:Choice xmlns:v="urn:schemas-microsoft-com:vml" Requires="v">
                <p:oleObj spid="_x0000_s18062" name="Equation" r:id="rId29" imgW="70408800" imgH="9448800" progId="Equation.DSMT4">
                  <p:embed/>
                </p:oleObj>
              </mc:Choice>
              <mc:Fallback>
                <p:oleObj name="Equation" r:id="rId29" imgW="70408800" imgH="9448800" progId="Equation.DSMT4">
                  <p:embed/>
                  <p:pic>
                    <p:nvPicPr>
                      <p:cNvPr id="0" name="图片 18061"/>
                      <p:cNvPicPr>
                        <a:picLocks noChangeAspect="1"/>
                      </p:cNvPicPr>
                      <p:nvPr/>
                    </p:nvPicPr>
                    <p:blipFill>
                      <a:blip r:embed="rId30"/>
                      <a:stretch>
                        <a:fillRect/>
                      </a:stretch>
                    </p:blipFill>
                    <p:spPr>
                      <a:xfrm>
                        <a:off x="7316788" y="3355975"/>
                        <a:ext cx="2932112" cy="396875"/>
                      </a:xfrm>
                      <a:prstGeom prst="rect">
                        <a:avLst/>
                      </a:prstGeom>
                      <a:noFill/>
                      <a:ln w="9525">
                        <a:noFill/>
                      </a:ln>
                    </p:spPr>
                  </p:pic>
                </p:oleObj>
              </mc:Fallback>
            </mc:AlternateContent>
          </a:graphicData>
        </a:graphic>
      </p:graphicFrame>
      <p:grpSp>
        <p:nvGrpSpPr>
          <p:cNvPr id="40" name="Group 40"/>
          <p:cNvGrpSpPr/>
          <p:nvPr/>
        </p:nvGrpSpPr>
        <p:grpSpPr bwMode="auto">
          <a:xfrm>
            <a:off x="6680200" y="1981200"/>
            <a:ext cx="2159000" cy="1295400"/>
            <a:chOff x="3744" y="1248"/>
            <a:chExt cx="1360" cy="816"/>
          </a:xfrm>
        </p:grpSpPr>
        <p:sp>
          <p:nvSpPr>
            <p:cNvPr id="41" name="Line 41"/>
            <p:cNvSpPr>
              <a:spLocks noChangeShapeType="1"/>
            </p:cNvSpPr>
            <p:nvPr/>
          </p:nvSpPr>
          <p:spPr bwMode="auto">
            <a:xfrm>
              <a:off x="3744" y="1248"/>
              <a:ext cx="1360" cy="0"/>
            </a:xfrm>
            <a:prstGeom prst="line">
              <a:avLst/>
            </a:prstGeom>
            <a:noFill/>
            <a:ln w="127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2" name="Line 42"/>
            <p:cNvSpPr>
              <a:spLocks noChangeShapeType="1"/>
            </p:cNvSpPr>
            <p:nvPr/>
          </p:nvSpPr>
          <p:spPr bwMode="auto">
            <a:xfrm>
              <a:off x="4560" y="1248"/>
              <a:ext cx="0" cy="816"/>
            </a:xfrm>
            <a:prstGeom prst="line">
              <a:avLst/>
            </a:prstGeom>
            <a:noFill/>
            <a:ln w="127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pSp>
      <p:grpSp>
        <p:nvGrpSpPr>
          <p:cNvPr id="43" name="Group 43"/>
          <p:cNvGrpSpPr/>
          <p:nvPr/>
        </p:nvGrpSpPr>
        <p:grpSpPr bwMode="auto">
          <a:xfrm>
            <a:off x="4648200" y="1981200"/>
            <a:ext cx="1223963" cy="1295400"/>
            <a:chOff x="1984" y="1200"/>
            <a:chExt cx="771" cy="864"/>
          </a:xfrm>
        </p:grpSpPr>
        <p:sp>
          <p:nvSpPr>
            <p:cNvPr id="44" name="Line 44"/>
            <p:cNvSpPr>
              <a:spLocks noChangeShapeType="1"/>
            </p:cNvSpPr>
            <p:nvPr/>
          </p:nvSpPr>
          <p:spPr bwMode="auto">
            <a:xfrm>
              <a:off x="1984" y="1200"/>
              <a:ext cx="771" cy="0"/>
            </a:xfrm>
            <a:prstGeom prst="line">
              <a:avLst/>
            </a:prstGeom>
            <a:noFill/>
            <a:ln w="12700">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5" name="Line 45"/>
            <p:cNvSpPr>
              <a:spLocks noChangeShapeType="1"/>
            </p:cNvSpPr>
            <p:nvPr/>
          </p:nvSpPr>
          <p:spPr bwMode="auto">
            <a:xfrm>
              <a:off x="2304" y="1200"/>
              <a:ext cx="0" cy="864"/>
            </a:xfrm>
            <a:prstGeom prst="line">
              <a:avLst/>
            </a:prstGeom>
            <a:noFill/>
            <a:ln w="12700">
              <a:solidFill>
                <a:schemeClr val="accent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46" name="Rectangle 46"/>
          <p:cNvSpPr>
            <a:spLocks noChangeArrowheads="1"/>
          </p:cNvSpPr>
          <p:nvPr/>
        </p:nvSpPr>
        <p:spPr bwMode="auto">
          <a:xfrm>
            <a:off x="3987800" y="3314700"/>
            <a:ext cx="2667000" cy="468313"/>
          </a:xfrm>
          <a:prstGeom prst="rect">
            <a:avLst/>
          </a:prstGeom>
          <a:noFill/>
          <a:ln w="9525">
            <a:solidFill>
              <a:schemeClr val="accent2"/>
            </a:solidFill>
            <a:miter lim="800000"/>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7" name="Object 47"/>
          <p:cNvGraphicFramePr>
            <a:graphicFrameLocks noChangeAspect="1"/>
          </p:cNvGraphicFramePr>
          <p:nvPr/>
        </p:nvGraphicFramePr>
        <p:xfrm>
          <a:off x="4200525" y="3355975"/>
          <a:ext cx="2293938" cy="436563"/>
        </p:xfrm>
        <a:graphic>
          <a:graphicData uri="http://schemas.openxmlformats.org/presentationml/2006/ole">
            <mc:AlternateContent xmlns:mc="http://schemas.openxmlformats.org/markup-compatibility/2006">
              <mc:Choice xmlns:v="urn:schemas-microsoft-com:vml" Requires="v">
                <p:oleObj spid="_x0000_s18063" name="Equation" r:id="rId31" imgW="55168800" imgH="10363200" progId="Equation.DSMT4">
                  <p:embed/>
                </p:oleObj>
              </mc:Choice>
              <mc:Fallback>
                <p:oleObj name="Equation" r:id="rId31" imgW="55168800" imgH="10363200" progId="Equation.DSMT4">
                  <p:embed/>
                  <p:pic>
                    <p:nvPicPr>
                      <p:cNvPr id="0" name="图片 18062"/>
                      <p:cNvPicPr>
                        <a:picLocks noChangeAspect="1"/>
                      </p:cNvPicPr>
                      <p:nvPr/>
                    </p:nvPicPr>
                    <p:blipFill>
                      <a:blip r:embed="rId32"/>
                      <a:stretch>
                        <a:fillRect/>
                      </a:stretch>
                    </p:blipFill>
                    <p:spPr>
                      <a:xfrm>
                        <a:off x="4200525" y="3355975"/>
                        <a:ext cx="2293938" cy="436563"/>
                      </a:xfrm>
                      <a:prstGeom prst="rect">
                        <a:avLst/>
                      </a:prstGeom>
                      <a:noFill/>
                      <a:ln w="9525">
                        <a:noFill/>
                      </a:ln>
                    </p:spPr>
                  </p:pic>
                </p:oleObj>
              </mc:Fallback>
            </mc:AlternateContent>
          </a:graphicData>
        </a:graphic>
      </p:graphicFrame>
      <p:sp>
        <p:nvSpPr>
          <p:cNvPr id="48" name="Text Box 48"/>
          <p:cNvSpPr txBox="1">
            <a:spLocks noChangeArrowheads="1"/>
          </p:cNvSpPr>
          <p:nvPr/>
        </p:nvSpPr>
        <p:spPr bwMode="auto">
          <a:xfrm>
            <a:off x="6781800" y="2057400"/>
            <a:ext cx="914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a:latin typeface="Times New Roman" panose="02020603050405020304" pitchFamily="18" charset="0"/>
                <a:ea typeface="黑体" panose="02010609060101010101" pitchFamily="49" charset="-122"/>
                <a:cs typeface="Times New Roman" panose="02020603050405020304" pitchFamily="18" charset="0"/>
              </a:rPr>
              <a:t>记作</a:t>
            </a:r>
            <a:endParaRPr kumimoji="1" lang="zh-CN" altLang="en-US" sz="280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9" name="Object 49"/>
          <p:cNvGraphicFramePr>
            <a:graphicFrameLocks noChangeAspect="1"/>
          </p:cNvGraphicFramePr>
          <p:nvPr/>
        </p:nvGraphicFramePr>
        <p:xfrm>
          <a:off x="1833880" y="1574800"/>
          <a:ext cx="1128713" cy="406400"/>
        </p:xfrm>
        <a:graphic>
          <a:graphicData uri="http://schemas.openxmlformats.org/presentationml/2006/ole">
            <mc:AlternateContent xmlns:mc="http://schemas.openxmlformats.org/markup-compatibility/2006">
              <mc:Choice xmlns:v="urn:schemas-microsoft-com:vml" Requires="v">
                <p:oleObj spid="_x0000_s18064" name="Equation" r:id="rId33" imgW="26822400" imgH="9448800" progId="Equation.DSMT4">
                  <p:embed/>
                </p:oleObj>
              </mc:Choice>
              <mc:Fallback>
                <p:oleObj name="Equation" r:id="rId33" imgW="26822400" imgH="9448800" progId="Equation.DSMT4">
                  <p:embed/>
                  <p:pic>
                    <p:nvPicPr>
                      <p:cNvPr id="0" name="图片 18063"/>
                      <p:cNvPicPr>
                        <a:picLocks noChangeAspect="1"/>
                      </p:cNvPicPr>
                      <p:nvPr/>
                    </p:nvPicPr>
                    <p:blipFill>
                      <a:blip r:embed="rId34"/>
                      <a:stretch>
                        <a:fillRect/>
                      </a:stretch>
                    </p:blipFill>
                    <p:spPr>
                      <a:xfrm>
                        <a:off x="1833880" y="1574800"/>
                        <a:ext cx="1128713" cy="406400"/>
                      </a:xfrm>
                      <a:prstGeom prst="rect">
                        <a:avLst/>
                      </a:prstGeom>
                      <a:noFill/>
                      <a:ln w="9525">
                        <a:noFill/>
                      </a:ln>
                    </p:spPr>
                  </p:pic>
                </p:oleObj>
              </mc:Fallback>
            </mc:AlternateContent>
          </a:graphicData>
        </a:graphic>
      </p:graphicFrame>
      <p:graphicFrame>
        <p:nvGraphicFramePr>
          <p:cNvPr id="50" name="Object 50"/>
          <p:cNvGraphicFramePr>
            <a:graphicFrameLocks noChangeAspect="1"/>
          </p:cNvGraphicFramePr>
          <p:nvPr/>
        </p:nvGraphicFramePr>
        <p:xfrm>
          <a:off x="3225800" y="2127250"/>
          <a:ext cx="2019300" cy="444500"/>
        </p:xfrm>
        <a:graphic>
          <a:graphicData uri="http://schemas.openxmlformats.org/presentationml/2006/ole">
            <mc:AlternateContent xmlns:mc="http://schemas.openxmlformats.org/markup-compatibility/2006">
              <mc:Choice xmlns:v="urn:schemas-microsoft-com:vml" Requires="v">
                <p:oleObj spid="_x0000_s18065" name="Equation" r:id="rId35" imgW="48158400" imgH="10363200" progId="Equation.DSMT4">
                  <p:embed/>
                </p:oleObj>
              </mc:Choice>
              <mc:Fallback>
                <p:oleObj name="Equation" r:id="rId35" imgW="48158400" imgH="10363200" progId="Equation.DSMT4">
                  <p:embed/>
                  <p:pic>
                    <p:nvPicPr>
                      <p:cNvPr id="0" name="图片 18064"/>
                      <p:cNvPicPr>
                        <a:picLocks noChangeAspect="1"/>
                      </p:cNvPicPr>
                      <p:nvPr/>
                    </p:nvPicPr>
                    <p:blipFill>
                      <a:blip r:embed="rId36">
                        <a:biLevel thresh="50000"/>
                        <a:grayscl/>
                      </a:blip>
                      <a:stretch>
                        <a:fillRect/>
                      </a:stretch>
                    </p:blipFill>
                    <p:spPr>
                      <a:xfrm>
                        <a:off x="3225800" y="2127250"/>
                        <a:ext cx="2019300" cy="444500"/>
                      </a:xfrm>
                      <a:prstGeom prst="rect">
                        <a:avLst/>
                      </a:prstGeom>
                      <a:noFill/>
                      <a:ln w="9525">
                        <a:noFill/>
                      </a:ln>
                    </p:spPr>
                  </p:pic>
                </p:oleObj>
              </mc:Fallback>
            </mc:AlternateContent>
          </a:graphicData>
        </a:graphic>
      </p:graphicFrame>
      <p:sp>
        <p:nvSpPr>
          <p:cNvPr id="51" name="Text Box 51"/>
          <p:cNvSpPr txBox="1">
            <a:spLocks noChangeArrowheads="1"/>
          </p:cNvSpPr>
          <p:nvPr/>
        </p:nvSpPr>
        <p:spPr bwMode="auto">
          <a:xfrm>
            <a:off x="1752600" y="2057400"/>
            <a:ext cx="1600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i="1">
                <a:latin typeface="Times New Roman" panose="02020603050405020304" pitchFamily="18" charset="0"/>
                <a:ea typeface="黑体" panose="02010609060101010101" pitchFamily="49" charset="-122"/>
                <a:cs typeface="Times New Roman" panose="02020603050405020304" pitchFamily="18" charset="0"/>
              </a:rPr>
              <a:t>A</a:t>
            </a:r>
            <a:r>
              <a:rPr kumimoji="1" lang="en-US" altLang="zh-CN" sz="2800">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a:latin typeface="Times New Roman" panose="02020603050405020304" pitchFamily="18" charset="0"/>
                <a:ea typeface="黑体" panose="02010609060101010101" pitchFamily="49" charset="-122"/>
                <a:cs typeface="Times New Roman" panose="02020603050405020304" pitchFamily="18" charset="0"/>
              </a:rPr>
              <a:t>为函数</a:t>
            </a:r>
            <a:endParaRPr kumimoji="1" lang="zh-CN" altLang="en-US" sz="280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2" name="Rectangle 21"/>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3" name="TextBox 3"/>
          <p:cNvSpPr txBox="1">
            <a:spLocks noChangeArrowheads="1"/>
          </p:cNvSpPr>
          <p:nvPr/>
        </p:nvSpPr>
        <p:spPr bwMode="auto">
          <a:xfrm>
            <a:off x="4267200" y="5855970"/>
            <a:ext cx="21082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当且仅当</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4" name="对象 53"/>
          <p:cNvGraphicFramePr>
            <a:graphicFrameLocks noChangeAspect="1"/>
          </p:cNvGraphicFramePr>
          <p:nvPr/>
        </p:nvGraphicFramePr>
        <p:xfrm>
          <a:off x="5824220" y="5883275"/>
          <a:ext cx="1973263" cy="563563"/>
        </p:xfrm>
        <a:graphic>
          <a:graphicData uri="http://schemas.openxmlformats.org/presentationml/2006/ole">
            <mc:AlternateContent xmlns:mc="http://schemas.openxmlformats.org/markup-compatibility/2006">
              <mc:Choice xmlns:v="urn:schemas-microsoft-com:vml" Requires="v">
                <p:oleObj spid="_x0000_s18066" name="Equation" r:id="rId37" imgW="46939200" imgH="13106400" progId="Equation.DSMT4">
                  <p:embed/>
                </p:oleObj>
              </mc:Choice>
              <mc:Fallback>
                <p:oleObj name="Equation" r:id="rId37" imgW="46939200" imgH="13106400" progId="Equation.DSMT4">
                  <p:embed/>
                  <p:pic>
                    <p:nvPicPr>
                      <p:cNvPr id="0" name="图片 18065"/>
                      <p:cNvPicPr>
                        <a:picLocks noChangeAspect="1"/>
                      </p:cNvPicPr>
                      <p:nvPr/>
                    </p:nvPicPr>
                    <p:blipFill>
                      <a:blip r:embed="rId38"/>
                      <a:stretch>
                        <a:fillRect/>
                      </a:stretch>
                    </p:blipFill>
                    <p:spPr>
                      <a:xfrm>
                        <a:off x="5824220" y="5883275"/>
                        <a:ext cx="1973263" cy="563563"/>
                      </a:xfrm>
                      <a:prstGeom prst="rect">
                        <a:avLst/>
                      </a:prstGeom>
                      <a:noFill/>
                      <a:ln w="9525">
                        <a:noFill/>
                      </a:ln>
                    </p:spPr>
                  </p:pic>
                </p:oleObj>
              </mc:Fallback>
            </mc:AlternateContent>
          </a:graphicData>
        </a:graphic>
      </p:graphicFrame>
      <p:sp>
        <p:nvSpPr>
          <p:cNvPr id="55" name="TextBox 56"/>
          <p:cNvSpPr txBox="1">
            <a:spLocks noChangeArrowheads="1"/>
          </p:cNvSpPr>
          <p:nvPr/>
        </p:nvSpPr>
        <p:spPr bwMode="auto">
          <a:xfrm>
            <a:off x="7797800" y="5834380"/>
            <a:ext cx="67468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dirty="0">
                <a:latin typeface="Times New Roman" panose="02020603050405020304" pitchFamily="18" charset="0"/>
                <a:ea typeface="黑体" panose="02010609060101010101" pitchFamily="49" charset="-122"/>
                <a:cs typeface="Times New Roman" panose="02020603050405020304" pitchFamily="18" charset="0"/>
              </a:rPr>
              <a:t>且</a:t>
            </a:r>
            <a:endParaRPr lang="zh-CN" altLang="en-US" sz="2800"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6" name="对象 55"/>
          <p:cNvGraphicFramePr>
            <a:graphicFrameLocks noChangeAspect="1"/>
          </p:cNvGraphicFramePr>
          <p:nvPr/>
        </p:nvGraphicFramePr>
        <p:xfrm>
          <a:off x="8389620" y="5834380"/>
          <a:ext cx="1973263" cy="565150"/>
        </p:xfrm>
        <a:graphic>
          <a:graphicData uri="http://schemas.openxmlformats.org/presentationml/2006/ole">
            <mc:AlternateContent xmlns:mc="http://schemas.openxmlformats.org/markup-compatibility/2006">
              <mc:Choice xmlns:v="urn:schemas-microsoft-com:vml" Requires="v">
                <p:oleObj spid="_x0000_s18067" name="Equation" r:id="rId39" imgW="46939200" imgH="13106400" progId="Equation.DSMT4">
                  <p:embed/>
                </p:oleObj>
              </mc:Choice>
              <mc:Fallback>
                <p:oleObj name="Equation" r:id="rId39" imgW="46939200" imgH="13106400" progId="Equation.DSMT4">
                  <p:embed/>
                  <p:pic>
                    <p:nvPicPr>
                      <p:cNvPr id="0" name="图片 18066"/>
                      <p:cNvPicPr>
                        <a:picLocks noChangeAspect="1"/>
                      </p:cNvPicPr>
                      <p:nvPr/>
                    </p:nvPicPr>
                    <p:blipFill>
                      <a:blip r:embed="rId40">
                        <a:biLevel thresh="50000"/>
                        <a:grayscl/>
                      </a:blip>
                      <a:stretch>
                        <a:fillRect/>
                      </a:stretch>
                    </p:blipFill>
                    <p:spPr>
                      <a:xfrm>
                        <a:off x="8389620" y="5834380"/>
                        <a:ext cx="1973263" cy="565150"/>
                      </a:xfrm>
                      <a:prstGeom prst="rect">
                        <a:avLst/>
                      </a:prstGeom>
                      <a:noFill/>
                      <a:ln w="9525">
                        <a:noFill/>
                      </a:ln>
                    </p:spPr>
                  </p:pic>
                </p:oleObj>
              </mc:Fallback>
            </mc:AlternateContent>
          </a:graphicData>
        </a:graphic>
      </p:graphicFrame>
      <p:sp>
        <p:nvSpPr>
          <p:cNvPr id="57" name="Text Box 25"/>
          <p:cNvSpPr txBox="1">
            <a:spLocks noChangeArrowheads="1"/>
          </p:cNvSpPr>
          <p:nvPr/>
        </p:nvSpPr>
        <p:spPr bwMode="auto">
          <a:xfrm>
            <a:off x="1571571" y="5361305"/>
            <a:ext cx="1981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命题</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1.2.</a:t>
            </a: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2</a:t>
            </a:r>
            <a:endPar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8" name="对象 57"/>
          <p:cNvGraphicFramePr>
            <a:graphicFrameLocks noChangeAspect="1"/>
          </p:cNvGraphicFramePr>
          <p:nvPr/>
        </p:nvGraphicFramePr>
        <p:xfrm>
          <a:off x="3225721" y="270555"/>
          <a:ext cx="1781621" cy="626941"/>
        </p:xfrm>
        <a:graphic>
          <a:graphicData uri="http://schemas.openxmlformats.org/presentationml/2006/ole">
            <mc:AlternateContent xmlns:mc="http://schemas.openxmlformats.org/markup-compatibility/2006">
              <mc:Choice xmlns:v="urn:schemas-microsoft-com:vml" Requires="v">
                <p:oleObj spid="_x0000_s18068" name="Equation" r:id="rId41" imgW="19812000" imgH="6705600" progId="Equation.DSMT4">
                  <p:embed/>
                </p:oleObj>
              </mc:Choice>
              <mc:Fallback>
                <p:oleObj name="Equation" r:id="rId41" imgW="19812000" imgH="6705600" progId="Equation.DSMT4">
                  <p:embed/>
                  <p:pic>
                    <p:nvPicPr>
                      <p:cNvPr id="0" name="图片 18067"/>
                      <p:cNvPicPr>
                        <a:picLocks noChangeAspect="1"/>
                      </p:cNvPicPr>
                      <p:nvPr/>
                    </p:nvPicPr>
                    <p:blipFill>
                      <a:blip r:embed="rId42"/>
                      <a:stretch>
                        <a:fillRect/>
                      </a:stretch>
                    </p:blipFill>
                    <p:spPr>
                      <a:xfrm>
                        <a:off x="3225721" y="270555"/>
                        <a:ext cx="1781621" cy="626941"/>
                      </a:xfrm>
                      <a:prstGeom prst="rect">
                        <a:avLst/>
                      </a:prstGeom>
                      <a:solidFill>
                        <a:schemeClr val="accent5">
                          <a:lumMod val="20000"/>
                          <a:lumOff val="80000"/>
                        </a:schemeClr>
                      </a:solidFill>
                      <a:ln w="9525">
                        <a:noFill/>
                      </a:ln>
                    </p:spPr>
                  </p:pic>
                </p:oleObj>
              </mc:Fallback>
            </mc:AlternateContent>
          </a:graphicData>
        </a:graphic>
      </p:graphicFrame>
      <p:graphicFrame>
        <p:nvGraphicFramePr>
          <p:cNvPr id="59" name="对象 58"/>
          <p:cNvGraphicFramePr>
            <a:graphicFrameLocks noChangeAspect="1"/>
          </p:cNvGraphicFramePr>
          <p:nvPr/>
        </p:nvGraphicFramePr>
        <p:xfrm>
          <a:off x="2485693" y="5856159"/>
          <a:ext cx="1781621" cy="622971"/>
        </p:xfrm>
        <a:graphic>
          <a:graphicData uri="http://schemas.openxmlformats.org/presentationml/2006/ole">
            <mc:AlternateContent xmlns:mc="http://schemas.openxmlformats.org/markup-compatibility/2006">
              <mc:Choice xmlns:v="urn:schemas-microsoft-com:vml" Requires="v">
                <p:oleObj spid="_x0000_s18069" name="Equation" r:id="rId43" imgW="19812000" imgH="6705600" progId="Equation.DSMT4">
                  <p:embed/>
                </p:oleObj>
              </mc:Choice>
              <mc:Fallback>
                <p:oleObj name="Equation" r:id="rId43" imgW="19812000" imgH="6705600" progId="Equation.DSMT4">
                  <p:embed/>
                  <p:pic>
                    <p:nvPicPr>
                      <p:cNvPr id="0" name="图片 18068"/>
                      <p:cNvPicPr>
                        <a:picLocks noChangeAspect="1"/>
                      </p:cNvPicPr>
                      <p:nvPr/>
                    </p:nvPicPr>
                    <p:blipFill>
                      <a:blip r:embed="rId44"/>
                      <a:stretch>
                        <a:fillRect/>
                      </a:stretch>
                    </p:blipFill>
                    <p:spPr>
                      <a:xfrm>
                        <a:off x="2485693" y="5856159"/>
                        <a:ext cx="1781621" cy="622971"/>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500"/>
                                        <p:tgtEl>
                                          <p:spTgt spid="2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9">
                                            <p:txEl>
                                              <p:pRg st="4294967295" end="4294967295"/>
                                            </p:txEl>
                                          </p:spTgt>
                                        </p:tgtEl>
                                        <p:attrNameLst>
                                          <p:attrName>style.visibility</p:attrName>
                                        </p:attrNameLst>
                                      </p:cBhvr>
                                      <p:to>
                                        <p:strVal val="visible"/>
                                      </p:to>
                                    </p:set>
                                    <p:animEffect transition="in" filter="wipe(left)">
                                      <p:cBhvr>
                                        <p:cTn id="15" dur="500"/>
                                        <p:tgtEl>
                                          <p:spTgt spid="29">
                                            <p:txEl>
                                              <p:pRg st="4294967295" end="4294967295"/>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9">
                                            <p:txEl>
                                              <p:pRg st="4294967295" end="4294967295"/>
                                            </p:txEl>
                                          </p:spTgt>
                                        </p:tgtEl>
                                        <p:attrNameLst>
                                          <p:attrName>style.visibility</p:attrName>
                                        </p:attrNameLst>
                                      </p:cBhvr>
                                      <p:to>
                                        <p:strVal val="visible"/>
                                      </p:to>
                                    </p:set>
                                    <p:animEffect transition="in" filter="wipe(left)">
                                      <p:cBhvr>
                                        <p:cTn id="19" dur="500"/>
                                        <p:tgtEl>
                                          <p:spTgt spid="29">
                                            <p:txEl>
                                              <p:pRg st="4294967295" end="4294967295"/>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9">
                                            <p:txEl>
                                              <p:pRg st="0" end="0"/>
                                            </p:txEl>
                                          </p:spTgt>
                                        </p:tgtEl>
                                        <p:attrNameLst>
                                          <p:attrName>style.visibility</p:attrName>
                                        </p:attrNameLst>
                                      </p:cBhvr>
                                      <p:to>
                                        <p:strVal val="visible"/>
                                      </p:to>
                                    </p:set>
                                    <p:animEffect transition="in" filter="wipe(left)">
                                      <p:cBhvr>
                                        <p:cTn id="23" dur="500"/>
                                        <p:tgtEl>
                                          <p:spTgt spid="29">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wipe(left)">
                                      <p:cBhvr>
                                        <p:cTn id="28" dur="500"/>
                                        <p:tgtEl>
                                          <p:spTgt spid="30"/>
                                        </p:tgtEl>
                                      </p:cBhvr>
                                    </p:animEffect>
                                  </p:childTnLst>
                                </p:cTn>
                              </p:par>
                            </p:childTnLst>
                          </p:cTn>
                        </p:par>
                        <p:par>
                          <p:cTn id="29" fill="hold">
                            <p:stCondLst>
                              <p:cond delay="500"/>
                            </p:stCondLst>
                            <p:childTnLst>
                              <p:par>
                                <p:cTn id="30" presetID="22" presetClass="entr" presetSubtype="8" fill="hold" nodeType="afterEffect">
                                  <p:stCondLst>
                                    <p:cond delay="0"/>
                                  </p:stCondLst>
                                  <p:childTnLst>
                                    <p:set>
                                      <p:cBhvr>
                                        <p:cTn id="31" dur="1" fill="hold">
                                          <p:stCondLst>
                                            <p:cond delay="0"/>
                                          </p:stCondLst>
                                        </p:cTn>
                                        <p:tgtEl>
                                          <p:spTgt spid="49"/>
                                        </p:tgtEl>
                                        <p:attrNameLst>
                                          <p:attrName>style.visibility</p:attrName>
                                        </p:attrNameLst>
                                      </p:cBhvr>
                                      <p:to>
                                        <p:strVal val="visible"/>
                                      </p:to>
                                    </p:set>
                                    <p:animEffect transition="in" filter="wipe(left)">
                                      <p:cBhvr>
                                        <p:cTn id="32" dur="500"/>
                                        <p:tgtEl>
                                          <p:spTgt spid="4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ipe(left)">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left)">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wipe(left)">
                                      <p:cBhvr>
                                        <p:cTn id="47" dur="500"/>
                                        <p:tgtEl>
                                          <p:spTgt spid="33"/>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wipe(left)">
                                      <p:cBhvr>
                                        <p:cTn id="51" dur="500"/>
                                        <p:tgtEl>
                                          <p:spTgt spid="51"/>
                                        </p:tgtEl>
                                      </p:cBhvr>
                                    </p:animEffect>
                                  </p:childTnLst>
                                </p:cTn>
                              </p:par>
                            </p:childTnLst>
                          </p:cTn>
                        </p:par>
                        <p:par>
                          <p:cTn id="52" fill="hold">
                            <p:stCondLst>
                              <p:cond delay="1000"/>
                            </p:stCondLst>
                            <p:childTnLst>
                              <p:par>
                                <p:cTn id="53" presetID="22" presetClass="entr" presetSubtype="8" fill="hold" nodeType="after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wipe(left)">
                                      <p:cBhvr>
                                        <p:cTn id="55" dur="500"/>
                                        <p:tgtEl>
                                          <p:spTgt spid="50"/>
                                        </p:tgtEl>
                                      </p:cBhvr>
                                    </p:animEffect>
                                  </p:childTnLst>
                                </p:cTn>
                              </p:par>
                            </p:childTnLst>
                          </p:cTn>
                        </p:par>
                        <p:par>
                          <p:cTn id="56" fill="hold">
                            <p:stCondLst>
                              <p:cond delay="1500"/>
                            </p:stCondLst>
                            <p:childTnLst>
                              <p:par>
                                <p:cTn id="57" presetID="22" presetClass="entr" presetSubtype="8"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wipe(left)">
                                      <p:cBhvr>
                                        <p:cTn id="59" dur="500"/>
                                        <p:tgtEl>
                                          <p:spTgt spid="34"/>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48"/>
                                        </p:tgtEl>
                                        <p:attrNameLst>
                                          <p:attrName>style.visibility</p:attrName>
                                        </p:attrNameLst>
                                      </p:cBhvr>
                                      <p:to>
                                        <p:strVal val="visible"/>
                                      </p:to>
                                    </p:set>
                                    <p:animEffect transition="in" filter="wipe(left)">
                                      <p:cBhvr>
                                        <p:cTn id="64" dur="500"/>
                                        <p:tgtEl>
                                          <p:spTgt spid="48"/>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wipe(left)">
                                      <p:cBhvr>
                                        <p:cTn id="68" dur="500"/>
                                        <p:tgtEl>
                                          <p:spTgt spid="35"/>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36"/>
                                        </p:tgtEl>
                                        <p:attrNameLst>
                                          <p:attrName>style.visibility</p:attrName>
                                        </p:attrNameLst>
                                      </p:cBhvr>
                                      <p:to>
                                        <p:strVal val="visible"/>
                                      </p:to>
                                    </p:set>
                                    <p:animEffect transition="in" filter="wipe(left)">
                                      <p:cBhvr>
                                        <p:cTn id="73" dur="500"/>
                                        <p:tgtEl>
                                          <p:spTgt spid="36"/>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wipe(left)">
                                      <p:cBhvr>
                                        <p:cTn id="78" dur="500"/>
                                        <p:tgtEl>
                                          <p:spTgt spid="37"/>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1" fill="hold" nodeType="click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wipe(up)">
                                      <p:cBhvr>
                                        <p:cTn id="83" dur="500"/>
                                        <p:tgtEl>
                                          <p:spTgt spid="43"/>
                                        </p:tgtEl>
                                      </p:cBhvr>
                                    </p:animEffect>
                                  </p:childTnLst>
                                </p:cTn>
                              </p:par>
                            </p:childTnLst>
                          </p:cTn>
                        </p:par>
                        <p:par>
                          <p:cTn id="84" fill="hold">
                            <p:stCondLst>
                              <p:cond delay="500"/>
                            </p:stCondLst>
                            <p:childTnLst>
                              <p:par>
                                <p:cTn id="85" presetID="22" presetClass="entr" presetSubtype="8" fill="hold" grpId="0" nodeType="after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wipe(left)">
                                      <p:cBhvr>
                                        <p:cTn id="87" dur="500"/>
                                        <p:tgtEl>
                                          <p:spTgt spid="46"/>
                                        </p:tgtEl>
                                      </p:cBhvr>
                                    </p:animEffect>
                                  </p:childTnLst>
                                </p:cTn>
                              </p:par>
                            </p:childTnLst>
                          </p:cTn>
                        </p:par>
                        <p:par>
                          <p:cTn id="88" fill="hold">
                            <p:stCondLst>
                              <p:cond delay="1000"/>
                            </p:stCondLst>
                            <p:childTnLst>
                              <p:par>
                                <p:cTn id="89" presetID="22" presetClass="entr" presetSubtype="8" fill="hold" nodeType="afterEffect">
                                  <p:stCondLst>
                                    <p:cond delay="0"/>
                                  </p:stCondLst>
                                  <p:childTnLst>
                                    <p:set>
                                      <p:cBhvr>
                                        <p:cTn id="90" dur="1" fill="hold">
                                          <p:stCondLst>
                                            <p:cond delay="0"/>
                                          </p:stCondLst>
                                        </p:cTn>
                                        <p:tgtEl>
                                          <p:spTgt spid="47"/>
                                        </p:tgtEl>
                                        <p:attrNameLst>
                                          <p:attrName>style.visibility</p:attrName>
                                        </p:attrNameLst>
                                      </p:cBhvr>
                                      <p:to>
                                        <p:strVal val="visible"/>
                                      </p:to>
                                    </p:set>
                                    <p:animEffect transition="in" filter="wipe(left)">
                                      <p:cBhvr>
                                        <p:cTn id="91" dur="500"/>
                                        <p:tgtEl>
                                          <p:spTgt spid="47"/>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1" fill="hold" nodeType="click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wipe(up)">
                                      <p:cBhvr>
                                        <p:cTn id="96" dur="500"/>
                                        <p:tgtEl>
                                          <p:spTgt spid="40"/>
                                        </p:tgtEl>
                                      </p:cBhvr>
                                    </p:animEffect>
                                  </p:childTnLst>
                                </p:cTn>
                              </p:par>
                            </p:childTnLst>
                          </p:cTn>
                        </p:par>
                        <p:par>
                          <p:cTn id="97" fill="hold">
                            <p:stCondLst>
                              <p:cond delay="500"/>
                            </p:stCondLst>
                            <p:childTnLst>
                              <p:par>
                                <p:cTn id="98" presetID="22" presetClass="entr" presetSubtype="8" fill="hold" grpId="0" nodeType="afterEffect">
                                  <p:stCondLst>
                                    <p:cond delay="0"/>
                                  </p:stCondLst>
                                  <p:childTnLst>
                                    <p:set>
                                      <p:cBhvr>
                                        <p:cTn id="99" dur="1" fill="hold">
                                          <p:stCondLst>
                                            <p:cond delay="0"/>
                                          </p:stCondLst>
                                        </p:cTn>
                                        <p:tgtEl>
                                          <p:spTgt spid="38"/>
                                        </p:tgtEl>
                                        <p:attrNameLst>
                                          <p:attrName>style.visibility</p:attrName>
                                        </p:attrNameLst>
                                      </p:cBhvr>
                                      <p:to>
                                        <p:strVal val="visible"/>
                                      </p:to>
                                    </p:set>
                                    <p:animEffect transition="in" filter="wipe(left)">
                                      <p:cBhvr>
                                        <p:cTn id="100" dur="500"/>
                                        <p:tgtEl>
                                          <p:spTgt spid="38"/>
                                        </p:tgtEl>
                                      </p:cBhvr>
                                    </p:animEffect>
                                  </p:childTnLst>
                                </p:cTn>
                              </p:par>
                            </p:childTnLst>
                          </p:cTn>
                        </p:par>
                        <p:par>
                          <p:cTn id="101" fill="hold">
                            <p:stCondLst>
                              <p:cond delay="1000"/>
                            </p:stCondLst>
                            <p:childTnLst>
                              <p:par>
                                <p:cTn id="102" presetID="22" presetClass="entr" presetSubtype="8" fill="hold" nodeType="afterEffect">
                                  <p:stCondLst>
                                    <p:cond delay="0"/>
                                  </p:stCondLst>
                                  <p:childTnLst>
                                    <p:set>
                                      <p:cBhvr>
                                        <p:cTn id="103" dur="1" fill="hold">
                                          <p:stCondLst>
                                            <p:cond delay="0"/>
                                          </p:stCondLst>
                                        </p:cTn>
                                        <p:tgtEl>
                                          <p:spTgt spid="39"/>
                                        </p:tgtEl>
                                        <p:attrNameLst>
                                          <p:attrName>style.visibility</p:attrName>
                                        </p:attrNameLst>
                                      </p:cBhvr>
                                      <p:to>
                                        <p:strVal val="visible"/>
                                      </p:to>
                                    </p:set>
                                    <p:animEffect transition="in" filter="wipe(left)">
                                      <p:cBhvr>
                                        <p:cTn id="104" dur="500"/>
                                        <p:tgtEl>
                                          <p:spTgt spid="39"/>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14"/>
                                        </p:tgtEl>
                                        <p:attrNameLst>
                                          <p:attrName>style.visibility</p:attrName>
                                        </p:attrNameLst>
                                      </p:cBhvr>
                                      <p:to>
                                        <p:strVal val="visible"/>
                                      </p:to>
                                    </p:set>
                                    <p:animEffect transition="in" filter="wipe(left)">
                                      <p:cBhvr>
                                        <p:cTn id="109" dur="500"/>
                                        <p:tgtEl>
                                          <p:spTgt spid="14"/>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20"/>
                                        </p:tgtEl>
                                        <p:attrNameLst>
                                          <p:attrName>style.visibility</p:attrName>
                                        </p:attrNameLst>
                                      </p:cBhvr>
                                      <p:to>
                                        <p:strVal val="visible"/>
                                      </p:to>
                                    </p:set>
                                    <p:animEffect transition="in" filter="wipe(left)">
                                      <p:cBhvr>
                                        <p:cTn id="114" dur="500"/>
                                        <p:tgtEl>
                                          <p:spTgt spid="20"/>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23"/>
                                        </p:tgtEl>
                                        <p:attrNameLst>
                                          <p:attrName>style.visibility</p:attrName>
                                        </p:attrNameLst>
                                      </p:cBhvr>
                                      <p:to>
                                        <p:strVal val="visible"/>
                                      </p:to>
                                    </p:set>
                                    <p:animEffect transition="in" filter="wipe(left)">
                                      <p:cBhvr>
                                        <p:cTn id="119" dur="500"/>
                                        <p:tgtEl>
                                          <p:spTgt spid="23"/>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7"/>
                                        </p:tgtEl>
                                        <p:attrNameLst>
                                          <p:attrName>style.visibility</p:attrName>
                                        </p:attrNameLst>
                                      </p:cBhvr>
                                      <p:to>
                                        <p:strVal val="visible"/>
                                      </p:to>
                                    </p:set>
                                    <p:animEffect transition="in" filter="wipe(left)">
                                      <p:cBhvr>
                                        <p:cTn id="124" dur="500"/>
                                        <p:tgtEl>
                                          <p:spTgt spid="7"/>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4" fill="hold" nodeType="clickEffect">
                                  <p:stCondLst>
                                    <p:cond delay="0"/>
                                  </p:stCondLst>
                                  <p:childTnLst>
                                    <p:set>
                                      <p:cBhvr>
                                        <p:cTn id="128" dur="1" fill="hold">
                                          <p:stCondLst>
                                            <p:cond delay="0"/>
                                          </p:stCondLst>
                                        </p:cTn>
                                        <p:tgtEl>
                                          <p:spTgt spid="2"/>
                                        </p:tgtEl>
                                        <p:attrNameLst>
                                          <p:attrName>style.visibility</p:attrName>
                                        </p:attrNameLst>
                                      </p:cBhvr>
                                      <p:to>
                                        <p:strVal val="visible"/>
                                      </p:to>
                                    </p:set>
                                    <p:animEffect transition="in" filter="wipe(down)">
                                      <p:cBhvr>
                                        <p:cTn id="129" dur="500"/>
                                        <p:tgtEl>
                                          <p:spTgt spid="2"/>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2" fill="hold" grpId="0" nodeType="clickEffect">
                                  <p:stCondLst>
                                    <p:cond delay="0"/>
                                  </p:stCondLst>
                                  <p:childTnLst>
                                    <p:set>
                                      <p:cBhvr>
                                        <p:cTn id="133" dur="1" fill="hold">
                                          <p:stCondLst>
                                            <p:cond delay="0"/>
                                          </p:stCondLst>
                                        </p:cTn>
                                        <p:tgtEl>
                                          <p:spTgt spid="12"/>
                                        </p:tgtEl>
                                        <p:attrNameLst>
                                          <p:attrName>style.visibility</p:attrName>
                                        </p:attrNameLst>
                                      </p:cBhvr>
                                      <p:to>
                                        <p:strVal val="visible"/>
                                      </p:to>
                                    </p:set>
                                    <p:animEffect transition="in" filter="wipe(right)">
                                      <p:cBhvr>
                                        <p:cTn id="134" dur="500"/>
                                        <p:tgtEl>
                                          <p:spTgt spid="12"/>
                                        </p:tgtEl>
                                      </p:cBhvr>
                                    </p:animEffect>
                                  </p:childTnLst>
                                </p:cTn>
                              </p:par>
                            </p:childTnLst>
                          </p:cTn>
                        </p:par>
                        <p:par>
                          <p:cTn id="135" fill="hold">
                            <p:stCondLst>
                              <p:cond delay="500"/>
                            </p:stCondLst>
                            <p:childTnLst>
                              <p:par>
                                <p:cTn id="136" presetID="22" presetClass="entr" presetSubtype="8" fill="hold" grpId="0" nodeType="afterEffect">
                                  <p:stCondLst>
                                    <p:cond delay="0"/>
                                  </p:stCondLst>
                                  <p:childTnLst>
                                    <p:set>
                                      <p:cBhvr>
                                        <p:cTn id="137" dur="1" fill="hold">
                                          <p:stCondLst>
                                            <p:cond delay="0"/>
                                          </p:stCondLst>
                                        </p:cTn>
                                        <p:tgtEl>
                                          <p:spTgt spid="13"/>
                                        </p:tgtEl>
                                        <p:attrNameLst>
                                          <p:attrName>style.visibility</p:attrName>
                                        </p:attrNameLst>
                                      </p:cBhvr>
                                      <p:to>
                                        <p:strVal val="visible"/>
                                      </p:to>
                                    </p:set>
                                    <p:animEffect transition="in" filter="wipe(left)">
                                      <p:cBhvr>
                                        <p:cTn id="138" dur="500"/>
                                        <p:tgtEl>
                                          <p:spTgt spid="13"/>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57"/>
                                        </p:tgtEl>
                                        <p:attrNameLst>
                                          <p:attrName>style.visibility</p:attrName>
                                        </p:attrNameLst>
                                      </p:cBhvr>
                                      <p:to>
                                        <p:strVal val="visible"/>
                                      </p:to>
                                    </p:set>
                                    <p:animEffect transition="in" filter="wipe(left)">
                                      <p:cBhvr>
                                        <p:cTn id="143" dur="500"/>
                                        <p:tgtEl>
                                          <p:spTgt spid="57"/>
                                        </p:tgtEl>
                                      </p:cBhvr>
                                    </p:animEffect>
                                  </p:childTnLst>
                                </p:cTn>
                              </p:par>
                            </p:childTnLst>
                          </p:cTn>
                        </p:par>
                      </p:childTnLst>
                    </p:cTn>
                  </p:par>
                  <p:par>
                    <p:cTn id="144" fill="hold">
                      <p:stCondLst>
                        <p:cond delay="indefinite"/>
                      </p:stCondLst>
                      <p:childTnLst>
                        <p:par>
                          <p:cTn id="145" fill="hold">
                            <p:stCondLst>
                              <p:cond delay="0"/>
                            </p:stCondLst>
                            <p:childTnLst>
                              <p:par>
                                <p:cTn id="146" presetID="2" presetClass="entr" presetSubtype="4" fill="hold" nodeType="clickEffect">
                                  <p:stCondLst>
                                    <p:cond delay="0"/>
                                  </p:stCondLst>
                                  <p:childTnLst>
                                    <p:set>
                                      <p:cBhvr>
                                        <p:cTn id="147" dur="1" fill="hold">
                                          <p:stCondLst>
                                            <p:cond delay="0"/>
                                          </p:stCondLst>
                                        </p:cTn>
                                        <p:tgtEl>
                                          <p:spTgt spid="59"/>
                                        </p:tgtEl>
                                        <p:attrNameLst>
                                          <p:attrName>style.visibility</p:attrName>
                                        </p:attrNameLst>
                                      </p:cBhvr>
                                      <p:to>
                                        <p:strVal val="visible"/>
                                      </p:to>
                                    </p:set>
                                    <p:anim calcmode="lin" valueType="num">
                                      <p:cBhvr additive="base">
                                        <p:cTn id="148" dur="500" fill="hold"/>
                                        <p:tgtEl>
                                          <p:spTgt spid="59"/>
                                        </p:tgtEl>
                                        <p:attrNameLst>
                                          <p:attrName>ppt_x</p:attrName>
                                        </p:attrNameLst>
                                      </p:cBhvr>
                                      <p:tavLst>
                                        <p:tav tm="0">
                                          <p:val>
                                            <p:strVal val="#ppt_x"/>
                                          </p:val>
                                        </p:tav>
                                        <p:tav tm="100000">
                                          <p:val>
                                            <p:strVal val="#ppt_x"/>
                                          </p:val>
                                        </p:tav>
                                      </p:tavLst>
                                    </p:anim>
                                    <p:anim calcmode="lin" valueType="num">
                                      <p:cBhvr additive="base">
                                        <p:cTn id="149"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10" presetClass="entr" presetSubtype="0" fill="hold" grpId="0" nodeType="clickEffect">
                                  <p:stCondLst>
                                    <p:cond delay="0"/>
                                  </p:stCondLst>
                                  <p:childTnLst>
                                    <p:set>
                                      <p:cBhvr>
                                        <p:cTn id="153" dur="1" fill="hold">
                                          <p:stCondLst>
                                            <p:cond delay="0"/>
                                          </p:stCondLst>
                                        </p:cTn>
                                        <p:tgtEl>
                                          <p:spTgt spid="53"/>
                                        </p:tgtEl>
                                        <p:attrNameLst>
                                          <p:attrName>style.visibility</p:attrName>
                                        </p:attrNameLst>
                                      </p:cBhvr>
                                      <p:to>
                                        <p:strVal val="visible"/>
                                      </p:to>
                                    </p:set>
                                    <p:animEffect transition="in" filter="fade">
                                      <p:cBhvr>
                                        <p:cTn id="154" dur="500"/>
                                        <p:tgtEl>
                                          <p:spTgt spid="53"/>
                                        </p:tgtEl>
                                      </p:cBhvr>
                                    </p:animEffect>
                                  </p:childTnLst>
                                </p:cTn>
                              </p:par>
                            </p:childTnLst>
                          </p:cTn>
                        </p:par>
                      </p:childTnLst>
                    </p:cTn>
                  </p:par>
                  <p:par>
                    <p:cTn id="155" fill="hold">
                      <p:stCondLst>
                        <p:cond delay="indefinite"/>
                      </p:stCondLst>
                      <p:childTnLst>
                        <p:par>
                          <p:cTn id="156" fill="hold">
                            <p:stCondLst>
                              <p:cond delay="0"/>
                            </p:stCondLst>
                            <p:childTnLst>
                              <p:par>
                                <p:cTn id="157" presetID="22" presetClass="entr" presetSubtype="8" fill="hold" nodeType="clickEffect">
                                  <p:stCondLst>
                                    <p:cond delay="0"/>
                                  </p:stCondLst>
                                  <p:childTnLst>
                                    <p:set>
                                      <p:cBhvr>
                                        <p:cTn id="158" dur="1" fill="hold">
                                          <p:stCondLst>
                                            <p:cond delay="0"/>
                                          </p:stCondLst>
                                        </p:cTn>
                                        <p:tgtEl>
                                          <p:spTgt spid="54"/>
                                        </p:tgtEl>
                                        <p:attrNameLst>
                                          <p:attrName>style.visibility</p:attrName>
                                        </p:attrNameLst>
                                      </p:cBhvr>
                                      <p:to>
                                        <p:strVal val="visible"/>
                                      </p:to>
                                    </p:set>
                                    <p:animEffect transition="in" filter="wipe(left)">
                                      <p:cBhvr>
                                        <p:cTn id="159" dur="500"/>
                                        <p:tgtEl>
                                          <p:spTgt spid="54"/>
                                        </p:tgtEl>
                                      </p:cBhvr>
                                    </p:animEffect>
                                  </p:childTnLst>
                                </p:cTn>
                              </p:par>
                            </p:childTnLst>
                          </p:cTn>
                        </p:par>
                      </p:childTnLst>
                    </p:cTn>
                  </p:par>
                  <p:par>
                    <p:cTn id="160" fill="hold">
                      <p:stCondLst>
                        <p:cond delay="indefinite"/>
                      </p:stCondLst>
                      <p:childTnLst>
                        <p:par>
                          <p:cTn id="161" fill="hold">
                            <p:stCondLst>
                              <p:cond delay="0"/>
                            </p:stCondLst>
                            <p:childTnLst>
                              <p:par>
                                <p:cTn id="162" presetID="1" presetClass="entr" presetSubtype="0" fill="hold" grpId="0" nodeType="clickEffect">
                                  <p:stCondLst>
                                    <p:cond delay="0"/>
                                  </p:stCondLst>
                                  <p:childTnLst>
                                    <p:set>
                                      <p:cBhvr>
                                        <p:cTn id="163" dur="1" fill="hold">
                                          <p:stCondLst>
                                            <p:cond delay="0"/>
                                          </p:stCondLst>
                                        </p:cTn>
                                        <p:tgtEl>
                                          <p:spTgt spid="55"/>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22" presetClass="entr" presetSubtype="8" fill="hold" nodeType="clickEffect">
                                  <p:stCondLst>
                                    <p:cond delay="0"/>
                                  </p:stCondLst>
                                  <p:childTnLst>
                                    <p:set>
                                      <p:cBhvr>
                                        <p:cTn id="167" dur="1" fill="hold">
                                          <p:stCondLst>
                                            <p:cond delay="0"/>
                                          </p:stCondLst>
                                        </p:cTn>
                                        <p:tgtEl>
                                          <p:spTgt spid="56"/>
                                        </p:tgtEl>
                                        <p:attrNameLst>
                                          <p:attrName>style.visibility</p:attrName>
                                        </p:attrNameLst>
                                      </p:cBhvr>
                                      <p:to>
                                        <p:strVal val="visible"/>
                                      </p:to>
                                    </p:set>
                                    <p:animEffect transition="in" filter="wipe(left)">
                                      <p:cBhvr>
                                        <p:cTn id="168"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bldLvl="0" animBg="1"/>
      <p:bldP spid="27" grpId="0" bldLvl="0" animBg="1" autoUpdateAnimBg="0"/>
      <p:bldP spid="29" grpId="0" advAuto="0" autoUpdateAnimBg="0" build="p"/>
      <p:bldP spid="30" grpId="0" bldLvl="0" animBg="1" autoUpdateAnimBg="0"/>
      <p:bldP spid="33" grpId="0" bldLvl="0" animBg="1" autoUpdateAnimBg="0"/>
      <p:bldP spid="34" grpId="0" bldLvl="0" animBg="1" autoUpdateAnimBg="0"/>
      <p:bldP spid="37" grpId="0" bldLvl="0" animBg="1" autoUpdateAnimBg="0"/>
      <p:bldP spid="38" grpId="0" bldLvl="0" animBg="1"/>
      <p:bldP spid="46" grpId="0" bldLvl="0" animBg="1"/>
      <p:bldP spid="48" grpId="0" bldLvl="0" animBg="1" autoUpdateAnimBg="0"/>
      <p:bldP spid="51" grpId="0" bldLvl="0" animBg="1" autoUpdateAnimBg="0"/>
      <p:bldP spid="53" grpId="0"/>
      <p:bldP spid="55" grpId="0"/>
      <p:bldP spid="57" grpId="0" bldLvl="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179638" y="457200"/>
            <a:ext cx="3124200"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5. </a:t>
            </a:r>
            <a:r>
              <a:rPr lang="zh-CN" altLang="en-US" sz="2800" b="1"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rPr>
              <a:t>证明</a:t>
            </a:r>
            <a:endParaRPr lang="zh-CN" altLang="en-US" sz="2800" b="1" dirty="0" smtClean="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 name="Object 3"/>
          <p:cNvGraphicFramePr>
            <a:graphicFrameLocks noChangeAspect="1"/>
          </p:cNvGraphicFramePr>
          <p:nvPr/>
        </p:nvGraphicFramePr>
        <p:xfrm>
          <a:off x="3908425" y="273050"/>
          <a:ext cx="1352550" cy="850900"/>
        </p:xfrm>
        <a:graphic>
          <a:graphicData uri="http://schemas.openxmlformats.org/presentationml/2006/ole">
            <mc:AlternateContent xmlns:mc="http://schemas.openxmlformats.org/markup-compatibility/2006">
              <mc:Choice xmlns:v="urn:schemas-microsoft-com:vml" Requires="v">
                <p:oleObj spid="_x0000_s18433" name="Equation" r:id="rId1" imgW="32308800" imgH="20116800" progId="Equation.DSMT4">
                  <p:embed/>
                </p:oleObj>
              </mc:Choice>
              <mc:Fallback>
                <p:oleObj name="Equation" r:id="rId1" imgW="32308800" imgH="20116800" progId="Equation.DSMT4">
                  <p:embed/>
                  <p:pic>
                    <p:nvPicPr>
                      <p:cNvPr id="0" name="图片 18432"/>
                      <p:cNvPicPr>
                        <a:picLocks noChangeAspect="1"/>
                      </p:cNvPicPr>
                      <p:nvPr/>
                    </p:nvPicPr>
                    <p:blipFill>
                      <a:blip r:embed="rId2"/>
                      <a:stretch>
                        <a:fillRect/>
                      </a:stretch>
                    </p:blipFill>
                    <p:spPr>
                      <a:xfrm>
                        <a:off x="3908425" y="273050"/>
                        <a:ext cx="1352550" cy="850900"/>
                      </a:xfrm>
                      <a:prstGeom prst="rect">
                        <a:avLst/>
                      </a:prstGeom>
                      <a:noFill/>
                      <a:ln w="9525">
                        <a:noFill/>
                      </a:ln>
                    </p:spPr>
                  </p:pic>
                </p:oleObj>
              </mc:Fallback>
            </mc:AlternateContent>
          </a:graphicData>
        </a:graphic>
      </p:graphicFrame>
      <p:sp>
        <p:nvSpPr>
          <p:cNvPr id="4" name="Text Box 4"/>
          <p:cNvSpPr txBox="1">
            <a:spLocks noChangeArrowheads="1"/>
          </p:cNvSpPr>
          <p:nvPr/>
        </p:nvSpPr>
        <p:spPr bwMode="auto">
          <a:xfrm>
            <a:off x="2209800" y="1477963"/>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证</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 name="Object 5"/>
          <p:cNvGraphicFramePr>
            <a:graphicFrameLocks noChangeAspect="1"/>
          </p:cNvGraphicFramePr>
          <p:nvPr/>
        </p:nvGraphicFramePr>
        <p:xfrm>
          <a:off x="3608070" y="1427163"/>
          <a:ext cx="939800" cy="950912"/>
        </p:xfrm>
        <a:graphic>
          <a:graphicData uri="http://schemas.openxmlformats.org/presentationml/2006/ole">
            <mc:AlternateContent xmlns:mc="http://schemas.openxmlformats.org/markup-compatibility/2006">
              <mc:Choice xmlns:v="urn:schemas-microsoft-com:vml" Requires="v">
                <p:oleObj spid="_x0000_s18799" name="Equation" r:id="rId3" imgW="22250400" imgH="22555200" progId="Equation.DSMT4">
                  <p:embed/>
                </p:oleObj>
              </mc:Choice>
              <mc:Fallback>
                <p:oleObj name="Equation" r:id="rId3" imgW="22250400" imgH="22555200" progId="Equation.DSMT4">
                  <p:embed/>
                  <p:pic>
                    <p:nvPicPr>
                      <p:cNvPr id="0" name="图片 18798"/>
                      <p:cNvPicPr>
                        <a:picLocks noChangeAspect="1"/>
                      </p:cNvPicPr>
                      <p:nvPr/>
                    </p:nvPicPr>
                    <p:blipFill>
                      <a:blip r:embed="rId4"/>
                      <a:stretch>
                        <a:fillRect/>
                      </a:stretch>
                    </p:blipFill>
                    <p:spPr>
                      <a:xfrm>
                        <a:off x="3608070" y="1427163"/>
                        <a:ext cx="939800" cy="950912"/>
                      </a:xfrm>
                      <a:prstGeom prst="rect">
                        <a:avLst/>
                      </a:prstGeom>
                      <a:noFill/>
                      <a:ln w="9525">
                        <a:noFill/>
                      </a:ln>
                    </p:spPr>
                  </p:pic>
                </p:oleObj>
              </mc:Fallback>
            </mc:AlternateContent>
          </a:graphicData>
        </a:graphic>
      </p:graphicFrame>
      <p:graphicFrame>
        <p:nvGraphicFramePr>
          <p:cNvPr id="6" name="Object 6"/>
          <p:cNvGraphicFramePr>
            <a:graphicFrameLocks noChangeAspect="1"/>
          </p:cNvGraphicFramePr>
          <p:nvPr/>
        </p:nvGraphicFramePr>
        <p:xfrm>
          <a:off x="4692650" y="1441768"/>
          <a:ext cx="800659" cy="972000"/>
        </p:xfrm>
        <a:graphic>
          <a:graphicData uri="http://schemas.openxmlformats.org/presentationml/2006/ole">
            <mc:AlternateContent xmlns:mc="http://schemas.openxmlformats.org/markup-compatibility/2006">
              <mc:Choice xmlns:v="urn:schemas-microsoft-com:vml" Requires="v">
                <p:oleObj spid="_x0000_s18800" name="Equation" r:id="rId5" imgW="18897600" imgH="22860000" progId="Equation.DSMT4">
                  <p:embed/>
                </p:oleObj>
              </mc:Choice>
              <mc:Fallback>
                <p:oleObj name="Equation" r:id="rId5" imgW="18897600" imgH="22860000" progId="Equation.DSMT4">
                  <p:embed/>
                  <p:pic>
                    <p:nvPicPr>
                      <p:cNvPr id="0" name="图片 18799"/>
                      <p:cNvPicPr>
                        <a:picLocks noChangeAspect="1"/>
                      </p:cNvPicPr>
                      <p:nvPr/>
                    </p:nvPicPr>
                    <p:blipFill>
                      <a:blip r:embed="rId6"/>
                      <a:stretch>
                        <a:fillRect/>
                      </a:stretch>
                    </p:blipFill>
                    <p:spPr>
                      <a:xfrm>
                        <a:off x="4692650" y="1441768"/>
                        <a:ext cx="800659" cy="972000"/>
                      </a:xfrm>
                      <a:prstGeom prst="rect">
                        <a:avLst/>
                      </a:prstGeom>
                      <a:noFill/>
                      <a:ln w="9525">
                        <a:noFill/>
                      </a:ln>
                    </p:spPr>
                  </p:pic>
                </p:oleObj>
              </mc:Fallback>
            </mc:AlternateContent>
          </a:graphicData>
        </a:graphic>
      </p:graphicFrame>
      <p:sp>
        <p:nvSpPr>
          <p:cNvPr id="7" name="Text Box 7"/>
          <p:cNvSpPr txBox="1">
            <a:spLocks noChangeArrowheads="1"/>
          </p:cNvSpPr>
          <p:nvPr/>
        </p:nvSpPr>
        <p:spPr bwMode="auto">
          <a:xfrm>
            <a:off x="1828800" y="3606800"/>
            <a:ext cx="685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取</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8" name="Object 8"/>
          <p:cNvGraphicFramePr>
            <a:graphicFrameLocks noChangeAspect="1"/>
          </p:cNvGraphicFramePr>
          <p:nvPr/>
        </p:nvGraphicFramePr>
        <p:xfrm>
          <a:off x="2279576" y="3426030"/>
          <a:ext cx="1199928" cy="939074"/>
        </p:xfrm>
        <a:graphic>
          <a:graphicData uri="http://schemas.openxmlformats.org/presentationml/2006/ole">
            <mc:AlternateContent xmlns:mc="http://schemas.openxmlformats.org/markup-compatibility/2006">
              <mc:Choice xmlns:v="urn:schemas-microsoft-com:vml" Requires="v">
                <p:oleObj spid="_x0000_s18801" name="Equation" r:id="rId7" imgW="12192000" imgH="9448800" progId="Equation.DSMT4">
                  <p:embed/>
                </p:oleObj>
              </mc:Choice>
              <mc:Fallback>
                <p:oleObj name="Equation" r:id="rId7" imgW="12192000" imgH="9448800" progId="Equation.DSMT4">
                  <p:embed/>
                  <p:pic>
                    <p:nvPicPr>
                      <p:cNvPr id="0" name="图片 18800"/>
                      <p:cNvPicPr>
                        <a:picLocks noChangeAspect="1"/>
                      </p:cNvPicPr>
                      <p:nvPr/>
                    </p:nvPicPr>
                    <p:blipFill>
                      <a:blip r:embed="rId8"/>
                      <a:stretch>
                        <a:fillRect/>
                      </a:stretch>
                    </p:blipFill>
                    <p:spPr>
                      <a:xfrm>
                        <a:off x="2279576" y="3426030"/>
                        <a:ext cx="1199928" cy="939074"/>
                      </a:xfrm>
                      <a:prstGeom prst="rect">
                        <a:avLst/>
                      </a:prstGeom>
                      <a:noFill/>
                      <a:ln w="9525">
                        <a:noFill/>
                      </a:ln>
                    </p:spPr>
                  </p:pic>
                </p:oleObj>
              </mc:Fallback>
            </mc:AlternateContent>
          </a:graphicData>
        </a:graphic>
      </p:graphicFrame>
      <p:graphicFrame>
        <p:nvGraphicFramePr>
          <p:cNvPr id="9" name="Object 9"/>
          <p:cNvGraphicFramePr>
            <a:graphicFrameLocks noChangeAspect="1"/>
          </p:cNvGraphicFramePr>
          <p:nvPr/>
        </p:nvGraphicFramePr>
        <p:xfrm>
          <a:off x="3525838" y="3644900"/>
          <a:ext cx="1901825" cy="495300"/>
        </p:xfrm>
        <a:graphic>
          <a:graphicData uri="http://schemas.openxmlformats.org/presentationml/2006/ole">
            <mc:AlternateContent xmlns:mc="http://schemas.openxmlformats.org/markup-compatibility/2006">
              <mc:Choice xmlns:v="urn:schemas-microsoft-com:vml" Requires="v">
                <p:oleObj spid="_x0000_s18802" name="Equation" r:id="rId9" imgW="45415200" imgH="11582400" progId="Equation.DSMT4">
                  <p:embed/>
                </p:oleObj>
              </mc:Choice>
              <mc:Fallback>
                <p:oleObj name="Equation" r:id="rId9" imgW="45415200" imgH="11582400" progId="Equation.DSMT4">
                  <p:embed/>
                  <p:pic>
                    <p:nvPicPr>
                      <p:cNvPr id="0" name="图片 18801"/>
                      <p:cNvPicPr>
                        <a:picLocks noChangeAspect="1"/>
                      </p:cNvPicPr>
                      <p:nvPr/>
                    </p:nvPicPr>
                    <p:blipFill>
                      <a:blip r:embed="rId10">
                        <a:biLevel thresh="50000"/>
                        <a:grayscl/>
                      </a:blip>
                      <a:stretch>
                        <a:fillRect/>
                      </a:stretch>
                    </p:blipFill>
                    <p:spPr>
                      <a:xfrm>
                        <a:off x="3525838" y="3644900"/>
                        <a:ext cx="1901825" cy="495300"/>
                      </a:xfrm>
                      <a:prstGeom prst="rect">
                        <a:avLst/>
                      </a:prstGeom>
                      <a:noFill/>
                      <a:ln w="9525">
                        <a:noFill/>
                      </a:ln>
                    </p:spPr>
                  </p:pic>
                </p:oleObj>
              </mc:Fallback>
            </mc:AlternateContent>
          </a:graphicData>
        </a:graphic>
      </p:graphicFrame>
      <p:graphicFrame>
        <p:nvGraphicFramePr>
          <p:cNvPr id="10" name="Object 10"/>
          <p:cNvGraphicFramePr>
            <a:graphicFrameLocks noChangeAspect="1"/>
          </p:cNvGraphicFramePr>
          <p:nvPr/>
        </p:nvGraphicFramePr>
        <p:xfrm>
          <a:off x="6497638" y="3411538"/>
          <a:ext cx="1482725" cy="950912"/>
        </p:xfrm>
        <a:graphic>
          <a:graphicData uri="http://schemas.openxmlformats.org/presentationml/2006/ole">
            <mc:AlternateContent xmlns:mc="http://schemas.openxmlformats.org/markup-compatibility/2006">
              <mc:Choice xmlns:v="urn:schemas-microsoft-com:vml" Requires="v">
                <p:oleObj spid="_x0000_s18803" name="Equation" r:id="rId11" imgW="35356800" imgH="22555200" progId="Equation.DSMT4">
                  <p:embed/>
                </p:oleObj>
              </mc:Choice>
              <mc:Fallback>
                <p:oleObj name="Equation" r:id="rId11" imgW="35356800" imgH="22555200" progId="Equation.DSMT4">
                  <p:embed/>
                  <p:pic>
                    <p:nvPicPr>
                      <p:cNvPr id="0" name="图片 18802"/>
                      <p:cNvPicPr>
                        <a:picLocks noChangeAspect="1"/>
                      </p:cNvPicPr>
                      <p:nvPr/>
                    </p:nvPicPr>
                    <p:blipFill>
                      <a:blip r:embed="rId12">
                        <a:biLevel thresh="50000"/>
                        <a:grayscl/>
                      </a:blip>
                      <a:stretch>
                        <a:fillRect/>
                      </a:stretch>
                    </p:blipFill>
                    <p:spPr>
                      <a:xfrm>
                        <a:off x="6497638" y="3411538"/>
                        <a:ext cx="1482725" cy="950912"/>
                      </a:xfrm>
                      <a:prstGeom prst="rect">
                        <a:avLst/>
                      </a:prstGeom>
                      <a:noFill/>
                      <a:ln w="9525">
                        <a:noFill/>
                      </a:ln>
                    </p:spPr>
                  </p:pic>
                </p:oleObj>
              </mc:Fallback>
            </mc:AlternateContent>
          </a:graphicData>
        </a:graphic>
      </p:graphicFrame>
      <p:sp>
        <p:nvSpPr>
          <p:cNvPr id="11" name="Text Box 11"/>
          <p:cNvSpPr txBox="1">
            <a:spLocks noChangeArrowheads="1"/>
          </p:cNvSpPr>
          <p:nvPr/>
        </p:nvSpPr>
        <p:spPr bwMode="auto">
          <a:xfrm>
            <a:off x="1828800" y="4495800"/>
            <a:ext cx="1295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因此</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2" name="Object 12"/>
          <p:cNvGraphicFramePr>
            <a:graphicFrameLocks noChangeAspect="1"/>
          </p:cNvGraphicFramePr>
          <p:nvPr/>
        </p:nvGraphicFramePr>
        <p:xfrm>
          <a:off x="3933825" y="4330700"/>
          <a:ext cx="1327150" cy="850900"/>
        </p:xfrm>
        <a:graphic>
          <a:graphicData uri="http://schemas.openxmlformats.org/presentationml/2006/ole">
            <mc:AlternateContent xmlns:mc="http://schemas.openxmlformats.org/markup-compatibility/2006">
              <mc:Choice xmlns:v="urn:schemas-microsoft-com:vml" Requires="v">
                <p:oleObj spid="_x0000_s18804" name="Equation" r:id="rId13" imgW="31699200" imgH="20116800" progId="Equation.DSMT4">
                  <p:embed/>
                </p:oleObj>
              </mc:Choice>
              <mc:Fallback>
                <p:oleObj name="Equation" r:id="rId13" imgW="31699200" imgH="20116800" progId="Equation.DSMT4">
                  <p:embed/>
                  <p:pic>
                    <p:nvPicPr>
                      <p:cNvPr id="0" name="图片 18803"/>
                      <p:cNvPicPr>
                        <a:picLocks noChangeAspect="1"/>
                      </p:cNvPicPr>
                      <p:nvPr/>
                    </p:nvPicPr>
                    <p:blipFill>
                      <a:blip r:embed="rId14">
                        <a:biLevel thresh="50000"/>
                        <a:grayscl/>
                      </a:blip>
                      <a:stretch>
                        <a:fillRect/>
                      </a:stretch>
                    </p:blipFill>
                    <p:spPr>
                      <a:xfrm>
                        <a:off x="3933825" y="4330700"/>
                        <a:ext cx="1327150" cy="850900"/>
                      </a:xfrm>
                      <a:prstGeom prst="rect">
                        <a:avLst/>
                      </a:prstGeom>
                      <a:noFill/>
                      <a:ln w="9525">
                        <a:noFill/>
                      </a:ln>
                    </p:spPr>
                  </p:pic>
                </p:oleObj>
              </mc:Fallback>
            </mc:AlternateContent>
          </a:graphicData>
        </a:graphic>
      </p:graphicFrame>
      <p:sp>
        <p:nvSpPr>
          <p:cNvPr id="13" name="Text Box 13"/>
          <p:cNvSpPr txBox="1">
            <a:spLocks noChangeArrowheads="1"/>
          </p:cNvSpPr>
          <p:nvPr/>
        </p:nvSpPr>
        <p:spPr bwMode="auto">
          <a:xfrm>
            <a:off x="5486400" y="3581400"/>
            <a:ext cx="1219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就有</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 name="Text Box 14"/>
          <p:cNvSpPr txBox="1">
            <a:spLocks noChangeArrowheads="1"/>
          </p:cNvSpPr>
          <p:nvPr/>
        </p:nvSpPr>
        <p:spPr bwMode="auto">
          <a:xfrm>
            <a:off x="1828800" y="2681288"/>
            <a:ext cx="762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故</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5" name="Object 15"/>
          <p:cNvGraphicFramePr>
            <a:graphicFrameLocks noChangeAspect="1"/>
          </p:cNvGraphicFramePr>
          <p:nvPr/>
        </p:nvGraphicFramePr>
        <p:xfrm>
          <a:off x="2343077" y="2708920"/>
          <a:ext cx="1265144" cy="499972"/>
        </p:xfrm>
        <a:graphic>
          <a:graphicData uri="http://schemas.openxmlformats.org/presentationml/2006/ole">
            <mc:AlternateContent xmlns:mc="http://schemas.openxmlformats.org/markup-compatibility/2006">
              <mc:Choice xmlns:v="urn:schemas-microsoft-com:vml" Requires="v">
                <p:oleObj spid="_x0000_s18805" name="Equation" r:id="rId15" imgW="12801600" imgH="4876800" progId="Equation.DSMT4">
                  <p:embed/>
                </p:oleObj>
              </mc:Choice>
              <mc:Fallback>
                <p:oleObj name="Equation" r:id="rId15" imgW="12801600" imgH="4876800" progId="Equation.DSMT4">
                  <p:embed/>
                  <p:pic>
                    <p:nvPicPr>
                      <p:cNvPr id="0" name="图片 18804"/>
                      <p:cNvPicPr>
                        <a:picLocks noChangeAspect="1"/>
                      </p:cNvPicPr>
                      <p:nvPr/>
                    </p:nvPicPr>
                    <p:blipFill>
                      <a:blip r:embed="rId16"/>
                      <a:stretch>
                        <a:fillRect/>
                      </a:stretch>
                    </p:blipFill>
                    <p:spPr>
                      <a:xfrm>
                        <a:off x="2343077" y="2708920"/>
                        <a:ext cx="1265144" cy="499972"/>
                      </a:xfrm>
                      <a:prstGeom prst="rect">
                        <a:avLst/>
                      </a:prstGeom>
                      <a:noFill/>
                      <a:ln w="9525">
                        <a:noFill/>
                      </a:ln>
                    </p:spPr>
                  </p:pic>
                </p:oleObj>
              </mc:Fallback>
            </mc:AlternateContent>
          </a:graphicData>
        </a:graphic>
      </p:graphicFrame>
      <p:sp>
        <p:nvSpPr>
          <p:cNvPr id="16" name="Text Box 16"/>
          <p:cNvSpPr txBox="1">
            <a:spLocks noChangeArrowheads="1"/>
          </p:cNvSpPr>
          <p:nvPr/>
        </p:nvSpPr>
        <p:spPr bwMode="auto">
          <a:xfrm>
            <a:off x="3505200" y="2681288"/>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欲使</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7" name="Object 17"/>
          <p:cNvGraphicFramePr>
            <a:graphicFrameLocks noChangeAspect="1"/>
          </p:cNvGraphicFramePr>
          <p:nvPr/>
        </p:nvGraphicFramePr>
        <p:xfrm>
          <a:off x="4394200" y="2497138"/>
          <a:ext cx="1600200" cy="949325"/>
        </p:xfrm>
        <a:graphic>
          <a:graphicData uri="http://schemas.openxmlformats.org/presentationml/2006/ole">
            <mc:AlternateContent xmlns:mc="http://schemas.openxmlformats.org/markup-compatibility/2006">
              <mc:Choice xmlns:v="urn:schemas-microsoft-com:vml" Requires="v">
                <p:oleObj spid="_x0000_s18806" name="Equation" r:id="rId17" imgW="38100000" imgH="22555200" progId="Equation.DSMT4">
                  <p:embed/>
                </p:oleObj>
              </mc:Choice>
              <mc:Fallback>
                <p:oleObj name="Equation" r:id="rId17" imgW="38100000" imgH="22555200" progId="Equation.DSMT4">
                  <p:embed/>
                  <p:pic>
                    <p:nvPicPr>
                      <p:cNvPr id="0" name="图片 18805"/>
                      <p:cNvPicPr>
                        <a:picLocks noChangeAspect="1"/>
                      </p:cNvPicPr>
                      <p:nvPr/>
                    </p:nvPicPr>
                    <p:blipFill>
                      <a:blip r:embed="rId18">
                        <a:biLevel thresh="50000"/>
                        <a:grayscl/>
                      </a:blip>
                      <a:stretch>
                        <a:fillRect/>
                      </a:stretch>
                    </p:blipFill>
                    <p:spPr>
                      <a:xfrm>
                        <a:off x="4394200" y="2497138"/>
                        <a:ext cx="1600200" cy="949325"/>
                      </a:xfrm>
                      <a:prstGeom prst="rect">
                        <a:avLst/>
                      </a:prstGeom>
                      <a:noFill/>
                      <a:ln w="9525">
                        <a:noFill/>
                      </a:ln>
                    </p:spPr>
                  </p:pic>
                </p:oleObj>
              </mc:Fallback>
            </mc:AlternateContent>
          </a:graphicData>
        </a:graphic>
      </p:graphicFrame>
      <p:sp>
        <p:nvSpPr>
          <p:cNvPr id="18" name="Text Box 18"/>
          <p:cNvSpPr txBox="1">
            <a:spLocks noChangeArrowheads="1"/>
          </p:cNvSpPr>
          <p:nvPr/>
        </p:nvSpPr>
        <p:spPr bwMode="auto">
          <a:xfrm>
            <a:off x="6019800" y="2727325"/>
            <a:ext cx="990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即</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9" name="Object 19"/>
          <p:cNvGraphicFramePr>
            <a:graphicFrameLocks noChangeAspect="1"/>
          </p:cNvGraphicFramePr>
          <p:nvPr/>
        </p:nvGraphicFramePr>
        <p:xfrm>
          <a:off x="6567488" y="2514600"/>
          <a:ext cx="1152525" cy="850900"/>
        </p:xfrm>
        <a:graphic>
          <a:graphicData uri="http://schemas.openxmlformats.org/presentationml/2006/ole">
            <mc:AlternateContent xmlns:mc="http://schemas.openxmlformats.org/markup-compatibility/2006">
              <mc:Choice xmlns:v="urn:schemas-microsoft-com:vml" Requires="v">
                <p:oleObj spid="_x0000_s18807" name="Equation" r:id="rId19" imgW="27432000" imgH="20116800" progId="Equation.DSMT4">
                  <p:embed/>
                </p:oleObj>
              </mc:Choice>
              <mc:Fallback>
                <p:oleObj name="Equation" r:id="rId19" imgW="27432000" imgH="20116800" progId="Equation.DSMT4">
                  <p:embed/>
                  <p:pic>
                    <p:nvPicPr>
                      <p:cNvPr id="0" name="图片 18806"/>
                      <p:cNvPicPr>
                        <a:picLocks noChangeAspect="1"/>
                      </p:cNvPicPr>
                      <p:nvPr/>
                    </p:nvPicPr>
                    <p:blipFill>
                      <a:blip r:embed="rId20">
                        <a:biLevel thresh="50000"/>
                        <a:grayscl/>
                      </a:blip>
                      <a:stretch>
                        <a:fillRect/>
                      </a:stretch>
                    </p:blipFill>
                    <p:spPr>
                      <a:xfrm>
                        <a:off x="6567488" y="2514600"/>
                        <a:ext cx="1152525" cy="850900"/>
                      </a:xfrm>
                      <a:prstGeom prst="rect">
                        <a:avLst/>
                      </a:prstGeom>
                      <a:noFill/>
                      <a:ln w="9525">
                        <a:noFill/>
                      </a:ln>
                    </p:spPr>
                  </p:pic>
                </p:oleObj>
              </mc:Fallback>
            </mc:AlternateContent>
          </a:graphicData>
        </a:graphic>
      </p:graphicFrame>
      <p:sp>
        <p:nvSpPr>
          <p:cNvPr id="20" name="Freeform 20"/>
          <p:cNvSpPr/>
          <p:nvPr/>
        </p:nvSpPr>
        <p:spPr bwMode="auto">
          <a:xfrm>
            <a:off x="8639175" y="1219200"/>
            <a:ext cx="1038225" cy="742950"/>
          </a:xfrm>
          <a:custGeom>
            <a:avLst/>
            <a:gdLst>
              <a:gd name="T0" fmla="*/ 9525 w 654"/>
              <a:gd name="T1" fmla="*/ 257175 h 468"/>
              <a:gd name="T2" fmla="*/ 38100 w 654"/>
              <a:gd name="T3" fmla="*/ 457200 h 468"/>
              <a:gd name="T4" fmla="*/ 66675 w 654"/>
              <a:gd name="T5" fmla="*/ 542925 h 468"/>
              <a:gd name="T6" fmla="*/ 104775 w 654"/>
              <a:gd name="T7" fmla="*/ 590550 h 468"/>
              <a:gd name="T8" fmla="*/ 133350 w 654"/>
              <a:gd name="T9" fmla="*/ 619125 h 468"/>
              <a:gd name="T10" fmla="*/ 161925 w 654"/>
              <a:gd name="T11" fmla="*/ 647700 h 468"/>
              <a:gd name="T12" fmla="*/ 190500 w 654"/>
              <a:gd name="T13" fmla="*/ 657225 h 468"/>
              <a:gd name="T14" fmla="*/ 219075 w 654"/>
              <a:gd name="T15" fmla="*/ 676275 h 468"/>
              <a:gd name="T16" fmla="*/ 247650 w 654"/>
              <a:gd name="T17" fmla="*/ 685800 h 468"/>
              <a:gd name="T18" fmla="*/ 276225 w 654"/>
              <a:gd name="T19" fmla="*/ 685800 h 468"/>
              <a:gd name="T20" fmla="*/ 304800 w 654"/>
              <a:gd name="T21" fmla="*/ 695325 h 468"/>
              <a:gd name="T22" fmla="*/ 342900 w 654"/>
              <a:gd name="T23" fmla="*/ 704850 h 468"/>
              <a:gd name="T24" fmla="*/ 371475 w 654"/>
              <a:gd name="T25" fmla="*/ 704850 h 468"/>
              <a:gd name="T26" fmla="*/ 400050 w 654"/>
              <a:gd name="T27" fmla="*/ 704850 h 468"/>
              <a:gd name="T28" fmla="*/ 428625 w 654"/>
              <a:gd name="T29" fmla="*/ 714375 h 468"/>
              <a:gd name="T30" fmla="*/ 457200 w 654"/>
              <a:gd name="T31" fmla="*/ 714375 h 468"/>
              <a:gd name="T32" fmla="*/ 485775 w 654"/>
              <a:gd name="T33" fmla="*/ 714375 h 468"/>
              <a:gd name="T34" fmla="*/ 514350 w 654"/>
              <a:gd name="T35" fmla="*/ 723900 h 468"/>
              <a:gd name="T36" fmla="*/ 552450 w 654"/>
              <a:gd name="T37" fmla="*/ 723900 h 468"/>
              <a:gd name="T38" fmla="*/ 581025 w 654"/>
              <a:gd name="T39" fmla="*/ 723900 h 468"/>
              <a:gd name="T40" fmla="*/ 609600 w 654"/>
              <a:gd name="T41" fmla="*/ 723900 h 468"/>
              <a:gd name="T42" fmla="*/ 638175 w 654"/>
              <a:gd name="T43" fmla="*/ 723900 h 468"/>
              <a:gd name="T44" fmla="*/ 666750 w 654"/>
              <a:gd name="T45" fmla="*/ 733425 h 468"/>
              <a:gd name="T46" fmla="*/ 695325 w 654"/>
              <a:gd name="T47" fmla="*/ 733425 h 468"/>
              <a:gd name="T48" fmla="*/ 723900 w 654"/>
              <a:gd name="T49" fmla="*/ 733425 h 468"/>
              <a:gd name="T50" fmla="*/ 752475 w 654"/>
              <a:gd name="T51" fmla="*/ 733425 h 468"/>
              <a:gd name="T52" fmla="*/ 790575 w 654"/>
              <a:gd name="T53" fmla="*/ 733425 h 468"/>
              <a:gd name="T54" fmla="*/ 819150 w 654"/>
              <a:gd name="T55" fmla="*/ 733425 h 468"/>
              <a:gd name="T56" fmla="*/ 847725 w 654"/>
              <a:gd name="T57" fmla="*/ 733425 h 468"/>
              <a:gd name="T58" fmla="*/ 876300 w 654"/>
              <a:gd name="T59" fmla="*/ 733425 h 468"/>
              <a:gd name="T60" fmla="*/ 904875 w 654"/>
              <a:gd name="T61" fmla="*/ 733425 h 468"/>
              <a:gd name="T62" fmla="*/ 933450 w 654"/>
              <a:gd name="T63" fmla="*/ 742950 h 468"/>
              <a:gd name="T64" fmla="*/ 962025 w 654"/>
              <a:gd name="T65" fmla="*/ 742950 h 468"/>
              <a:gd name="T66" fmla="*/ 990600 w 654"/>
              <a:gd name="T67" fmla="*/ 742950 h 468"/>
              <a:gd name="T68" fmla="*/ 1028700 w 654"/>
              <a:gd name="T69" fmla="*/ 742950 h 4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54" h="468">
                <a:moveTo>
                  <a:pt x="0" y="0"/>
                </a:moveTo>
                <a:lnTo>
                  <a:pt x="6" y="162"/>
                </a:lnTo>
                <a:lnTo>
                  <a:pt x="18" y="240"/>
                </a:lnTo>
                <a:lnTo>
                  <a:pt x="24" y="288"/>
                </a:lnTo>
                <a:lnTo>
                  <a:pt x="36" y="318"/>
                </a:lnTo>
                <a:lnTo>
                  <a:pt x="42" y="342"/>
                </a:lnTo>
                <a:lnTo>
                  <a:pt x="54" y="360"/>
                </a:lnTo>
                <a:lnTo>
                  <a:pt x="66" y="372"/>
                </a:lnTo>
                <a:lnTo>
                  <a:pt x="72" y="384"/>
                </a:lnTo>
                <a:lnTo>
                  <a:pt x="84" y="390"/>
                </a:lnTo>
                <a:lnTo>
                  <a:pt x="90" y="402"/>
                </a:lnTo>
                <a:lnTo>
                  <a:pt x="102" y="408"/>
                </a:lnTo>
                <a:lnTo>
                  <a:pt x="108" y="414"/>
                </a:lnTo>
                <a:lnTo>
                  <a:pt x="120" y="414"/>
                </a:lnTo>
                <a:lnTo>
                  <a:pt x="132" y="420"/>
                </a:lnTo>
                <a:lnTo>
                  <a:pt x="138" y="426"/>
                </a:lnTo>
                <a:lnTo>
                  <a:pt x="150" y="426"/>
                </a:lnTo>
                <a:lnTo>
                  <a:pt x="156" y="432"/>
                </a:lnTo>
                <a:lnTo>
                  <a:pt x="168" y="432"/>
                </a:lnTo>
                <a:lnTo>
                  <a:pt x="174" y="432"/>
                </a:lnTo>
                <a:lnTo>
                  <a:pt x="186" y="438"/>
                </a:lnTo>
                <a:lnTo>
                  <a:pt x="192" y="438"/>
                </a:lnTo>
                <a:lnTo>
                  <a:pt x="204" y="438"/>
                </a:lnTo>
                <a:lnTo>
                  <a:pt x="216" y="444"/>
                </a:lnTo>
                <a:lnTo>
                  <a:pt x="222" y="444"/>
                </a:lnTo>
                <a:lnTo>
                  <a:pt x="234" y="444"/>
                </a:lnTo>
                <a:lnTo>
                  <a:pt x="240" y="444"/>
                </a:lnTo>
                <a:lnTo>
                  <a:pt x="252" y="444"/>
                </a:lnTo>
                <a:lnTo>
                  <a:pt x="258" y="450"/>
                </a:lnTo>
                <a:lnTo>
                  <a:pt x="270" y="450"/>
                </a:lnTo>
                <a:lnTo>
                  <a:pt x="282" y="450"/>
                </a:lnTo>
                <a:lnTo>
                  <a:pt x="288" y="450"/>
                </a:lnTo>
                <a:lnTo>
                  <a:pt x="300" y="450"/>
                </a:lnTo>
                <a:lnTo>
                  <a:pt x="306" y="450"/>
                </a:lnTo>
                <a:lnTo>
                  <a:pt x="318" y="456"/>
                </a:lnTo>
                <a:lnTo>
                  <a:pt x="324" y="456"/>
                </a:lnTo>
                <a:lnTo>
                  <a:pt x="336" y="456"/>
                </a:lnTo>
                <a:lnTo>
                  <a:pt x="348" y="456"/>
                </a:lnTo>
                <a:lnTo>
                  <a:pt x="354" y="456"/>
                </a:lnTo>
                <a:lnTo>
                  <a:pt x="366" y="456"/>
                </a:lnTo>
                <a:lnTo>
                  <a:pt x="372" y="456"/>
                </a:lnTo>
                <a:lnTo>
                  <a:pt x="384" y="456"/>
                </a:lnTo>
                <a:lnTo>
                  <a:pt x="390" y="456"/>
                </a:lnTo>
                <a:lnTo>
                  <a:pt x="402" y="456"/>
                </a:lnTo>
                <a:lnTo>
                  <a:pt x="408" y="462"/>
                </a:lnTo>
                <a:lnTo>
                  <a:pt x="420" y="462"/>
                </a:lnTo>
                <a:lnTo>
                  <a:pt x="432" y="462"/>
                </a:lnTo>
                <a:lnTo>
                  <a:pt x="438" y="462"/>
                </a:lnTo>
                <a:lnTo>
                  <a:pt x="450" y="462"/>
                </a:lnTo>
                <a:lnTo>
                  <a:pt x="456" y="462"/>
                </a:lnTo>
                <a:lnTo>
                  <a:pt x="468" y="462"/>
                </a:lnTo>
                <a:lnTo>
                  <a:pt x="474" y="462"/>
                </a:lnTo>
                <a:lnTo>
                  <a:pt x="486" y="462"/>
                </a:lnTo>
                <a:lnTo>
                  <a:pt x="498" y="462"/>
                </a:lnTo>
                <a:lnTo>
                  <a:pt x="504" y="462"/>
                </a:lnTo>
                <a:lnTo>
                  <a:pt x="516" y="462"/>
                </a:lnTo>
                <a:lnTo>
                  <a:pt x="522" y="462"/>
                </a:lnTo>
                <a:lnTo>
                  <a:pt x="534" y="462"/>
                </a:lnTo>
                <a:lnTo>
                  <a:pt x="540" y="462"/>
                </a:lnTo>
                <a:lnTo>
                  <a:pt x="552" y="462"/>
                </a:lnTo>
                <a:lnTo>
                  <a:pt x="558" y="462"/>
                </a:lnTo>
                <a:lnTo>
                  <a:pt x="570" y="462"/>
                </a:lnTo>
                <a:lnTo>
                  <a:pt x="582" y="462"/>
                </a:lnTo>
                <a:lnTo>
                  <a:pt x="588" y="468"/>
                </a:lnTo>
                <a:lnTo>
                  <a:pt x="600" y="468"/>
                </a:lnTo>
                <a:lnTo>
                  <a:pt x="606" y="468"/>
                </a:lnTo>
                <a:lnTo>
                  <a:pt x="618" y="468"/>
                </a:lnTo>
                <a:lnTo>
                  <a:pt x="624" y="468"/>
                </a:lnTo>
                <a:lnTo>
                  <a:pt x="636" y="468"/>
                </a:lnTo>
                <a:lnTo>
                  <a:pt x="648" y="468"/>
                </a:lnTo>
                <a:lnTo>
                  <a:pt x="654" y="468"/>
                </a:lnTo>
              </a:path>
            </a:pathLst>
          </a:custGeom>
          <a:noFill/>
          <a:ln w="12700" cmpd="sng">
            <a:solidFill>
              <a:schemeClr val="accent2"/>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1" name="Freeform 21"/>
          <p:cNvSpPr/>
          <p:nvPr/>
        </p:nvSpPr>
        <p:spPr bwMode="auto">
          <a:xfrm>
            <a:off x="7543800" y="2000250"/>
            <a:ext cx="1028700" cy="742950"/>
          </a:xfrm>
          <a:custGeom>
            <a:avLst/>
            <a:gdLst>
              <a:gd name="T0" fmla="*/ 1019175 w 648"/>
              <a:gd name="T1" fmla="*/ 485775 h 468"/>
              <a:gd name="T2" fmla="*/ 990600 w 648"/>
              <a:gd name="T3" fmla="*/ 285750 h 468"/>
              <a:gd name="T4" fmla="*/ 962025 w 648"/>
              <a:gd name="T5" fmla="*/ 200025 h 468"/>
              <a:gd name="T6" fmla="*/ 923925 w 648"/>
              <a:gd name="T7" fmla="*/ 152400 h 468"/>
              <a:gd name="T8" fmla="*/ 895350 w 648"/>
              <a:gd name="T9" fmla="*/ 123825 h 468"/>
              <a:gd name="T10" fmla="*/ 866775 w 648"/>
              <a:gd name="T11" fmla="*/ 95250 h 468"/>
              <a:gd name="T12" fmla="*/ 838200 w 648"/>
              <a:gd name="T13" fmla="*/ 85725 h 468"/>
              <a:gd name="T14" fmla="*/ 809625 w 648"/>
              <a:gd name="T15" fmla="*/ 66675 h 468"/>
              <a:gd name="T16" fmla="*/ 781050 w 648"/>
              <a:gd name="T17" fmla="*/ 57150 h 468"/>
              <a:gd name="T18" fmla="*/ 752475 w 648"/>
              <a:gd name="T19" fmla="*/ 57150 h 468"/>
              <a:gd name="T20" fmla="*/ 723900 w 648"/>
              <a:gd name="T21" fmla="*/ 47625 h 468"/>
              <a:gd name="T22" fmla="*/ 685800 w 648"/>
              <a:gd name="T23" fmla="*/ 38100 h 468"/>
              <a:gd name="T24" fmla="*/ 657225 w 648"/>
              <a:gd name="T25" fmla="*/ 38100 h 468"/>
              <a:gd name="T26" fmla="*/ 628650 w 648"/>
              <a:gd name="T27" fmla="*/ 38100 h 468"/>
              <a:gd name="T28" fmla="*/ 600075 w 648"/>
              <a:gd name="T29" fmla="*/ 28575 h 468"/>
              <a:gd name="T30" fmla="*/ 571500 w 648"/>
              <a:gd name="T31" fmla="*/ 28575 h 468"/>
              <a:gd name="T32" fmla="*/ 542925 w 648"/>
              <a:gd name="T33" fmla="*/ 28575 h 468"/>
              <a:gd name="T34" fmla="*/ 514350 w 648"/>
              <a:gd name="T35" fmla="*/ 19050 h 468"/>
              <a:gd name="T36" fmla="*/ 476250 w 648"/>
              <a:gd name="T37" fmla="*/ 19050 h 468"/>
              <a:gd name="T38" fmla="*/ 447675 w 648"/>
              <a:gd name="T39" fmla="*/ 19050 h 468"/>
              <a:gd name="T40" fmla="*/ 419100 w 648"/>
              <a:gd name="T41" fmla="*/ 19050 h 468"/>
              <a:gd name="T42" fmla="*/ 390525 w 648"/>
              <a:gd name="T43" fmla="*/ 19050 h 468"/>
              <a:gd name="T44" fmla="*/ 361950 w 648"/>
              <a:gd name="T45" fmla="*/ 9525 h 468"/>
              <a:gd name="T46" fmla="*/ 333375 w 648"/>
              <a:gd name="T47" fmla="*/ 9525 h 468"/>
              <a:gd name="T48" fmla="*/ 304800 w 648"/>
              <a:gd name="T49" fmla="*/ 9525 h 468"/>
              <a:gd name="T50" fmla="*/ 276225 w 648"/>
              <a:gd name="T51" fmla="*/ 9525 h 468"/>
              <a:gd name="T52" fmla="*/ 238125 w 648"/>
              <a:gd name="T53" fmla="*/ 9525 h 468"/>
              <a:gd name="T54" fmla="*/ 209550 w 648"/>
              <a:gd name="T55" fmla="*/ 9525 h 468"/>
              <a:gd name="T56" fmla="*/ 180975 w 648"/>
              <a:gd name="T57" fmla="*/ 9525 h 468"/>
              <a:gd name="T58" fmla="*/ 152400 w 648"/>
              <a:gd name="T59" fmla="*/ 9525 h 468"/>
              <a:gd name="T60" fmla="*/ 123825 w 648"/>
              <a:gd name="T61" fmla="*/ 9525 h 468"/>
              <a:gd name="T62" fmla="*/ 95250 w 648"/>
              <a:gd name="T63" fmla="*/ 0 h 468"/>
              <a:gd name="T64" fmla="*/ 66675 w 648"/>
              <a:gd name="T65" fmla="*/ 0 h 468"/>
              <a:gd name="T66" fmla="*/ 38100 w 648"/>
              <a:gd name="T67" fmla="*/ 0 h 468"/>
              <a:gd name="T68" fmla="*/ 9525 w 648"/>
              <a:gd name="T69" fmla="*/ 0 h 4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648" h="468">
                <a:moveTo>
                  <a:pt x="648" y="468"/>
                </a:moveTo>
                <a:lnTo>
                  <a:pt x="642" y="306"/>
                </a:lnTo>
                <a:lnTo>
                  <a:pt x="630" y="228"/>
                </a:lnTo>
                <a:lnTo>
                  <a:pt x="624" y="180"/>
                </a:lnTo>
                <a:lnTo>
                  <a:pt x="612" y="150"/>
                </a:lnTo>
                <a:lnTo>
                  <a:pt x="606" y="126"/>
                </a:lnTo>
                <a:lnTo>
                  <a:pt x="594" y="108"/>
                </a:lnTo>
                <a:lnTo>
                  <a:pt x="582" y="96"/>
                </a:lnTo>
                <a:lnTo>
                  <a:pt x="576" y="84"/>
                </a:lnTo>
                <a:lnTo>
                  <a:pt x="564" y="78"/>
                </a:lnTo>
                <a:lnTo>
                  <a:pt x="558" y="66"/>
                </a:lnTo>
                <a:lnTo>
                  <a:pt x="546" y="60"/>
                </a:lnTo>
                <a:lnTo>
                  <a:pt x="540" y="54"/>
                </a:lnTo>
                <a:lnTo>
                  <a:pt x="528" y="54"/>
                </a:lnTo>
                <a:lnTo>
                  <a:pt x="516" y="48"/>
                </a:lnTo>
                <a:lnTo>
                  <a:pt x="510" y="42"/>
                </a:lnTo>
                <a:lnTo>
                  <a:pt x="498" y="42"/>
                </a:lnTo>
                <a:lnTo>
                  <a:pt x="492" y="36"/>
                </a:lnTo>
                <a:lnTo>
                  <a:pt x="480" y="36"/>
                </a:lnTo>
                <a:lnTo>
                  <a:pt x="474" y="36"/>
                </a:lnTo>
                <a:lnTo>
                  <a:pt x="462" y="30"/>
                </a:lnTo>
                <a:lnTo>
                  <a:pt x="456" y="30"/>
                </a:lnTo>
                <a:lnTo>
                  <a:pt x="444" y="30"/>
                </a:lnTo>
                <a:lnTo>
                  <a:pt x="432" y="24"/>
                </a:lnTo>
                <a:lnTo>
                  <a:pt x="426" y="24"/>
                </a:lnTo>
                <a:lnTo>
                  <a:pt x="414" y="24"/>
                </a:lnTo>
                <a:lnTo>
                  <a:pt x="408" y="24"/>
                </a:lnTo>
                <a:lnTo>
                  <a:pt x="396" y="24"/>
                </a:lnTo>
                <a:lnTo>
                  <a:pt x="390" y="18"/>
                </a:lnTo>
                <a:lnTo>
                  <a:pt x="378" y="18"/>
                </a:lnTo>
                <a:lnTo>
                  <a:pt x="366" y="18"/>
                </a:lnTo>
                <a:lnTo>
                  <a:pt x="360" y="18"/>
                </a:lnTo>
                <a:lnTo>
                  <a:pt x="348" y="18"/>
                </a:lnTo>
                <a:lnTo>
                  <a:pt x="342" y="18"/>
                </a:lnTo>
                <a:lnTo>
                  <a:pt x="330" y="12"/>
                </a:lnTo>
                <a:lnTo>
                  <a:pt x="324" y="12"/>
                </a:lnTo>
                <a:lnTo>
                  <a:pt x="312" y="12"/>
                </a:lnTo>
                <a:lnTo>
                  <a:pt x="300" y="12"/>
                </a:lnTo>
                <a:lnTo>
                  <a:pt x="294" y="12"/>
                </a:lnTo>
                <a:lnTo>
                  <a:pt x="282" y="12"/>
                </a:lnTo>
                <a:lnTo>
                  <a:pt x="276" y="12"/>
                </a:lnTo>
                <a:lnTo>
                  <a:pt x="264" y="12"/>
                </a:lnTo>
                <a:lnTo>
                  <a:pt x="258" y="12"/>
                </a:lnTo>
                <a:lnTo>
                  <a:pt x="246" y="12"/>
                </a:lnTo>
                <a:lnTo>
                  <a:pt x="240" y="6"/>
                </a:lnTo>
                <a:lnTo>
                  <a:pt x="228" y="6"/>
                </a:lnTo>
                <a:lnTo>
                  <a:pt x="216" y="6"/>
                </a:lnTo>
                <a:lnTo>
                  <a:pt x="210" y="6"/>
                </a:lnTo>
                <a:lnTo>
                  <a:pt x="198" y="6"/>
                </a:lnTo>
                <a:lnTo>
                  <a:pt x="192" y="6"/>
                </a:lnTo>
                <a:lnTo>
                  <a:pt x="180" y="6"/>
                </a:lnTo>
                <a:lnTo>
                  <a:pt x="174" y="6"/>
                </a:lnTo>
                <a:lnTo>
                  <a:pt x="162" y="6"/>
                </a:lnTo>
                <a:lnTo>
                  <a:pt x="150" y="6"/>
                </a:lnTo>
                <a:lnTo>
                  <a:pt x="144" y="6"/>
                </a:lnTo>
                <a:lnTo>
                  <a:pt x="132" y="6"/>
                </a:lnTo>
                <a:lnTo>
                  <a:pt x="126" y="6"/>
                </a:lnTo>
                <a:lnTo>
                  <a:pt x="114" y="6"/>
                </a:lnTo>
                <a:lnTo>
                  <a:pt x="108" y="6"/>
                </a:lnTo>
                <a:lnTo>
                  <a:pt x="96" y="6"/>
                </a:lnTo>
                <a:lnTo>
                  <a:pt x="90" y="6"/>
                </a:lnTo>
                <a:lnTo>
                  <a:pt x="78" y="6"/>
                </a:lnTo>
                <a:lnTo>
                  <a:pt x="66" y="0"/>
                </a:lnTo>
                <a:lnTo>
                  <a:pt x="60" y="0"/>
                </a:lnTo>
                <a:lnTo>
                  <a:pt x="48" y="0"/>
                </a:lnTo>
                <a:lnTo>
                  <a:pt x="42" y="0"/>
                </a:lnTo>
                <a:lnTo>
                  <a:pt x="30" y="0"/>
                </a:lnTo>
                <a:lnTo>
                  <a:pt x="24" y="0"/>
                </a:lnTo>
                <a:lnTo>
                  <a:pt x="12" y="0"/>
                </a:lnTo>
                <a:lnTo>
                  <a:pt x="6" y="0"/>
                </a:lnTo>
                <a:lnTo>
                  <a:pt x="0" y="0"/>
                </a:lnTo>
              </a:path>
            </a:pathLst>
          </a:custGeom>
          <a:noFill/>
          <a:ln w="12700" cmpd="sng">
            <a:solidFill>
              <a:schemeClr val="accent2"/>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22" name="Group 22"/>
          <p:cNvGrpSpPr/>
          <p:nvPr/>
        </p:nvGrpSpPr>
        <p:grpSpPr bwMode="auto">
          <a:xfrm>
            <a:off x="7562851" y="815975"/>
            <a:ext cx="2208213" cy="2232024"/>
            <a:chOff x="4122" y="316"/>
            <a:chExt cx="1391" cy="1406"/>
          </a:xfrm>
        </p:grpSpPr>
        <p:sp>
          <p:nvSpPr>
            <p:cNvPr id="23" name="Line 23"/>
            <p:cNvSpPr>
              <a:spLocks noChangeShapeType="1"/>
            </p:cNvSpPr>
            <p:nvPr/>
          </p:nvSpPr>
          <p:spPr bwMode="auto">
            <a:xfrm>
              <a:off x="4122" y="1050"/>
              <a:ext cx="1314" cy="1"/>
            </a:xfrm>
            <a:prstGeom prst="line">
              <a:avLst/>
            </a:prstGeom>
            <a:noFill/>
            <a:ln w="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4" name="Line 24"/>
            <p:cNvSpPr>
              <a:spLocks noChangeShapeType="1"/>
            </p:cNvSpPr>
            <p:nvPr/>
          </p:nvSpPr>
          <p:spPr bwMode="auto">
            <a:xfrm>
              <a:off x="4776" y="378"/>
              <a:ext cx="1" cy="1344"/>
            </a:xfrm>
            <a:prstGeom prst="line">
              <a:avLst/>
            </a:prstGeom>
            <a:noFill/>
            <a:ln w="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5" name="Object 25"/>
            <p:cNvGraphicFramePr>
              <a:graphicFrameLocks noChangeAspect="1"/>
            </p:cNvGraphicFramePr>
            <p:nvPr/>
          </p:nvGraphicFramePr>
          <p:xfrm>
            <a:off x="4788" y="1054"/>
            <a:ext cx="188" cy="199"/>
          </p:xfrm>
          <a:graphic>
            <a:graphicData uri="http://schemas.openxmlformats.org/presentationml/2006/ole">
              <mc:AlternateContent xmlns:mc="http://schemas.openxmlformats.org/markup-compatibility/2006">
                <mc:Choice xmlns:v="urn:schemas-microsoft-com:vml" Requires="v">
                  <p:oleObj spid="_x0000_s18808" name="Equation" r:id="rId21" imgW="3048000" imgH="3352800" progId="Equation.DSMT4">
                    <p:embed/>
                  </p:oleObj>
                </mc:Choice>
                <mc:Fallback>
                  <p:oleObj name="Equation" r:id="rId21" imgW="3048000" imgH="3352800" progId="Equation.DSMT4">
                    <p:embed/>
                    <p:pic>
                      <p:nvPicPr>
                        <p:cNvPr id="0" name="图片 18807"/>
                        <p:cNvPicPr>
                          <a:picLocks noChangeAspect="1"/>
                        </p:cNvPicPr>
                        <p:nvPr/>
                      </p:nvPicPr>
                      <p:blipFill>
                        <a:blip r:embed="rId22"/>
                        <a:stretch>
                          <a:fillRect/>
                        </a:stretch>
                      </p:blipFill>
                      <p:spPr>
                        <a:xfrm>
                          <a:off x="4788" y="1054"/>
                          <a:ext cx="188" cy="199"/>
                        </a:xfrm>
                        <a:prstGeom prst="rect">
                          <a:avLst/>
                        </a:prstGeom>
                        <a:noFill/>
                        <a:ln w="9525">
                          <a:noFill/>
                        </a:ln>
                      </p:spPr>
                    </p:pic>
                  </p:oleObj>
                </mc:Fallback>
              </mc:AlternateContent>
            </a:graphicData>
          </a:graphic>
        </p:graphicFrame>
        <p:graphicFrame>
          <p:nvGraphicFramePr>
            <p:cNvPr id="26" name="Object 26"/>
            <p:cNvGraphicFramePr>
              <a:graphicFrameLocks noChangeAspect="1"/>
            </p:cNvGraphicFramePr>
            <p:nvPr/>
          </p:nvGraphicFramePr>
          <p:xfrm>
            <a:off x="5324" y="1054"/>
            <a:ext cx="189" cy="199"/>
          </p:xfrm>
          <a:graphic>
            <a:graphicData uri="http://schemas.openxmlformats.org/presentationml/2006/ole">
              <mc:AlternateContent xmlns:mc="http://schemas.openxmlformats.org/markup-compatibility/2006">
                <mc:Choice xmlns:v="urn:schemas-microsoft-com:vml" Requires="v">
                  <p:oleObj spid="_x0000_s18809" name="Equation" r:id="rId23" imgW="3048000" imgH="3352800" progId="Equation.DSMT4">
                    <p:embed/>
                  </p:oleObj>
                </mc:Choice>
                <mc:Fallback>
                  <p:oleObj name="Equation" r:id="rId23" imgW="3048000" imgH="3352800" progId="Equation.DSMT4">
                    <p:embed/>
                    <p:pic>
                      <p:nvPicPr>
                        <p:cNvPr id="0" name="图片 18808"/>
                        <p:cNvPicPr>
                          <a:picLocks noChangeAspect="1"/>
                        </p:cNvPicPr>
                        <p:nvPr/>
                      </p:nvPicPr>
                      <p:blipFill>
                        <a:blip r:embed="rId24"/>
                        <a:stretch>
                          <a:fillRect/>
                        </a:stretch>
                      </p:blipFill>
                      <p:spPr>
                        <a:xfrm>
                          <a:off x="5324" y="1054"/>
                          <a:ext cx="189" cy="199"/>
                        </a:xfrm>
                        <a:prstGeom prst="rect">
                          <a:avLst/>
                        </a:prstGeom>
                        <a:noFill/>
                        <a:ln w="9525">
                          <a:noFill/>
                        </a:ln>
                      </p:spPr>
                    </p:pic>
                  </p:oleObj>
                </mc:Fallback>
              </mc:AlternateContent>
            </a:graphicData>
          </a:graphic>
        </p:graphicFrame>
        <p:graphicFrame>
          <p:nvGraphicFramePr>
            <p:cNvPr id="27" name="Object 27"/>
            <p:cNvGraphicFramePr>
              <a:graphicFrameLocks noChangeAspect="1"/>
            </p:cNvGraphicFramePr>
            <p:nvPr/>
          </p:nvGraphicFramePr>
          <p:xfrm>
            <a:off x="4802" y="316"/>
            <a:ext cx="199" cy="236"/>
          </p:xfrm>
          <a:graphic>
            <a:graphicData uri="http://schemas.openxmlformats.org/presentationml/2006/ole">
              <mc:AlternateContent xmlns:mc="http://schemas.openxmlformats.org/markup-compatibility/2006">
                <mc:Choice xmlns:v="urn:schemas-microsoft-com:vml" Requires="v">
                  <p:oleObj spid="_x0000_s18810" name="Equation" r:id="rId25" imgW="3352800" imgH="3962400" progId="Equation.DSMT4">
                    <p:embed/>
                  </p:oleObj>
                </mc:Choice>
                <mc:Fallback>
                  <p:oleObj name="Equation" r:id="rId25" imgW="3352800" imgH="3962400" progId="Equation.DSMT4">
                    <p:embed/>
                    <p:pic>
                      <p:nvPicPr>
                        <p:cNvPr id="0" name="图片 18809"/>
                        <p:cNvPicPr>
                          <a:picLocks noChangeAspect="1"/>
                        </p:cNvPicPr>
                        <p:nvPr/>
                      </p:nvPicPr>
                      <p:blipFill>
                        <a:blip r:embed="rId26"/>
                        <a:stretch>
                          <a:fillRect/>
                        </a:stretch>
                      </p:blipFill>
                      <p:spPr>
                        <a:xfrm>
                          <a:off x="4802" y="316"/>
                          <a:ext cx="199" cy="236"/>
                        </a:xfrm>
                        <a:prstGeom prst="rect">
                          <a:avLst/>
                        </a:prstGeom>
                        <a:noFill/>
                        <a:ln w="9525">
                          <a:noFill/>
                        </a:ln>
                      </p:spPr>
                    </p:pic>
                  </p:oleObj>
                </mc:Fallback>
              </mc:AlternateContent>
            </a:graphicData>
          </a:graphic>
        </p:graphicFrame>
      </p:grpSp>
      <p:graphicFrame>
        <p:nvGraphicFramePr>
          <p:cNvPr id="28" name="Object 28"/>
          <p:cNvGraphicFramePr>
            <a:graphicFrameLocks noChangeAspect="1"/>
          </p:cNvGraphicFramePr>
          <p:nvPr/>
        </p:nvGraphicFramePr>
        <p:xfrm>
          <a:off x="8755373" y="1066800"/>
          <a:ext cx="850680" cy="838080"/>
        </p:xfrm>
        <a:graphic>
          <a:graphicData uri="http://schemas.openxmlformats.org/presentationml/2006/ole">
            <mc:AlternateContent xmlns:mc="http://schemas.openxmlformats.org/markup-compatibility/2006">
              <mc:Choice xmlns:v="urn:schemas-microsoft-com:vml" Requires="v">
                <p:oleObj spid="_x0000_s18811" name="Equation" r:id="rId27" imgW="20421600" imgH="20116800" progId="Equation.DSMT4">
                  <p:embed/>
                </p:oleObj>
              </mc:Choice>
              <mc:Fallback>
                <p:oleObj name="Equation" r:id="rId27" imgW="20421600" imgH="20116800" progId="Equation.DSMT4">
                  <p:embed/>
                  <p:pic>
                    <p:nvPicPr>
                      <p:cNvPr id="0" name="图片 18810"/>
                      <p:cNvPicPr>
                        <a:picLocks noChangeAspect="1"/>
                      </p:cNvPicPr>
                      <p:nvPr/>
                    </p:nvPicPr>
                    <p:blipFill>
                      <a:blip r:embed="rId28"/>
                      <a:stretch>
                        <a:fillRect/>
                      </a:stretch>
                    </p:blipFill>
                    <p:spPr>
                      <a:xfrm>
                        <a:off x="8755373" y="1066800"/>
                        <a:ext cx="850680" cy="838080"/>
                      </a:xfrm>
                      <a:prstGeom prst="rect">
                        <a:avLst/>
                      </a:prstGeom>
                      <a:noFill/>
                      <a:ln w="9525">
                        <a:noFill/>
                      </a:ln>
                    </p:spPr>
                  </p:pic>
                </p:oleObj>
              </mc:Fallback>
            </mc:AlternateContent>
          </a:graphicData>
        </a:graphic>
      </p:graphicFrame>
      <p:sp>
        <p:nvSpPr>
          <p:cNvPr id="29" name="Line 29"/>
          <p:cNvSpPr>
            <a:spLocks noChangeShapeType="1"/>
          </p:cNvSpPr>
          <p:nvPr/>
        </p:nvSpPr>
        <p:spPr bwMode="auto">
          <a:xfrm>
            <a:off x="7543800" y="1981200"/>
            <a:ext cx="2057400" cy="0"/>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500"/>
                                        <p:tgtEl>
                                          <p:spTgt spid="14"/>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left)">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left)">
                                      <p:cBhvr>
                                        <p:cTn id="39" dur="500"/>
                                        <p:tgtEl>
                                          <p:spTgt spid="18"/>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wipe(left)">
                                      <p:cBhvr>
                                        <p:cTn id="48" dur="500"/>
                                        <p:tgtEl>
                                          <p:spTgt spid="7"/>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left)">
                                      <p:cBhvr>
                                        <p:cTn id="52" dur="500"/>
                                        <p:tgtEl>
                                          <p:spTgt spid="8"/>
                                        </p:tgtEl>
                                      </p:cBhvr>
                                    </p:animEffect>
                                  </p:childTnLst>
                                </p:cTn>
                              </p:par>
                            </p:childTnLst>
                          </p:cTn>
                        </p:par>
                        <p:par>
                          <p:cTn id="53" fill="hold">
                            <p:stCondLst>
                              <p:cond delay="1000"/>
                            </p:stCondLst>
                            <p:childTnLst>
                              <p:par>
                                <p:cTn id="54" presetID="22" presetClass="entr" presetSubtype="8" fill="hold" nodeType="after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wipe(left)">
                                      <p:cBhvr>
                                        <p:cTn id="56" dur="500"/>
                                        <p:tgtEl>
                                          <p:spTgt spid="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wipe(left)">
                                      <p:cBhvr>
                                        <p:cTn id="61" dur="500"/>
                                        <p:tgtEl>
                                          <p:spTgt spid="13"/>
                                        </p:tgtEl>
                                      </p:cBhvr>
                                    </p:animEffect>
                                  </p:childTnLst>
                                </p:cTn>
                              </p:par>
                            </p:childTnLst>
                          </p:cTn>
                        </p:par>
                        <p:par>
                          <p:cTn id="62" fill="hold">
                            <p:stCondLst>
                              <p:cond delay="500"/>
                            </p:stCondLst>
                            <p:childTnLst>
                              <p:par>
                                <p:cTn id="63" presetID="22" presetClass="entr" presetSubtype="8" fill="hold" nodeType="after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wipe(left)">
                                      <p:cBhvr>
                                        <p:cTn id="65" dur="500"/>
                                        <p:tgtEl>
                                          <p:spTgt spid="10"/>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1"/>
                                        </p:tgtEl>
                                        <p:attrNameLst>
                                          <p:attrName>style.visibility</p:attrName>
                                        </p:attrNameLst>
                                      </p:cBhvr>
                                      <p:to>
                                        <p:strVal val="visible"/>
                                      </p:to>
                                    </p:set>
                                    <p:animEffect transition="in" filter="wipe(left)">
                                      <p:cBhvr>
                                        <p:cTn id="70" dur="500"/>
                                        <p:tgtEl>
                                          <p:spTgt spid="11"/>
                                        </p:tgtEl>
                                      </p:cBhvr>
                                    </p:animEffec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wipe(left)">
                                      <p:cBhvr>
                                        <p:cTn id="74" dur="500"/>
                                        <p:tgtEl>
                                          <p:spTgt spid="12"/>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wipe(left)">
                                      <p:cBhvr>
                                        <p:cTn id="79" dur="500"/>
                                        <p:tgtEl>
                                          <p:spTgt spid="22"/>
                                        </p:tgtEl>
                                      </p:cBhvr>
                                    </p:animEffect>
                                  </p:childTnLst>
                                </p:cTn>
                              </p:par>
                            </p:childTnLst>
                          </p:cTn>
                        </p:par>
                        <p:par>
                          <p:cTn id="80" fill="hold">
                            <p:stCondLst>
                              <p:cond delay="500"/>
                            </p:stCondLst>
                            <p:childTnLst>
                              <p:par>
                                <p:cTn id="81" presetID="22" presetClass="entr" presetSubtype="8" fill="hold" grpId="0" nodeType="afterEffect">
                                  <p:stCondLst>
                                    <p:cond delay="0"/>
                                  </p:stCondLst>
                                  <p:childTnLst>
                                    <p:set>
                                      <p:cBhvr>
                                        <p:cTn id="82" dur="1" fill="hold">
                                          <p:stCondLst>
                                            <p:cond delay="0"/>
                                          </p:stCondLst>
                                        </p:cTn>
                                        <p:tgtEl>
                                          <p:spTgt spid="21"/>
                                        </p:tgtEl>
                                        <p:attrNameLst>
                                          <p:attrName>style.visibility</p:attrName>
                                        </p:attrNameLst>
                                      </p:cBhvr>
                                      <p:to>
                                        <p:strVal val="visible"/>
                                      </p:to>
                                    </p:set>
                                    <p:animEffect transition="in" filter="wipe(left)">
                                      <p:cBhvr>
                                        <p:cTn id="83" dur="500"/>
                                        <p:tgtEl>
                                          <p:spTgt spid="21"/>
                                        </p:tgtEl>
                                      </p:cBhvr>
                                    </p:animEffect>
                                  </p:childTnLst>
                                </p:cTn>
                              </p:par>
                            </p:childTnLst>
                          </p:cTn>
                        </p:par>
                        <p:par>
                          <p:cTn id="84" fill="hold">
                            <p:stCondLst>
                              <p:cond delay="1000"/>
                            </p:stCondLst>
                            <p:childTnLst>
                              <p:par>
                                <p:cTn id="85" presetID="22" presetClass="entr" presetSubtype="8" fill="hold" grpId="0" nodeType="after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wipe(left)">
                                      <p:cBhvr>
                                        <p:cTn id="87" dur="500"/>
                                        <p:tgtEl>
                                          <p:spTgt spid="20"/>
                                        </p:tgtEl>
                                      </p:cBhvr>
                                    </p:animEffect>
                                  </p:childTnLst>
                                </p:cTn>
                              </p:par>
                            </p:childTnLst>
                          </p:cTn>
                        </p:par>
                        <p:par>
                          <p:cTn id="88" fill="hold">
                            <p:stCondLst>
                              <p:cond delay="1500"/>
                            </p:stCondLst>
                            <p:childTnLst>
                              <p:par>
                                <p:cTn id="89" presetID="22" presetClass="entr" presetSubtype="8" fill="hold" nodeType="after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wipe(left)">
                                      <p:cBhvr>
                                        <p:cTn id="91" dur="500"/>
                                        <p:tgtEl>
                                          <p:spTgt spid="28"/>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9"/>
                                        </p:tgtEl>
                                        <p:attrNameLst>
                                          <p:attrName>style.visibility</p:attrName>
                                        </p:attrNameLst>
                                      </p:cBhvr>
                                      <p:to>
                                        <p:strVal val="visible"/>
                                      </p:to>
                                    </p:set>
                                    <p:animEffect transition="in" filter="wipe(left)">
                                      <p:cBhvr>
                                        <p:cTn id="9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autoUpdateAnimBg="0"/>
      <p:bldP spid="7" grpId="0" bldLvl="0" animBg="1" autoUpdateAnimBg="0"/>
      <p:bldP spid="11" grpId="0" bldLvl="0" animBg="1" autoUpdateAnimBg="0"/>
      <p:bldP spid="13" grpId="0" bldLvl="0" animBg="1" autoUpdateAnimBg="0"/>
      <p:bldP spid="14" grpId="0" bldLvl="0" animBg="1" autoUpdateAnimBg="0"/>
      <p:bldP spid="16" grpId="0" bldLvl="0" animBg="1" autoUpdateAnimBg="0"/>
      <p:bldP spid="18" grpId="0" bldLvl="0" animBg="1" autoUpdateAnimBg="0"/>
      <p:bldP spid="20" grpId="0" bldLvl="0" animBg="1"/>
      <p:bldP spid="21" grpId="0" bldLvl="0" animBg="1"/>
      <p:bldP spid="29"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732280" y="2048510"/>
            <a:ext cx="3217863"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定义</a:t>
            </a:r>
            <a:r>
              <a:rPr lang="en-US"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1.2.3  </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设函数</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 name="Object 3"/>
          <p:cNvGraphicFramePr>
            <a:graphicFrameLocks noChangeAspect="1"/>
          </p:cNvGraphicFramePr>
          <p:nvPr/>
        </p:nvGraphicFramePr>
        <p:xfrm>
          <a:off x="4550728" y="2124710"/>
          <a:ext cx="749300" cy="400050"/>
        </p:xfrm>
        <a:graphic>
          <a:graphicData uri="http://schemas.openxmlformats.org/presentationml/2006/ole">
            <mc:AlternateContent xmlns:mc="http://schemas.openxmlformats.org/markup-compatibility/2006">
              <mc:Choice xmlns:v="urn:schemas-microsoft-com:vml" Requires="v">
                <p:oleObj spid="_x0000_s19457" name="Equation" r:id="rId1" imgW="17678400" imgH="9448800" progId="Equation.DSMT4">
                  <p:embed/>
                </p:oleObj>
              </mc:Choice>
              <mc:Fallback>
                <p:oleObj name="Equation" r:id="rId1" imgW="17678400" imgH="9448800" progId="Equation.DSMT4">
                  <p:embed/>
                  <p:pic>
                    <p:nvPicPr>
                      <p:cNvPr id="0" name="图片 19456"/>
                      <p:cNvPicPr>
                        <a:picLocks noChangeAspect="1"/>
                      </p:cNvPicPr>
                      <p:nvPr/>
                    </p:nvPicPr>
                    <p:blipFill>
                      <a:blip r:embed="rId2">
                        <a:biLevel thresh="50000"/>
                        <a:grayscl/>
                      </a:blip>
                      <a:stretch>
                        <a:fillRect/>
                      </a:stretch>
                    </p:blipFill>
                    <p:spPr>
                      <a:xfrm>
                        <a:off x="4550728" y="2124710"/>
                        <a:ext cx="749300" cy="400050"/>
                      </a:xfrm>
                      <a:prstGeom prst="rect">
                        <a:avLst/>
                      </a:prstGeom>
                      <a:noFill/>
                      <a:ln w="9525">
                        <a:noFill/>
                      </a:ln>
                    </p:spPr>
                  </p:pic>
                </p:oleObj>
              </mc:Fallback>
            </mc:AlternateContent>
          </a:graphicData>
        </a:graphic>
      </p:graphicFrame>
      <p:sp>
        <p:nvSpPr>
          <p:cNvPr id="4" name="Text Box 4"/>
          <p:cNvSpPr txBox="1">
            <a:spLocks noChangeArrowheads="1"/>
          </p:cNvSpPr>
          <p:nvPr/>
        </p:nvSpPr>
        <p:spPr bwMode="auto">
          <a:xfrm>
            <a:off x="5238433" y="2078355"/>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在点</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 name="Object 5"/>
          <p:cNvGraphicFramePr>
            <a:graphicFrameLocks noChangeAspect="1"/>
          </p:cNvGraphicFramePr>
          <p:nvPr/>
        </p:nvGraphicFramePr>
        <p:xfrm>
          <a:off x="6148705" y="2139950"/>
          <a:ext cx="368300" cy="441325"/>
        </p:xfrm>
        <a:graphic>
          <a:graphicData uri="http://schemas.openxmlformats.org/presentationml/2006/ole">
            <mc:AlternateContent xmlns:mc="http://schemas.openxmlformats.org/markup-compatibility/2006">
              <mc:Choice xmlns:v="urn:schemas-microsoft-com:vml" Requires="v">
                <p:oleObj spid="_x0000_s19969" name="Equation" r:id="rId3" imgW="8534400" imgH="10363200" progId="Equation.DSMT4">
                  <p:embed/>
                </p:oleObj>
              </mc:Choice>
              <mc:Fallback>
                <p:oleObj name="Equation" r:id="rId3" imgW="8534400" imgH="10363200" progId="Equation.DSMT4">
                  <p:embed/>
                  <p:pic>
                    <p:nvPicPr>
                      <p:cNvPr id="0" name="图片 19968"/>
                      <p:cNvPicPr>
                        <a:picLocks noChangeAspect="1"/>
                      </p:cNvPicPr>
                      <p:nvPr/>
                    </p:nvPicPr>
                    <p:blipFill>
                      <a:blip r:embed="rId4">
                        <a:biLevel thresh="50000"/>
                        <a:grayscl/>
                      </a:blip>
                      <a:stretch>
                        <a:fillRect/>
                      </a:stretch>
                    </p:blipFill>
                    <p:spPr>
                      <a:xfrm>
                        <a:off x="6148705" y="2139950"/>
                        <a:ext cx="368300" cy="441325"/>
                      </a:xfrm>
                      <a:prstGeom prst="rect">
                        <a:avLst/>
                      </a:prstGeom>
                      <a:noFill/>
                      <a:ln w="9525">
                        <a:noFill/>
                      </a:ln>
                    </p:spPr>
                  </p:pic>
                </p:oleObj>
              </mc:Fallback>
            </mc:AlternateContent>
          </a:graphicData>
        </a:graphic>
      </p:graphicFrame>
      <p:sp>
        <p:nvSpPr>
          <p:cNvPr id="6" name="Text Box 6"/>
          <p:cNvSpPr txBox="1">
            <a:spLocks noChangeArrowheads="1"/>
          </p:cNvSpPr>
          <p:nvPr/>
        </p:nvSpPr>
        <p:spPr bwMode="auto">
          <a:xfrm>
            <a:off x="6516688" y="2108200"/>
            <a:ext cx="409575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的某去心邻域内有定义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7" name="Object 7"/>
          <p:cNvGraphicFramePr>
            <a:graphicFrameLocks noChangeAspect="1"/>
          </p:cNvGraphicFramePr>
          <p:nvPr/>
        </p:nvGraphicFramePr>
        <p:xfrm>
          <a:off x="2230681" y="2728265"/>
          <a:ext cx="1268126" cy="517967"/>
        </p:xfrm>
        <a:graphic>
          <a:graphicData uri="http://schemas.openxmlformats.org/presentationml/2006/ole">
            <mc:AlternateContent xmlns:mc="http://schemas.openxmlformats.org/markup-compatibility/2006">
              <mc:Choice xmlns:v="urn:schemas-microsoft-com:vml" Requires="v">
                <p:oleObj spid="_x0000_s19970" name="Equation" r:id="rId5" imgW="12496800" imgH="4876800" progId="Equation.DSMT4">
                  <p:embed/>
                </p:oleObj>
              </mc:Choice>
              <mc:Fallback>
                <p:oleObj name="Equation" r:id="rId5" imgW="12496800" imgH="4876800" progId="Equation.DSMT4">
                  <p:embed/>
                  <p:pic>
                    <p:nvPicPr>
                      <p:cNvPr id="0" name="图片 19969"/>
                      <p:cNvPicPr>
                        <a:picLocks noChangeAspect="1"/>
                      </p:cNvPicPr>
                      <p:nvPr/>
                    </p:nvPicPr>
                    <p:blipFill>
                      <a:blip r:embed="rId6"/>
                      <a:stretch>
                        <a:fillRect/>
                      </a:stretch>
                    </p:blipFill>
                    <p:spPr>
                      <a:xfrm>
                        <a:off x="2230681" y="2728265"/>
                        <a:ext cx="1268126" cy="517967"/>
                      </a:xfrm>
                      <a:prstGeom prst="rect">
                        <a:avLst/>
                      </a:prstGeom>
                      <a:noFill/>
                      <a:ln w="9525">
                        <a:noFill/>
                      </a:ln>
                    </p:spPr>
                  </p:pic>
                </p:oleObj>
              </mc:Fallback>
            </mc:AlternateContent>
          </a:graphicData>
        </a:graphic>
      </p:graphicFrame>
      <p:graphicFrame>
        <p:nvGraphicFramePr>
          <p:cNvPr id="8" name="Object 8"/>
          <p:cNvGraphicFramePr>
            <a:graphicFrameLocks noChangeAspect="1"/>
          </p:cNvGraphicFramePr>
          <p:nvPr/>
        </p:nvGraphicFramePr>
        <p:xfrm>
          <a:off x="3514015" y="2737495"/>
          <a:ext cx="1232403" cy="513502"/>
        </p:xfrm>
        <a:graphic>
          <a:graphicData uri="http://schemas.openxmlformats.org/presentationml/2006/ole">
            <mc:AlternateContent xmlns:mc="http://schemas.openxmlformats.org/markup-compatibility/2006">
              <mc:Choice xmlns:v="urn:schemas-microsoft-com:vml" Requires="v">
                <p:oleObj spid="_x0000_s19971" name="Equation" r:id="rId7" imgW="12192000" imgH="4876800" progId="Equation.DSMT4">
                  <p:embed/>
                </p:oleObj>
              </mc:Choice>
              <mc:Fallback>
                <p:oleObj name="Equation" r:id="rId7" imgW="12192000" imgH="4876800" progId="Equation.DSMT4">
                  <p:embed/>
                  <p:pic>
                    <p:nvPicPr>
                      <p:cNvPr id="0" name="图片 19970"/>
                      <p:cNvPicPr>
                        <a:picLocks noChangeAspect="1"/>
                      </p:cNvPicPr>
                      <p:nvPr/>
                    </p:nvPicPr>
                    <p:blipFill>
                      <a:blip r:embed="rId8"/>
                      <a:stretch>
                        <a:fillRect/>
                      </a:stretch>
                    </p:blipFill>
                    <p:spPr>
                      <a:xfrm>
                        <a:off x="3514015" y="2737495"/>
                        <a:ext cx="1232403" cy="513502"/>
                      </a:xfrm>
                      <a:prstGeom prst="rect">
                        <a:avLst/>
                      </a:prstGeom>
                      <a:noFill/>
                      <a:ln w="9525">
                        <a:noFill/>
                      </a:ln>
                    </p:spPr>
                  </p:pic>
                </p:oleObj>
              </mc:Fallback>
            </mc:AlternateContent>
          </a:graphicData>
        </a:graphic>
      </p:graphicFrame>
      <p:sp>
        <p:nvSpPr>
          <p:cNvPr id="9" name="Text Box 9"/>
          <p:cNvSpPr txBox="1">
            <a:spLocks noChangeArrowheads="1"/>
          </p:cNvSpPr>
          <p:nvPr/>
        </p:nvSpPr>
        <p:spPr bwMode="auto">
          <a:xfrm>
            <a:off x="4687888" y="2695893"/>
            <a:ext cx="1143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0" name="Object 10"/>
          <p:cNvGraphicFramePr>
            <a:graphicFrameLocks noChangeAspect="1"/>
          </p:cNvGraphicFramePr>
          <p:nvPr/>
        </p:nvGraphicFramePr>
        <p:xfrm>
          <a:off x="5187836" y="2653255"/>
          <a:ext cx="2312989" cy="634062"/>
        </p:xfrm>
        <a:graphic>
          <a:graphicData uri="http://schemas.openxmlformats.org/presentationml/2006/ole">
            <mc:AlternateContent xmlns:mc="http://schemas.openxmlformats.org/markup-compatibility/2006">
              <mc:Choice xmlns:v="urn:schemas-microsoft-com:vml" Requires="v">
                <p:oleObj spid="_x0000_s19972" name="Equation" r:id="rId9" imgW="23164800" imgH="6096000" progId="Equation.DSMT4">
                  <p:embed/>
                </p:oleObj>
              </mc:Choice>
              <mc:Fallback>
                <p:oleObj name="Equation" r:id="rId9" imgW="23164800" imgH="6096000" progId="Equation.DSMT4">
                  <p:embed/>
                  <p:pic>
                    <p:nvPicPr>
                      <p:cNvPr id="0" name="图片 19971"/>
                      <p:cNvPicPr>
                        <a:picLocks noChangeAspect="1"/>
                      </p:cNvPicPr>
                      <p:nvPr/>
                    </p:nvPicPr>
                    <p:blipFill>
                      <a:blip r:embed="rId10"/>
                      <a:stretch>
                        <a:fillRect/>
                      </a:stretch>
                    </p:blipFill>
                    <p:spPr>
                      <a:xfrm>
                        <a:off x="5187836" y="2653255"/>
                        <a:ext cx="2312989" cy="634062"/>
                      </a:xfrm>
                      <a:prstGeom prst="rect">
                        <a:avLst/>
                      </a:prstGeom>
                      <a:noFill/>
                      <a:ln w="9525">
                        <a:noFill/>
                      </a:ln>
                    </p:spPr>
                  </p:pic>
                </p:oleObj>
              </mc:Fallback>
            </mc:AlternateContent>
          </a:graphicData>
        </a:graphic>
      </p:graphicFrame>
      <p:sp>
        <p:nvSpPr>
          <p:cNvPr id="11" name="Text Box 11"/>
          <p:cNvSpPr txBox="1">
            <a:spLocks noChangeArrowheads="1"/>
          </p:cNvSpPr>
          <p:nvPr/>
        </p:nvSpPr>
        <p:spPr bwMode="auto">
          <a:xfrm>
            <a:off x="7500303" y="2690813"/>
            <a:ext cx="1447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有</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2" name="Object 12"/>
          <p:cNvGraphicFramePr>
            <a:graphicFrameLocks noChangeAspect="1"/>
          </p:cNvGraphicFramePr>
          <p:nvPr/>
        </p:nvGraphicFramePr>
        <p:xfrm>
          <a:off x="8450421" y="2634205"/>
          <a:ext cx="2205824" cy="634062"/>
        </p:xfrm>
        <a:graphic>
          <a:graphicData uri="http://schemas.openxmlformats.org/presentationml/2006/ole">
            <mc:AlternateContent xmlns:mc="http://schemas.openxmlformats.org/markup-compatibility/2006">
              <mc:Choice xmlns:v="urn:schemas-microsoft-com:vml" Requires="v">
                <p:oleObj spid="_x0000_s19973" name="Equation" r:id="rId11" imgW="21945600" imgH="6096000" progId="Equation.DSMT4">
                  <p:embed/>
                </p:oleObj>
              </mc:Choice>
              <mc:Fallback>
                <p:oleObj name="Equation" r:id="rId11" imgW="21945600" imgH="6096000" progId="Equation.DSMT4">
                  <p:embed/>
                  <p:pic>
                    <p:nvPicPr>
                      <p:cNvPr id="0" name="图片 19972"/>
                      <p:cNvPicPr>
                        <a:picLocks noChangeAspect="1"/>
                      </p:cNvPicPr>
                      <p:nvPr/>
                    </p:nvPicPr>
                    <p:blipFill>
                      <a:blip r:embed="rId12"/>
                      <a:stretch>
                        <a:fillRect/>
                      </a:stretch>
                    </p:blipFill>
                    <p:spPr>
                      <a:xfrm>
                        <a:off x="8450421" y="2634205"/>
                        <a:ext cx="2205824" cy="634062"/>
                      </a:xfrm>
                      <a:prstGeom prst="rect">
                        <a:avLst/>
                      </a:prstGeom>
                      <a:noFill/>
                      <a:ln w="9525">
                        <a:noFill/>
                      </a:ln>
                    </p:spPr>
                  </p:pic>
                </p:oleObj>
              </mc:Fallback>
            </mc:AlternateContent>
          </a:graphicData>
        </a:graphic>
      </p:graphicFrame>
      <p:sp>
        <p:nvSpPr>
          <p:cNvPr id="13" name="Text Box 13"/>
          <p:cNvSpPr txBox="1">
            <a:spLocks noChangeArrowheads="1"/>
          </p:cNvSpPr>
          <p:nvPr/>
        </p:nvSpPr>
        <p:spPr bwMode="auto">
          <a:xfrm>
            <a:off x="1833880" y="3273425"/>
            <a:ext cx="3249613"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则称常数 </a:t>
            </a:r>
            <a:r>
              <a:rPr kumimoji="1" lang="en-US" altLang="zh-CN" sz="2800" b="1" i="1">
                <a:latin typeface="Times New Roman" panose="02020603050405020304" pitchFamily="18" charset="0"/>
                <a:ea typeface="黑体" panose="02010609060101010101" pitchFamily="49" charset="-122"/>
                <a:cs typeface="Times New Roman" panose="02020603050405020304" pitchFamily="18" charset="0"/>
              </a:rPr>
              <a:t>A</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为函数</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4" name="Object 14"/>
          <p:cNvGraphicFramePr>
            <a:graphicFrameLocks noChangeAspect="1"/>
          </p:cNvGraphicFramePr>
          <p:nvPr/>
        </p:nvGraphicFramePr>
        <p:xfrm>
          <a:off x="4916659" y="3345732"/>
          <a:ext cx="736560" cy="393480"/>
        </p:xfrm>
        <a:graphic>
          <a:graphicData uri="http://schemas.openxmlformats.org/presentationml/2006/ole">
            <mc:AlternateContent xmlns:mc="http://schemas.openxmlformats.org/markup-compatibility/2006">
              <mc:Choice xmlns:v="urn:schemas-microsoft-com:vml" Requires="v">
                <p:oleObj spid="_x0000_s19974" name="Equation" r:id="rId13" imgW="17678400" imgH="9448800" progId="Equation.DSMT4">
                  <p:embed/>
                </p:oleObj>
              </mc:Choice>
              <mc:Fallback>
                <p:oleObj name="Equation" r:id="rId13" imgW="17678400" imgH="9448800" progId="Equation.DSMT4">
                  <p:embed/>
                  <p:pic>
                    <p:nvPicPr>
                      <p:cNvPr id="0" name="图片 19973"/>
                      <p:cNvPicPr>
                        <a:picLocks noChangeAspect="1"/>
                      </p:cNvPicPr>
                      <p:nvPr/>
                    </p:nvPicPr>
                    <p:blipFill>
                      <a:blip r:embed="rId14">
                        <a:biLevel thresh="50000"/>
                        <a:grayscl/>
                      </a:blip>
                      <a:stretch>
                        <a:fillRect/>
                      </a:stretch>
                    </p:blipFill>
                    <p:spPr>
                      <a:xfrm>
                        <a:off x="4916659" y="3345732"/>
                        <a:ext cx="736560" cy="393480"/>
                      </a:xfrm>
                      <a:prstGeom prst="rect">
                        <a:avLst/>
                      </a:prstGeom>
                      <a:noFill/>
                      <a:ln w="9525">
                        <a:noFill/>
                      </a:ln>
                    </p:spPr>
                  </p:pic>
                </p:oleObj>
              </mc:Fallback>
            </mc:AlternateContent>
          </a:graphicData>
        </a:graphic>
      </p:graphicFrame>
      <p:sp>
        <p:nvSpPr>
          <p:cNvPr id="15" name="Text Box 15"/>
          <p:cNvSpPr txBox="1">
            <a:spLocks noChangeArrowheads="1"/>
          </p:cNvSpPr>
          <p:nvPr/>
        </p:nvSpPr>
        <p:spPr bwMode="auto">
          <a:xfrm>
            <a:off x="5602288" y="3271838"/>
            <a:ext cx="914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6" name="Object 16"/>
          <p:cNvGraphicFramePr>
            <a:graphicFrameLocks noChangeAspect="1"/>
          </p:cNvGraphicFramePr>
          <p:nvPr/>
        </p:nvGraphicFramePr>
        <p:xfrm>
          <a:off x="6148668" y="3310415"/>
          <a:ext cx="1041120" cy="431640"/>
        </p:xfrm>
        <a:graphic>
          <a:graphicData uri="http://schemas.openxmlformats.org/presentationml/2006/ole">
            <mc:AlternateContent xmlns:mc="http://schemas.openxmlformats.org/markup-compatibility/2006">
              <mc:Choice xmlns:v="urn:schemas-microsoft-com:vml" Requires="v">
                <p:oleObj spid="_x0000_s19975" name="Equation" r:id="rId15" imgW="24993600" imgH="10363200" progId="Equation.DSMT4">
                  <p:embed/>
                </p:oleObj>
              </mc:Choice>
              <mc:Fallback>
                <p:oleObj name="Equation" r:id="rId15" imgW="24993600" imgH="10363200" progId="Equation.DSMT4">
                  <p:embed/>
                  <p:pic>
                    <p:nvPicPr>
                      <p:cNvPr id="0" name="图片 19974"/>
                      <p:cNvPicPr>
                        <a:picLocks noChangeAspect="1"/>
                      </p:cNvPicPr>
                      <p:nvPr/>
                    </p:nvPicPr>
                    <p:blipFill>
                      <a:blip r:embed="rId16">
                        <a:biLevel thresh="50000"/>
                        <a:grayscl/>
                      </a:blip>
                      <a:stretch>
                        <a:fillRect/>
                      </a:stretch>
                    </p:blipFill>
                    <p:spPr>
                      <a:xfrm>
                        <a:off x="6148668" y="3310415"/>
                        <a:ext cx="1041120" cy="431640"/>
                      </a:xfrm>
                      <a:prstGeom prst="rect">
                        <a:avLst/>
                      </a:prstGeom>
                      <a:noFill/>
                      <a:ln w="9525">
                        <a:noFill/>
                      </a:ln>
                    </p:spPr>
                  </p:pic>
                </p:oleObj>
              </mc:Fallback>
            </mc:AlternateContent>
          </a:graphicData>
        </a:graphic>
      </p:graphicFrame>
      <p:sp>
        <p:nvSpPr>
          <p:cNvPr id="17" name="Text Box 17"/>
          <p:cNvSpPr txBox="1">
            <a:spLocks noChangeArrowheads="1"/>
          </p:cNvSpPr>
          <p:nvPr/>
        </p:nvSpPr>
        <p:spPr bwMode="auto">
          <a:xfrm>
            <a:off x="7145338" y="3271838"/>
            <a:ext cx="1981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时的极限</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8" name="Object 18"/>
          <p:cNvGraphicFramePr>
            <a:graphicFrameLocks noChangeAspect="1"/>
          </p:cNvGraphicFramePr>
          <p:nvPr/>
        </p:nvGraphicFramePr>
        <p:xfrm>
          <a:off x="3290815" y="3866691"/>
          <a:ext cx="2009354" cy="714437"/>
        </p:xfrm>
        <a:graphic>
          <a:graphicData uri="http://schemas.openxmlformats.org/presentationml/2006/ole">
            <mc:AlternateContent xmlns:mc="http://schemas.openxmlformats.org/markup-compatibility/2006">
              <mc:Choice xmlns:v="urn:schemas-microsoft-com:vml" Requires="v">
                <p:oleObj spid="_x0000_s19976" name="Equation" r:id="rId17" imgW="20116800" imgH="7010400" progId="Equation.DSMT4">
                  <p:embed/>
                </p:oleObj>
              </mc:Choice>
              <mc:Fallback>
                <p:oleObj name="Equation" r:id="rId17" imgW="20116800" imgH="7010400" progId="Equation.DSMT4">
                  <p:embed/>
                  <p:pic>
                    <p:nvPicPr>
                      <p:cNvPr id="0" name="图片 19975"/>
                      <p:cNvPicPr>
                        <a:picLocks noChangeAspect="1"/>
                      </p:cNvPicPr>
                      <p:nvPr/>
                    </p:nvPicPr>
                    <p:blipFill>
                      <a:blip r:embed="rId18"/>
                      <a:stretch>
                        <a:fillRect/>
                      </a:stretch>
                    </p:blipFill>
                    <p:spPr>
                      <a:xfrm>
                        <a:off x="3290815" y="3866691"/>
                        <a:ext cx="2009354" cy="714437"/>
                      </a:xfrm>
                      <a:prstGeom prst="rect">
                        <a:avLst/>
                      </a:prstGeom>
                      <a:noFill/>
                      <a:ln w="9525">
                        <a:noFill/>
                      </a:ln>
                    </p:spPr>
                  </p:pic>
                </p:oleObj>
              </mc:Fallback>
            </mc:AlternateContent>
          </a:graphicData>
        </a:graphic>
      </p:graphicFrame>
      <p:sp>
        <p:nvSpPr>
          <p:cNvPr id="19" name="Text Box 19"/>
          <p:cNvSpPr txBox="1">
            <a:spLocks noChangeArrowheads="1"/>
          </p:cNvSpPr>
          <p:nvPr/>
        </p:nvSpPr>
        <p:spPr bwMode="auto">
          <a:xfrm>
            <a:off x="5314633" y="3867150"/>
            <a:ext cx="990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或</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0" name="Object 20"/>
          <p:cNvGraphicFramePr>
            <a:graphicFrameLocks noChangeAspect="1"/>
          </p:cNvGraphicFramePr>
          <p:nvPr/>
        </p:nvGraphicFramePr>
        <p:xfrm>
          <a:off x="5910263" y="3909060"/>
          <a:ext cx="3097212" cy="450850"/>
        </p:xfrm>
        <a:graphic>
          <a:graphicData uri="http://schemas.openxmlformats.org/presentationml/2006/ole">
            <mc:AlternateContent xmlns:mc="http://schemas.openxmlformats.org/markup-compatibility/2006">
              <mc:Choice xmlns:v="urn:schemas-microsoft-com:vml" Requires="v">
                <p:oleObj spid="_x0000_s19977" name="Equation" r:id="rId19" imgW="74066400" imgH="10668000" progId="Equation.DSMT4">
                  <p:embed/>
                </p:oleObj>
              </mc:Choice>
              <mc:Fallback>
                <p:oleObj name="Equation" r:id="rId19" imgW="74066400" imgH="10668000" progId="Equation.DSMT4">
                  <p:embed/>
                  <p:pic>
                    <p:nvPicPr>
                      <p:cNvPr id="0" name="图片 19976"/>
                      <p:cNvPicPr>
                        <a:picLocks noChangeAspect="1"/>
                      </p:cNvPicPr>
                      <p:nvPr/>
                    </p:nvPicPr>
                    <p:blipFill>
                      <a:blip r:embed="rId20">
                        <a:biLevel thresh="50000"/>
                        <a:grayscl/>
                      </a:blip>
                      <a:stretch>
                        <a:fillRect/>
                      </a:stretch>
                    </p:blipFill>
                    <p:spPr>
                      <a:xfrm>
                        <a:off x="5910263" y="3909060"/>
                        <a:ext cx="3097212" cy="450850"/>
                      </a:xfrm>
                      <a:prstGeom prst="rect">
                        <a:avLst/>
                      </a:prstGeom>
                      <a:noFill/>
                      <a:ln w="9525">
                        <a:noFill/>
                      </a:ln>
                    </p:spPr>
                  </p:pic>
                </p:oleObj>
              </mc:Fallback>
            </mc:AlternateContent>
          </a:graphicData>
        </a:graphic>
      </p:graphicFrame>
      <p:sp>
        <p:nvSpPr>
          <p:cNvPr id="21" name="Text Box 21"/>
          <p:cNvSpPr txBox="1">
            <a:spLocks noChangeArrowheads="1"/>
          </p:cNvSpPr>
          <p:nvPr/>
        </p:nvSpPr>
        <p:spPr bwMode="auto">
          <a:xfrm>
            <a:off x="1895475" y="4594225"/>
            <a:ext cx="838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即</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2" name="Object 22"/>
          <p:cNvGraphicFramePr>
            <a:graphicFrameLocks noChangeAspect="1"/>
          </p:cNvGraphicFramePr>
          <p:nvPr/>
        </p:nvGraphicFramePr>
        <p:xfrm>
          <a:off x="5851525" y="4654550"/>
          <a:ext cx="1101725" cy="381000"/>
        </p:xfrm>
        <a:graphic>
          <a:graphicData uri="http://schemas.openxmlformats.org/presentationml/2006/ole">
            <mc:AlternateContent xmlns:mc="http://schemas.openxmlformats.org/markup-compatibility/2006">
              <mc:Choice xmlns:v="urn:schemas-microsoft-com:vml" Requires="v">
                <p:oleObj spid="_x0000_s19978" name="Equation" r:id="rId21" imgW="26212800" imgH="8839200" progId="Equation.DSMT4">
                  <p:embed/>
                </p:oleObj>
              </mc:Choice>
              <mc:Fallback>
                <p:oleObj name="Equation" r:id="rId21" imgW="26212800" imgH="8839200" progId="Equation.DSMT4">
                  <p:embed/>
                  <p:pic>
                    <p:nvPicPr>
                      <p:cNvPr id="0" name="图片 19977"/>
                      <p:cNvPicPr>
                        <a:picLocks noChangeAspect="1"/>
                      </p:cNvPicPr>
                      <p:nvPr/>
                    </p:nvPicPr>
                    <p:blipFill>
                      <a:blip r:embed="rId22">
                        <a:biLevel thresh="50000"/>
                        <a:grayscl/>
                      </a:blip>
                      <a:stretch>
                        <a:fillRect/>
                      </a:stretch>
                    </p:blipFill>
                    <p:spPr>
                      <a:xfrm>
                        <a:off x="5851525" y="4654550"/>
                        <a:ext cx="1101725" cy="381000"/>
                      </a:xfrm>
                      <a:prstGeom prst="rect">
                        <a:avLst/>
                      </a:prstGeom>
                      <a:noFill/>
                      <a:ln w="9525">
                        <a:noFill/>
                      </a:ln>
                    </p:spPr>
                  </p:pic>
                </p:oleObj>
              </mc:Fallback>
            </mc:AlternateContent>
          </a:graphicData>
        </a:graphic>
      </p:graphicFrame>
      <p:graphicFrame>
        <p:nvGraphicFramePr>
          <p:cNvPr id="23" name="Object 23"/>
          <p:cNvGraphicFramePr>
            <a:graphicFrameLocks noChangeAspect="1"/>
          </p:cNvGraphicFramePr>
          <p:nvPr/>
        </p:nvGraphicFramePr>
        <p:xfrm>
          <a:off x="7097713" y="4641850"/>
          <a:ext cx="1060450" cy="406400"/>
        </p:xfrm>
        <a:graphic>
          <a:graphicData uri="http://schemas.openxmlformats.org/presentationml/2006/ole">
            <mc:AlternateContent xmlns:mc="http://schemas.openxmlformats.org/markup-compatibility/2006">
              <mc:Choice xmlns:v="urn:schemas-microsoft-com:vml" Requires="v">
                <p:oleObj spid="_x0000_s19979" name="Equation" r:id="rId23" imgW="25298400" imgH="9448800" progId="Equation.DSMT4">
                  <p:embed/>
                </p:oleObj>
              </mc:Choice>
              <mc:Fallback>
                <p:oleObj name="Equation" r:id="rId23" imgW="25298400" imgH="9448800" progId="Equation.DSMT4">
                  <p:embed/>
                  <p:pic>
                    <p:nvPicPr>
                      <p:cNvPr id="0" name="图片 19978"/>
                      <p:cNvPicPr>
                        <a:picLocks noChangeAspect="1"/>
                      </p:cNvPicPr>
                      <p:nvPr/>
                    </p:nvPicPr>
                    <p:blipFill>
                      <a:blip r:embed="rId24">
                        <a:biLevel thresh="50000"/>
                        <a:grayscl/>
                      </a:blip>
                      <a:stretch>
                        <a:fillRect/>
                      </a:stretch>
                    </p:blipFill>
                    <p:spPr>
                      <a:xfrm>
                        <a:off x="7097713" y="4641850"/>
                        <a:ext cx="1060450" cy="406400"/>
                      </a:xfrm>
                      <a:prstGeom prst="rect">
                        <a:avLst/>
                      </a:prstGeom>
                      <a:noFill/>
                      <a:ln w="9525">
                        <a:noFill/>
                      </a:ln>
                    </p:spPr>
                  </p:pic>
                </p:oleObj>
              </mc:Fallback>
            </mc:AlternateContent>
          </a:graphicData>
        </a:graphic>
      </p:graphicFrame>
      <p:sp>
        <p:nvSpPr>
          <p:cNvPr id="24" name="Text Box 24"/>
          <p:cNvSpPr txBox="1">
            <a:spLocks noChangeArrowheads="1"/>
          </p:cNvSpPr>
          <p:nvPr/>
        </p:nvSpPr>
        <p:spPr bwMode="auto">
          <a:xfrm>
            <a:off x="8116888" y="4564063"/>
            <a:ext cx="762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5" name="Object 25"/>
          <p:cNvGraphicFramePr>
            <a:graphicFrameLocks noChangeAspect="1"/>
          </p:cNvGraphicFramePr>
          <p:nvPr/>
        </p:nvGraphicFramePr>
        <p:xfrm>
          <a:off x="8629650" y="4381500"/>
          <a:ext cx="1847850" cy="646113"/>
        </p:xfrm>
        <a:graphic>
          <a:graphicData uri="http://schemas.openxmlformats.org/presentationml/2006/ole">
            <mc:AlternateContent xmlns:mc="http://schemas.openxmlformats.org/markup-compatibility/2006">
              <mc:Choice xmlns:v="urn:schemas-microsoft-com:vml" Requires="v">
                <p:oleObj spid="_x0000_s19980" name="Equation" r:id="rId25" imgW="44196000" imgH="15240000" progId="Equation.DSMT4">
                  <p:embed/>
                </p:oleObj>
              </mc:Choice>
              <mc:Fallback>
                <p:oleObj name="Equation" r:id="rId25" imgW="44196000" imgH="15240000" progId="Equation.DSMT4">
                  <p:embed/>
                  <p:pic>
                    <p:nvPicPr>
                      <p:cNvPr id="0" name="图片 19979"/>
                      <p:cNvPicPr>
                        <a:picLocks noChangeAspect="1"/>
                      </p:cNvPicPr>
                      <p:nvPr/>
                    </p:nvPicPr>
                    <p:blipFill>
                      <a:blip r:embed="rId26">
                        <a:biLevel thresh="50000"/>
                        <a:grayscl/>
                      </a:blip>
                      <a:stretch>
                        <a:fillRect/>
                      </a:stretch>
                    </p:blipFill>
                    <p:spPr>
                      <a:xfrm>
                        <a:off x="8629650" y="4381500"/>
                        <a:ext cx="1847850" cy="646113"/>
                      </a:xfrm>
                      <a:prstGeom prst="rect">
                        <a:avLst/>
                      </a:prstGeom>
                      <a:noFill/>
                      <a:ln w="9525">
                        <a:noFill/>
                      </a:ln>
                    </p:spPr>
                  </p:pic>
                </p:oleObj>
              </mc:Fallback>
            </mc:AlternateContent>
          </a:graphicData>
        </a:graphic>
      </p:graphicFrame>
      <p:sp>
        <p:nvSpPr>
          <p:cNvPr id="26" name="Text Box 26"/>
          <p:cNvSpPr txBox="1">
            <a:spLocks noChangeArrowheads="1"/>
          </p:cNvSpPr>
          <p:nvPr/>
        </p:nvSpPr>
        <p:spPr bwMode="auto">
          <a:xfrm>
            <a:off x="5830888" y="5056188"/>
            <a:ext cx="1143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有</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 name="Text Box 27"/>
          <p:cNvSpPr txBox="1">
            <a:spLocks noChangeArrowheads="1"/>
          </p:cNvSpPr>
          <p:nvPr/>
        </p:nvSpPr>
        <p:spPr bwMode="auto">
          <a:xfrm>
            <a:off x="1791970" y="2691130"/>
            <a:ext cx="685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若</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8" name="Text Box 28"/>
          <p:cNvSpPr txBox="1">
            <a:spLocks noChangeArrowheads="1"/>
          </p:cNvSpPr>
          <p:nvPr/>
        </p:nvSpPr>
        <p:spPr bwMode="auto">
          <a:xfrm>
            <a:off x="8802688" y="3271838"/>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记作</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9" name="Object 29"/>
          <p:cNvGraphicFramePr>
            <a:graphicFrameLocks noChangeAspect="1"/>
          </p:cNvGraphicFramePr>
          <p:nvPr/>
        </p:nvGraphicFramePr>
        <p:xfrm>
          <a:off x="6869113" y="5105400"/>
          <a:ext cx="2138362" cy="496888"/>
        </p:xfrm>
        <a:graphic>
          <a:graphicData uri="http://schemas.openxmlformats.org/presentationml/2006/ole">
            <mc:AlternateContent xmlns:mc="http://schemas.openxmlformats.org/markup-compatibility/2006">
              <mc:Choice xmlns:v="urn:schemas-microsoft-com:vml" Requires="v">
                <p:oleObj spid="_x0000_s19981" name="Equation" r:id="rId27" imgW="51206400" imgH="11582400" progId="Equation.DSMT4">
                  <p:embed/>
                </p:oleObj>
              </mc:Choice>
              <mc:Fallback>
                <p:oleObj name="Equation" r:id="rId27" imgW="51206400" imgH="11582400" progId="Equation.DSMT4">
                  <p:embed/>
                  <p:pic>
                    <p:nvPicPr>
                      <p:cNvPr id="0" name="图片 19980"/>
                      <p:cNvPicPr>
                        <a:picLocks noChangeAspect="1"/>
                      </p:cNvPicPr>
                      <p:nvPr/>
                    </p:nvPicPr>
                    <p:blipFill>
                      <a:blip r:embed="rId28">
                        <a:biLevel thresh="50000"/>
                        <a:grayscl/>
                      </a:blip>
                      <a:stretch>
                        <a:fillRect/>
                      </a:stretch>
                    </p:blipFill>
                    <p:spPr>
                      <a:xfrm>
                        <a:off x="6869113" y="5105400"/>
                        <a:ext cx="2138362" cy="496888"/>
                      </a:xfrm>
                      <a:prstGeom prst="rect">
                        <a:avLst/>
                      </a:prstGeom>
                      <a:noFill/>
                      <a:ln w="9525">
                        <a:noFill/>
                      </a:ln>
                    </p:spPr>
                  </p:pic>
                </p:oleObj>
              </mc:Fallback>
            </mc:AlternateContent>
          </a:graphicData>
        </a:graphic>
      </p:graphicFrame>
      <p:graphicFrame>
        <p:nvGraphicFramePr>
          <p:cNvPr id="30" name="Object 30"/>
          <p:cNvGraphicFramePr>
            <a:graphicFrameLocks noChangeAspect="1"/>
          </p:cNvGraphicFramePr>
          <p:nvPr/>
        </p:nvGraphicFramePr>
        <p:xfrm>
          <a:off x="2862263" y="4632325"/>
          <a:ext cx="1884362" cy="601663"/>
        </p:xfrm>
        <a:graphic>
          <a:graphicData uri="http://schemas.openxmlformats.org/presentationml/2006/ole">
            <mc:AlternateContent xmlns:mc="http://schemas.openxmlformats.org/markup-compatibility/2006">
              <mc:Choice xmlns:v="urn:schemas-microsoft-com:vml" Requires="v">
                <p:oleObj spid="_x0000_s19982" name="Equation" r:id="rId29" imgW="45110400" imgH="14325600" progId="Equation.DSMT4">
                  <p:embed/>
                </p:oleObj>
              </mc:Choice>
              <mc:Fallback>
                <p:oleObj name="Equation" r:id="rId29" imgW="45110400" imgH="14325600" progId="Equation.DSMT4">
                  <p:embed/>
                  <p:pic>
                    <p:nvPicPr>
                      <p:cNvPr id="0" name="图片 19981"/>
                      <p:cNvPicPr>
                        <a:picLocks noChangeAspect="1"/>
                      </p:cNvPicPr>
                      <p:nvPr/>
                    </p:nvPicPr>
                    <p:blipFill>
                      <a:blip r:embed="rId30">
                        <a:biLevel thresh="50000"/>
                        <a:grayscl/>
                      </a:blip>
                      <a:stretch>
                        <a:fillRect/>
                      </a:stretch>
                    </p:blipFill>
                    <p:spPr>
                      <a:xfrm>
                        <a:off x="2862263" y="4632325"/>
                        <a:ext cx="1884362" cy="601663"/>
                      </a:xfrm>
                      <a:prstGeom prst="rect">
                        <a:avLst/>
                      </a:prstGeom>
                      <a:noFill/>
                      <a:ln w="9525">
                        <a:noFill/>
                      </a:ln>
                    </p:spPr>
                  </p:pic>
                </p:oleObj>
              </mc:Fallback>
            </mc:AlternateContent>
          </a:graphicData>
        </a:graphic>
      </p:graphicFrame>
      <p:sp>
        <p:nvSpPr>
          <p:cNvPr id="31" name="Line 31"/>
          <p:cNvSpPr>
            <a:spLocks noChangeShapeType="1"/>
          </p:cNvSpPr>
          <p:nvPr/>
        </p:nvSpPr>
        <p:spPr bwMode="auto">
          <a:xfrm>
            <a:off x="4916488" y="4759325"/>
            <a:ext cx="8382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2" name="Line 32"/>
          <p:cNvSpPr>
            <a:spLocks noChangeShapeType="1"/>
          </p:cNvSpPr>
          <p:nvPr/>
        </p:nvSpPr>
        <p:spPr bwMode="auto">
          <a:xfrm>
            <a:off x="4916488" y="4868863"/>
            <a:ext cx="838200" cy="0"/>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3" name="Text Box 5"/>
          <p:cNvSpPr txBox="1">
            <a:spLocks noChangeArrowheads="1"/>
          </p:cNvSpPr>
          <p:nvPr/>
        </p:nvSpPr>
        <p:spPr bwMode="auto">
          <a:xfrm>
            <a:off x="1883093" y="387668"/>
            <a:ext cx="4824412"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b="1" dirty="0">
                <a:solidFill>
                  <a:schemeClr val="accent6">
                    <a:lumMod val="50000"/>
                  </a:schemeClr>
                </a:solidFill>
                <a:latin typeface="黑体" panose="02010609060101010101" pitchFamily="49" charset="-122"/>
                <a:ea typeface="黑体" panose="02010609060101010101" pitchFamily="49" charset="-122"/>
              </a:rPr>
              <a:t>      </a:t>
            </a:r>
            <a: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rPr>
              <a:t>时函数的极限</a:t>
            </a:r>
            <a:endParaRPr lang="zh-CN" altLang="en-US" sz="3200" b="1" dirty="0">
              <a:solidFill>
                <a:schemeClr val="accent6">
                  <a:lumMod val="50000"/>
                </a:schemeClr>
              </a:solidFill>
              <a:latin typeface="黑体" panose="02010609060101010101" pitchFamily="49" charset="-122"/>
              <a:ea typeface="黑体" panose="02010609060101010101" pitchFamily="49" charset="-122"/>
            </a:endParaRPr>
          </a:p>
        </p:txBody>
      </p:sp>
      <p:sp>
        <p:nvSpPr>
          <p:cNvPr id="34" name="Rectangle 2"/>
          <p:cNvSpPr txBox="1">
            <a:spLocks noChangeArrowheads="1"/>
          </p:cNvSpPr>
          <p:nvPr/>
        </p:nvSpPr>
        <p:spPr bwMode="auto">
          <a:xfrm>
            <a:off x="1792274" y="1132523"/>
            <a:ext cx="7849129"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1.极限</a:t>
            </a:r>
            <a:r>
              <a:rPr lang="en-US" altLang="zh-CN" sz="2800" b="1" dirty="0" smtClean="0">
                <a:solidFill>
                  <a:schemeClr val="tx2"/>
                </a:solidFill>
                <a:latin typeface="楷体" panose="02010609060101010101" pitchFamily="49" charset="-122"/>
                <a:ea typeface="楷体" panose="02010609060101010101" pitchFamily="49" charset="-122"/>
                <a:cs typeface="Times New Roman" panose="02020603050405020304" pitchFamily="18" charset="0"/>
              </a:rPr>
              <a:t>            </a:t>
            </a:r>
            <a:r>
              <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的定义</a:t>
            </a:r>
            <a:endPar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35" name="Rectangle 19"/>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6" name="对象 35"/>
          <p:cNvGraphicFramePr>
            <a:graphicFrameLocks noChangeAspect="1"/>
          </p:cNvGraphicFramePr>
          <p:nvPr/>
        </p:nvGraphicFramePr>
        <p:xfrm>
          <a:off x="3203501" y="1132638"/>
          <a:ext cx="2018284" cy="727834"/>
        </p:xfrm>
        <a:graphic>
          <a:graphicData uri="http://schemas.openxmlformats.org/presentationml/2006/ole">
            <mc:AlternateContent xmlns:mc="http://schemas.openxmlformats.org/markup-compatibility/2006">
              <mc:Choice xmlns:v="urn:schemas-microsoft-com:vml" Requires="v">
                <p:oleObj spid="_x0000_s19983" name="Equation" r:id="rId31" imgW="20116800" imgH="7010400" progId="Equation.DSMT4">
                  <p:embed/>
                </p:oleObj>
              </mc:Choice>
              <mc:Fallback>
                <p:oleObj name="Equation" r:id="rId31" imgW="20116800" imgH="7010400" progId="Equation.DSMT4">
                  <p:embed/>
                  <p:pic>
                    <p:nvPicPr>
                      <p:cNvPr id="0" name="图片 19982"/>
                      <p:cNvPicPr>
                        <a:picLocks noChangeAspect="1"/>
                      </p:cNvPicPr>
                      <p:nvPr/>
                    </p:nvPicPr>
                    <p:blipFill>
                      <a:blip r:embed="rId32"/>
                      <a:stretch>
                        <a:fillRect/>
                      </a:stretch>
                    </p:blipFill>
                    <p:spPr>
                      <a:xfrm>
                        <a:off x="3203501" y="1132638"/>
                        <a:ext cx="2018284" cy="727834"/>
                      </a:xfrm>
                      <a:prstGeom prst="rect">
                        <a:avLst/>
                      </a:prstGeom>
                      <a:solidFill>
                        <a:schemeClr val="accent5">
                          <a:lumMod val="20000"/>
                          <a:lumOff val="80000"/>
                          <a:alpha val="50000"/>
                        </a:schemeClr>
                      </a:solidFill>
                      <a:ln w="9525">
                        <a:noFill/>
                      </a:ln>
                    </p:spPr>
                  </p:pic>
                </p:oleObj>
              </mc:Fallback>
            </mc:AlternateContent>
          </a:graphicData>
        </a:graphic>
      </p:graphicFrame>
      <p:graphicFrame>
        <p:nvGraphicFramePr>
          <p:cNvPr id="37" name="对象 36"/>
          <p:cNvGraphicFramePr>
            <a:graphicFrameLocks noChangeAspect="1"/>
          </p:cNvGraphicFramePr>
          <p:nvPr/>
        </p:nvGraphicFramePr>
        <p:xfrm>
          <a:off x="1833998" y="388554"/>
          <a:ext cx="1302485" cy="540000"/>
        </p:xfrm>
        <a:graphic>
          <a:graphicData uri="http://schemas.openxmlformats.org/presentationml/2006/ole">
            <mc:AlternateContent xmlns:mc="http://schemas.openxmlformats.org/markup-compatibility/2006">
              <mc:Choice xmlns:v="urn:schemas-microsoft-com:vml" Requires="v">
                <p:oleObj spid="_x0000_s19984" name="Equation" r:id="rId33" imgW="24993600" imgH="10363200" progId="Equation.DSMT4">
                  <p:embed/>
                </p:oleObj>
              </mc:Choice>
              <mc:Fallback>
                <p:oleObj name="Equation" r:id="rId33" imgW="24993600" imgH="10363200" progId="Equation.DSMT4">
                  <p:embed/>
                  <p:pic>
                    <p:nvPicPr>
                      <p:cNvPr id="0" name="图片 19983"/>
                      <p:cNvPicPr>
                        <a:picLocks noChangeAspect="1"/>
                      </p:cNvPicPr>
                      <p:nvPr/>
                    </p:nvPicPr>
                    <p:blipFill>
                      <a:blip r:embed="rId34">
                        <a:biLevel thresh="50000"/>
                        <a:grayscl/>
                      </a:blip>
                      <a:stretch>
                        <a:fillRect/>
                      </a:stretch>
                    </p:blipFill>
                    <p:spPr>
                      <a:xfrm>
                        <a:off x="1833998" y="388554"/>
                        <a:ext cx="1302485" cy="540000"/>
                      </a:xfrm>
                      <a:prstGeom prst="rect">
                        <a:avLst/>
                      </a:prstGeom>
                      <a:solidFill>
                        <a:schemeClr val="accent5">
                          <a:lumMod val="20000"/>
                          <a:lumOff val="80000"/>
                          <a:alpha val="50000"/>
                        </a:schemeClr>
                      </a:solid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500"/>
                                        <p:tgtEl>
                                          <p:spTgt spid="14"/>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left)">
                                      <p:cBhvr>
                                        <p:cTn id="45" dur="500"/>
                                        <p:tgtEl>
                                          <p:spTgt spid="15"/>
                                        </p:tgtEl>
                                      </p:cBhvr>
                                    </p:animEffect>
                                  </p:childTnLst>
                                </p:cTn>
                              </p:par>
                            </p:childTnLst>
                          </p:cTn>
                        </p:par>
                        <p:par>
                          <p:cTn id="46" fill="hold">
                            <p:stCondLst>
                              <p:cond delay="1500"/>
                            </p:stCondLst>
                            <p:childTnLst>
                              <p:par>
                                <p:cTn id="47" presetID="22" presetClass="entr" presetSubtype="8" fill="hold" nodeType="after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wipe(left)">
                                      <p:cBhvr>
                                        <p:cTn id="49" dur="500"/>
                                        <p:tgtEl>
                                          <p:spTgt spid="16"/>
                                        </p:tgtEl>
                                      </p:cBhvr>
                                    </p:animEffect>
                                  </p:childTnLst>
                                </p:cTn>
                              </p:par>
                            </p:childTnLst>
                          </p:cTn>
                        </p:par>
                        <p:par>
                          <p:cTn id="50" fill="hold">
                            <p:stCondLst>
                              <p:cond delay="2000"/>
                            </p:stCondLst>
                            <p:childTnLst>
                              <p:par>
                                <p:cTn id="51" presetID="22" presetClass="entr" presetSubtype="8" fill="hold" grpId="0" nodeType="after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left)">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wipe(left)">
                                      <p:cBhvr>
                                        <p:cTn id="58" dur="500"/>
                                        <p:tgtEl>
                                          <p:spTgt spid="28"/>
                                        </p:tgtEl>
                                      </p:cBhvr>
                                    </p:animEffect>
                                  </p:childTnLst>
                                </p:cTn>
                              </p:par>
                            </p:childTnLst>
                          </p:cTn>
                        </p:par>
                        <p:par>
                          <p:cTn id="59" fill="hold">
                            <p:stCondLst>
                              <p:cond delay="500"/>
                            </p:stCondLst>
                            <p:childTnLst>
                              <p:par>
                                <p:cTn id="60" presetID="22" presetClass="entr" presetSubtype="8" fill="hold" nodeType="after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left)">
                                      <p:cBhvr>
                                        <p:cTn id="62" dur="500"/>
                                        <p:tgtEl>
                                          <p:spTgt spid="1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wipe(left)">
                                      <p:cBhvr>
                                        <p:cTn id="67" dur="500"/>
                                        <p:tgtEl>
                                          <p:spTgt spid="19"/>
                                        </p:tgtEl>
                                      </p:cBhvr>
                                    </p:animEffect>
                                  </p:childTnLst>
                                </p:cTn>
                              </p:par>
                            </p:childTnLst>
                          </p:cTn>
                        </p:par>
                        <p:par>
                          <p:cTn id="68" fill="hold">
                            <p:stCondLst>
                              <p:cond delay="500"/>
                            </p:stCondLst>
                            <p:childTnLst>
                              <p:par>
                                <p:cTn id="69" presetID="22" presetClass="entr" presetSubtype="8" fill="hold" nodeType="after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wipe(left)">
                                      <p:cBhvr>
                                        <p:cTn id="71" dur="500"/>
                                        <p:tgtEl>
                                          <p:spTgt spid="20"/>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wipe(left)">
                                      <p:cBhvr>
                                        <p:cTn id="76" dur="500"/>
                                        <p:tgtEl>
                                          <p:spTgt spid="21"/>
                                        </p:tgtEl>
                                      </p:cBhvr>
                                    </p:animEffect>
                                  </p:childTnLst>
                                </p:cTn>
                              </p:par>
                            </p:childTnLst>
                          </p:cTn>
                        </p:par>
                        <p:par>
                          <p:cTn id="77" fill="hold">
                            <p:stCondLst>
                              <p:cond delay="500"/>
                            </p:stCondLst>
                            <p:childTnLst>
                              <p:par>
                                <p:cTn id="78" presetID="22" presetClass="entr" presetSubtype="8" fill="hold" nodeType="after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wipe(left)">
                                      <p:cBhvr>
                                        <p:cTn id="80" dur="500"/>
                                        <p:tgtEl>
                                          <p:spTgt spid="30"/>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wipe(left)">
                                      <p:cBhvr>
                                        <p:cTn id="85" dur="500"/>
                                        <p:tgtEl>
                                          <p:spTgt spid="31"/>
                                        </p:tgtEl>
                                      </p:cBhvr>
                                    </p:animEffect>
                                  </p:childTnLst>
                                </p:cTn>
                              </p:par>
                            </p:childTnLst>
                          </p:cTn>
                        </p:par>
                        <p:par>
                          <p:cTn id="86" fill="hold">
                            <p:stCondLst>
                              <p:cond delay="500"/>
                            </p:stCondLst>
                            <p:childTnLst>
                              <p:par>
                                <p:cTn id="87" presetID="22" presetClass="entr" presetSubtype="2" fill="hold" grpId="0" nodeType="after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wipe(right)">
                                      <p:cBhvr>
                                        <p:cTn id="89" dur="500"/>
                                        <p:tgtEl>
                                          <p:spTgt spid="32"/>
                                        </p:tgtEl>
                                      </p:cBhvr>
                                    </p:animEffect>
                                  </p:childTnLst>
                                </p:cTn>
                              </p:par>
                            </p:childTnLst>
                          </p:cTn>
                        </p:par>
                        <p:par>
                          <p:cTn id="90" fill="hold">
                            <p:stCondLst>
                              <p:cond delay="1000"/>
                            </p:stCondLst>
                            <p:childTnLst>
                              <p:par>
                                <p:cTn id="91" presetID="22" presetClass="entr" presetSubtype="8" fill="hold" nodeType="afterEffect">
                                  <p:stCondLst>
                                    <p:cond delay="0"/>
                                  </p:stCondLst>
                                  <p:childTnLst>
                                    <p:set>
                                      <p:cBhvr>
                                        <p:cTn id="92" dur="1" fill="hold">
                                          <p:stCondLst>
                                            <p:cond delay="0"/>
                                          </p:stCondLst>
                                        </p:cTn>
                                        <p:tgtEl>
                                          <p:spTgt spid="22"/>
                                        </p:tgtEl>
                                        <p:attrNameLst>
                                          <p:attrName>style.visibility</p:attrName>
                                        </p:attrNameLst>
                                      </p:cBhvr>
                                      <p:to>
                                        <p:strVal val="visible"/>
                                      </p:to>
                                    </p:set>
                                    <p:animEffect transition="in" filter="wipe(left)">
                                      <p:cBhvr>
                                        <p:cTn id="93" dur="500"/>
                                        <p:tgtEl>
                                          <p:spTgt spid="22"/>
                                        </p:tgtEl>
                                      </p:cBhvr>
                                    </p:animEffect>
                                  </p:childTnLst>
                                </p:cTn>
                              </p:par>
                            </p:childTnLst>
                          </p:cTn>
                        </p:par>
                        <p:par>
                          <p:cTn id="94" fill="hold">
                            <p:stCondLst>
                              <p:cond delay="1500"/>
                            </p:stCondLst>
                            <p:childTnLst>
                              <p:par>
                                <p:cTn id="95" presetID="22" presetClass="entr" presetSubtype="8" fill="hold" nodeType="afterEffect">
                                  <p:stCondLst>
                                    <p:cond delay="0"/>
                                  </p:stCondLst>
                                  <p:childTnLst>
                                    <p:set>
                                      <p:cBhvr>
                                        <p:cTn id="96" dur="1" fill="hold">
                                          <p:stCondLst>
                                            <p:cond delay="0"/>
                                          </p:stCondLst>
                                        </p:cTn>
                                        <p:tgtEl>
                                          <p:spTgt spid="23"/>
                                        </p:tgtEl>
                                        <p:attrNameLst>
                                          <p:attrName>style.visibility</p:attrName>
                                        </p:attrNameLst>
                                      </p:cBhvr>
                                      <p:to>
                                        <p:strVal val="visible"/>
                                      </p:to>
                                    </p:set>
                                    <p:animEffect transition="in" filter="wipe(left)">
                                      <p:cBhvr>
                                        <p:cTn id="97" dur="500"/>
                                        <p:tgtEl>
                                          <p:spTgt spid="23"/>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4"/>
                                        </p:tgtEl>
                                        <p:attrNameLst>
                                          <p:attrName>style.visibility</p:attrName>
                                        </p:attrNameLst>
                                      </p:cBhvr>
                                      <p:to>
                                        <p:strVal val="visible"/>
                                      </p:to>
                                    </p:set>
                                    <p:animEffect transition="in" filter="wipe(left)">
                                      <p:cBhvr>
                                        <p:cTn id="102" dur="500"/>
                                        <p:tgtEl>
                                          <p:spTgt spid="24"/>
                                        </p:tgtEl>
                                      </p:cBhvr>
                                    </p:animEffect>
                                  </p:childTnLst>
                                </p:cTn>
                              </p:par>
                            </p:childTnLst>
                          </p:cTn>
                        </p:par>
                        <p:par>
                          <p:cTn id="103" fill="hold">
                            <p:stCondLst>
                              <p:cond delay="500"/>
                            </p:stCondLst>
                            <p:childTnLst>
                              <p:par>
                                <p:cTn id="104" presetID="22" presetClass="entr" presetSubtype="8" fill="hold" nodeType="afterEffect">
                                  <p:stCondLst>
                                    <p:cond delay="0"/>
                                  </p:stCondLst>
                                  <p:childTnLst>
                                    <p:set>
                                      <p:cBhvr>
                                        <p:cTn id="105" dur="1" fill="hold">
                                          <p:stCondLst>
                                            <p:cond delay="0"/>
                                          </p:stCondLst>
                                        </p:cTn>
                                        <p:tgtEl>
                                          <p:spTgt spid="25"/>
                                        </p:tgtEl>
                                        <p:attrNameLst>
                                          <p:attrName>style.visibility</p:attrName>
                                        </p:attrNameLst>
                                      </p:cBhvr>
                                      <p:to>
                                        <p:strVal val="visible"/>
                                      </p:to>
                                    </p:set>
                                    <p:animEffect transition="in" filter="wipe(left)">
                                      <p:cBhvr>
                                        <p:cTn id="106" dur="500"/>
                                        <p:tgtEl>
                                          <p:spTgt spid="25"/>
                                        </p:tgtEl>
                                      </p:cBhvr>
                                    </p:animEffect>
                                  </p:childTnLst>
                                </p:cTn>
                              </p:par>
                            </p:childTnLst>
                          </p:cTn>
                        </p:par>
                        <p:par>
                          <p:cTn id="107" fill="hold">
                            <p:stCondLst>
                              <p:cond delay="1000"/>
                            </p:stCondLst>
                            <p:childTnLst>
                              <p:par>
                                <p:cTn id="108" presetID="22" presetClass="entr" presetSubtype="8" fill="hold" grpId="0" nodeType="afterEffect">
                                  <p:stCondLst>
                                    <p:cond delay="0"/>
                                  </p:stCondLst>
                                  <p:childTnLst>
                                    <p:set>
                                      <p:cBhvr>
                                        <p:cTn id="109" dur="1" fill="hold">
                                          <p:stCondLst>
                                            <p:cond delay="0"/>
                                          </p:stCondLst>
                                        </p:cTn>
                                        <p:tgtEl>
                                          <p:spTgt spid="26"/>
                                        </p:tgtEl>
                                        <p:attrNameLst>
                                          <p:attrName>style.visibility</p:attrName>
                                        </p:attrNameLst>
                                      </p:cBhvr>
                                      <p:to>
                                        <p:strVal val="visible"/>
                                      </p:to>
                                    </p:set>
                                    <p:animEffect transition="in" filter="wipe(left)">
                                      <p:cBhvr>
                                        <p:cTn id="110" dur="500"/>
                                        <p:tgtEl>
                                          <p:spTgt spid="26"/>
                                        </p:tgtEl>
                                      </p:cBhvr>
                                    </p:animEffect>
                                  </p:childTnLst>
                                </p:cTn>
                              </p:par>
                            </p:childTnLst>
                          </p:cTn>
                        </p:par>
                        <p:par>
                          <p:cTn id="111" fill="hold">
                            <p:stCondLst>
                              <p:cond delay="1500"/>
                            </p:stCondLst>
                            <p:childTnLst>
                              <p:par>
                                <p:cTn id="112" presetID="22" presetClass="entr" presetSubtype="8" fill="hold" nodeType="afterEffect">
                                  <p:stCondLst>
                                    <p:cond delay="0"/>
                                  </p:stCondLst>
                                  <p:childTnLst>
                                    <p:set>
                                      <p:cBhvr>
                                        <p:cTn id="113" dur="1" fill="hold">
                                          <p:stCondLst>
                                            <p:cond delay="0"/>
                                          </p:stCondLst>
                                        </p:cTn>
                                        <p:tgtEl>
                                          <p:spTgt spid="29"/>
                                        </p:tgtEl>
                                        <p:attrNameLst>
                                          <p:attrName>style.visibility</p:attrName>
                                        </p:attrNameLst>
                                      </p:cBhvr>
                                      <p:to>
                                        <p:strVal val="visible"/>
                                      </p:to>
                                    </p:set>
                                    <p:animEffect transition="in" filter="wipe(left)">
                                      <p:cBhvr>
                                        <p:cTn id="114"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autoUpdateAnimBg="0"/>
      <p:bldP spid="11" grpId="0" bldLvl="0" animBg="1" autoUpdateAnimBg="0"/>
      <p:bldP spid="13" grpId="0" bldLvl="0" animBg="1" autoUpdateAnimBg="0"/>
      <p:bldP spid="15" grpId="0" bldLvl="0" animBg="1" autoUpdateAnimBg="0"/>
      <p:bldP spid="17" grpId="0" bldLvl="0" animBg="1" autoUpdateAnimBg="0"/>
      <p:bldP spid="19" grpId="0" bldLvl="0" animBg="1" autoUpdateAnimBg="0"/>
      <p:bldP spid="21" grpId="0" bldLvl="0" animBg="1" autoUpdateAnimBg="0"/>
      <p:bldP spid="24" grpId="0" bldLvl="0" animBg="1" autoUpdateAnimBg="0"/>
      <p:bldP spid="26" grpId="0" bldLvl="0" animBg="1" autoUpdateAnimBg="0"/>
      <p:bldP spid="27" grpId="0" bldLvl="0" animBg="1" autoUpdateAnimBg="0"/>
      <p:bldP spid="28" grpId="0" bldLvl="0" animBg="1" autoUpdateAnimBg="0"/>
      <p:bldP spid="31" grpId="0" bldLvl="0" animBg="1"/>
      <p:bldP spid="32"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p:cNvSpPr>
            <a:spLocks noChangeArrowheads="1"/>
          </p:cNvSpPr>
          <p:nvPr/>
        </p:nvSpPr>
        <p:spPr bwMode="auto">
          <a:xfrm>
            <a:off x="2089785" y="810895"/>
            <a:ext cx="72263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2.          </a:t>
            </a:r>
            <a:r>
              <a:rPr lang="en-US" altLang="zh-CN"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r>
              <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的几何解释</a:t>
            </a:r>
            <a:endPar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3" name="Rectangle 34"/>
          <p:cNvSpPr>
            <a:spLocks noChangeArrowheads="1"/>
          </p:cNvSpPr>
          <p:nvPr/>
        </p:nvSpPr>
        <p:spPr bwMode="auto">
          <a:xfrm>
            <a:off x="3811588" y="2640011"/>
            <a:ext cx="833437" cy="715962"/>
          </a:xfrm>
          <a:prstGeom prst="rect">
            <a:avLst/>
          </a:prstGeom>
          <a:solidFill>
            <a:schemeClr val="bg1">
              <a:alpha val="50000"/>
            </a:schemeClr>
          </a:solidFill>
          <a:ln w="9525">
            <a:solidFill>
              <a:srgbClr val="B3B4B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4" name="Group 35"/>
          <p:cNvGrpSpPr/>
          <p:nvPr/>
        </p:nvGrpSpPr>
        <p:grpSpPr bwMode="auto">
          <a:xfrm>
            <a:off x="3215783" y="2625723"/>
            <a:ext cx="2087753" cy="1739381"/>
            <a:chOff x="3725" y="2544"/>
            <a:chExt cx="1547" cy="1290"/>
          </a:xfrm>
        </p:grpSpPr>
        <p:graphicFrame>
          <p:nvGraphicFramePr>
            <p:cNvPr id="5" name="Object 36"/>
            <p:cNvGraphicFramePr>
              <a:graphicFrameLocks noChangeAspect="1"/>
            </p:cNvGraphicFramePr>
            <p:nvPr/>
          </p:nvGraphicFramePr>
          <p:xfrm>
            <a:off x="4670" y="3514"/>
            <a:ext cx="602" cy="320"/>
          </p:xfrm>
          <a:graphic>
            <a:graphicData uri="http://schemas.openxmlformats.org/presentationml/2006/ole">
              <mc:AlternateContent xmlns:mc="http://schemas.openxmlformats.org/markup-compatibility/2006">
                <mc:Choice xmlns:v="urn:schemas-microsoft-com:vml" Requires="v">
                  <p:oleObj spid="_x0000_s20481" name="Equation" r:id="rId1" imgW="19507200" imgH="10363200" progId="Equation.DSMT4">
                    <p:embed/>
                  </p:oleObj>
                </mc:Choice>
                <mc:Fallback>
                  <p:oleObj name="Equation" r:id="rId1" imgW="19507200" imgH="10363200" progId="Equation.DSMT4">
                    <p:embed/>
                    <p:pic>
                      <p:nvPicPr>
                        <p:cNvPr id="0" name="图片 20480"/>
                        <p:cNvPicPr>
                          <a:picLocks noChangeAspect="1"/>
                        </p:cNvPicPr>
                        <p:nvPr/>
                      </p:nvPicPr>
                      <p:blipFill>
                        <a:blip r:embed="rId2"/>
                        <a:stretch>
                          <a:fillRect/>
                        </a:stretch>
                      </p:blipFill>
                      <p:spPr>
                        <a:xfrm>
                          <a:off x="4670" y="3514"/>
                          <a:ext cx="602" cy="320"/>
                        </a:xfrm>
                        <a:prstGeom prst="rect">
                          <a:avLst/>
                        </a:prstGeom>
                        <a:noFill/>
                        <a:ln w="9525">
                          <a:noFill/>
                        </a:ln>
                      </p:spPr>
                    </p:pic>
                  </p:oleObj>
                </mc:Fallback>
              </mc:AlternateContent>
            </a:graphicData>
          </a:graphic>
        </p:graphicFrame>
        <p:graphicFrame>
          <p:nvGraphicFramePr>
            <p:cNvPr id="6" name="Object 37"/>
            <p:cNvGraphicFramePr>
              <a:graphicFrameLocks noChangeAspect="1"/>
            </p:cNvGraphicFramePr>
            <p:nvPr/>
          </p:nvGraphicFramePr>
          <p:xfrm>
            <a:off x="3725" y="3514"/>
            <a:ext cx="649" cy="320"/>
          </p:xfrm>
          <a:graphic>
            <a:graphicData uri="http://schemas.openxmlformats.org/presentationml/2006/ole">
              <mc:AlternateContent xmlns:mc="http://schemas.openxmlformats.org/markup-compatibility/2006">
                <mc:Choice xmlns:v="urn:schemas-microsoft-com:vml" Requires="v">
                  <p:oleObj spid="_x0000_s20763" name="Equation" r:id="rId3" imgW="21031200" imgH="10363200" progId="Equation.DSMT4">
                    <p:embed/>
                  </p:oleObj>
                </mc:Choice>
                <mc:Fallback>
                  <p:oleObj name="Equation" r:id="rId3" imgW="21031200" imgH="10363200" progId="Equation.DSMT4">
                    <p:embed/>
                    <p:pic>
                      <p:nvPicPr>
                        <p:cNvPr id="0" name="图片 20762"/>
                        <p:cNvPicPr>
                          <a:picLocks noChangeAspect="1"/>
                        </p:cNvPicPr>
                        <p:nvPr/>
                      </p:nvPicPr>
                      <p:blipFill>
                        <a:blip r:embed="rId4">
                          <a:biLevel thresh="50000"/>
                          <a:grayscl/>
                        </a:blip>
                        <a:stretch>
                          <a:fillRect/>
                        </a:stretch>
                      </p:blipFill>
                      <p:spPr>
                        <a:xfrm>
                          <a:off x="3725" y="3514"/>
                          <a:ext cx="649" cy="320"/>
                        </a:xfrm>
                        <a:prstGeom prst="rect">
                          <a:avLst/>
                        </a:prstGeom>
                        <a:noFill/>
                        <a:ln w="9525">
                          <a:noFill/>
                        </a:ln>
                      </p:spPr>
                    </p:pic>
                  </p:oleObj>
                </mc:Fallback>
              </mc:AlternateContent>
            </a:graphicData>
          </a:graphic>
        </p:graphicFrame>
        <p:sp>
          <p:nvSpPr>
            <p:cNvPr id="7" name="Line 38"/>
            <p:cNvSpPr>
              <a:spLocks noChangeShapeType="1"/>
            </p:cNvSpPr>
            <p:nvPr/>
          </p:nvSpPr>
          <p:spPr bwMode="auto">
            <a:xfrm flipH="1" flipV="1">
              <a:off x="4800" y="2544"/>
              <a:ext cx="0" cy="894"/>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Line 39"/>
            <p:cNvSpPr>
              <a:spLocks noChangeShapeType="1"/>
            </p:cNvSpPr>
            <p:nvPr/>
          </p:nvSpPr>
          <p:spPr bwMode="auto">
            <a:xfrm flipV="1">
              <a:off x="4167" y="2544"/>
              <a:ext cx="9" cy="894"/>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nvGrpSpPr>
          <p:cNvPr id="9" name="Group 40"/>
          <p:cNvGrpSpPr/>
          <p:nvPr/>
        </p:nvGrpSpPr>
        <p:grpSpPr bwMode="auto">
          <a:xfrm>
            <a:off x="2189561" y="2405691"/>
            <a:ext cx="3050778" cy="1093548"/>
            <a:chOff x="2965" y="2381"/>
            <a:chExt cx="2261" cy="811"/>
          </a:xfrm>
        </p:grpSpPr>
        <p:graphicFrame>
          <p:nvGraphicFramePr>
            <p:cNvPr id="10" name="Object 41"/>
            <p:cNvGraphicFramePr>
              <a:graphicFrameLocks noChangeAspect="1"/>
            </p:cNvGraphicFramePr>
            <p:nvPr/>
          </p:nvGraphicFramePr>
          <p:xfrm>
            <a:off x="2965" y="2381"/>
            <a:ext cx="593" cy="292"/>
          </p:xfrm>
          <a:graphic>
            <a:graphicData uri="http://schemas.openxmlformats.org/presentationml/2006/ole">
              <mc:AlternateContent xmlns:mc="http://schemas.openxmlformats.org/markup-compatibility/2006">
                <mc:Choice xmlns:v="urn:schemas-microsoft-com:vml" Requires="v">
                  <p:oleObj spid="_x0000_s20764" name="Equation" r:id="rId5" imgW="19202400" imgH="9448800" progId="Equation.DSMT4">
                    <p:embed/>
                  </p:oleObj>
                </mc:Choice>
                <mc:Fallback>
                  <p:oleObj name="Equation" r:id="rId5" imgW="19202400" imgH="9448800" progId="Equation.DSMT4">
                    <p:embed/>
                    <p:pic>
                      <p:nvPicPr>
                        <p:cNvPr id="0" name="图片 20763"/>
                        <p:cNvPicPr>
                          <a:picLocks noChangeAspect="1"/>
                        </p:cNvPicPr>
                        <p:nvPr/>
                      </p:nvPicPr>
                      <p:blipFill>
                        <a:blip r:embed="rId6"/>
                        <a:stretch>
                          <a:fillRect/>
                        </a:stretch>
                      </p:blipFill>
                      <p:spPr>
                        <a:xfrm>
                          <a:off x="2965" y="2381"/>
                          <a:ext cx="593" cy="292"/>
                        </a:xfrm>
                        <a:prstGeom prst="rect">
                          <a:avLst/>
                        </a:prstGeom>
                        <a:noFill/>
                        <a:ln w="9525">
                          <a:noFill/>
                        </a:ln>
                      </p:spPr>
                    </p:pic>
                  </p:oleObj>
                </mc:Fallback>
              </mc:AlternateContent>
            </a:graphicData>
          </a:graphic>
        </p:graphicFrame>
        <p:graphicFrame>
          <p:nvGraphicFramePr>
            <p:cNvPr id="11" name="Object 42"/>
            <p:cNvGraphicFramePr>
              <a:graphicFrameLocks noChangeAspect="1"/>
            </p:cNvGraphicFramePr>
            <p:nvPr/>
          </p:nvGraphicFramePr>
          <p:xfrm>
            <a:off x="2984" y="2900"/>
            <a:ext cx="584" cy="292"/>
          </p:xfrm>
          <a:graphic>
            <a:graphicData uri="http://schemas.openxmlformats.org/presentationml/2006/ole">
              <mc:AlternateContent xmlns:mc="http://schemas.openxmlformats.org/markup-compatibility/2006">
                <mc:Choice xmlns:v="urn:schemas-microsoft-com:vml" Requires="v">
                  <p:oleObj spid="_x0000_s20765" name="Equation" r:id="rId7" imgW="18897600" imgH="9448800" progId="Equation.DSMT4">
                    <p:embed/>
                  </p:oleObj>
                </mc:Choice>
                <mc:Fallback>
                  <p:oleObj name="Equation" r:id="rId7" imgW="18897600" imgH="9448800" progId="Equation.DSMT4">
                    <p:embed/>
                    <p:pic>
                      <p:nvPicPr>
                        <p:cNvPr id="0" name="图片 20764"/>
                        <p:cNvPicPr>
                          <a:picLocks noChangeAspect="1"/>
                        </p:cNvPicPr>
                        <p:nvPr/>
                      </p:nvPicPr>
                      <p:blipFill>
                        <a:blip r:embed="rId8"/>
                        <a:stretch>
                          <a:fillRect/>
                        </a:stretch>
                      </p:blipFill>
                      <p:spPr>
                        <a:xfrm>
                          <a:off x="2984" y="2900"/>
                          <a:ext cx="584" cy="292"/>
                        </a:xfrm>
                        <a:prstGeom prst="rect">
                          <a:avLst/>
                        </a:prstGeom>
                        <a:noFill/>
                        <a:ln w="9525">
                          <a:noFill/>
                        </a:ln>
                      </p:spPr>
                    </p:pic>
                  </p:oleObj>
                </mc:Fallback>
              </mc:AlternateContent>
            </a:graphicData>
          </a:graphic>
        </p:graphicFrame>
        <p:sp>
          <p:nvSpPr>
            <p:cNvPr id="12" name="Line 43"/>
            <p:cNvSpPr>
              <a:spLocks noChangeShapeType="1"/>
            </p:cNvSpPr>
            <p:nvPr/>
          </p:nvSpPr>
          <p:spPr bwMode="auto">
            <a:xfrm>
              <a:off x="3593" y="2554"/>
              <a:ext cx="1633"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Line 44"/>
            <p:cNvSpPr>
              <a:spLocks noChangeShapeType="1"/>
            </p:cNvSpPr>
            <p:nvPr/>
          </p:nvSpPr>
          <p:spPr bwMode="auto">
            <a:xfrm>
              <a:off x="3571" y="3088"/>
              <a:ext cx="1634"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nvGrpSpPr>
          <p:cNvPr id="14" name="Group 45"/>
          <p:cNvGrpSpPr/>
          <p:nvPr/>
        </p:nvGrpSpPr>
        <p:grpSpPr bwMode="auto">
          <a:xfrm>
            <a:off x="2683130" y="2818494"/>
            <a:ext cx="380747" cy="393478"/>
            <a:chOff x="3331" y="2687"/>
            <a:chExt cx="282" cy="292"/>
          </a:xfrm>
        </p:grpSpPr>
        <p:sp>
          <p:nvSpPr>
            <p:cNvPr id="15" name="Line 46"/>
            <p:cNvSpPr>
              <a:spLocks noChangeShapeType="1"/>
            </p:cNvSpPr>
            <p:nvPr/>
          </p:nvSpPr>
          <p:spPr bwMode="auto">
            <a:xfrm flipH="1">
              <a:off x="3568" y="2820"/>
              <a:ext cx="45"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6" name="Object 47"/>
            <p:cNvGraphicFramePr>
              <a:graphicFrameLocks noChangeAspect="1"/>
            </p:cNvGraphicFramePr>
            <p:nvPr/>
          </p:nvGraphicFramePr>
          <p:xfrm>
            <a:off x="3331" y="2687"/>
            <a:ext cx="216" cy="292"/>
          </p:xfrm>
          <a:graphic>
            <a:graphicData uri="http://schemas.openxmlformats.org/presentationml/2006/ole">
              <mc:AlternateContent xmlns:mc="http://schemas.openxmlformats.org/markup-compatibility/2006">
                <mc:Choice xmlns:v="urn:schemas-microsoft-com:vml" Requires="v">
                  <p:oleObj spid="_x0000_s20766" name="Equation" r:id="rId9" imgW="7010400" imgH="9448800" progId="Equation.DSMT4">
                    <p:embed/>
                  </p:oleObj>
                </mc:Choice>
                <mc:Fallback>
                  <p:oleObj name="Equation" r:id="rId9" imgW="7010400" imgH="9448800" progId="Equation.DSMT4">
                    <p:embed/>
                    <p:pic>
                      <p:nvPicPr>
                        <p:cNvPr id="0" name="图片 20765"/>
                        <p:cNvPicPr>
                          <a:picLocks noChangeAspect="1"/>
                        </p:cNvPicPr>
                        <p:nvPr/>
                      </p:nvPicPr>
                      <p:blipFill>
                        <a:blip r:embed="rId10"/>
                        <a:stretch>
                          <a:fillRect/>
                        </a:stretch>
                      </p:blipFill>
                      <p:spPr>
                        <a:xfrm>
                          <a:off x="3331" y="2687"/>
                          <a:ext cx="216" cy="292"/>
                        </a:xfrm>
                        <a:prstGeom prst="rect">
                          <a:avLst/>
                        </a:prstGeom>
                        <a:noFill/>
                        <a:ln w="9525">
                          <a:noFill/>
                        </a:ln>
                      </p:spPr>
                    </p:pic>
                  </p:oleObj>
                </mc:Fallback>
              </mc:AlternateContent>
            </a:graphicData>
          </a:graphic>
        </p:graphicFrame>
      </p:grpSp>
      <p:grpSp>
        <p:nvGrpSpPr>
          <p:cNvPr id="17" name="Group 48"/>
          <p:cNvGrpSpPr/>
          <p:nvPr/>
        </p:nvGrpSpPr>
        <p:grpSpPr bwMode="auto">
          <a:xfrm>
            <a:off x="2828925" y="2085657"/>
            <a:ext cx="2749294" cy="2122687"/>
            <a:chOff x="3439" y="2143"/>
            <a:chExt cx="2037" cy="1575"/>
          </a:xfrm>
        </p:grpSpPr>
        <p:sp>
          <p:nvSpPr>
            <p:cNvPr id="18" name="Line 49"/>
            <p:cNvSpPr>
              <a:spLocks noChangeShapeType="1"/>
            </p:cNvSpPr>
            <p:nvPr/>
          </p:nvSpPr>
          <p:spPr bwMode="auto">
            <a:xfrm flipV="1">
              <a:off x="4476" y="2819"/>
              <a:ext cx="0" cy="619"/>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9" name="Line 50"/>
            <p:cNvSpPr>
              <a:spLocks noChangeShapeType="1"/>
            </p:cNvSpPr>
            <p:nvPr/>
          </p:nvSpPr>
          <p:spPr bwMode="auto">
            <a:xfrm>
              <a:off x="3439" y="3438"/>
              <a:ext cx="1987"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Line 51"/>
            <p:cNvSpPr>
              <a:spLocks noChangeShapeType="1"/>
            </p:cNvSpPr>
            <p:nvPr/>
          </p:nvSpPr>
          <p:spPr bwMode="auto">
            <a:xfrm flipV="1">
              <a:off x="3571" y="2289"/>
              <a:ext cx="0" cy="141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1" name="Object 52"/>
            <p:cNvGraphicFramePr>
              <a:graphicFrameLocks noChangeAspect="1"/>
            </p:cNvGraphicFramePr>
            <p:nvPr/>
          </p:nvGraphicFramePr>
          <p:xfrm>
            <a:off x="5274" y="3472"/>
            <a:ext cx="202" cy="207"/>
          </p:xfrm>
          <a:graphic>
            <a:graphicData uri="http://schemas.openxmlformats.org/presentationml/2006/ole">
              <mc:AlternateContent xmlns:mc="http://schemas.openxmlformats.org/markup-compatibility/2006">
                <mc:Choice xmlns:v="urn:schemas-microsoft-com:vml" Requires="v">
                  <p:oleObj spid="_x0000_s20767" name="Equation" r:id="rId11" imgW="3048000" imgH="3352800" progId="Equation.DSMT4">
                    <p:embed/>
                  </p:oleObj>
                </mc:Choice>
                <mc:Fallback>
                  <p:oleObj name="Equation" r:id="rId11" imgW="3048000" imgH="3352800" progId="Equation.DSMT4">
                    <p:embed/>
                    <p:pic>
                      <p:nvPicPr>
                        <p:cNvPr id="0" name="图片 20766"/>
                        <p:cNvPicPr>
                          <a:picLocks noChangeAspect="1"/>
                        </p:cNvPicPr>
                        <p:nvPr/>
                      </p:nvPicPr>
                      <p:blipFill>
                        <a:blip r:embed="rId12"/>
                        <a:stretch>
                          <a:fillRect/>
                        </a:stretch>
                      </p:blipFill>
                      <p:spPr>
                        <a:xfrm>
                          <a:off x="5274" y="3472"/>
                          <a:ext cx="202" cy="207"/>
                        </a:xfrm>
                        <a:prstGeom prst="rect">
                          <a:avLst/>
                        </a:prstGeom>
                        <a:noFill/>
                        <a:ln w="9525">
                          <a:noFill/>
                        </a:ln>
                      </p:spPr>
                    </p:pic>
                  </p:oleObj>
                </mc:Fallback>
              </mc:AlternateContent>
            </a:graphicData>
          </a:graphic>
        </p:graphicFrame>
        <p:graphicFrame>
          <p:nvGraphicFramePr>
            <p:cNvPr id="22" name="Object 53"/>
            <p:cNvGraphicFramePr>
              <a:graphicFrameLocks noChangeAspect="1"/>
            </p:cNvGraphicFramePr>
            <p:nvPr/>
          </p:nvGraphicFramePr>
          <p:xfrm>
            <a:off x="4366" y="3386"/>
            <a:ext cx="249" cy="332"/>
          </p:xfrm>
          <a:graphic>
            <a:graphicData uri="http://schemas.openxmlformats.org/presentationml/2006/ole">
              <mc:AlternateContent xmlns:mc="http://schemas.openxmlformats.org/markup-compatibility/2006">
                <mc:Choice xmlns:v="urn:schemas-microsoft-com:vml" Requires="v">
                  <p:oleObj spid="_x0000_s20768" name="Equation" r:id="rId13" imgW="3962400" imgH="5486400" progId="Equation.DSMT4">
                    <p:embed/>
                  </p:oleObj>
                </mc:Choice>
                <mc:Fallback>
                  <p:oleObj name="Equation" r:id="rId13" imgW="3962400" imgH="5486400" progId="Equation.DSMT4">
                    <p:embed/>
                    <p:pic>
                      <p:nvPicPr>
                        <p:cNvPr id="0" name="图片 20767"/>
                        <p:cNvPicPr>
                          <a:picLocks noChangeAspect="1"/>
                        </p:cNvPicPr>
                        <p:nvPr/>
                      </p:nvPicPr>
                      <p:blipFill>
                        <a:blip r:embed="rId14"/>
                        <a:stretch>
                          <a:fillRect/>
                        </a:stretch>
                      </p:blipFill>
                      <p:spPr>
                        <a:xfrm>
                          <a:off x="4366" y="3386"/>
                          <a:ext cx="249" cy="332"/>
                        </a:xfrm>
                        <a:prstGeom prst="rect">
                          <a:avLst/>
                        </a:prstGeom>
                        <a:noFill/>
                        <a:ln w="9525">
                          <a:noFill/>
                        </a:ln>
                      </p:spPr>
                    </p:pic>
                  </p:oleObj>
                </mc:Fallback>
              </mc:AlternateContent>
            </a:graphicData>
          </a:graphic>
        </p:graphicFrame>
        <p:graphicFrame>
          <p:nvGraphicFramePr>
            <p:cNvPr id="23" name="Object 54"/>
            <p:cNvGraphicFramePr>
              <a:graphicFrameLocks noChangeAspect="1"/>
            </p:cNvGraphicFramePr>
            <p:nvPr/>
          </p:nvGraphicFramePr>
          <p:xfrm>
            <a:off x="3597" y="2235"/>
            <a:ext cx="207" cy="250"/>
          </p:xfrm>
          <a:graphic>
            <a:graphicData uri="http://schemas.openxmlformats.org/presentationml/2006/ole">
              <mc:AlternateContent xmlns:mc="http://schemas.openxmlformats.org/markup-compatibility/2006">
                <mc:Choice xmlns:v="urn:schemas-microsoft-com:vml" Requires="v">
                  <p:oleObj spid="_x0000_s20769" name="Equation" r:id="rId15" imgW="3352800" imgH="3962400" progId="Equation.DSMT4">
                    <p:embed/>
                  </p:oleObj>
                </mc:Choice>
                <mc:Fallback>
                  <p:oleObj name="Equation" r:id="rId15" imgW="3352800" imgH="3962400" progId="Equation.DSMT4">
                    <p:embed/>
                    <p:pic>
                      <p:nvPicPr>
                        <p:cNvPr id="0" name="图片 20768"/>
                        <p:cNvPicPr>
                          <a:picLocks noChangeAspect="1"/>
                        </p:cNvPicPr>
                        <p:nvPr/>
                      </p:nvPicPr>
                      <p:blipFill>
                        <a:blip r:embed="rId16"/>
                        <a:stretch>
                          <a:fillRect/>
                        </a:stretch>
                      </p:blipFill>
                      <p:spPr>
                        <a:xfrm>
                          <a:off x="3597" y="2235"/>
                          <a:ext cx="207" cy="250"/>
                        </a:xfrm>
                        <a:prstGeom prst="rect">
                          <a:avLst/>
                        </a:prstGeom>
                        <a:noFill/>
                        <a:ln w="9525">
                          <a:noFill/>
                        </a:ln>
                      </p:spPr>
                    </p:pic>
                  </p:oleObj>
                </mc:Fallback>
              </mc:AlternateContent>
            </a:graphicData>
          </a:graphic>
        </p:graphicFrame>
        <p:sp>
          <p:nvSpPr>
            <p:cNvPr id="24" name="Freeform 55"/>
            <p:cNvSpPr/>
            <p:nvPr/>
          </p:nvSpPr>
          <p:spPr bwMode="auto">
            <a:xfrm>
              <a:off x="3725" y="2421"/>
              <a:ext cx="1324" cy="885"/>
            </a:xfrm>
            <a:custGeom>
              <a:avLst/>
              <a:gdLst>
                <a:gd name="T0" fmla="*/ 0 w 1440"/>
                <a:gd name="T1" fmla="*/ 885 h 960"/>
                <a:gd name="T2" fmla="*/ 177 w 1440"/>
                <a:gd name="T3" fmla="*/ 575 h 960"/>
                <a:gd name="T4" fmla="*/ 441 w 1440"/>
                <a:gd name="T5" fmla="*/ 487 h 960"/>
                <a:gd name="T6" fmla="*/ 750 w 1440"/>
                <a:gd name="T7" fmla="*/ 398 h 960"/>
                <a:gd name="T8" fmla="*/ 1059 w 1440"/>
                <a:gd name="T9" fmla="*/ 266 h 960"/>
                <a:gd name="T10" fmla="*/ 1324 w 1440"/>
                <a:gd name="T11" fmla="*/ 0 h 9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40" h="960">
                  <a:moveTo>
                    <a:pt x="0" y="960"/>
                  </a:moveTo>
                  <a:cubicBezTo>
                    <a:pt x="56" y="828"/>
                    <a:pt x="112" y="696"/>
                    <a:pt x="192" y="624"/>
                  </a:cubicBezTo>
                  <a:cubicBezTo>
                    <a:pt x="272" y="552"/>
                    <a:pt x="376" y="560"/>
                    <a:pt x="480" y="528"/>
                  </a:cubicBezTo>
                  <a:cubicBezTo>
                    <a:pt x="584" y="496"/>
                    <a:pt x="704" y="472"/>
                    <a:pt x="816" y="432"/>
                  </a:cubicBezTo>
                  <a:cubicBezTo>
                    <a:pt x="928" y="392"/>
                    <a:pt x="1048" y="360"/>
                    <a:pt x="1152" y="288"/>
                  </a:cubicBezTo>
                  <a:cubicBezTo>
                    <a:pt x="1256" y="216"/>
                    <a:pt x="1392" y="48"/>
                    <a:pt x="1440" y="0"/>
                  </a:cubicBezTo>
                </a:path>
              </a:pathLst>
            </a:custGeom>
            <a:noFill/>
            <a:ln w="25400" cmpd="sng">
              <a:solidFill>
                <a:srgbClr val="FF99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5" name="Object 56"/>
            <p:cNvGraphicFramePr>
              <a:graphicFrameLocks noChangeAspect="1"/>
            </p:cNvGraphicFramePr>
            <p:nvPr/>
          </p:nvGraphicFramePr>
          <p:xfrm>
            <a:off x="4432" y="2143"/>
            <a:ext cx="950" cy="292"/>
          </p:xfrm>
          <a:graphic>
            <a:graphicData uri="http://schemas.openxmlformats.org/presentationml/2006/ole">
              <mc:AlternateContent xmlns:mc="http://schemas.openxmlformats.org/markup-compatibility/2006">
                <mc:Choice xmlns:v="urn:schemas-microsoft-com:vml" Requires="v">
                  <p:oleObj spid="_x0000_s20770" name="Equation" r:id="rId17" imgW="30784800" imgH="9448800" progId="Equation.DSMT4">
                    <p:embed/>
                  </p:oleObj>
                </mc:Choice>
                <mc:Fallback>
                  <p:oleObj name="Equation" r:id="rId17" imgW="30784800" imgH="9448800" progId="Equation.DSMT4">
                    <p:embed/>
                    <p:pic>
                      <p:nvPicPr>
                        <p:cNvPr id="0" name="图片 20769"/>
                        <p:cNvPicPr>
                          <a:picLocks noChangeAspect="1"/>
                        </p:cNvPicPr>
                        <p:nvPr/>
                      </p:nvPicPr>
                      <p:blipFill>
                        <a:blip r:embed="rId18"/>
                        <a:stretch>
                          <a:fillRect/>
                        </a:stretch>
                      </p:blipFill>
                      <p:spPr>
                        <a:xfrm>
                          <a:off x="4432" y="2143"/>
                          <a:ext cx="950" cy="292"/>
                        </a:xfrm>
                        <a:prstGeom prst="rect">
                          <a:avLst/>
                        </a:prstGeom>
                        <a:noFill/>
                        <a:ln w="9525">
                          <a:noFill/>
                        </a:ln>
                      </p:spPr>
                    </p:pic>
                  </p:oleObj>
                </mc:Fallback>
              </mc:AlternateContent>
            </a:graphicData>
          </a:graphic>
        </p:graphicFrame>
        <p:sp>
          <p:nvSpPr>
            <p:cNvPr id="26" name="Oval 57"/>
            <p:cNvSpPr>
              <a:spLocks noChangeArrowheads="1"/>
            </p:cNvSpPr>
            <p:nvPr/>
          </p:nvSpPr>
          <p:spPr bwMode="auto">
            <a:xfrm>
              <a:off x="4452" y="2802"/>
              <a:ext cx="41" cy="41"/>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27" name="Text Box 58"/>
          <p:cNvSpPr txBox="1">
            <a:spLocks noChangeArrowheads="1"/>
          </p:cNvSpPr>
          <p:nvPr/>
        </p:nvSpPr>
        <p:spPr bwMode="auto">
          <a:xfrm>
            <a:off x="6165850" y="2689223"/>
            <a:ext cx="16129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极限存在</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8" name="AutoShape 59"/>
          <p:cNvSpPr>
            <a:spLocks noChangeArrowheads="1"/>
          </p:cNvSpPr>
          <p:nvPr/>
        </p:nvSpPr>
        <p:spPr bwMode="auto">
          <a:xfrm>
            <a:off x="6934200" y="3284536"/>
            <a:ext cx="762000" cy="152400"/>
          </a:xfrm>
          <a:prstGeom prst="rightArrow">
            <a:avLst>
              <a:gd name="adj1" fmla="val 50000"/>
              <a:gd name="adj2" fmla="val 125000"/>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9" name="Text Box 60"/>
          <p:cNvSpPr txBox="1">
            <a:spLocks noChangeArrowheads="1"/>
          </p:cNvSpPr>
          <p:nvPr/>
        </p:nvSpPr>
        <p:spPr bwMode="auto">
          <a:xfrm>
            <a:off x="7664450" y="3070223"/>
            <a:ext cx="232791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函数局部有界</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 name="Text Box 61"/>
          <p:cNvSpPr txBox="1">
            <a:spLocks noChangeArrowheads="1"/>
          </p:cNvSpPr>
          <p:nvPr/>
        </p:nvSpPr>
        <p:spPr bwMode="auto">
          <a:xfrm>
            <a:off x="7175500" y="3563936"/>
            <a:ext cx="260191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400" b="1">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(P35</a:t>
            </a:r>
            <a:r>
              <a:rPr kumimoji="1" lang="zh-CN" altLang="en-US" sz="2400" b="1">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定理</a:t>
            </a:r>
            <a:r>
              <a:rPr kumimoji="1" lang="en-US" altLang="zh-CN" sz="2400" b="1">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1.2.6)</a:t>
            </a:r>
            <a:endParaRPr kumimoji="1" lang="en-US" altLang="zh-CN" sz="2400" b="1">
              <a:solidFill>
                <a:schemeClr val="accent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1" name="Text Box 62"/>
          <p:cNvSpPr txBox="1">
            <a:spLocks noChangeArrowheads="1"/>
          </p:cNvSpPr>
          <p:nvPr/>
        </p:nvSpPr>
        <p:spPr bwMode="auto">
          <a:xfrm>
            <a:off x="6096000" y="2079623"/>
            <a:ext cx="146240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这表明</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2" name="Rectangle 63"/>
          <p:cNvSpPr>
            <a:spLocks noChangeArrowheads="1"/>
          </p:cNvSpPr>
          <p:nvPr/>
        </p:nvSpPr>
        <p:spPr bwMode="auto">
          <a:xfrm>
            <a:off x="6096000" y="2674936"/>
            <a:ext cx="4114800" cy="1371600"/>
          </a:xfrm>
          <a:prstGeom prst="rect">
            <a:avLst/>
          </a:prstGeom>
          <a:noFill/>
          <a:ln w="952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3" name="对象 32"/>
          <p:cNvGraphicFramePr>
            <a:graphicFrameLocks noChangeAspect="1"/>
          </p:cNvGraphicFramePr>
          <p:nvPr/>
        </p:nvGraphicFramePr>
        <p:xfrm>
          <a:off x="2828965" y="850079"/>
          <a:ext cx="1879560" cy="596880"/>
        </p:xfrm>
        <a:graphic>
          <a:graphicData uri="http://schemas.openxmlformats.org/presentationml/2006/ole">
            <mc:AlternateContent xmlns:mc="http://schemas.openxmlformats.org/markup-compatibility/2006">
              <mc:Choice xmlns:v="urn:schemas-microsoft-com:vml" Requires="v">
                <p:oleObj spid="_x0000_s20771" name="Equation" r:id="rId19" imgW="45110400" imgH="14325600" progId="Equation.DSMT4">
                  <p:embed/>
                </p:oleObj>
              </mc:Choice>
              <mc:Fallback>
                <p:oleObj name="Equation" r:id="rId19" imgW="45110400" imgH="14325600" progId="Equation.DSMT4">
                  <p:embed/>
                  <p:pic>
                    <p:nvPicPr>
                      <p:cNvPr id="0" name="图片 20770"/>
                      <p:cNvPicPr>
                        <a:picLocks noChangeAspect="1"/>
                      </p:cNvPicPr>
                      <p:nvPr/>
                    </p:nvPicPr>
                    <p:blipFill>
                      <a:blip r:embed="rId20"/>
                      <a:stretch>
                        <a:fillRect/>
                      </a:stretch>
                    </p:blipFill>
                    <p:spPr>
                      <a:xfrm>
                        <a:off x="2828965" y="850079"/>
                        <a:ext cx="1879560" cy="596880"/>
                      </a:xfrm>
                      <a:prstGeom prst="rect">
                        <a:avLst/>
                      </a:prstGeom>
                      <a:solidFill>
                        <a:schemeClr val="accent5">
                          <a:lumMod val="20000"/>
                          <a:lumOff val="80000"/>
                          <a:alpha val="50000"/>
                        </a:schemeClr>
                      </a:solid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1">
                                            <p:txEl>
                                              <p:pRg st="4294967295" end="4294967295"/>
                                            </p:txEl>
                                          </p:spTgt>
                                        </p:tgtEl>
                                        <p:attrNameLst>
                                          <p:attrName>style.visibility</p:attrName>
                                        </p:attrNameLst>
                                      </p:cBhvr>
                                      <p:to>
                                        <p:strVal val="visible"/>
                                      </p:to>
                                    </p:set>
                                    <p:animEffect transition="in" filter="wipe(left)">
                                      <p:cBhvr>
                                        <p:cTn id="32" dur="500"/>
                                        <p:tgtEl>
                                          <p:spTgt spid="31">
                                            <p:txEl>
                                              <p:pRg st="4294967295" end="429496729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1">
                                            <p:txEl>
                                              <p:pRg st="0" end="0"/>
                                            </p:txEl>
                                          </p:spTgt>
                                        </p:tgtEl>
                                        <p:attrNameLst>
                                          <p:attrName>style.visibility</p:attrName>
                                        </p:attrNameLst>
                                      </p:cBhvr>
                                      <p:to>
                                        <p:strVal val="visible"/>
                                      </p:to>
                                    </p:set>
                                    <p:animEffect transition="in" filter="wipe(left)">
                                      <p:cBhvr>
                                        <p:cTn id="37" dur="500"/>
                                        <p:tgtEl>
                                          <p:spTgt spid="3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wipe(left)">
                                      <p:cBhvr>
                                        <p:cTn id="47" dur="500"/>
                                        <p:tgtEl>
                                          <p:spTgt spid="28"/>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wipe(left)">
                                      <p:cBhvr>
                                        <p:cTn id="51" dur="500"/>
                                        <p:tgtEl>
                                          <p:spTgt spid="2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wipe(left)">
                                      <p:cBhvr>
                                        <p:cTn id="56" dur="500"/>
                                        <p:tgtEl>
                                          <p:spTgt spid="30"/>
                                        </p:tgtEl>
                                      </p:cBhvr>
                                    </p:animEffect>
                                  </p:childTnLst>
                                </p:cTn>
                              </p:par>
                            </p:childTnLst>
                          </p:cTn>
                        </p:par>
                        <p:par>
                          <p:cTn id="57" fill="hold">
                            <p:stCondLst>
                              <p:cond delay="500"/>
                            </p:stCondLst>
                            <p:childTnLst>
                              <p:par>
                                <p:cTn id="58" presetID="22" presetClass="entr" presetSubtype="8" fill="hold" grpId="0" nodeType="after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wipe(left)">
                                      <p:cBhvr>
                                        <p:cTn id="6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7" grpId="0" bldLvl="0" animBg="1" autoUpdateAnimBg="0"/>
      <p:bldP spid="28" grpId="0" bldLvl="0" animBg="1"/>
      <p:bldP spid="29" grpId="0" bldLvl="0" animBg="1" autoUpdateAnimBg="0"/>
      <p:bldP spid="30" grpId="0" bldLvl="0" animBg="1" autoUpdateAnimBg="0"/>
      <p:bldP spid="31" grpId="0" autoUpdateAnimBg="0" build="p"/>
      <p:bldP spid="32"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
          <p:cNvSpPr txBox="1">
            <a:spLocks noChangeArrowheads="1"/>
          </p:cNvSpPr>
          <p:nvPr/>
        </p:nvSpPr>
        <p:spPr>
          <a:xfrm>
            <a:off x="1882775" y="401320"/>
            <a:ext cx="2462213"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3. 单侧极限</a:t>
            </a:r>
            <a:endPar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32" name="Text Box 3"/>
          <p:cNvSpPr txBox="1">
            <a:spLocks noChangeArrowheads="1"/>
          </p:cNvSpPr>
          <p:nvPr/>
        </p:nvSpPr>
        <p:spPr bwMode="auto">
          <a:xfrm>
            <a:off x="1882775" y="1124268"/>
            <a:ext cx="1828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rPr>
              <a:t>左极限 </a:t>
            </a:r>
            <a:r>
              <a:rPr kumimoji="1" lang="en-US" altLang="zh-CN" sz="2800" b="1" dirty="0">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3" name="Object 4"/>
          <p:cNvGraphicFramePr>
            <a:graphicFrameLocks noChangeAspect="1"/>
          </p:cNvGraphicFramePr>
          <p:nvPr/>
        </p:nvGraphicFramePr>
        <p:xfrm>
          <a:off x="3390583" y="1090613"/>
          <a:ext cx="1176337" cy="549275"/>
        </p:xfrm>
        <a:graphic>
          <a:graphicData uri="http://schemas.openxmlformats.org/presentationml/2006/ole">
            <mc:AlternateContent xmlns:mc="http://schemas.openxmlformats.org/markup-compatibility/2006">
              <mc:Choice xmlns:v="urn:schemas-microsoft-com:vml" Requires="v">
                <p:oleObj spid="_x0000_s21505" name="Equation" r:id="rId1" imgW="12801600" imgH="5791200" progId="Equation.DSMT4">
                  <p:embed/>
                </p:oleObj>
              </mc:Choice>
              <mc:Fallback>
                <p:oleObj name="Equation" r:id="rId1" imgW="12801600" imgH="5791200" progId="Equation.DSMT4">
                  <p:embed/>
                  <p:pic>
                    <p:nvPicPr>
                      <p:cNvPr id="0" name="图片 21504"/>
                      <p:cNvPicPr>
                        <a:picLocks noChangeAspect="1"/>
                      </p:cNvPicPr>
                      <p:nvPr/>
                    </p:nvPicPr>
                    <p:blipFill>
                      <a:blip r:embed="rId2"/>
                      <a:stretch>
                        <a:fillRect/>
                      </a:stretch>
                    </p:blipFill>
                    <p:spPr>
                      <a:xfrm>
                        <a:off x="3390583" y="1090613"/>
                        <a:ext cx="1176337" cy="549275"/>
                      </a:xfrm>
                      <a:prstGeom prst="rect">
                        <a:avLst/>
                      </a:prstGeom>
                      <a:noFill/>
                      <a:ln w="9525">
                        <a:noFill/>
                      </a:ln>
                    </p:spPr>
                  </p:pic>
                </p:oleObj>
              </mc:Fallback>
            </mc:AlternateContent>
          </a:graphicData>
        </a:graphic>
      </p:graphicFrame>
      <p:graphicFrame>
        <p:nvGraphicFramePr>
          <p:cNvPr id="34" name="Object 5"/>
          <p:cNvGraphicFramePr>
            <a:graphicFrameLocks noChangeAspect="1"/>
          </p:cNvGraphicFramePr>
          <p:nvPr/>
        </p:nvGraphicFramePr>
        <p:xfrm>
          <a:off x="4670951" y="1169988"/>
          <a:ext cx="1904760" cy="622080"/>
        </p:xfrm>
        <a:graphic>
          <a:graphicData uri="http://schemas.openxmlformats.org/presentationml/2006/ole">
            <mc:AlternateContent xmlns:mc="http://schemas.openxmlformats.org/markup-compatibility/2006">
              <mc:Choice xmlns:v="urn:schemas-microsoft-com:vml" Requires="v">
                <p:oleObj spid="_x0000_s21899" name="Equation" r:id="rId3" imgW="45720000" imgH="14935200" progId="Equation.DSMT4">
                  <p:embed/>
                </p:oleObj>
              </mc:Choice>
              <mc:Fallback>
                <p:oleObj name="Equation" r:id="rId3" imgW="45720000" imgH="14935200" progId="Equation.DSMT4">
                  <p:embed/>
                  <p:pic>
                    <p:nvPicPr>
                      <p:cNvPr id="0" name="图片 21898"/>
                      <p:cNvPicPr>
                        <a:picLocks noChangeAspect="1"/>
                      </p:cNvPicPr>
                      <p:nvPr/>
                    </p:nvPicPr>
                    <p:blipFill>
                      <a:blip r:embed="rId4"/>
                      <a:stretch>
                        <a:fillRect/>
                      </a:stretch>
                    </p:blipFill>
                    <p:spPr>
                      <a:xfrm>
                        <a:off x="4670951" y="1169988"/>
                        <a:ext cx="1904760" cy="622080"/>
                      </a:xfrm>
                      <a:prstGeom prst="rect">
                        <a:avLst/>
                      </a:prstGeom>
                      <a:noFill/>
                      <a:ln w="9525">
                        <a:noFill/>
                      </a:ln>
                    </p:spPr>
                  </p:pic>
                </p:oleObj>
              </mc:Fallback>
            </mc:AlternateContent>
          </a:graphicData>
        </a:graphic>
      </p:graphicFrame>
      <p:sp>
        <p:nvSpPr>
          <p:cNvPr id="35" name="Line 6"/>
          <p:cNvSpPr>
            <a:spLocks noChangeShapeType="1"/>
          </p:cNvSpPr>
          <p:nvPr/>
        </p:nvSpPr>
        <p:spPr bwMode="auto">
          <a:xfrm>
            <a:off x="3147695" y="2171700"/>
            <a:ext cx="8382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6" name="Line 7"/>
          <p:cNvSpPr>
            <a:spLocks noChangeShapeType="1"/>
          </p:cNvSpPr>
          <p:nvPr/>
        </p:nvSpPr>
        <p:spPr bwMode="auto">
          <a:xfrm flipH="1">
            <a:off x="3147695" y="2286000"/>
            <a:ext cx="8382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7" name="Object 8"/>
          <p:cNvGraphicFramePr>
            <a:graphicFrameLocks noChangeAspect="1"/>
          </p:cNvGraphicFramePr>
          <p:nvPr/>
        </p:nvGraphicFramePr>
        <p:xfrm>
          <a:off x="4166895" y="2049683"/>
          <a:ext cx="1117440" cy="393480"/>
        </p:xfrm>
        <a:graphic>
          <a:graphicData uri="http://schemas.openxmlformats.org/presentationml/2006/ole">
            <mc:AlternateContent xmlns:mc="http://schemas.openxmlformats.org/markup-compatibility/2006">
              <mc:Choice xmlns:v="urn:schemas-microsoft-com:vml" Requires="v">
                <p:oleObj spid="_x0000_s21900" name="Equation" r:id="rId5" imgW="26822400" imgH="9448800" progId="Equation.DSMT4">
                  <p:embed/>
                </p:oleObj>
              </mc:Choice>
              <mc:Fallback>
                <p:oleObj name="Equation" r:id="rId5" imgW="26822400" imgH="9448800" progId="Equation.DSMT4">
                  <p:embed/>
                  <p:pic>
                    <p:nvPicPr>
                      <p:cNvPr id="0" name="图片 21899"/>
                      <p:cNvPicPr>
                        <a:picLocks noChangeAspect="1"/>
                      </p:cNvPicPr>
                      <p:nvPr/>
                    </p:nvPicPr>
                    <p:blipFill>
                      <a:blip r:embed="rId6"/>
                      <a:stretch>
                        <a:fillRect/>
                      </a:stretch>
                    </p:blipFill>
                    <p:spPr>
                      <a:xfrm>
                        <a:off x="4166895" y="2049683"/>
                        <a:ext cx="1117440" cy="393480"/>
                      </a:xfrm>
                      <a:prstGeom prst="rect">
                        <a:avLst/>
                      </a:prstGeom>
                      <a:noFill/>
                      <a:ln w="9525">
                        <a:noFill/>
                      </a:ln>
                    </p:spPr>
                  </p:pic>
                </p:oleObj>
              </mc:Fallback>
            </mc:AlternateContent>
          </a:graphicData>
        </a:graphic>
      </p:graphicFrame>
      <p:graphicFrame>
        <p:nvGraphicFramePr>
          <p:cNvPr id="38" name="Object 9"/>
          <p:cNvGraphicFramePr>
            <a:graphicFrameLocks noChangeAspect="1"/>
          </p:cNvGraphicFramePr>
          <p:nvPr/>
        </p:nvGraphicFramePr>
        <p:xfrm>
          <a:off x="5503545" y="2011363"/>
          <a:ext cx="1117600" cy="473075"/>
        </p:xfrm>
        <a:graphic>
          <a:graphicData uri="http://schemas.openxmlformats.org/presentationml/2006/ole">
            <mc:AlternateContent xmlns:mc="http://schemas.openxmlformats.org/markup-compatibility/2006">
              <mc:Choice xmlns:v="urn:schemas-microsoft-com:vml" Requires="v">
                <p:oleObj spid="_x0000_s21901" name="Equation" r:id="rId7" imgW="12192000" imgH="4876800" progId="Equation.DSMT4">
                  <p:embed/>
                </p:oleObj>
              </mc:Choice>
              <mc:Fallback>
                <p:oleObj name="Equation" r:id="rId7" imgW="12192000" imgH="4876800" progId="Equation.DSMT4">
                  <p:embed/>
                  <p:pic>
                    <p:nvPicPr>
                      <p:cNvPr id="0" name="图片 21900"/>
                      <p:cNvPicPr>
                        <a:picLocks noChangeAspect="1"/>
                      </p:cNvPicPr>
                      <p:nvPr/>
                    </p:nvPicPr>
                    <p:blipFill>
                      <a:blip r:embed="rId8"/>
                      <a:stretch>
                        <a:fillRect/>
                      </a:stretch>
                    </p:blipFill>
                    <p:spPr>
                      <a:xfrm>
                        <a:off x="5503545" y="2011363"/>
                        <a:ext cx="1117600" cy="473075"/>
                      </a:xfrm>
                      <a:prstGeom prst="rect">
                        <a:avLst/>
                      </a:prstGeom>
                      <a:noFill/>
                      <a:ln w="9525">
                        <a:noFill/>
                      </a:ln>
                    </p:spPr>
                  </p:pic>
                </p:oleObj>
              </mc:Fallback>
            </mc:AlternateContent>
          </a:graphicData>
        </a:graphic>
      </p:graphicFrame>
      <p:sp>
        <p:nvSpPr>
          <p:cNvPr id="39" name="Text Box 10"/>
          <p:cNvSpPr txBox="1">
            <a:spLocks noChangeArrowheads="1"/>
          </p:cNvSpPr>
          <p:nvPr/>
        </p:nvSpPr>
        <p:spPr bwMode="auto">
          <a:xfrm>
            <a:off x="6652895" y="1924050"/>
            <a:ext cx="1219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0" name="Object 11"/>
          <p:cNvGraphicFramePr>
            <a:graphicFrameLocks noChangeAspect="1"/>
          </p:cNvGraphicFramePr>
          <p:nvPr/>
        </p:nvGraphicFramePr>
        <p:xfrm>
          <a:off x="7205345" y="1967786"/>
          <a:ext cx="2158920" cy="431640"/>
        </p:xfrm>
        <a:graphic>
          <a:graphicData uri="http://schemas.openxmlformats.org/presentationml/2006/ole">
            <mc:AlternateContent xmlns:mc="http://schemas.openxmlformats.org/markup-compatibility/2006">
              <mc:Choice xmlns:v="urn:schemas-microsoft-com:vml" Requires="v">
                <p:oleObj spid="_x0000_s21902" name="Equation" r:id="rId9" imgW="51816000" imgH="10363200" progId="Equation.DSMT4">
                  <p:embed/>
                </p:oleObj>
              </mc:Choice>
              <mc:Fallback>
                <p:oleObj name="Equation" r:id="rId9" imgW="51816000" imgH="10363200" progId="Equation.DSMT4">
                  <p:embed/>
                  <p:pic>
                    <p:nvPicPr>
                      <p:cNvPr id="0" name="图片 21901"/>
                      <p:cNvPicPr>
                        <a:picLocks noChangeAspect="1"/>
                      </p:cNvPicPr>
                      <p:nvPr/>
                    </p:nvPicPr>
                    <p:blipFill>
                      <a:blip r:embed="rId10"/>
                      <a:stretch>
                        <a:fillRect/>
                      </a:stretch>
                    </p:blipFill>
                    <p:spPr>
                      <a:xfrm>
                        <a:off x="7205345" y="1967786"/>
                        <a:ext cx="2158920" cy="431640"/>
                      </a:xfrm>
                      <a:prstGeom prst="rect">
                        <a:avLst/>
                      </a:prstGeom>
                      <a:noFill/>
                      <a:ln w="9525">
                        <a:noFill/>
                      </a:ln>
                    </p:spPr>
                  </p:pic>
                </p:oleObj>
              </mc:Fallback>
            </mc:AlternateContent>
          </a:graphicData>
        </a:graphic>
      </p:graphicFrame>
      <p:sp>
        <p:nvSpPr>
          <p:cNvPr id="41" name="Text Box 12"/>
          <p:cNvSpPr txBox="1">
            <a:spLocks noChangeArrowheads="1"/>
          </p:cNvSpPr>
          <p:nvPr/>
        </p:nvSpPr>
        <p:spPr bwMode="auto">
          <a:xfrm>
            <a:off x="4046220" y="2578100"/>
            <a:ext cx="1752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有</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2" name="Object 13"/>
          <p:cNvGraphicFramePr>
            <a:graphicFrameLocks noChangeAspect="1"/>
          </p:cNvGraphicFramePr>
          <p:nvPr/>
        </p:nvGraphicFramePr>
        <p:xfrm>
          <a:off x="5088148" y="2635814"/>
          <a:ext cx="2108160" cy="482400"/>
        </p:xfrm>
        <a:graphic>
          <a:graphicData uri="http://schemas.openxmlformats.org/presentationml/2006/ole">
            <mc:AlternateContent xmlns:mc="http://schemas.openxmlformats.org/markup-compatibility/2006">
              <mc:Choice xmlns:v="urn:schemas-microsoft-com:vml" Requires="v">
                <p:oleObj spid="_x0000_s21903" name="Equation" r:id="rId11" imgW="50596800" imgH="11582400" progId="Equation.DSMT4">
                  <p:embed/>
                </p:oleObj>
              </mc:Choice>
              <mc:Fallback>
                <p:oleObj name="Equation" r:id="rId11" imgW="50596800" imgH="11582400" progId="Equation.DSMT4">
                  <p:embed/>
                  <p:pic>
                    <p:nvPicPr>
                      <p:cNvPr id="0" name="图片 21902"/>
                      <p:cNvPicPr>
                        <a:picLocks noChangeAspect="1"/>
                      </p:cNvPicPr>
                      <p:nvPr/>
                    </p:nvPicPr>
                    <p:blipFill>
                      <a:blip r:embed="rId12">
                        <a:biLevel thresh="50000"/>
                        <a:grayscl/>
                      </a:blip>
                      <a:stretch>
                        <a:fillRect/>
                      </a:stretch>
                    </p:blipFill>
                    <p:spPr>
                      <a:xfrm>
                        <a:off x="5088148" y="2635814"/>
                        <a:ext cx="2108160" cy="482400"/>
                      </a:xfrm>
                      <a:prstGeom prst="rect">
                        <a:avLst/>
                      </a:prstGeom>
                      <a:noFill/>
                      <a:ln w="9525">
                        <a:noFill/>
                      </a:ln>
                    </p:spPr>
                  </p:pic>
                </p:oleObj>
              </mc:Fallback>
            </mc:AlternateContent>
          </a:graphicData>
        </a:graphic>
      </p:graphicFrame>
      <p:sp>
        <p:nvSpPr>
          <p:cNvPr id="43" name="Text Box 14"/>
          <p:cNvSpPr txBox="1">
            <a:spLocks noChangeArrowheads="1"/>
          </p:cNvSpPr>
          <p:nvPr/>
        </p:nvSpPr>
        <p:spPr bwMode="auto">
          <a:xfrm>
            <a:off x="1882774" y="3207068"/>
            <a:ext cx="15462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rPr>
              <a:t>右极限 </a:t>
            </a:r>
            <a:r>
              <a:rPr kumimoji="1" lang="en-US" altLang="zh-CN" sz="2800" b="1" dirty="0">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4" name="Object 15"/>
          <p:cNvGraphicFramePr>
            <a:graphicFrameLocks noChangeAspect="1"/>
          </p:cNvGraphicFramePr>
          <p:nvPr/>
        </p:nvGraphicFramePr>
        <p:xfrm>
          <a:off x="3390583" y="3148013"/>
          <a:ext cx="1176337" cy="547687"/>
        </p:xfrm>
        <a:graphic>
          <a:graphicData uri="http://schemas.openxmlformats.org/presentationml/2006/ole">
            <mc:AlternateContent xmlns:mc="http://schemas.openxmlformats.org/markup-compatibility/2006">
              <mc:Choice xmlns:v="urn:schemas-microsoft-com:vml" Requires="v">
                <p:oleObj spid="_x0000_s21904" name="Equation" r:id="rId13" imgW="12801600" imgH="5791200" progId="Equation.DSMT4">
                  <p:embed/>
                </p:oleObj>
              </mc:Choice>
              <mc:Fallback>
                <p:oleObj name="Equation" r:id="rId13" imgW="12801600" imgH="5791200" progId="Equation.DSMT4">
                  <p:embed/>
                  <p:pic>
                    <p:nvPicPr>
                      <p:cNvPr id="0" name="图片 21903"/>
                      <p:cNvPicPr>
                        <a:picLocks noChangeAspect="1"/>
                      </p:cNvPicPr>
                      <p:nvPr/>
                    </p:nvPicPr>
                    <p:blipFill>
                      <a:blip r:embed="rId14"/>
                      <a:stretch>
                        <a:fillRect/>
                      </a:stretch>
                    </p:blipFill>
                    <p:spPr>
                      <a:xfrm>
                        <a:off x="3390583" y="3148013"/>
                        <a:ext cx="1176337" cy="547687"/>
                      </a:xfrm>
                      <a:prstGeom prst="rect">
                        <a:avLst/>
                      </a:prstGeom>
                      <a:noFill/>
                      <a:ln w="9525">
                        <a:noFill/>
                      </a:ln>
                    </p:spPr>
                  </p:pic>
                </p:oleObj>
              </mc:Fallback>
            </mc:AlternateContent>
          </a:graphicData>
        </a:graphic>
      </p:graphicFrame>
      <p:graphicFrame>
        <p:nvGraphicFramePr>
          <p:cNvPr id="45" name="Object 16"/>
          <p:cNvGraphicFramePr>
            <a:graphicFrameLocks noChangeAspect="1"/>
          </p:cNvGraphicFramePr>
          <p:nvPr/>
        </p:nvGraphicFramePr>
        <p:xfrm>
          <a:off x="4748135" y="3167063"/>
          <a:ext cx="1904760" cy="622080"/>
        </p:xfrm>
        <a:graphic>
          <a:graphicData uri="http://schemas.openxmlformats.org/presentationml/2006/ole">
            <mc:AlternateContent xmlns:mc="http://schemas.openxmlformats.org/markup-compatibility/2006">
              <mc:Choice xmlns:v="urn:schemas-microsoft-com:vml" Requires="v">
                <p:oleObj spid="_x0000_s21905" name="Equation" r:id="rId15" imgW="45720000" imgH="14935200" progId="Equation.DSMT4">
                  <p:embed/>
                </p:oleObj>
              </mc:Choice>
              <mc:Fallback>
                <p:oleObj name="Equation" r:id="rId15" imgW="45720000" imgH="14935200" progId="Equation.DSMT4">
                  <p:embed/>
                  <p:pic>
                    <p:nvPicPr>
                      <p:cNvPr id="0" name="图片 21904"/>
                      <p:cNvPicPr>
                        <a:picLocks noChangeAspect="1"/>
                      </p:cNvPicPr>
                      <p:nvPr/>
                    </p:nvPicPr>
                    <p:blipFill>
                      <a:blip r:embed="rId16"/>
                      <a:stretch>
                        <a:fillRect/>
                      </a:stretch>
                    </p:blipFill>
                    <p:spPr>
                      <a:xfrm>
                        <a:off x="4748135" y="3167063"/>
                        <a:ext cx="1904760" cy="622080"/>
                      </a:xfrm>
                      <a:prstGeom prst="rect">
                        <a:avLst/>
                      </a:prstGeom>
                      <a:noFill/>
                      <a:ln w="9525">
                        <a:noFill/>
                      </a:ln>
                    </p:spPr>
                  </p:pic>
                </p:oleObj>
              </mc:Fallback>
            </mc:AlternateContent>
          </a:graphicData>
        </a:graphic>
      </p:graphicFrame>
      <p:sp>
        <p:nvSpPr>
          <p:cNvPr id="46" name="Line 17"/>
          <p:cNvSpPr>
            <a:spLocks noChangeShapeType="1"/>
          </p:cNvSpPr>
          <p:nvPr/>
        </p:nvSpPr>
        <p:spPr bwMode="auto">
          <a:xfrm>
            <a:off x="3166745" y="4168775"/>
            <a:ext cx="8382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7" name="Line 18"/>
          <p:cNvSpPr>
            <a:spLocks noChangeShapeType="1"/>
          </p:cNvSpPr>
          <p:nvPr/>
        </p:nvSpPr>
        <p:spPr bwMode="auto">
          <a:xfrm flipH="1">
            <a:off x="3147695" y="4287838"/>
            <a:ext cx="8382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8" name="Object 19"/>
          <p:cNvGraphicFramePr>
            <a:graphicFrameLocks noChangeAspect="1"/>
          </p:cNvGraphicFramePr>
          <p:nvPr/>
        </p:nvGraphicFramePr>
        <p:xfrm>
          <a:off x="4274980" y="4083766"/>
          <a:ext cx="1117440" cy="393480"/>
        </p:xfrm>
        <a:graphic>
          <a:graphicData uri="http://schemas.openxmlformats.org/presentationml/2006/ole">
            <mc:AlternateContent xmlns:mc="http://schemas.openxmlformats.org/markup-compatibility/2006">
              <mc:Choice xmlns:v="urn:schemas-microsoft-com:vml" Requires="v">
                <p:oleObj spid="_x0000_s21906" name="Equation" r:id="rId17" imgW="26822400" imgH="9448800" progId="Equation.DSMT4">
                  <p:embed/>
                </p:oleObj>
              </mc:Choice>
              <mc:Fallback>
                <p:oleObj name="Equation" r:id="rId17" imgW="26822400" imgH="9448800" progId="Equation.DSMT4">
                  <p:embed/>
                  <p:pic>
                    <p:nvPicPr>
                      <p:cNvPr id="0" name="图片 21905"/>
                      <p:cNvPicPr>
                        <a:picLocks noChangeAspect="1"/>
                      </p:cNvPicPr>
                      <p:nvPr/>
                    </p:nvPicPr>
                    <p:blipFill>
                      <a:blip r:embed="rId18"/>
                      <a:stretch>
                        <a:fillRect/>
                      </a:stretch>
                    </p:blipFill>
                    <p:spPr>
                      <a:xfrm>
                        <a:off x="4274980" y="4083766"/>
                        <a:ext cx="1117440" cy="393480"/>
                      </a:xfrm>
                      <a:prstGeom prst="rect">
                        <a:avLst/>
                      </a:prstGeom>
                      <a:noFill/>
                      <a:ln w="9525">
                        <a:noFill/>
                      </a:ln>
                    </p:spPr>
                  </p:pic>
                </p:oleObj>
              </mc:Fallback>
            </mc:AlternateContent>
          </a:graphicData>
        </a:graphic>
      </p:graphicFrame>
      <p:graphicFrame>
        <p:nvGraphicFramePr>
          <p:cNvPr id="49" name="Object 20"/>
          <p:cNvGraphicFramePr>
            <a:graphicFrameLocks noChangeAspect="1"/>
          </p:cNvGraphicFramePr>
          <p:nvPr/>
        </p:nvGraphicFramePr>
        <p:xfrm>
          <a:off x="5528945" y="4017963"/>
          <a:ext cx="1117600" cy="473075"/>
        </p:xfrm>
        <a:graphic>
          <a:graphicData uri="http://schemas.openxmlformats.org/presentationml/2006/ole">
            <mc:AlternateContent xmlns:mc="http://schemas.openxmlformats.org/markup-compatibility/2006">
              <mc:Choice xmlns:v="urn:schemas-microsoft-com:vml" Requires="v">
                <p:oleObj spid="_x0000_s21907" name="Equation" r:id="rId19" imgW="12192000" imgH="4876800" progId="Equation.DSMT4">
                  <p:embed/>
                </p:oleObj>
              </mc:Choice>
              <mc:Fallback>
                <p:oleObj name="Equation" r:id="rId19" imgW="12192000" imgH="4876800" progId="Equation.DSMT4">
                  <p:embed/>
                  <p:pic>
                    <p:nvPicPr>
                      <p:cNvPr id="0" name="图片 21906"/>
                      <p:cNvPicPr>
                        <a:picLocks noChangeAspect="1"/>
                      </p:cNvPicPr>
                      <p:nvPr/>
                    </p:nvPicPr>
                    <p:blipFill>
                      <a:blip r:embed="rId20"/>
                      <a:stretch>
                        <a:fillRect/>
                      </a:stretch>
                    </p:blipFill>
                    <p:spPr>
                      <a:xfrm>
                        <a:off x="5528945" y="4017963"/>
                        <a:ext cx="1117600" cy="473075"/>
                      </a:xfrm>
                      <a:prstGeom prst="rect">
                        <a:avLst/>
                      </a:prstGeom>
                      <a:noFill/>
                      <a:ln w="9525">
                        <a:noFill/>
                      </a:ln>
                    </p:spPr>
                  </p:pic>
                </p:oleObj>
              </mc:Fallback>
            </mc:AlternateContent>
          </a:graphicData>
        </a:graphic>
      </p:graphicFrame>
      <p:sp>
        <p:nvSpPr>
          <p:cNvPr id="50" name="Text Box 21"/>
          <p:cNvSpPr txBox="1">
            <a:spLocks noChangeArrowheads="1"/>
          </p:cNvSpPr>
          <p:nvPr/>
        </p:nvSpPr>
        <p:spPr bwMode="auto">
          <a:xfrm>
            <a:off x="6786245" y="3956050"/>
            <a:ext cx="838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1" name="Object 22"/>
          <p:cNvGraphicFramePr>
            <a:graphicFrameLocks noChangeAspect="1"/>
          </p:cNvGraphicFramePr>
          <p:nvPr/>
        </p:nvGraphicFramePr>
        <p:xfrm>
          <a:off x="7335247" y="4043523"/>
          <a:ext cx="2171520" cy="431640"/>
        </p:xfrm>
        <a:graphic>
          <a:graphicData uri="http://schemas.openxmlformats.org/presentationml/2006/ole">
            <mc:AlternateContent xmlns:mc="http://schemas.openxmlformats.org/markup-compatibility/2006">
              <mc:Choice xmlns:v="urn:schemas-microsoft-com:vml" Requires="v">
                <p:oleObj spid="_x0000_s21908" name="Equation" r:id="rId21" imgW="52120800" imgH="10363200" progId="Equation.DSMT4">
                  <p:embed/>
                </p:oleObj>
              </mc:Choice>
              <mc:Fallback>
                <p:oleObj name="Equation" r:id="rId21" imgW="52120800" imgH="10363200" progId="Equation.DSMT4">
                  <p:embed/>
                  <p:pic>
                    <p:nvPicPr>
                      <p:cNvPr id="0" name="图片 21907"/>
                      <p:cNvPicPr>
                        <a:picLocks noChangeAspect="1"/>
                      </p:cNvPicPr>
                      <p:nvPr/>
                    </p:nvPicPr>
                    <p:blipFill>
                      <a:blip r:embed="rId22"/>
                      <a:stretch>
                        <a:fillRect/>
                      </a:stretch>
                    </p:blipFill>
                    <p:spPr>
                      <a:xfrm>
                        <a:off x="7335247" y="4043523"/>
                        <a:ext cx="2171520" cy="431640"/>
                      </a:xfrm>
                      <a:prstGeom prst="rect">
                        <a:avLst/>
                      </a:prstGeom>
                      <a:noFill/>
                      <a:ln w="9525">
                        <a:noFill/>
                      </a:ln>
                    </p:spPr>
                  </p:pic>
                </p:oleObj>
              </mc:Fallback>
            </mc:AlternateContent>
          </a:graphicData>
        </a:graphic>
      </p:graphicFrame>
      <p:sp>
        <p:nvSpPr>
          <p:cNvPr id="52" name="Text Box 23"/>
          <p:cNvSpPr txBox="1">
            <a:spLocks noChangeArrowheads="1"/>
          </p:cNvSpPr>
          <p:nvPr/>
        </p:nvSpPr>
        <p:spPr bwMode="auto">
          <a:xfrm>
            <a:off x="4062095" y="4556125"/>
            <a:ext cx="1752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有</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3" name="Object 24"/>
          <p:cNvGraphicFramePr>
            <a:graphicFrameLocks noChangeAspect="1"/>
          </p:cNvGraphicFramePr>
          <p:nvPr/>
        </p:nvGraphicFramePr>
        <p:xfrm>
          <a:off x="5097185" y="4573683"/>
          <a:ext cx="2108160" cy="482400"/>
        </p:xfrm>
        <a:graphic>
          <a:graphicData uri="http://schemas.openxmlformats.org/presentationml/2006/ole">
            <mc:AlternateContent xmlns:mc="http://schemas.openxmlformats.org/markup-compatibility/2006">
              <mc:Choice xmlns:v="urn:schemas-microsoft-com:vml" Requires="v">
                <p:oleObj spid="_x0000_s21909" name="Equation" r:id="rId23" imgW="50596800" imgH="11582400" progId="Equation.DSMT4">
                  <p:embed/>
                </p:oleObj>
              </mc:Choice>
              <mc:Fallback>
                <p:oleObj name="Equation" r:id="rId23" imgW="50596800" imgH="11582400" progId="Equation.DSMT4">
                  <p:embed/>
                  <p:pic>
                    <p:nvPicPr>
                      <p:cNvPr id="0" name="图片 21908"/>
                      <p:cNvPicPr>
                        <a:picLocks noChangeAspect="1"/>
                      </p:cNvPicPr>
                      <p:nvPr/>
                    </p:nvPicPr>
                    <p:blipFill>
                      <a:blip r:embed="rId24">
                        <a:biLevel thresh="50000"/>
                        <a:grayscl/>
                      </a:blip>
                      <a:stretch>
                        <a:fillRect/>
                      </a:stretch>
                    </p:blipFill>
                    <p:spPr>
                      <a:xfrm>
                        <a:off x="5097185" y="4573683"/>
                        <a:ext cx="2108160" cy="482400"/>
                      </a:xfrm>
                      <a:prstGeom prst="rect">
                        <a:avLst/>
                      </a:prstGeom>
                      <a:noFill/>
                      <a:ln w="9525">
                        <a:noFill/>
                      </a:ln>
                    </p:spPr>
                  </p:pic>
                </p:oleObj>
              </mc:Fallback>
            </mc:AlternateContent>
          </a:graphicData>
        </a:graphic>
      </p:graphicFrame>
      <p:sp>
        <p:nvSpPr>
          <p:cNvPr id="54" name="Text Box 25"/>
          <p:cNvSpPr txBox="1">
            <a:spLocks noChangeArrowheads="1"/>
          </p:cNvSpPr>
          <p:nvPr/>
        </p:nvSpPr>
        <p:spPr bwMode="auto">
          <a:xfrm>
            <a:off x="1882775" y="4926965"/>
            <a:ext cx="1981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命题</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1.2.</a:t>
            </a: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3 .</a:t>
            </a:r>
            <a:endPar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5" name="Object 26"/>
          <p:cNvGraphicFramePr>
            <a:graphicFrameLocks noChangeAspect="1"/>
          </p:cNvGraphicFramePr>
          <p:nvPr/>
        </p:nvGraphicFramePr>
        <p:xfrm>
          <a:off x="2687340" y="5603855"/>
          <a:ext cx="1879560" cy="596880"/>
        </p:xfrm>
        <a:graphic>
          <a:graphicData uri="http://schemas.openxmlformats.org/presentationml/2006/ole">
            <mc:AlternateContent xmlns:mc="http://schemas.openxmlformats.org/markup-compatibility/2006">
              <mc:Choice xmlns:v="urn:schemas-microsoft-com:vml" Requires="v">
                <p:oleObj spid="_x0000_s21910" name="Equation" r:id="rId25" imgW="45110400" imgH="14325600" progId="Equation.DSMT4">
                  <p:embed/>
                </p:oleObj>
              </mc:Choice>
              <mc:Fallback>
                <p:oleObj name="Equation" r:id="rId25" imgW="45110400" imgH="14325600" progId="Equation.DSMT4">
                  <p:embed/>
                  <p:pic>
                    <p:nvPicPr>
                      <p:cNvPr id="0" name="图片 21909"/>
                      <p:cNvPicPr>
                        <a:picLocks noChangeAspect="1"/>
                      </p:cNvPicPr>
                      <p:nvPr/>
                    </p:nvPicPr>
                    <p:blipFill>
                      <a:blip r:embed="rId26"/>
                      <a:stretch>
                        <a:fillRect/>
                      </a:stretch>
                    </p:blipFill>
                    <p:spPr>
                      <a:xfrm>
                        <a:off x="2687340" y="5603855"/>
                        <a:ext cx="1879560" cy="596880"/>
                      </a:xfrm>
                      <a:prstGeom prst="rect">
                        <a:avLst/>
                      </a:prstGeom>
                      <a:noFill/>
                      <a:ln w="9525">
                        <a:noFill/>
                      </a:ln>
                    </p:spPr>
                  </p:pic>
                </p:oleObj>
              </mc:Fallback>
            </mc:AlternateContent>
          </a:graphicData>
        </a:graphic>
      </p:graphicFrame>
      <p:sp>
        <p:nvSpPr>
          <p:cNvPr id="56" name="Line 27"/>
          <p:cNvSpPr>
            <a:spLocks noChangeShapeType="1"/>
          </p:cNvSpPr>
          <p:nvPr/>
        </p:nvSpPr>
        <p:spPr bwMode="auto">
          <a:xfrm>
            <a:off x="4680585" y="5745798"/>
            <a:ext cx="8382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7" name="Line 28"/>
          <p:cNvSpPr>
            <a:spLocks noChangeShapeType="1"/>
          </p:cNvSpPr>
          <p:nvPr/>
        </p:nvSpPr>
        <p:spPr bwMode="auto">
          <a:xfrm flipH="1">
            <a:off x="4680585" y="5852160"/>
            <a:ext cx="8382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8" name="Object 29"/>
          <p:cNvGraphicFramePr>
            <a:graphicFrameLocks noChangeAspect="1"/>
          </p:cNvGraphicFramePr>
          <p:nvPr/>
        </p:nvGraphicFramePr>
        <p:xfrm>
          <a:off x="5715170" y="5578703"/>
          <a:ext cx="3517560" cy="622080"/>
        </p:xfrm>
        <a:graphic>
          <a:graphicData uri="http://schemas.openxmlformats.org/presentationml/2006/ole">
            <mc:AlternateContent xmlns:mc="http://schemas.openxmlformats.org/markup-compatibility/2006">
              <mc:Choice xmlns:v="urn:schemas-microsoft-com:vml" Requires="v">
                <p:oleObj spid="_x0000_s21911" name="Equation" r:id="rId27" imgW="84429600" imgH="14935200" progId="Equation.DSMT4">
                  <p:embed/>
                </p:oleObj>
              </mc:Choice>
              <mc:Fallback>
                <p:oleObj name="Equation" r:id="rId27" imgW="84429600" imgH="14935200" progId="Equation.DSMT4">
                  <p:embed/>
                  <p:pic>
                    <p:nvPicPr>
                      <p:cNvPr id="0" name="图片 21910"/>
                      <p:cNvPicPr>
                        <a:picLocks noChangeAspect="1"/>
                      </p:cNvPicPr>
                      <p:nvPr/>
                    </p:nvPicPr>
                    <p:blipFill>
                      <a:blip r:embed="rId28"/>
                      <a:stretch>
                        <a:fillRect/>
                      </a:stretch>
                    </p:blipFill>
                    <p:spPr>
                      <a:xfrm>
                        <a:off x="5715170" y="5578703"/>
                        <a:ext cx="3517560" cy="62208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left)">
                                      <p:cBhvr>
                                        <p:cTn id="12" dur="500"/>
                                        <p:tgtEl>
                                          <p:spTgt spid="33"/>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4"/>
                                        </p:tgtEl>
                                        <p:attrNameLst>
                                          <p:attrName>style.visibility</p:attrName>
                                        </p:attrNameLst>
                                      </p:cBhvr>
                                      <p:to>
                                        <p:strVal val="visible"/>
                                      </p:to>
                                    </p:set>
                                    <p:animEffect transition="in" filter="wipe(left)">
                                      <p:cBhvr>
                                        <p:cTn id="16" dur="500"/>
                                        <p:tgtEl>
                                          <p:spTgt spid="3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wipe(left)">
                                      <p:cBhvr>
                                        <p:cTn id="21" dur="500"/>
                                        <p:tgtEl>
                                          <p:spTgt spid="35"/>
                                        </p:tgtEl>
                                      </p:cBhvr>
                                    </p:animEffect>
                                  </p:childTnLst>
                                </p:cTn>
                              </p:par>
                            </p:childTnLst>
                          </p:cTn>
                        </p:par>
                        <p:par>
                          <p:cTn id="22" fill="hold">
                            <p:stCondLst>
                              <p:cond delay="500"/>
                            </p:stCondLst>
                            <p:childTnLst>
                              <p:par>
                                <p:cTn id="23" presetID="22" presetClass="entr" presetSubtype="2" fill="hold" grpId="0" nodeType="after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wipe(right)">
                                      <p:cBhvr>
                                        <p:cTn id="25" dur="500"/>
                                        <p:tgtEl>
                                          <p:spTgt spid="3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7"/>
                                        </p:tgtEl>
                                        <p:attrNameLst>
                                          <p:attrName>style.visibility</p:attrName>
                                        </p:attrNameLst>
                                      </p:cBhvr>
                                      <p:to>
                                        <p:strVal val="visible"/>
                                      </p:to>
                                    </p:set>
                                    <p:animEffect transition="in" filter="wipe(left)">
                                      <p:cBhvr>
                                        <p:cTn id="30" dur="500"/>
                                        <p:tgtEl>
                                          <p:spTgt spid="37"/>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wipe(left)">
                                      <p:cBhvr>
                                        <p:cTn id="34" dur="500"/>
                                        <p:tgtEl>
                                          <p:spTgt spid="3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wipe(left)">
                                      <p:cBhvr>
                                        <p:cTn id="39" dur="500"/>
                                        <p:tgtEl>
                                          <p:spTgt spid="39"/>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wipe(left)">
                                      <p:cBhvr>
                                        <p:cTn id="43" dur="500"/>
                                        <p:tgtEl>
                                          <p:spTgt spid="4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wipe(left)">
                                      <p:cBhvr>
                                        <p:cTn id="48" dur="500"/>
                                        <p:tgtEl>
                                          <p:spTgt spid="41"/>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wipe(left)">
                                      <p:cBhvr>
                                        <p:cTn id="52" dur="500"/>
                                        <p:tgtEl>
                                          <p:spTgt spid="4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wipe(left)">
                                      <p:cBhvr>
                                        <p:cTn id="57" dur="500"/>
                                        <p:tgtEl>
                                          <p:spTgt spid="4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4"/>
                                        </p:tgtEl>
                                        <p:attrNameLst>
                                          <p:attrName>style.visibility</p:attrName>
                                        </p:attrNameLst>
                                      </p:cBhvr>
                                      <p:to>
                                        <p:strVal val="visible"/>
                                      </p:to>
                                    </p:set>
                                    <p:animEffect transition="in" filter="wipe(left)">
                                      <p:cBhvr>
                                        <p:cTn id="62" dur="500"/>
                                        <p:tgtEl>
                                          <p:spTgt spid="44"/>
                                        </p:tgtEl>
                                      </p:cBhvr>
                                    </p:animEffect>
                                  </p:childTnLst>
                                </p:cTn>
                              </p:par>
                            </p:childTnLst>
                          </p:cTn>
                        </p:par>
                        <p:par>
                          <p:cTn id="63" fill="hold">
                            <p:stCondLst>
                              <p:cond delay="500"/>
                            </p:stCondLst>
                            <p:childTnLst>
                              <p:par>
                                <p:cTn id="64" presetID="22" presetClass="entr" presetSubtype="8" fill="hold" nodeType="afterEffect">
                                  <p:stCondLst>
                                    <p:cond delay="0"/>
                                  </p:stCondLst>
                                  <p:childTnLst>
                                    <p:set>
                                      <p:cBhvr>
                                        <p:cTn id="65" dur="1" fill="hold">
                                          <p:stCondLst>
                                            <p:cond delay="0"/>
                                          </p:stCondLst>
                                        </p:cTn>
                                        <p:tgtEl>
                                          <p:spTgt spid="45"/>
                                        </p:tgtEl>
                                        <p:attrNameLst>
                                          <p:attrName>style.visibility</p:attrName>
                                        </p:attrNameLst>
                                      </p:cBhvr>
                                      <p:to>
                                        <p:strVal val="visible"/>
                                      </p:to>
                                    </p:set>
                                    <p:animEffect transition="in" filter="wipe(left)">
                                      <p:cBhvr>
                                        <p:cTn id="66" dur="500"/>
                                        <p:tgtEl>
                                          <p:spTgt spid="4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wipe(left)">
                                      <p:cBhvr>
                                        <p:cTn id="71" dur="500"/>
                                        <p:tgtEl>
                                          <p:spTgt spid="46"/>
                                        </p:tgtEl>
                                      </p:cBhvr>
                                    </p:animEffect>
                                  </p:childTnLst>
                                </p:cTn>
                              </p:par>
                            </p:childTnLst>
                          </p:cTn>
                        </p:par>
                        <p:par>
                          <p:cTn id="72" fill="hold">
                            <p:stCondLst>
                              <p:cond delay="500"/>
                            </p:stCondLst>
                            <p:childTnLst>
                              <p:par>
                                <p:cTn id="73" presetID="22" presetClass="entr" presetSubtype="2" fill="hold" grpId="0" nodeType="afterEffect">
                                  <p:stCondLst>
                                    <p:cond delay="0"/>
                                  </p:stCondLst>
                                  <p:childTnLst>
                                    <p:set>
                                      <p:cBhvr>
                                        <p:cTn id="74" dur="1" fill="hold">
                                          <p:stCondLst>
                                            <p:cond delay="0"/>
                                          </p:stCondLst>
                                        </p:cTn>
                                        <p:tgtEl>
                                          <p:spTgt spid="47"/>
                                        </p:tgtEl>
                                        <p:attrNameLst>
                                          <p:attrName>style.visibility</p:attrName>
                                        </p:attrNameLst>
                                      </p:cBhvr>
                                      <p:to>
                                        <p:strVal val="visible"/>
                                      </p:to>
                                    </p:set>
                                    <p:animEffect transition="in" filter="wipe(right)">
                                      <p:cBhvr>
                                        <p:cTn id="75" dur="500"/>
                                        <p:tgtEl>
                                          <p:spTgt spid="47"/>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48"/>
                                        </p:tgtEl>
                                        <p:attrNameLst>
                                          <p:attrName>style.visibility</p:attrName>
                                        </p:attrNameLst>
                                      </p:cBhvr>
                                      <p:to>
                                        <p:strVal val="visible"/>
                                      </p:to>
                                    </p:set>
                                    <p:animEffect transition="in" filter="wipe(left)">
                                      <p:cBhvr>
                                        <p:cTn id="80" dur="500"/>
                                        <p:tgtEl>
                                          <p:spTgt spid="48"/>
                                        </p:tgtEl>
                                      </p:cBhvr>
                                    </p:animEffect>
                                  </p:childTnLst>
                                </p:cTn>
                              </p:par>
                            </p:childTnLst>
                          </p:cTn>
                        </p:par>
                        <p:par>
                          <p:cTn id="81" fill="hold">
                            <p:stCondLst>
                              <p:cond delay="500"/>
                            </p:stCondLst>
                            <p:childTnLst>
                              <p:par>
                                <p:cTn id="82" presetID="22" presetClass="entr" presetSubtype="8" fill="hold" nodeType="afterEffect">
                                  <p:stCondLst>
                                    <p:cond delay="0"/>
                                  </p:stCondLst>
                                  <p:childTnLst>
                                    <p:set>
                                      <p:cBhvr>
                                        <p:cTn id="83" dur="1" fill="hold">
                                          <p:stCondLst>
                                            <p:cond delay="0"/>
                                          </p:stCondLst>
                                        </p:cTn>
                                        <p:tgtEl>
                                          <p:spTgt spid="49"/>
                                        </p:tgtEl>
                                        <p:attrNameLst>
                                          <p:attrName>style.visibility</p:attrName>
                                        </p:attrNameLst>
                                      </p:cBhvr>
                                      <p:to>
                                        <p:strVal val="visible"/>
                                      </p:to>
                                    </p:set>
                                    <p:animEffect transition="in" filter="wipe(left)">
                                      <p:cBhvr>
                                        <p:cTn id="84" dur="500"/>
                                        <p:tgtEl>
                                          <p:spTgt spid="49"/>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50"/>
                                        </p:tgtEl>
                                        <p:attrNameLst>
                                          <p:attrName>style.visibility</p:attrName>
                                        </p:attrNameLst>
                                      </p:cBhvr>
                                      <p:to>
                                        <p:strVal val="visible"/>
                                      </p:to>
                                    </p:set>
                                    <p:animEffect transition="in" filter="wipe(left)">
                                      <p:cBhvr>
                                        <p:cTn id="89" dur="500"/>
                                        <p:tgtEl>
                                          <p:spTgt spid="50"/>
                                        </p:tgtEl>
                                      </p:cBhvr>
                                    </p:animEffect>
                                  </p:childTnLst>
                                </p:cTn>
                              </p:par>
                            </p:childTnLst>
                          </p:cTn>
                        </p:par>
                        <p:par>
                          <p:cTn id="90" fill="hold">
                            <p:stCondLst>
                              <p:cond delay="500"/>
                            </p:stCondLst>
                            <p:childTnLst>
                              <p:par>
                                <p:cTn id="91" presetID="22" presetClass="entr" presetSubtype="8" fill="hold" nodeType="afterEffect">
                                  <p:stCondLst>
                                    <p:cond delay="0"/>
                                  </p:stCondLst>
                                  <p:childTnLst>
                                    <p:set>
                                      <p:cBhvr>
                                        <p:cTn id="92" dur="1" fill="hold">
                                          <p:stCondLst>
                                            <p:cond delay="0"/>
                                          </p:stCondLst>
                                        </p:cTn>
                                        <p:tgtEl>
                                          <p:spTgt spid="51"/>
                                        </p:tgtEl>
                                        <p:attrNameLst>
                                          <p:attrName>style.visibility</p:attrName>
                                        </p:attrNameLst>
                                      </p:cBhvr>
                                      <p:to>
                                        <p:strVal val="visible"/>
                                      </p:to>
                                    </p:set>
                                    <p:animEffect transition="in" filter="wipe(left)">
                                      <p:cBhvr>
                                        <p:cTn id="93" dur="500"/>
                                        <p:tgtEl>
                                          <p:spTgt spid="51"/>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52"/>
                                        </p:tgtEl>
                                        <p:attrNameLst>
                                          <p:attrName>style.visibility</p:attrName>
                                        </p:attrNameLst>
                                      </p:cBhvr>
                                      <p:to>
                                        <p:strVal val="visible"/>
                                      </p:to>
                                    </p:set>
                                    <p:animEffect transition="in" filter="wipe(left)">
                                      <p:cBhvr>
                                        <p:cTn id="98" dur="500"/>
                                        <p:tgtEl>
                                          <p:spTgt spid="52"/>
                                        </p:tgtEl>
                                      </p:cBhvr>
                                    </p:animEffect>
                                  </p:childTnLst>
                                </p:cTn>
                              </p:par>
                            </p:childTnLst>
                          </p:cTn>
                        </p:par>
                        <p:par>
                          <p:cTn id="99" fill="hold">
                            <p:stCondLst>
                              <p:cond delay="500"/>
                            </p:stCondLst>
                            <p:childTnLst>
                              <p:par>
                                <p:cTn id="100" presetID="22" presetClass="entr" presetSubtype="8" fill="hold" nodeType="afterEffect">
                                  <p:stCondLst>
                                    <p:cond delay="0"/>
                                  </p:stCondLst>
                                  <p:childTnLst>
                                    <p:set>
                                      <p:cBhvr>
                                        <p:cTn id="101" dur="1" fill="hold">
                                          <p:stCondLst>
                                            <p:cond delay="0"/>
                                          </p:stCondLst>
                                        </p:cTn>
                                        <p:tgtEl>
                                          <p:spTgt spid="53"/>
                                        </p:tgtEl>
                                        <p:attrNameLst>
                                          <p:attrName>style.visibility</p:attrName>
                                        </p:attrNameLst>
                                      </p:cBhvr>
                                      <p:to>
                                        <p:strVal val="visible"/>
                                      </p:to>
                                    </p:set>
                                    <p:animEffect transition="in" filter="wipe(left)">
                                      <p:cBhvr>
                                        <p:cTn id="102" dur="500"/>
                                        <p:tgtEl>
                                          <p:spTgt spid="53"/>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54"/>
                                        </p:tgtEl>
                                        <p:attrNameLst>
                                          <p:attrName>style.visibility</p:attrName>
                                        </p:attrNameLst>
                                      </p:cBhvr>
                                      <p:to>
                                        <p:strVal val="visible"/>
                                      </p:to>
                                    </p:set>
                                    <p:animEffect transition="in" filter="wipe(left)">
                                      <p:cBhvr>
                                        <p:cTn id="107" dur="500"/>
                                        <p:tgtEl>
                                          <p:spTgt spid="54"/>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55"/>
                                        </p:tgtEl>
                                        <p:attrNameLst>
                                          <p:attrName>style.visibility</p:attrName>
                                        </p:attrNameLst>
                                      </p:cBhvr>
                                      <p:to>
                                        <p:strVal val="visible"/>
                                      </p:to>
                                    </p:set>
                                    <p:animEffect transition="in" filter="wipe(left)">
                                      <p:cBhvr>
                                        <p:cTn id="112" dur="500"/>
                                        <p:tgtEl>
                                          <p:spTgt spid="55"/>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56"/>
                                        </p:tgtEl>
                                        <p:attrNameLst>
                                          <p:attrName>style.visibility</p:attrName>
                                        </p:attrNameLst>
                                      </p:cBhvr>
                                      <p:to>
                                        <p:strVal val="visible"/>
                                      </p:to>
                                    </p:set>
                                    <p:animEffect transition="in" filter="wipe(left)">
                                      <p:cBhvr>
                                        <p:cTn id="117" dur="500"/>
                                        <p:tgtEl>
                                          <p:spTgt spid="56"/>
                                        </p:tgtEl>
                                      </p:cBhvr>
                                    </p:animEffect>
                                  </p:childTnLst>
                                </p:cTn>
                              </p:par>
                            </p:childTnLst>
                          </p:cTn>
                        </p:par>
                        <p:par>
                          <p:cTn id="118" fill="hold">
                            <p:stCondLst>
                              <p:cond delay="500"/>
                            </p:stCondLst>
                            <p:childTnLst>
                              <p:par>
                                <p:cTn id="119" presetID="22" presetClass="entr" presetSubtype="2" fill="hold" grpId="0" nodeType="afterEffect">
                                  <p:stCondLst>
                                    <p:cond delay="0"/>
                                  </p:stCondLst>
                                  <p:childTnLst>
                                    <p:set>
                                      <p:cBhvr>
                                        <p:cTn id="120" dur="1" fill="hold">
                                          <p:stCondLst>
                                            <p:cond delay="0"/>
                                          </p:stCondLst>
                                        </p:cTn>
                                        <p:tgtEl>
                                          <p:spTgt spid="57"/>
                                        </p:tgtEl>
                                        <p:attrNameLst>
                                          <p:attrName>style.visibility</p:attrName>
                                        </p:attrNameLst>
                                      </p:cBhvr>
                                      <p:to>
                                        <p:strVal val="visible"/>
                                      </p:to>
                                    </p:set>
                                    <p:animEffect transition="in" filter="wipe(right)">
                                      <p:cBhvr>
                                        <p:cTn id="121" dur="500"/>
                                        <p:tgtEl>
                                          <p:spTgt spid="57"/>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58"/>
                                        </p:tgtEl>
                                        <p:attrNameLst>
                                          <p:attrName>style.visibility</p:attrName>
                                        </p:attrNameLst>
                                      </p:cBhvr>
                                      <p:to>
                                        <p:strVal val="visible"/>
                                      </p:to>
                                    </p:set>
                                    <p:animEffect transition="in" filter="wipe(left)">
                                      <p:cBhvr>
                                        <p:cTn id="12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ldLvl="0" animBg="1" autoUpdateAnimBg="0"/>
      <p:bldP spid="35" grpId="0" bldLvl="0" animBg="1"/>
      <p:bldP spid="36" grpId="0" bldLvl="0" animBg="1"/>
      <p:bldP spid="39" grpId="0" bldLvl="0" animBg="1" autoUpdateAnimBg="0"/>
      <p:bldP spid="41" grpId="0" bldLvl="0" animBg="1" autoUpdateAnimBg="0"/>
      <p:bldP spid="43" grpId="0" bldLvl="0" animBg="1" autoUpdateAnimBg="0"/>
      <p:bldP spid="46" grpId="0" bldLvl="0" animBg="1"/>
      <p:bldP spid="47" grpId="0" bldLvl="0" animBg="1"/>
      <p:bldP spid="50" grpId="0" bldLvl="0" animBg="1" autoUpdateAnimBg="0"/>
      <p:bldP spid="52" grpId="0" bldLvl="0" animBg="1" autoUpdateAnimBg="0"/>
      <p:bldP spid="54" grpId="0" bldLvl="0" animBg="1" autoUpdateAnimBg="0"/>
      <p:bldP spid="56" grpId="0" bldLvl="0" animBg="1"/>
      <p:bldP spid="57"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76400" y="1088817"/>
            <a:ext cx="2362200" cy="685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6</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设函数</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 name="Object 3"/>
          <p:cNvGraphicFramePr>
            <a:graphicFrameLocks noChangeAspect="1"/>
          </p:cNvGraphicFramePr>
          <p:nvPr/>
        </p:nvGraphicFramePr>
        <p:xfrm>
          <a:off x="3581147" y="576689"/>
          <a:ext cx="3200400" cy="1549080"/>
        </p:xfrm>
        <a:graphic>
          <a:graphicData uri="http://schemas.openxmlformats.org/presentationml/2006/ole">
            <mc:AlternateContent xmlns:mc="http://schemas.openxmlformats.org/markup-compatibility/2006">
              <mc:Choice xmlns:v="urn:schemas-microsoft-com:vml" Requires="v">
                <p:oleObj spid="_x0000_s22529" name="Equation" r:id="rId1" imgW="76809600" imgH="37185600" progId="Equation.DSMT4">
                  <p:embed/>
                </p:oleObj>
              </mc:Choice>
              <mc:Fallback>
                <p:oleObj name="Equation" r:id="rId1" imgW="76809600" imgH="37185600" progId="Equation.DSMT4">
                  <p:embed/>
                  <p:pic>
                    <p:nvPicPr>
                      <p:cNvPr id="0" name="图片 22528"/>
                      <p:cNvPicPr>
                        <a:picLocks noChangeAspect="1"/>
                      </p:cNvPicPr>
                      <p:nvPr/>
                    </p:nvPicPr>
                    <p:blipFill>
                      <a:blip r:embed="rId2"/>
                      <a:stretch>
                        <a:fillRect/>
                      </a:stretch>
                    </p:blipFill>
                    <p:spPr>
                      <a:xfrm>
                        <a:off x="3581147" y="576689"/>
                        <a:ext cx="3200400" cy="1549080"/>
                      </a:xfrm>
                      <a:prstGeom prst="rect">
                        <a:avLst/>
                      </a:prstGeom>
                      <a:noFill/>
                      <a:ln w="9525">
                        <a:noFill/>
                      </a:ln>
                    </p:spPr>
                  </p:pic>
                </p:oleObj>
              </mc:Fallback>
            </mc:AlternateContent>
          </a:graphicData>
        </a:graphic>
      </p:graphicFrame>
      <p:sp>
        <p:nvSpPr>
          <p:cNvPr id="4" name="Text Box 4"/>
          <p:cNvSpPr txBox="1">
            <a:spLocks noChangeArrowheads="1"/>
          </p:cNvSpPr>
          <p:nvPr/>
        </p:nvSpPr>
        <p:spPr bwMode="auto">
          <a:xfrm>
            <a:off x="1759585" y="2539683"/>
            <a:ext cx="1295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讨论 </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 name="Object 5"/>
          <p:cNvGraphicFramePr>
            <a:graphicFrameLocks noChangeAspect="1"/>
          </p:cNvGraphicFramePr>
          <p:nvPr/>
        </p:nvGraphicFramePr>
        <p:xfrm>
          <a:off x="2679960" y="2629943"/>
          <a:ext cx="901440" cy="393480"/>
        </p:xfrm>
        <a:graphic>
          <a:graphicData uri="http://schemas.openxmlformats.org/presentationml/2006/ole">
            <mc:AlternateContent xmlns:mc="http://schemas.openxmlformats.org/markup-compatibility/2006">
              <mc:Choice xmlns:v="urn:schemas-microsoft-com:vml" Requires="v">
                <p:oleObj spid="_x0000_s23017" name="Equation" r:id="rId3" imgW="21640800" imgH="9448800" progId="Equation.DSMT4">
                  <p:embed/>
                </p:oleObj>
              </mc:Choice>
              <mc:Fallback>
                <p:oleObj name="Equation" r:id="rId3" imgW="21640800" imgH="9448800" progId="Equation.DSMT4">
                  <p:embed/>
                  <p:pic>
                    <p:nvPicPr>
                      <p:cNvPr id="0" name="图片 23016"/>
                      <p:cNvPicPr>
                        <a:picLocks noChangeAspect="1"/>
                      </p:cNvPicPr>
                      <p:nvPr/>
                    </p:nvPicPr>
                    <p:blipFill>
                      <a:blip r:embed="rId4"/>
                      <a:stretch>
                        <a:fillRect/>
                      </a:stretch>
                    </p:blipFill>
                    <p:spPr>
                      <a:xfrm>
                        <a:off x="2679960" y="2629943"/>
                        <a:ext cx="901440" cy="393480"/>
                      </a:xfrm>
                      <a:prstGeom prst="rect">
                        <a:avLst/>
                      </a:prstGeom>
                      <a:noFill/>
                      <a:ln w="9525">
                        <a:noFill/>
                      </a:ln>
                    </p:spPr>
                  </p:pic>
                </p:oleObj>
              </mc:Fallback>
            </mc:AlternateContent>
          </a:graphicData>
        </a:graphic>
      </p:graphicFrame>
      <p:sp>
        <p:nvSpPr>
          <p:cNvPr id="6" name="Text Box 6"/>
          <p:cNvSpPr txBox="1">
            <a:spLocks noChangeArrowheads="1"/>
          </p:cNvSpPr>
          <p:nvPr/>
        </p:nvSpPr>
        <p:spPr bwMode="auto">
          <a:xfrm>
            <a:off x="3581400" y="2540000"/>
            <a:ext cx="1524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7" name="Object 7"/>
          <p:cNvGraphicFramePr>
            <a:graphicFrameLocks noChangeAspect="1"/>
          </p:cNvGraphicFramePr>
          <p:nvPr/>
        </p:nvGraphicFramePr>
        <p:xfrm>
          <a:off x="4127520" y="2591704"/>
          <a:ext cx="736560" cy="393480"/>
        </p:xfrm>
        <a:graphic>
          <a:graphicData uri="http://schemas.openxmlformats.org/presentationml/2006/ole">
            <mc:AlternateContent xmlns:mc="http://schemas.openxmlformats.org/markup-compatibility/2006">
              <mc:Choice xmlns:v="urn:schemas-microsoft-com:vml" Requires="v">
                <p:oleObj spid="_x0000_s23018" name="Equation" r:id="rId5" imgW="17678400" imgH="9448800" progId="Equation.DSMT4">
                  <p:embed/>
                </p:oleObj>
              </mc:Choice>
              <mc:Fallback>
                <p:oleObj name="Equation" r:id="rId5" imgW="17678400" imgH="9448800" progId="Equation.DSMT4">
                  <p:embed/>
                  <p:pic>
                    <p:nvPicPr>
                      <p:cNvPr id="0" name="图片 23017"/>
                      <p:cNvPicPr>
                        <a:picLocks noChangeAspect="1"/>
                      </p:cNvPicPr>
                      <p:nvPr/>
                    </p:nvPicPr>
                    <p:blipFill>
                      <a:blip r:embed="rId6"/>
                      <a:stretch>
                        <a:fillRect/>
                      </a:stretch>
                    </p:blipFill>
                    <p:spPr>
                      <a:xfrm>
                        <a:off x="4127520" y="2591704"/>
                        <a:ext cx="736560" cy="393480"/>
                      </a:xfrm>
                      <a:prstGeom prst="rect">
                        <a:avLst/>
                      </a:prstGeom>
                      <a:noFill/>
                      <a:ln w="9525">
                        <a:noFill/>
                      </a:ln>
                    </p:spPr>
                  </p:pic>
                </p:oleObj>
              </mc:Fallback>
            </mc:AlternateContent>
          </a:graphicData>
        </a:graphic>
      </p:graphicFrame>
      <p:sp>
        <p:nvSpPr>
          <p:cNvPr id="8" name="Text Box 8"/>
          <p:cNvSpPr txBox="1">
            <a:spLocks noChangeArrowheads="1"/>
          </p:cNvSpPr>
          <p:nvPr/>
        </p:nvSpPr>
        <p:spPr bwMode="auto">
          <a:xfrm>
            <a:off x="4864100" y="2540953"/>
            <a:ext cx="5334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的极限是否存在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endParaRPr kumimoji="1" lang="en-US" altLang="zh-CN" sz="2400" b="1">
              <a:solidFill>
                <a:schemeClr val="accent2"/>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9" name="Group 9"/>
          <p:cNvGrpSpPr/>
          <p:nvPr/>
        </p:nvGrpSpPr>
        <p:grpSpPr bwMode="auto">
          <a:xfrm>
            <a:off x="7532688" y="548803"/>
            <a:ext cx="2047800" cy="1949922"/>
            <a:chOff x="3648" y="33"/>
            <a:chExt cx="1518" cy="1443"/>
          </a:xfrm>
        </p:grpSpPr>
        <p:sp>
          <p:nvSpPr>
            <p:cNvPr id="10" name="Line 10"/>
            <p:cNvSpPr>
              <a:spLocks noChangeShapeType="1"/>
            </p:cNvSpPr>
            <p:nvPr/>
          </p:nvSpPr>
          <p:spPr bwMode="auto">
            <a:xfrm>
              <a:off x="3648" y="864"/>
              <a:ext cx="1248"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Line 11"/>
            <p:cNvSpPr>
              <a:spLocks noChangeShapeType="1"/>
            </p:cNvSpPr>
            <p:nvPr/>
          </p:nvSpPr>
          <p:spPr bwMode="auto">
            <a:xfrm flipV="1">
              <a:off x="4320" y="48"/>
              <a:ext cx="0" cy="1428"/>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2" name="Object 12"/>
            <p:cNvGraphicFramePr>
              <a:graphicFrameLocks noChangeAspect="1"/>
            </p:cNvGraphicFramePr>
            <p:nvPr/>
          </p:nvGraphicFramePr>
          <p:xfrm>
            <a:off x="4934" y="751"/>
            <a:ext cx="232" cy="242"/>
          </p:xfrm>
          <a:graphic>
            <a:graphicData uri="http://schemas.openxmlformats.org/presentationml/2006/ole">
              <mc:AlternateContent xmlns:mc="http://schemas.openxmlformats.org/markup-compatibility/2006">
                <mc:Choice xmlns:v="urn:schemas-microsoft-com:vml" Requires="v">
                  <p:oleObj spid="_x0000_s23019" name="Equation" r:id="rId7" imgW="3048000" imgH="3352800" progId="Equation.DSMT4">
                    <p:embed/>
                  </p:oleObj>
                </mc:Choice>
                <mc:Fallback>
                  <p:oleObj name="Equation" r:id="rId7" imgW="3048000" imgH="3352800" progId="Equation.DSMT4">
                    <p:embed/>
                    <p:pic>
                      <p:nvPicPr>
                        <p:cNvPr id="0" name="图片 23018"/>
                        <p:cNvPicPr>
                          <a:picLocks noChangeAspect="1"/>
                        </p:cNvPicPr>
                        <p:nvPr/>
                      </p:nvPicPr>
                      <p:blipFill>
                        <a:blip r:embed="rId8"/>
                        <a:stretch>
                          <a:fillRect/>
                        </a:stretch>
                      </p:blipFill>
                      <p:spPr>
                        <a:xfrm>
                          <a:off x="4934" y="751"/>
                          <a:ext cx="232" cy="242"/>
                        </a:xfrm>
                        <a:prstGeom prst="rect">
                          <a:avLst/>
                        </a:prstGeom>
                        <a:noFill/>
                        <a:ln w="9525">
                          <a:noFill/>
                        </a:ln>
                      </p:spPr>
                    </p:pic>
                  </p:oleObj>
                </mc:Fallback>
              </mc:AlternateContent>
            </a:graphicData>
          </a:graphic>
        </p:graphicFrame>
        <p:graphicFrame>
          <p:nvGraphicFramePr>
            <p:cNvPr id="13" name="Object 13"/>
            <p:cNvGraphicFramePr>
              <a:graphicFrameLocks noChangeAspect="1"/>
            </p:cNvGraphicFramePr>
            <p:nvPr/>
          </p:nvGraphicFramePr>
          <p:xfrm>
            <a:off x="4066" y="33"/>
            <a:ext cx="244" cy="295"/>
          </p:xfrm>
          <a:graphic>
            <a:graphicData uri="http://schemas.openxmlformats.org/presentationml/2006/ole">
              <mc:AlternateContent xmlns:mc="http://schemas.openxmlformats.org/markup-compatibility/2006">
                <mc:Choice xmlns:v="urn:schemas-microsoft-com:vml" Requires="v">
                  <p:oleObj spid="_x0000_s23020" name="Equation" r:id="rId9" imgW="3352800" imgH="3962400" progId="Equation.DSMT4">
                    <p:embed/>
                  </p:oleObj>
                </mc:Choice>
                <mc:Fallback>
                  <p:oleObj name="Equation" r:id="rId9" imgW="3352800" imgH="3962400" progId="Equation.DSMT4">
                    <p:embed/>
                    <p:pic>
                      <p:nvPicPr>
                        <p:cNvPr id="0" name="图片 23019"/>
                        <p:cNvPicPr>
                          <a:picLocks noChangeAspect="1"/>
                        </p:cNvPicPr>
                        <p:nvPr/>
                      </p:nvPicPr>
                      <p:blipFill>
                        <a:blip r:embed="rId10"/>
                        <a:stretch>
                          <a:fillRect/>
                        </a:stretch>
                      </p:blipFill>
                      <p:spPr>
                        <a:xfrm>
                          <a:off x="4066" y="33"/>
                          <a:ext cx="244" cy="295"/>
                        </a:xfrm>
                        <a:prstGeom prst="rect">
                          <a:avLst/>
                        </a:prstGeom>
                        <a:noFill/>
                        <a:ln w="9525">
                          <a:noFill/>
                        </a:ln>
                      </p:spPr>
                    </p:pic>
                  </p:oleObj>
                </mc:Fallback>
              </mc:AlternateContent>
            </a:graphicData>
          </a:graphic>
        </p:graphicFrame>
        <p:graphicFrame>
          <p:nvGraphicFramePr>
            <p:cNvPr id="14" name="Object 14"/>
            <p:cNvGraphicFramePr>
              <a:graphicFrameLocks noChangeAspect="1"/>
            </p:cNvGraphicFramePr>
            <p:nvPr/>
          </p:nvGraphicFramePr>
          <p:xfrm>
            <a:off x="4078" y="844"/>
            <a:ext cx="232" cy="243"/>
          </p:xfrm>
          <a:graphic>
            <a:graphicData uri="http://schemas.openxmlformats.org/presentationml/2006/ole">
              <mc:AlternateContent xmlns:mc="http://schemas.openxmlformats.org/markup-compatibility/2006">
                <mc:Choice xmlns:v="urn:schemas-microsoft-com:vml" Requires="v">
                  <p:oleObj spid="_x0000_s23021" name="Equation" r:id="rId11" imgW="3048000" imgH="3352800" progId="Equation.DSMT4">
                    <p:embed/>
                  </p:oleObj>
                </mc:Choice>
                <mc:Fallback>
                  <p:oleObj name="Equation" r:id="rId11" imgW="3048000" imgH="3352800" progId="Equation.DSMT4">
                    <p:embed/>
                    <p:pic>
                      <p:nvPicPr>
                        <p:cNvPr id="0" name="图片 23020"/>
                        <p:cNvPicPr>
                          <a:picLocks noChangeAspect="1"/>
                        </p:cNvPicPr>
                        <p:nvPr/>
                      </p:nvPicPr>
                      <p:blipFill>
                        <a:blip r:embed="rId12"/>
                        <a:stretch>
                          <a:fillRect/>
                        </a:stretch>
                      </p:blipFill>
                      <p:spPr>
                        <a:xfrm>
                          <a:off x="4078" y="844"/>
                          <a:ext cx="232" cy="243"/>
                        </a:xfrm>
                        <a:prstGeom prst="rect">
                          <a:avLst/>
                        </a:prstGeom>
                        <a:noFill/>
                        <a:ln w="9525">
                          <a:noFill/>
                        </a:ln>
                      </p:spPr>
                    </p:pic>
                  </p:oleObj>
                </mc:Fallback>
              </mc:AlternateContent>
            </a:graphicData>
          </a:graphic>
        </p:graphicFrame>
      </p:grpSp>
      <p:sp>
        <p:nvSpPr>
          <p:cNvPr id="15" name="Oval 15"/>
          <p:cNvSpPr>
            <a:spLocks noChangeArrowheads="1"/>
          </p:cNvSpPr>
          <p:nvPr/>
        </p:nvSpPr>
        <p:spPr bwMode="auto">
          <a:xfrm>
            <a:off x="8407400" y="1646238"/>
            <a:ext cx="55563" cy="55562"/>
          </a:xfrm>
          <a:prstGeom prst="ellipse">
            <a:avLst/>
          </a:prstGeom>
          <a:solidFill>
            <a:srgbClr val="FF0000"/>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6" name="Group 16"/>
          <p:cNvGrpSpPr/>
          <p:nvPr/>
        </p:nvGrpSpPr>
        <p:grpSpPr bwMode="auto">
          <a:xfrm>
            <a:off x="6961310" y="1743550"/>
            <a:ext cx="1881253" cy="771051"/>
            <a:chOff x="3219" y="965"/>
            <a:chExt cx="1395" cy="571"/>
          </a:xfrm>
        </p:grpSpPr>
        <p:grpSp>
          <p:nvGrpSpPr>
            <p:cNvPr id="17" name="Group 17"/>
            <p:cNvGrpSpPr/>
            <p:nvPr/>
          </p:nvGrpSpPr>
          <p:grpSpPr bwMode="auto">
            <a:xfrm>
              <a:off x="3219" y="965"/>
              <a:ext cx="1395" cy="571"/>
              <a:chOff x="3219" y="965"/>
              <a:chExt cx="1395" cy="571"/>
            </a:xfrm>
          </p:grpSpPr>
          <p:sp>
            <p:nvSpPr>
              <p:cNvPr id="19" name="Line 18"/>
              <p:cNvSpPr>
                <a:spLocks noChangeShapeType="1"/>
              </p:cNvSpPr>
              <p:nvPr/>
            </p:nvSpPr>
            <p:spPr bwMode="auto">
              <a:xfrm flipV="1">
                <a:off x="3888" y="1104"/>
                <a:ext cx="432" cy="432"/>
              </a:xfrm>
              <a:prstGeom prst="line">
                <a:avLst/>
              </a:prstGeom>
              <a:noFill/>
              <a:ln w="19050">
                <a:solidFill>
                  <a:srgbClr val="0070C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0" name="Object 19"/>
              <p:cNvGraphicFramePr>
                <a:graphicFrameLocks noChangeAspect="1"/>
              </p:cNvGraphicFramePr>
              <p:nvPr/>
            </p:nvGraphicFramePr>
            <p:xfrm>
              <a:off x="4335" y="965"/>
              <a:ext cx="279" cy="249"/>
            </p:xfrm>
            <a:graphic>
              <a:graphicData uri="http://schemas.openxmlformats.org/presentationml/2006/ole">
                <mc:AlternateContent xmlns:mc="http://schemas.openxmlformats.org/markup-compatibility/2006">
                  <mc:Choice xmlns:v="urn:schemas-microsoft-com:vml" Requires="v">
                    <p:oleObj spid="_x0000_s23022" name="Equation" r:id="rId13" imgW="4572000" imgH="3962400" progId="Equation.DSMT4">
                      <p:embed/>
                    </p:oleObj>
                  </mc:Choice>
                  <mc:Fallback>
                    <p:oleObj name="Equation" r:id="rId13" imgW="4572000" imgH="3962400" progId="Equation.DSMT4">
                      <p:embed/>
                      <p:pic>
                        <p:nvPicPr>
                          <p:cNvPr id="0" name="图片 23021"/>
                          <p:cNvPicPr>
                            <a:picLocks noChangeAspect="1"/>
                          </p:cNvPicPr>
                          <p:nvPr/>
                        </p:nvPicPr>
                        <p:blipFill>
                          <a:blip r:embed="rId14"/>
                          <a:stretch>
                            <a:fillRect/>
                          </a:stretch>
                        </p:blipFill>
                        <p:spPr>
                          <a:xfrm>
                            <a:off x="4335" y="965"/>
                            <a:ext cx="279" cy="249"/>
                          </a:xfrm>
                          <a:prstGeom prst="rect">
                            <a:avLst/>
                          </a:prstGeom>
                          <a:noFill/>
                          <a:ln w="9525">
                            <a:noFill/>
                          </a:ln>
                        </p:spPr>
                      </p:pic>
                    </p:oleObj>
                  </mc:Fallback>
                </mc:AlternateContent>
              </a:graphicData>
            </a:graphic>
          </p:graphicFrame>
          <p:graphicFrame>
            <p:nvGraphicFramePr>
              <p:cNvPr id="21" name="Object 20"/>
              <p:cNvGraphicFramePr>
                <a:graphicFrameLocks noChangeAspect="1"/>
              </p:cNvGraphicFramePr>
              <p:nvPr/>
            </p:nvGraphicFramePr>
            <p:xfrm>
              <a:off x="3219" y="1148"/>
              <a:ext cx="760" cy="306"/>
            </p:xfrm>
            <a:graphic>
              <a:graphicData uri="http://schemas.openxmlformats.org/presentationml/2006/ole">
                <mc:AlternateContent xmlns:mc="http://schemas.openxmlformats.org/markup-compatibility/2006">
                  <mc:Choice xmlns:v="urn:schemas-microsoft-com:vml" Requires="v">
                    <p:oleObj spid="_x0000_s23023" name="Equation" r:id="rId15" imgW="13106400" imgH="4876800" progId="Equation.DSMT4">
                      <p:embed/>
                    </p:oleObj>
                  </mc:Choice>
                  <mc:Fallback>
                    <p:oleObj name="Equation" r:id="rId15" imgW="13106400" imgH="4876800" progId="Equation.DSMT4">
                      <p:embed/>
                      <p:pic>
                        <p:nvPicPr>
                          <p:cNvPr id="0" name="图片 23022"/>
                          <p:cNvPicPr>
                            <a:picLocks noChangeAspect="1"/>
                          </p:cNvPicPr>
                          <p:nvPr/>
                        </p:nvPicPr>
                        <p:blipFill>
                          <a:blip r:embed="rId16"/>
                          <a:stretch>
                            <a:fillRect/>
                          </a:stretch>
                        </p:blipFill>
                        <p:spPr>
                          <a:xfrm>
                            <a:off x="3219" y="1148"/>
                            <a:ext cx="760" cy="306"/>
                          </a:xfrm>
                          <a:prstGeom prst="rect">
                            <a:avLst/>
                          </a:prstGeom>
                          <a:noFill/>
                          <a:ln w="9525">
                            <a:noFill/>
                          </a:ln>
                        </p:spPr>
                      </p:pic>
                    </p:oleObj>
                  </mc:Fallback>
                </mc:AlternateContent>
              </a:graphicData>
            </a:graphic>
          </p:graphicFrame>
        </p:grpSp>
        <p:sp>
          <p:nvSpPr>
            <p:cNvPr id="18" name="Oval 21"/>
            <p:cNvSpPr>
              <a:spLocks noChangeArrowheads="1"/>
            </p:cNvSpPr>
            <p:nvPr/>
          </p:nvSpPr>
          <p:spPr bwMode="auto">
            <a:xfrm>
              <a:off x="4291" y="1084"/>
              <a:ext cx="41" cy="41"/>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nvGrpSpPr>
          <p:cNvPr id="22" name="Group 22"/>
          <p:cNvGrpSpPr/>
          <p:nvPr/>
        </p:nvGrpSpPr>
        <p:grpSpPr bwMode="auto">
          <a:xfrm>
            <a:off x="8166496" y="822499"/>
            <a:ext cx="1812287" cy="762422"/>
            <a:chOff x="4113" y="284"/>
            <a:chExt cx="1343" cy="564"/>
          </a:xfrm>
        </p:grpSpPr>
        <p:sp>
          <p:nvSpPr>
            <p:cNvPr id="23" name="Line 23"/>
            <p:cNvSpPr>
              <a:spLocks noChangeShapeType="1"/>
            </p:cNvSpPr>
            <p:nvPr/>
          </p:nvSpPr>
          <p:spPr bwMode="auto">
            <a:xfrm flipV="1">
              <a:off x="4320" y="288"/>
              <a:ext cx="432" cy="432"/>
            </a:xfrm>
            <a:prstGeom prst="line">
              <a:avLst/>
            </a:prstGeom>
            <a:noFill/>
            <a:ln w="19050">
              <a:solidFill>
                <a:srgbClr val="C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4" name="Object 24"/>
            <p:cNvGraphicFramePr>
              <a:graphicFrameLocks noChangeAspect="1"/>
            </p:cNvGraphicFramePr>
            <p:nvPr/>
          </p:nvGraphicFramePr>
          <p:xfrm>
            <a:off x="4113" y="599"/>
            <a:ext cx="151" cy="249"/>
          </p:xfrm>
          <a:graphic>
            <a:graphicData uri="http://schemas.openxmlformats.org/presentationml/2006/ole">
              <mc:AlternateContent xmlns:mc="http://schemas.openxmlformats.org/markup-compatibility/2006">
                <mc:Choice xmlns:v="urn:schemas-microsoft-com:vml" Requires="v">
                  <p:oleObj spid="_x0000_s23024" name="Equation" r:id="rId17" imgW="2133600" imgH="3962400" progId="Equation.DSMT4">
                    <p:embed/>
                  </p:oleObj>
                </mc:Choice>
                <mc:Fallback>
                  <p:oleObj name="Equation" r:id="rId17" imgW="2133600" imgH="3962400" progId="Equation.DSMT4">
                    <p:embed/>
                    <p:pic>
                      <p:nvPicPr>
                        <p:cNvPr id="0" name="图片 23023"/>
                        <p:cNvPicPr>
                          <a:picLocks noChangeAspect="1"/>
                        </p:cNvPicPr>
                        <p:nvPr/>
                      </p:nvPicPr>
                      <p:blipFill>
                        <a:blip r:embed="rId18"/>
                        <a:stretch>
                          <a:fillRect/>
                        </a:stretch>
                      </p:blipFill>
                      <p:spPr>
                        <a:xfrm>
                          <a:off x="4113" y="599"/>
                          <a:ext cx="151" cy="249"/>
                        </a:xfrm>
                        <a:prstGeom prst="rect">
                          <a:avLst/>
                        </a:prstGeom>
                        <a:noFill/>
                        <a:ln w="9525">
                          <a:noFill/>
                        </a:ln>
                      </p:spPr>
                    </p:pic>
                  </p:oleObj>
                </mc:Fallback>
              </mc:AlternateContent>
            </a:graphicData>
          </a:graphic>
        </p:graphicFrame>
        <p:graphicFrame>
          <p:nvGraphicFramePr>
            <p:cNvPr id="25" name="Object 25"/>
            <p:cNvGraphicFramePr>
              <a:graphicFrameLocks noChangeAspect="1"/>
            </p:cNvGraphicFramePr>
            <p:nvPr/>
          </p:nvGraphicFramePr>
          <p:xfrm>
            <a:off x="4697" y="284"/>
            <a:ext cx="759" cy="305"/>
          </p:xfrm>
          <a:graphic>
            <a:graphicData uri="http://schemas.openxmlformats.org/presentationml/2006/ole">
              <mc:AlternateContent xmlns:mc="http://schemas.openxmlformats.org/markup-compatibility/2006">
                <mc:Choice xmlns:v="urn:schemas-microsoft-com:vml" Requires="v">
                  <p:oleObj spid="_x0000_s23025" name="Equation" r:id="rId19" imgW="13106400" imgH="4876800" progId="Equation.DSMT4">
                    <p:embed/>
                  </p:oleObj>
                </mc:Choice>
                <mc:Fallback>
                  <p:oleObj name="Equation" r:id="rId19" imgW="13106400" imgH="4876800" progId="Equation.DSMT4">
                    <p:embed/>
                    <p:pic>
                      <p:nvPicPr>
                        <p:cNvPr id="0" name="图片 23024"/>
                        <p:cNvPicPr>
                          <a:picLocks noChangeAspect="1"/>
                        </p:cNvPicPr>
                        <p:nvPr/>
                      </p:nvPicPr>
                      <p:blipFill>
                        <a:blip r:embed="rId20"/>
                        <a:stretch>
                          <a:fillRect/>
                        </a:stretch>
                      </p:blipFill>
                      <p:spPr>
                        <a:xfrm>
                          <a:off x="4697" y="284"/>
                          <a:ext cx="759" cy="305"/>
                        </a:xfrm>
                        <a:prstGeom prst="rect">
                          <a:avLst/>
                        </a:prstGeom>
                        <a:noFill/>
                        <a:ln w="9525">
                          <a:noFill/>
                        </a:ln>
                      </p:spPr>
                    </p:pic>
                  </p:oleObj>
                </mc:Fallback>
              </mc:AlternateContent>
            </a:graphicData>
          </a:graphic>
        </p:graphicFrame>
        <p:sp>
          <p:nvSpPr>
            <p:cNvPr id="26" name="Oval 26"/>
            <p:cNvSpPr>
              <a:spLocks noChangeArrowheads="1"/>
            </p:cNvSpPr>
            <p:nvPr/>
          </p:nvSpPr>
          <p:spPr bwMode="auto">
            <a:xfrm>
              <a:off x="4291" y="689"/>
              <a:ext cx="41" cy="41"/>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27" name="Text Box 27"/>
          <p:cNvSpPr txBox="1">
            <a:spLocks noChangeArrowheads="1"/>
          </p:cNvSpPr>
          <p:nvPr/>
        </p:nvSpPr>
        <p:spPr bwMode="auto">
          <a:xfrm>
            <a:off x="1864360" y="3200400"/>
            <a:ext cx="32416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解</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利用命题</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1.2.</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3 .</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8" name="Text Box 28"/>
          <p:cNvSpPr txBox="1">
            <a:spLocks noChangeArrowheads="1"/>
          </p:cNvSpPr>
          <p:nvPr/>
        </p:nvSpPr>
        <p:spPr bwMode="auto">
          <a:xfrm>
            <a:off x="5106035" y="3163570"/>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因为</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9" name="Object 29"/>
          <p:cNvGraphicFramePr>
            <a:graphicFrameLocks noChangeAspect="1"/>
          </p:cNvGraphicFramePr>
          <p:nvPr/>
        </p:nvGraphicFramePr>
        <p:xfrm>
          <a:off x="3318257" y="3933056"/>
          <a:ext cx="1320480" cy="609480"/>
        </p:xfrm>
        <a:graphic>
          <a:graphicData uri="http://schemas.openxmlformats.org/presentationml/2006/ole">
            <mc:AlternateContent xmlns:mc="http://schemas.openxmlformats.org/markup-compatibility/2006">
              <mc:Choice xmlns:v="urn:schemas-microsoft-com:vml" Requires="v">
                <p:oleObj spid="_x0000_s23026" name="Equation" r:id="rId21" imgW="31699200" imgH="14630400" progId="Equation.DSMT4">
                  <p:embed/>
                </p:oleObj>
              </mc:Choice>
              <mc:Fallback>
                <p:oleObj name="Equation" r:id="rId21" imgW="31699200" imgH="14630400" progId="Equation.DSMT4">
                  <p:embed/>
                  <p:pic>
                    <p:nvPicPr>
                      <p:cNvPr id="0" name="图片 23025"/>
                      <p:cNvPicPr>
                        <a:picLocks noChangeAspect="1"/>
                      </p:cNvPicPr>
                      <p:nvPr/>
                    </p:nvPicPr>
                    <p:blipFill>
                      <a:blip r:embed="rId22"/>
                      <a:stretch>
                        <a:fillRect/>
                      </a:stretch>
                    </p:blipFill>
                    <p:spPr>
                      <a:xfrm>
                        <a:off x="3318257" y="3933056"/>
                        <a:ext cx="1320480" cy="609480"/>
                      </a:xfrm>
                      <a:prstGeom prst="rect">
                        <a:avLst/>
                      </a:prstGeom>
                      <a:noFill/>
                      <a:ln w="9525">
                        <a:noFill/>
                      </a:ln>
                    </p:spPr>
                  </p:pic>
                </p:oleObj>
              </mc:Fallback>
            </mc:AlternateContent>
          </a:graphicData>
        </a:graphic>
      </p:graphicFrame>
      <p:graphicFrame>
        <p:nvGraphicFramePr>
          <p:cNvPr id="30" name="Object 30"/>
          <p:cNvGraphicFramePr>
            <a:graphicFrameLocks noChangeAspect="1"/>
          </p:cNvGraphicFramePr>
          <p:nvPr/>
        </p:nvGraphicFramePr>
        <p:xfrm>
          <a:off x="4690390" y="3958203"/>
          <a:ext cx="1726920" cy="558720"/>
        </p:xfrm>
        <a:graphic>
          <a:graphicData uri="http://schemas.openxmlformats.org/presentationml/2006/ole">
            <mc:AlternateContent xmlns:mc="http://schemas.openxmlformats.org/markup-compatibility/2006">
              <mc:Choice xmlns:v="urn:schemas-microsoft-com:vml" Requires="v">
                <p:oleObj spid="_x0000_s23027" name="Equation" r:id="rId23" imgW="41452800" imgH="13411200" progId="Equation.DSMT4">
                  <p:embed/>
                </p:oleObj>
              </mc:Choice>
              <mc:Fallback>
                <p:oleObj name="Equation" r:id="rId23" imgW="41452800" imgH="13411200" progId="Equation.DSMT4">
                  <p:embed/>
                  <p:pic>
                    <p:nvPicPr>
                      <p:cNvPr id="0" name="图片 23026"/>
                      <p:cNvPicPr>
                        <a:picLocks noChangeAspect="1"/>
                      </p:cNvPicPr>
                      <p:nvPr/>
                    </p:nvPicPr>
                    <p:blipFill>
                      <a:blip r:embed="rId24"/>
                      <a:stretch>
                        <a:fillRect/>
                      </a:stretch>
                    </p:blipFill>
                    <p:spPr>
                      <a:xfrm>
                        <a:off x="4690390" y="3958203"/>
                        <a:ext cx="1726920" cy="558720"/>
                      </a:xfrm>
                      <a:prstGeom prst="rect">
                        <a:avLst/>
                      </a:prstGeom>
                      <a:noFill/>
                      <a:ln w="9525">
                        <a:noFill/>
                      </a:ln>
                    </p:spPr>
                  </p:pic>
                </p:oleObj>
              </mc:Fallback>
            </mc:AlternateContent>
          </a:graphicData>
        </a:graphic>
      </p:graphicFrame>
      <p:graphicFrame>
        <p:nvGraphicFramePr>
          <p:cNvPr id="31" name="Object 31"/>
          <p:cNvGraphicFramePr>
            <a:graphicFrameLocks noChangeAspect="1"/>
          </p:cNvGraphicFramePr>
          <p:nvPr/>
        </p:nvGraphicFramePr>
        <p:xfrm>
          <a:off x="6468819" y="3982968"/>
          <a:ext cx="672840" cy="393480"/>
        </p:xfrm>
        <a:graphic>
          <a:graphicData uri="http://schemas.openxmlformats.org/presentationml/2006/ole">
            <mc:AlternateContent xmlns:mc="http://schemas.openxmlformats.org/markup-compatibility/2006">
              <mc:Choice xmlns:v="urn:schemas-microsoft-com:vml" Requires="v">
                <p:oleObj spid="_x0000_s23028" name="Equation" r:id="rId25" imgW="16154400" imgH="9448800" progId="Equation.DSMT4">
                  <p:embed/>
                </p:oleObj>
              </mc:Choice>
              <mc:Fallback>
                <p:oleObj name="Equation" r:id="rId25" imgW="16154400" imgH="9448800" progId="Equation.DSMT4">
                  <p:embed/>
                  <p:pic>
                    <p:nvPicPr>
                      <p:cNvPr id="0" name="图片 23027"/>
                      <p:cNvPicPr>
                        <a:picLocks noChangeAspect="1"/>
                      </p:cNvPicPr>
                      <p:nvPr/>
                    </p:nvPicPr>
                    <p:blipFill>
                      <a:blip r:embed="rId26"/>
                      <a:stretch>
                        <a:fillRect/>
                      </a:stretch>
                    </p:blipFill>
                    <p:spPr>
                      <a:xfrm>
                        <a:off x="6468819" y="3982968"/>
                        <a:ext cx="672840" cy="393480"/>
                      </a:xfrm>
                      <a:prstGeom prst="rect">
                        <a:avLst/>
                      </a:prstGeom>
                      <a:noFill/>
                      <a:ln w="9525">
                        <a:noFill/>
                      </a:ln>
                    </p:spPr>
                  </p:pic>
                </p:oleObj>
              </mc:Fallback>
            </mc:AlternateContent>
          </a:graphicData>
        </a:graphic>
      </p:graphicFrame>
      <p:graphicFrame>
        <p:nvGraphicFramePr>
          <p:cNvPr id="32" name="Object 32"/>
          <p:cNvGraphicFramePr>
            <a:graphicFrameLocks noChangeAspect="1"/>
          </p:cNvGraphicFramePr>
          <p:nvPr/>
        </p:nvGraphicFramePr>
        <p:xfrm>
          <a:off x="3314700" y="4869160"/>
          <a:ext cx="1295280" cy="558720"/>
        </p:xfrm>
        <a:graphic>
          <a:graphicData uri="http://schemas.openxmlformats.org/presentationml/2006/ole">
            <mc:AlternateContent xmlns:mc="http://schemas.openxmlformats.org/markup-compatibility/2006">
              <mc:Choice xmlns:v="urn:schemas-microsoft-com:vml" Requires="v">
                <p:oleObj spid="_x0000_s23029" name="Equation" r:id="rId27" imgW="31089600" imgH="13411200" progId="Equation.DSMT4">
                  <p:embed/>
                </p:oleObj>
              </mc:Choice>
              <mc:Fallback>
                <p:oleObj name="Equation" r:id="rId27" imgW="31089600" imgH="13411200" progId="Equation.DSMT4">
                  <p:embed/>
                  <p:pic>
                    <p:nvPicPr>
                      <p:cNvPr id="0" name="图片 23028"/>
                      <p:cNvPicPr>
                        <a:picLocks noChangeAspect="1"/>
                      </p:cNvPicPr>
                      <p:nvPr/>
                    </p:nvPicPr>
                    <p:blipFill>
                      <a:blip r:embed="rId28"/>
                      <a:stretch>
                        <a:fillRect/>
                      </a:stretch>
                    </p:blipFill>
                    <p:spPr>
                      <a:xfrm>
                        <a:off x="3314700" y="4869160"/>
                        <a:ext cx="1295280" cy="558720"/>
                      </a:xfrm>
                      <a:prstGeom prst="rect">
                        <a:avLst/>
                      </a:prstGeom>
                      <a:noFill/>
                      <a:ln w="9525">
                        <a:noFill/>
                      </a:ln>
                    </p:spPr>
                  </p:pic>
                </p:oleObj>
              </mc:Fallback>
            </mc:AlternateContent>
          </a:graphicData>
        </a:graphic>
      </p:graphicFrame>
      <p:graphicFrame>
        <p:nvGraphicFramePr>
          <p:cNvPr id="33" name="Object 33"/>
          <p:cNvGraphicFramePr>
            <a:graphicFrameLocks noChangeAspect="1"/>
          </p:cNvGraphicFramePr>
          <p:nvPr/>
        </p:nvGraphicFramePr>
        <p:xfrm>
          <a:off x="4714678" y="4868907"/>
          <a:ext cx="1714320" cy="558720"/>
        </p:xfrm>
        <a:graphic>
          <a:graphicData uri="http://schemas.openxmlformats.org/presentationml/2006/ole">
            <mc:AlternateContent xmlns:mc="http://schemas.openxmlformats.org/markup-compatibility/2006">
              <mc:Choice xmlns:v="urn:schemas-microsoft-com:vml" Requires="v">
                <p:oleObj spid="_x0000_s23030" name="Equation" r:id="rId29" imgW="41148000" imgH="13411200" progId="Equation.DSMT4">
                  <p:embed/>
                </p:oleObj>
              </mc:Choice>
              <mc:Fallback>
                <p:oleObj name="Equation" r:id="rId29" imgW="41148000" imgH="13411200" progId="Equation.DSMT4">
                  <p:embed/>
                  <p:pic>
                    <p:nvPicPr>
                      <p:cNvPr id="0" name="图片 23029"/>
                      <p:cNvPicPr>
                        <a:picLocks noChangeAspect="1"/>
                      </p:cNvPicPr>
                      <p:nvPr/>
                    </p:nvPicPr>
                    <p:blipFill>
                      <a:blip r:embed="rId30"/>
                      <a:stretch>
                        <a:fillRect/>
                      </a:stretch>
                    </p:blipFill>
                    <p:spPr>
                      <a:xfrm>
                        <a:off x="4714678" y="4868907"/>
                        <a:ext cx="1714320" cy="558720"/>
                      </a:xfrm>
                      <a:prstGeom prst="rect">
                        <a:avLst/>
                      </a:prstGeom>
                      <a:noFill/>
                      <a:ln w="9525">
                        <a:noFill/>
                      </a:ln>
                    </p:spPr>
                  </p:pic>
                </p:oleObj>
              </mc:Fallback>
            </mc:AlternateContent>
          </a:graphicData>
        </a:graphic>
      </p:graphicFrame>
      <p:graphicFrame>
        <p:nvGraphicFramePr>
          <p:cNvPr id="34" name="Object 34"/>
          <p:cNvGraphicFramePr>
            <a:graphicFrameLocks noChangeAspect="1"/>
          </p:cNvGraphicFramePr>
          <p:nvPr/>
        </p:nvGraphicFramePr>
        <p:xfrm>
          <a:off x="6533634" y="4869160"/>
          <a:ext cx="419040" cy="304560"/>
        </p:xfrm>
        <a:graphic>
          <a:graphicData uri="http://schemas.openxmlformats.org/presentationml/2006/ole">
            <mc:AlternateContent xmlns:mc="http://schemas.openxmlformats.org/markup-compatibility/2006">
              <mc:Choice xmlns:v="urn:schemas-microsoft-com:vml" Requires="v">
                <p:oleObj spid="_x0000_s23031" name="Equation" r:id="rId31" imgW="10058400" imgH="7315200" progId="Equation.DSMT4">
                  <p:embed/>
                </p:oleObj>
              </mc:Choice>
              <mc:Fallback>
                <p:oleObj name="Equation" r:id="rId31" imgW="10058400" imgH="7315200" progId="Equation.DSMT4">
                  <p:embed/>
                  <p:pic>
                    <p:nvPicPr>
                      <p:cNvPr id="0" name="图片 23030"/>
                      <p:cNvPicPr>
                        <a:picLocks noChangeAspect="1"/>
                      </p:cNvPicPr>
                      <p:nvPr/>
                    </p:nvPicPr>
                    <p:blipFill>
                      <a:blip r:embed="rId32"/>
                      <a:stretch>
                        <a:fillRect/>
                      </a:stretch>
                    </p:blipFill>
                    <p:spPr>
                      <a:xfrm>
                        <a:off x="6533634" y="4869160"/>
                        <a:ext cx="419040" cy="304560"/>
                      </a:xfrm>
                      <a:prstGeom prst="rect">
                        <a:avLst/>
                      </a:prstGeom>
                      <a:noFill/>
                      <a:ln w="9525">
                        <a:noFill/>
                      </a:ln>
                    </p:spPr>
                  </p:pic>
                </p:oleObj>
              </mc:Fallback>
            </mc:AlternateContent>
          </a:graphicData>
        </a:graphic>
      </p:graphicFrame>
      <p:sp>
        <p:nvSpPr>
          <p:cNvPr id="35" name="Text Box 35"/>
          <p:cNvSpPr txBox="1">
            <a:spLocks noChangeArrowheads="1"/>
          </p:cNvSpPr>
          <p:nvPr/>
        </p:nvSpPr>
        <p:spPr bwMode="auto">
          <a:xfrm>
            <a:off x="1931988" y="5688013"/>
            <a:ext cx="119221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显然</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6" name="Object 36"/>
          <p:cNvGraphicFramePr>
            <a:graphicFrameLocks noChangeAspect="1"/>
          </p:cNvGraphicFramePr>
          <p:nvPr/>
        </p:nvGraphicFramePr>
        <p:xfrm>
          <a:off x="2960045" y="5688489"/>
          <a:ext cx="2145960" cy="457200"/>
        </p:xfrm>
        <a:graphic>
          <a:graphicData uri="http://schemas.openxmlformats.org/presentationml/2006/ole">
            <mc:AlternateContent xmlns:mc="http://schemas.openxmlformats.org/markup-compatibility/2006">
              <mc:Choice xmlns:v="urn:schemas-microsoft-com:vml" Requires="v">
                <p:oleObj spid="_x0000_s23032" name="Equation" r:id="rId33" imgW="51511200" imgH="10972800" progId="Equation.DSMT4">
                  <p:embed/>
                </p:oleObj>
              </mc:Choice>
              <mc:Fallback>
                <p:oleObj name="Equation" r:id="rId33" imgW="51511200" imgH="10972800" progId="Equation.DSMT4">
                  <p:embed/>
                  <p:pic>
                    <p:nvPicPr>
                      <p:cNvPr id="0" name="图片 23031"/>
                      <p:cNvPicPr>
                        <a:picLocks noChangeAspect="1"/>
                      </p:cNvPicPr>
                      <p:nvPr/>
                    </p:nvPicPr>
                    <p:blipFill>
                      <a:blip r:embed="rId34"/>
                      <a:stretch>
                        <a:fillRect/>
                      </a:stretch>
                    </p:blipFill>
                    <p:spPr>
                      <a:xfrm>
                        <a:off x="2960045" y="5688489"/>
                        <a:ext cx="2145960" cy="457200"/>
                      </a:xfrm>
                      <a:prstGeom prst="rect">
                        <a:avLst/>
                      </a:prstGeom>
                      <a:noFill/>
                      <a:ln w="9525">
                        <a:noFill/>
                      </a:ln>
                    </p:spPr>
                  </p:pic>
                </p:oleObj>
              </mc:Fallback>
            </mc:AlternateContent>
          </a:graphicData>
        </a:graphic>
      </p:graphicFrame>
      <p:sp>
        <p:nvSpPr>
          <p:cNvPr id="37" name="Text Box 37"/>
          <p:cNvSpPr txBox="1">
            <a:spLocks noChangeArrowheads="1"/>
          </p:cNvSpPr>
          <p:nvPr/>
        </p:nvSpPr>
        <p:spPr bwMode="auto">
          <a:xfrm>
            <a:off x="5257800" y="5688013"/>
            <a:ext cx="990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所以</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8" name="Object 38"/>
          <p:cNvGraphicFramePr>
            <a:graphicFrameLocks noChangeAspect="1"/>
          </p:cNvGraphicFramePr>
          <p:nvPr/>
        </p:nvGraphicFramePr>
        <p:xfrm>
          <a:off x="6273800" y="5715875"/>
          <a:ext cx="1244520" cy="583920"/>
        </p:xfrm>
        <a:graphic>
          <a:graphicData uri="http://schemas.openxmlformats.org/presentationml/2006/ole">
            <mc:AlternateContent xmlns:mc="http://schemas.openxmlformats.org/markup-compatibility/2006">
              <mc:Choice xmlns:v="urn:schemas-microsoft-com:vml" Requires="v">
                <p:oleObj spid="_x0000_s23033" name="Equation" r:id="rId35" imgW="29870400" imgH="14020800" progId="Equation.DSMT4">
                  <p:embed/>
                </p:oleObj>
              </mc:Choice>
              <mc:Fallback>
                <p:oleObj name="Equation" r:id="rId35" imgW="29870400" imgH="14020800" progId="Equation.DSMT4">
                  <p:embed/>
                  <p:pic>
                    <p:nvPicPr>
                      <p:cNvPr id="0" name="图片 23032"/>
                      <p:cNvPicPr>
                        <a:picLocks noChangeAspect="1"/>
                      </p:cNvPicPr>
                      <p:nvPr/>
                    </p:nvPicPr>
                    <p:blipFill>
                      <a:blip r:embed="rId36"/>
                      <a:stretch>
                        <a:fillRect/>
                      </a:stretch>
                    </p:blipFill>
                    <p:spPr>
                      <a:xfrm>
                        <a:off x="6273800" y="5715875"/>
                        <a:ext cx="1244520" cy="583920"/>
                      </a:xfrm>
                      <a:prstGeom prst="rect">
                        <a:avLst/>
                      </a:prstGeom>
                      <a:noFill/>
                      <a:ln w="9525">
                        <a:noFill/>
                      </a:ln>
                    </p:spPr>
                  </p:pic>
                </p:oleObj>
              </mc:Fallback>
            </mc:AlternateContent>
          </a:graphicData>
        </a:graphic>
      </p:graphicFrame>
      <p:sp>
        <p:nvSpPr>
          <p:cNvPr id="39" name="Text Box 39"/>
          <p:cNvSpPr txBox="1">
            <a:spLocks noChangeArrowheads="1"/>
          </p:cNvSpPr>
          <p:nvPr/>
        </p:nvSpPr>
        <p:spPr bwMode="auto">
          <a:xfrm>
            <a:off x="7543800" y="5688013"/>
            <a:ext cx="1524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不存在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left)">
                                      <p:cBhvr>
                                        <p:cTn id="20" dur="500"/>
                                        <p:tgtEl>
                                          <p:spTgt spid="6"/>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left)">
                                      <p:cBhvr>
                                        <p:cTn id="43" dur="500"/>
                                        <p:tgtEl>
                                          <p:spTgt spid="1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wipe(left)">
                                      <p:cBhvr>
                                        <p:cTn id="48" dur="500"/>
                                        <p:tgtEl>
                                          <p:spTgt spid="2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left)">
                                      <p:cBhvr>
                                        <p:cTn id="53" dur="500"/>
                                        <p:tgtEl>
                                          <p:spTgt spid="27"/>
                                        </p:tgtEl>
                                      </p:cBhvr>
                                    </p:animEffect>
                                  </p:childTnLst>
                                </p:cTn>
                              </p:par>
                            </p:childTnLst>
                          </p:cTn>
                        </p:par>
                        <p:par>
                          <p:cTn id="54" fill="hold">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wipe(left)">
                                      <p:cBhvr>
                                        <p:cTn id="57" dur="500"/>
                                        <p:tgtEl>
                                          <p:spTgt spid="28"/>
                                        </p:tgtEl>
                                      </p:cBhvr>
                                    </p:animEffect>
                                  </p:childTnLst>
                                </p:cTn>
                              </p:par>
                            </p:childTnLst>
                          </p:cTn>
                        </p:par>
                        <p:par>
                          <p:cTn id="58" fill="hold">
                            <p:stCondLst>
                              <p:cond delay="1000"/>
                            </p:stCondLst>
                            <p:childTnLst>
                              <p:par>
                                <p:cTn id="59" presetID="22" presetClass="entr" presetSubtype="8" fill="hold" nodeType="after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wipe(left)">
                                      <p:cBhvr>
                                        <p:cTn id="61" dur="500"/>
                                        <p:tgtEl>
                                          <p:spTgt spid="2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wipe(left)">
                                      <p:cBhvr>
                                        <p:cTn id="66" dur="500"/>
                                        <p:tgtEl>
                                          <p:spTgt spid="30"/>
                                        </p:tgtEl>
                                      </p:cBhvr>
                                    </p:animEffect>
                                  </p:childTnLst>
                                </p:cTn>
                              </p:par>
                            </p:childTnLst>
                          </p:cTn>
                        </p:par>
                        <p:par>
                          <p:cTn id="67" fill="hold">
                            <p:stCondLst>
                              <p:cond delay="500"/>
                            </p:stCondLst>
                            <p:childTnLst>
                              <p:par>
                                <p:cTn id="68" presetID="22" presetClass="entr" presetSubtype="8" fill="hold" nodeType="after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wipe(left)">
                                      <p:cBhvr>
                                        <p:cTn id="70" dur="500"/>
                                        <p:tgtEl>
                                          <p:spTgt spid="31"/>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wipe(left)">
                                      <p:cBhvr>
                                        <p:cTn id="75" dur="500"/>
                                        <p:tgtEl>
                                          <p:spTgt spid="32"/>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wipe(left)">
                                      <p:cBhvr>
                                        <p:cTn id="80" dur="500"/>
                                        <p:tgtEl>
                                          <p:spTgt spid="33"/>
                                        </p:tgtEl>
                                      </p:cBhvr>
                                    </p:animEffect>
                                  </p:childTnLst>
                                </p:cTn>
                              </p:par>
                            </p:childTnLst>
                          </p:cTn>
                        </p:par>
                        <p:par>
                          <p:cTn id="81" fill="hold">
                            <p:stCondLst>
                              <p:cond delay="500"/>
                            </p:stCondLst>
                            <p:childTnLst>
                              <p:par>
                                <p:cTn id="82" presetID="22" presetClass="entr" presetSubtype="8"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wipe(left)">
                                      <p:cBhvr>
                                        <p:cTn id="84" dur="500"/>
                                        <p:tgtEl>
                                          <p:spTgt spid="34"/>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35"/>
                                        </p:tgtEl>
                                        <p:attrNameLst>
                                          <p:attrName>style.visibility</p:attrName>
                                        </p:attrNameLst>
                                      </p:cBhvr>
                                      <p:to>
                                        <p:strVal val="visible"/>
                                      </p:to>
                                    </p:set>
                                    <p:animEffect transition="in" filter="wipe(left)">
                                      <p:cBhvr>
                                        <p:cTn id="89" dur="500"/>
                                        <p:tgtEl>
                                          <p:spTgt spid="35"/>
                                        </p:tgtEl>
                                      </p:cBhvr>
                                    </p:animEffect>
                                  </p:childTnLst>
                                </p:cTn>
                              </p:par>
                            </p:childTnLst>
                          </p:cTn>
                        </p:par>
                        <p:par>
                          <p:cTn id="90" fill="hold">
                            <p:stCondLst>
                              <p:cond delay="500"/>
                            </p:stCondLst>
                            <p:childTnLst>
                              <p:par>
                                <p:cTn id="91" presetID="22" presetClass="entr" presetSubtype="8" fill="hold" nodeType="after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wipe(left)">
                                      <p:cBhvr>
                                        <p:cTn id="93" dur="500"/>
                                        <p:tgtEl>
                                          <p:spTgt spid="36"/>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37"/>
                                        </p:tgtEl>
                                        <p:attrNameLst>
                                          <p:attrName>style.visibility</p:attrName>
                                        </p:attrNameLst>
                                      </p:cBhvr>
                                      <p:to>
                                        <p:strVal val="visible"/>
                                      </p:to>
                                    </p:set>
                                    <p:animEffect transition="in" filter="wipe(left)">
                                      <p:cBhvr>
                                        <p:cTn id="98" dur="500"/>
                                        <p:tgtEl>
                                          <p:spTgt spid="37"/>
                                        </p:tgtEl>
                                      </p:cBhvr>
                                    </p:animEffect>
                                  </p:childTnLst>
                                </p:cTn>
                              </p:par>
                            </p:childTnLst>
                          </p:cTn>
                        </p:par>
                        <p:par>
                          <p:cTn id="99" fill="hold">
                            <p:stCondLst>
                              <p:cond delay="500"/>
                            </p:stCondLst>
                            <p:childTnLst>
                              <p:par>
                                <p:cTn id="100" presetID="22" presetClass="entr" presetSubtype="8" fill="hold" nodeType="afterEffect">
                                  <p:stCondLst>
                                    <p:cond delay="0"/>
                                  </p:stCondLst>
                                  <p:childTnLst>
                                    <p:set>
                                      <p:cBhvr>
                                        <p:cTn id="101" dur="1" fill="hold">
                                          <p:stCondLst>
                                            <p:cond delay="0"/>
                                          </p:stCondLst>
                                        </p:cTn>
                                        <p:tgtEl>
                                          <p:spTgt spid="38"/>
                                        </p:tgtEl>
                                        <p:attrNameLst>
                                          <p:attrName>style.visibility</p:attrName>
                                        </p:attrNameLst>
                                      </p:cBhvr>
                                      <p:to>
                                        <p:strVal val="visible"/>
                                      </p:to>
                                    </p:set>
                                    <p:animEffect transition="in" filter="wipe(left)">
                                      <p:cBhvr>
                                        <p:cTn id="102" dur="500"/>
                                        <p:tgtEl>
                                          <p:spTgt spid="38"/>
                                        </p:tgtEl>
                                      </p:cBhvr>
                                    </p:animEffect>
                                  </p:childTnLst>
                                </p:cTn>
                              </p:par>
                            </p:childTnLst>
                          </p:cTn>
                        </p:par>
                        <p:par>
                          <p:cTn id="103" fill="hold">
                            <p:stCondLst>
                              <p:cond delay="1000"/>
                            </p:stCondLst>
                            <p:childTnLst>
                              <p:par>
                                <p:cTn id="104" presetID="22" presetClass="entr" presetSubtype="8" fill="hold" grpId="0" nodeType="after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wipe(left)">
                                      <p:cBhvr>
                                        <p:cTn id="10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autoUpdateAnimBg="0"/>
      <p:bldP spid="6" grpId="0" bldLvl="0" animBg="1" autoUpdateAnimBg="0"/>
      <p:bldP spid="8" grpId="0" bldLvl="0" animBg="1" autoUpdateAnimBg="0"/>
      <p:bldP spid="15" grpId="0" bldLvl="0" animBg="1"/>
      <p:bldP spid="27" grpId="0" bldLvl="0" animBg="1" autoUpdateAnimBg="0"/>
      <p:bldP spid="28" grpId="0" bldLvl="0" animBg="1" autoUpdateAnimBg="0"/>
      <p:bldP spid="35" grpId="0" bldLvl="0" animBg="1" autoUpdateAnimBg="0"/>
      <p:bldP spid="37" grpId="0" bldLvl="0" animBg="1" autoUpdateAnimBg="0"/>
      <p:bldP spid="39" grpId="0" bldLvl="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922655" y="586423"/>
            <a:ext cx="3124200" cy="685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7. </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证明：</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 name="Object 3"/>
          <p:cNvGraphicFramePr>
            <a:graphicFrameLocks noChangeAspect="1"/>
          </p:cNvGraphicFramePr>
          <p:nvPr/>
        </p:nvGraphicFramePr>
        <p:xfrm>
          <a:off x="2299018" y="1186021"/>
          <a:ext cx="3105150" cy="633095"/>
        </p:xfrm>
        <a:graphic>
          <a:graphicData uri="http://schemas.openxmlformats.org/presentationml/2006/ole">
            <mc:AlternateContent xmlns:mc="http://schemas.openxmlformats.org/markup-compatibility/2006">
              <mc:Choice xmlns:v="urn:schemas-microsoft-com:vml" Requires="v">
                <p:oleObj spid="_x0000_s23553" name="Equation" r:id="rId1" imgW="74371200" imgH="14935200" progId="Equation.DSMT4">
                  <p:embed/>
                </p:oleObj>
              </mc:Choice>
              <mc:Fallback>
                <p:oleObj name="Equation" r:id="rId1" imgW="74371200" imgH="14935200" progId="Equation.DSMT4">
                  <p:embed/>
                  <p:pic>
                    <p:nvPicPr>
                      <p:cNvPr id="0" name="图片 23552"/>
                      <p:cNvPicPr>
                        <a:picLocks noChangeAspect="1"/>
                      </p:cNvPicPr>
                      <p:nvPr/>
                    </p:nvPicPr>
                    <p:blipFill>
                      <a:blip r:embed="rId2">
                        <a:biLevel thresh="50000"/>
                        <a:grayscl/>
                      </a:blip>
                      <a:stretch>
                        <a:fillRect/>
                      </a:stretch>
                    </p:blipFill>
                    <p:spPr>
                      <a:xfrm>
                        <a:off x="2299018" y="1186021"/>
                        <a:ext cx="3105150" cy="633095"/>
                      </a:xfrm>
                      <a:prstGeom prst="rect">
                        <a:avLst/>
                      </a:prstGeom>
                      <a:noFill/>
                      <a:ln w="9525">
                        <a:noFill/>
                      </a:ln>
                    </p:spPr>
                  </p:pic>
                </p:oleObj>
              </mc:Fallback>
            </mc:AlternateContent>
          </a:graphicData>
        </a:graphic>
      </p:graphicFrame>
      <p:sp>
        <p:nvSpPr>
          <p:cNvPr id="4" name="Text Box 4"/>
          <p:cNvSpPr txBox="1">
            <a:spLocks noChangeArrowheads="1"/>
          </p:cNvSpPr>
          <p:nvPr/>
        </p:nvSpPr>
        <p:spPr bwMode="auto">
          <a:xfrm>
            <a:off x="6071235" y="1127125"/>
            <a:ext cx="1828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证</a:t>
            </a:r>
            <a:r>
              <a:rPr kumimoji="1" lang="en-US"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r>
              <a:rPr kumimoji="1"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1</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 name="Object 5"/>
          <p:cNvGraphicFramePr>
            <a:graphicFrameLocks noChangeAspect="1"/>
          </p:cNvGraphicFramePr>
          <p:nvPr/>
        </p:nvGraphicFramePr>
        <p:xfrm>
          <a:off x="7556500" y="1139508"/>
          <a:ext cx="1460500" cy="496887"/>
        </p:xfrm>
        <a:graphic>
          <a:graphicData uri="http://schemas.openxmlformats.org/presentationml/2006/ole">
            <mc:AlternateContent xmlns:mc="http://schemas.openxmlformats.org/markup-compatibility/2006">
              <mc:Choice xmlns:v="urn:schemas-microsoft-com:vml" Requires="v">
                <p:oleObj spid="_x0000_s23919" name="Equation" r:id="rId3" imgW="34747200" imgH="11582400" progId="Equation.DSMT4">
                  <p:embed/>
                </p:oleObj>
              </mc:Choice>
              <mc:Fallback>
                <p:oleObj name="Equation" r:id="rId3" imgW="34747200" imgH="11582400" progId="Equation.DSMT4">
                  <p:embed/>
                  <p:pic>
                    <p:nvPicPr>
                      <p:cNvPr id="0" name="图片 23918"/>
                      <p:cNvPicPr>
                        <a:picLocks noChangeAspect="1"/>
                      </p:cNvPicPr>
                      <p:nvPr/>
                    </p:nvPicPr>
                    <p:blipFill>
                      <a:blip r:embed="rId4"/>
                      <a:stretch>
                        <a:fillRect/>
                      </a:stretch>
                    </p:blipFill>
                    <p:spPr>
                      <a:xfrm>
                        <a:off x="7556500" y="1139508"/>
                        <a:ext cx="1460500" cy="496887"/>
                      </a:xfrm>
                      <a:prstGeom prst="rect">
                        <a:avLst/>
                      </a:prstGeom>
                      <a:noFill/>
                      <a:ln w="9525">
                        <a:noFill/>
                      </a:ln>
                    </p:spPr>
                  </p:pic>
                </p:oleObj>
              </mc:Fallback>
            </mc:AlternateContent>
          </a:graphicData>
        </a:graphic>
      </p:graphicFrame>
      <p:graphicFrame>
        <p:nvGraphicFramePr>
          <p:cNvPr id="6" name="Object 6"/>
          <p:cNvGraphicFramePr>
            <a:graphicFrameLocks noChangeAspect="1"/>
          </p:cNvGraphicFramePr>
          <p:nvPr/>
        </p:nvGraphicFramePr>
        <p:xfrm>
          <a:off x="7197725" y="1948498"/>
          <a:ext cx="1308100" cy="496887"/>
        </p:xfrm>
        <a:graphic>
          <a:graphicData uri="http://schemas.openxmlformats.org/presentationml/2006/ole">
            <mc:AlternateContent xmlns:mc="http://schemas.openxmlformats.org/markup-compatibility/2006">
              <mc:Choice xmlns:v="urn:schemas-microsoft-com:vml" Requires="v">
                <p:oleObj spid="_x0000_s23920" name="Equation" r:id="rId5" imgW="31089600" imgH="11582400" progId="Equation.DSMT4">
                  <p:embed/>
                </p:oleObj>
              </mc:Choice>
              <mc:Fallback>
                <p:oleObj name="Equation" r:id="rId5" imgW="31089600" imgH="11582400" progId="Equation.DSMT4">
                  <p:embed/>
                  <p:pic>
                    <p:nvPicPr>
                      <p:cNvPr id="0" name="图片 23919"/>
                      <p:cNvPicPr>
                        <a:picLocks noChangeAspect="1"/>
                      </p:cNvPicPr>
                      <p:nvPr/>
                    </p:nvPicPr>
                    <p:blipFill>
                      <a:blip r:embed="rId6">
                        <a:biLevel thresh="50000"/>
                        <a:grayscl/>
                      </a:blip>
                      <a:stretch>
                        <a:fillRect/>
                      </a:stretch>
                    </p:blipFill>
                    <p:spPr>
                      <a:xfrm>
                        <a:off x="7197725" y="1948498"/>
                        <a:ext cx="1308100" cy="496887"/>
                      </a:xfrm>
                      <a:prstGeom prst="rect">
                        <a:avLst/>
                      </a:prstGeom>
                      <a:noFill/>
                      <a:ln w="9525">
                        <a:noFill/>
                      </a:ln>
                    </p:spPr>
                  </p:pic>
                </p:oleObj>
              </mc:Fallback>
            </mc:AlternateContent>
          </a:graphicData>
        </a:graphic>
      </p:graphicFrame>
      <p:graphicFrame>
        <p:nvGraphicFramePr>
          <p:cNvPr id="7" name="Object 7"/>
          <p:cNvGraphicFramePr>
            <a:graphicFrameLocks noChangeAspect="1"/>
          </p:cNvGraphicFramePr>
          <p:nvPr/>
        </p:nvGraphicFramePr>
        <p:xfrm>
          <a:off x="8662988" y="1985963"/>
          <a:ext cx="504825" cy="409575"/>
        </p:xfrm>
        <a:graphic>
          <a:graphicData uri="http://schemas.openxmlformats.org/presentationml/2006/ole">
            <mc:AlternateContent xmlns:mc="http://schemas.openxmlformats.org/markup-compatibility/2006">
              <mc:Choice xmlns:v="urn:schemas-microsoft-com:vml" Requires="v">
                <p:oleObj spid="_x0000_s23921" name="Equation" r:id="rId7" imgW="11887200" imgH="9448800" progId="Equation.DSMT4">
                  <p:embed/>
                </p:oleObj>
              </mc:Choice>
              <mc:Fallback>
                <p:oleObj name="Equation" r:id="rId7" imgW="11887200" imgH="9448800" progId="Equation.DSMT4">
                  <p:embed/>
                  <p:pic>
                    <p:nvPicPr>
                      <p:cNvPr id="0" name="图片 23920"/>
                      <p:cNvPicPr>
                        <a:picLocks noChangeAspect="1"/>
                      </p:cNvPicPr>
                      <p:nvPr/>
                    </p:nvPicPr>
                    <p:blipFill>
                      <a:blip r:embed="rId8">
                        <a:biLevel thresh="50000"/>
                        <a:grayscl/>
                      </a:blip>
                      <a:stretch>
                        <a:fillRect/>
                      </a:stretch>
                    </p:blipFill>
                    <p:spPr>
                      <a:xfrm>
                        <a:off x="8662988" y="1985963"/>
                        <a:ext cx="504825" cy="409575"/>
                      </a:xfrm>
                      <a:prstGeom prst="rect">
                        <a:avLst/>
                      </a:prstGeom>
                      <a:noFill/>
                      <a:ln w="9525">
                        <a:noFill/>
                      </a:ln>
                    </p:spPr>
                  </p:pic>
                </p:oleObj>
              </mc:Fallback>
            </mc:AlternateContent>
          </a:graphicData>
        </a:graphic>
      </p:graphicFrame>
      <p:sp>
        <p:nvSpPr>
          <p:cNvPr id="8" name="Text Box 8"/>
          <p:cNvSpPr txBox="1">
            <a:spLocks noChangeArrowheads="1"/>
          </p:cNvSpPr>
          <p:nvPr/>
        </p:nvSpPr>
        <p:spPr bwMode="auto">
          <a:xfrm>
            <a:off x="6299518" y="2688590"/>
            <a:ext cx="990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故</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9" name="Object 9"/>
          <p:cNvGraphicFramePr>
            <a:graphicFrameLocks noChangeAspect="1"/>
          </p:cNvGraphicFramePr>
          <p:nvPr/>
        </p:nvGraphicFramePr>
        <p:xfrm>
          <a:off x="6848396" y="2702251"/>
          <a:ext cx="1251566" cy="494606"/>
        </p:xfrm>
        <a:graphic>
          <a:graphicData uri="http://schemas.openxmlformats.org/presentationml/2006/ole">
            <mc:AlternateContent xmlns:mc="http://schemas.openxmlformats.org/markup-compatibility/2006">
              <mc:Choice xmlns:v="urn:schemas-microsoft-com:vml" Requires="v">
                <p:oleObj spid="_x0000_s23922" name="Equation" r:id="rId9" imgW="12801600" imgH="4876800" progId="Equation.DSMT4">
                  <p:embed/>
                </p:oleObj>
              </mc:Choice>
              <mc:Fallback>
                <p:oleObj name="Equation" r:id="rId9" imgW="12801600" imgH="4876800" progId="Equation.DSMT4">
                  <p:embed/>
                  <p:pic>
                    <p:nvPicPr>
                      <p:cNvPr id="0" name="图片 23921"/>
                      <p:cNvPicPr>
                        <a:picLocks noChangeAspect="1"/>
                      </p:cNvPicPr>
                      <p:nvPr/>
                    </p:nvPicPr>
                    <p:blipFill>
                      <a:blip r:embed="rId10"/>
                      <a:stretch>
                        <a:fillRect/>
                      </a:stretch>
                    </p:blipFill>
                    <p:spPr>
                      <a:xfrm>
                        <a:off x="6848396" y="2702251"/>
                        <a:ext cx="1251566" cy="494606"/>
                      </a:xfrm>
                      <a:prstGeom prst="rect">
                        <a:avLst/>
                      </a:prstGeom>
                      <a:noFill/>
                      <a:ln w="9525">
                        <a:noFill/>
                      </a:ln>
                    </p:spPr>
                  </p:pic>
                </p:oleObj>
              </mc:Fallback>
            </mc:AlternateContent>
          </a:graphicData>
        </a:graphic>
      </p:graphicFrame>
      <p:sp>
        <p:nvSpPr>
          <p:cNvPr id="10" name="Text Box 10"/>
          <p:cNvSpPr txBox="1">
            <a:spLocks noChangeArrowheads="1"/>
          </p:cNvSpPr>
          <p:nvPr/>
        </p:nvSpPr>
        <p:spPr bwMode="auto">
          <a:xfrm>
            <a:off x="8034020" y="2697798"/>
            <a:ext cx="2133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对任意的</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1" name="Object 11"/>
          <p:cNvGraphicFramePr>
            <a:graphicFrameLocks noChangeAspect="1"/>
          </p:cNvGraphicFramePr>
          <p:nvPr/>
        </p:nvGraphicFramePr>
        <p:xfrm>
          <a:off x="9593184" y="2711141"/>
          <a:ext cx="989209" cy="494606"/>
        </p:xfrm>
        <a:graphic>
          <a:graphicData uri="http://schemas.openxmlformats.org/presentationml/2006/ole">
            <mc:AlternateContent xmlns:mc="http://schemas.openxmlformats.org/markup-compatibility/2006">
              <mc:Choice xmlns:v="urn:schemas-microsoft-com:vml" Requires="v">
                <p:oleObj spid="_x0000_s23923" name="Equation" r:id="rId11" imgW="10058400" imgH="4876800" progId="Equation.DSMT4">
                  <p:embed/>
                </p:oleObj>
              </mc:Choice>
              <mc:Fallback>
                <p:oleObj name="Equation" r:id="rId11" imgW="10058400" imgH="4876800" progId="Equation.DSMT4">
                  <p:embed/>
                  <p:pic>
                    <p:nvPicPr>
                      <p:cNvPr id="0" name="图片 23922"/>
                      <p:cNvPicPr>
                        <a:picLocks noChangeAspect="1"/>
                      </p:cNvPicPr>
                      <p:nvPr/>
                    </p:nvPicPr>
                    <p:blipFill>
                      <a:blip r:embed="rId12"/>
                      <a:stretch>
                        <a:fillRect/>
                      </a:stretch>
                    </p:blipFill>
                    <p:spPr>
                      <a:xfrm>
                        <a:off x="9593184" y="2711141"/>
                        <a:ext cx="989209" cy="494606"/>
                      </a:xfrm>
                      <a:prstGeom prst="rect">
                        <a:avLst/>
                      </a:prstGeom>
                      <a:noFill/>
                      <a:ln w="9525">
                        <a:noFill/>
                      </a:ln>
                    </p:spPr>
                  </p:pic>
                </p:oleObj>
              </mc:Fallback>
            </mc:AlternateContent>
          </a:graphicData>
        </a:graphic>
      </p:graphicFrame>
      <p:sp>
        <p:nvSpPr>
          <p:cNvPr id="12" name="Text Box 12"/>
          <p:cNvSpPr txBox="1">
            <a:spLocks noChangeArrowheads="1"/>
          </p:cNvSpPr>
          <p:nvPr/>
        </p:nvSpPr>
        <p:spPr bwMode="auto">
          <a:xfrm>
            <a:off x="6299835" y="3418840"/>
            <a:ext cx="990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3" name="Object 13"/>
          <p:cNvGraphicFramePr>
            <a:graphicFrameLocks noChangeAspect="1"/>
          </p:cNvGraphicFramePr>
          <p:nvPr/>
        </p:nvGraphicFramePr>
        <p:xfrm>
          <a:off x="7006908" y="3425769"/>
          <a:ext cx="2105025" cy="495300"/>
        </p:xfrm>
        <a:graphic>
          <a:graphicData uri="http://schemas.openxmlformats.org/presentationml/2006/ole">
            <mc:AlternateContent xmlns:mc="http://schemas.openxmlformats.org/markup-compatibility/2006">
              <mc:Choice xmlns:v="urn:schemas-microsoft-com:vml" Requires="v">
                <p:oleObj spid="_x0000_s23924" name="Equation" r:id="rId13" imgW="50292000" imgH="11582400" progId="Equation.DSMT4">
                  <p:embed/>
                </p:oleObj>
              </mc:Choice>
              <mc:Fallback>
                <p:oleObj name="Equation" r:id="rId13" imgW="50292000" imgH="11582400" progId="Equation.DSMT4">
                  <p:embed/>
                  <p:pic>
                    <p:nvPicPr>
                      <p:cNvPr id="0" name="图片 23923"/>
                      <p:cNvPicPr>
                        <a:picLocks noChangeAspect="1"/>
                      </p:cNvPicPr>
                      <p:nvPr/>
                    </p:nvPicPr>
                    <p:blipFill>
                      <a:blip r:embed="rId14">
                        <a:biLevel thresh="50000"/>
                        <a:grayscl/>
                      </a:blip>
                      <a:stretch>
                        <a:fillRect/>
                      </a:stretch>
                    </p:blipFill>
                    <p:spPr>
                      <a:xfrm>
                        <a:off x="7006908" y="3425769"/>
                        <a:ext cx="2105025" cy="495300"/>
                      </a:xfrm>
                      <a:prstGeom prst="rect">
                        <a:avLst/>
                      </a:prstGeom>
                      <a:noFill/>
                      <a:ln w="9525">
                        <a:noFill/>
                      </a:ln>
                    </p:spPr>
                  </p:pic>
                </p:oleObj>
              </mc:Fallback>
            </mc:AlternateContent>
          </a:graphicData>
        </a:graphic>
      </p:graphicFrame>
      <p:sp>
        <p:nvSpPr>
          <p:cNvPr id="14" name="Text Box 14"/>
          <p:cNvSpPr txBox="1">
            <a:spLocks noChangeArrowheads="1"/>
          </p:cNvSpPr>
          <p:nvPr/>
        </p:nvSpPr>
        <p:spPr bwMode="auto">
          <a:xfrm>
            <a:off x="9253220" y="3427413"/>
            <a:ext cx="914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5" name="Object 15"/>
          <p:cNvGraphicFramePr>
            <a:graphicFrameLocks noChangeAspect="1"/>
          </p:cNvGraphicFramePr>
          <p:nvPr/>
        </p:nvGraphicFramePr>
        <p:xfrm>
          <a:off x="7326630" y="4174808"/>
          <a:ext cx="2089150" cy="495300"/>
        </p:xfrm>
        <a:graphic>
          <a:graphicData uri="http://schemas.openxmlformats.org/presentationml/2006/ole">
            <mc:AlternateContent xmlns:mc="http://schemas.openxmlformats.org/markup-compatibility/2006">
              <mc:Choice xmlns:v="urn:schemas-microsoft-com:vml" Requires="v">
                <p:oleObj spid="_x0000_s23925" name="Equation" r:id="rId15" imgW="49987200" imgH="11582400" progId="Equation.DSMT4">
                  <p:embed/>
                </p:oleObj>
              </mc:Choice>
              <mc:Fallback>
                <p:oleObj name="Equation" r:id="rId15" imgW="49987200" imgH="11582400" progId="Equation.DSMT4">
                  <p:embed/>
                  <p:pic>
                    <p:nvPicPr>
                      <p:cNvPr id="0" name="图片 23924"/>
                      <p:cNvPicPr>
                        <a:picLocks noChangeAspect="1"/>
                      </p:cNvPicPr>
                      <p:nvPr/>
                    </p:nvPicPr>
                    <p:blipFill>
                      <a:blip r:embed="rId16">
                        <a:biLevel thresh="50000"/>
                        <a:grayscl/>
                      </a:blip>
                      <a:stretch>
                        <a:fillRect/>
                      </a:stretch>
                    </p:blipFill>
                    <p:spPr>
                      <a:xfrm>
                        <a:off x="7326630" y="4174808"/>
                        <a:ext cx="2089150" cy="495300"/>
                      </a:xfrm>
                      <a:prstGeom prst="rect">
                        <a:avLst/>
                      </a:prstGeom>
                      <a:noFill/>
                      <a:ln w="9525">
                        <a:noFill/>
                      </a:ln>
                    </p:spPr>
                  </p:pic>
                </p:oleObj>
              </mc:Fallback>
            </mc:AlternateContent>
          </a:graphicData>
        </a:graphic>
      </p:graphicFrame>
      <p:sp>
        <p:nvSpPr>
          <p:cNvPr id="16" name="Text Box 16"/>
          <p:cNvSpPr txBox="1">
            <a:spLocks noChangeArrowheads="1"/>
          </p:cNvSpPr>
          <p:nvPr/>
        </p:nvSpPr>
        <p:spPr bwMode="auto">
          <a:xfrm>
            <a:off x="6299835" y="4895850"/>
            <a:ext cx="1600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因此</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7" name="Object 17"/>
          <p:cNvGraphicFramePr>
            <a:graphicFrameLocks noChangeAspect="1"/>
          </p:cNvGraphicFramePr>
          <p:nvPr/>
        </p:nvGraphicFramePr>
        <p:xfrm>
          <a:off x="7326630" y="4950778"/>
          <a:ext cx="1466850" cy="601662"/>
        </p:xfrm>
        <a:graphic>
          <a:graphicData uri="http://schemas.openxmlformats.org/presentationml/2006/ole">
            <mc:AlternateContent xmlns:mc="http://schemas.openxmlformats.org/markup-compatibility/2006">
              <mc:Choice xmlns:v="urn:schemas-microsoft-com:vml" Requires="v">
                <p:oleObj spid="_x0000_s23926" name="Equation" r:id="rId17" imgW="35052000" imgH="14325600" progId="Equation.DSMT4">
                  <p:embed/>
                </p:oleObj>
              </mc:Choice>
              <mc:Fallback>
                <p:oleObj name="Equation" r:id="rId17" imgW="35052000" imgH="14325600" progId="Equation.DSMT4">
                  <p:embed/>
                  <p:pic>
                    <p:nvPicPr>
                      <p:cNvPr id="0" name="图片 23925"/>
                      <p:cNvPicPr>
                        <a:picLocks noChangeAspect="1"/>
                      </p:cNvPicPr>
                      <p:nvPr/>
                    </p:nvPicPr>
                    <p:blipFill>
                      <a:blip r:embed="rId18">
                        <a:biLevel thresh="50000"/>
                        <a:grayscl/>
                      </a:blip>
                      <a:stretch>
                        <a:fillRect/>
                      </a:stretch>
                    </p:blipFill>
                    <p:spPr>
                      <a:xfrm>
                        <a:off x="7326630" y="4950778"/>
                        <a:ext cx="1466850" cy="601662"/>
                      </a:xfrm>
                      <a:prstGeom prst="rect">
                        <a:avLst/>
                      </a:prstGeom>
                      <a:noFill/>
                      <a:ln w="9525">
                        <a:noFill/>
                      </a:ln>
                    </p:spPr>
                  </p:pic>
                </p:oleObj>
              </mc:Fallback>
            </mc:AlternateContent>
          </a:graphicData>
        </a:graphic>
      </p:graphicFrame>
      <p:sp>
        <p:nvSpPr>
          <p:cNvPr id="18" name="Text Box 18"/>
          <p:cNvSpPr txBox="1">
            <a:spLocks noChangeArrowheads="1"/>
          </p:cNvSpPr>
          <p:nvPr/>
        </p:nvSpPr>
        <p:spPr bwMode="auto">
          <a:xfrm>
            <a:off x="6299835" y="4148138"/>
            <a:ext cx="89789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总有</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9" name="TextBox 1"/>
          <p:cNvSpPr txBox="1">
            <a:spLocks noChangeArrowheads="1"/>
          </p:cNvSpPr>
          <p:nvPr/>
        </p:nvSpPr>
        <p:spPr bwMode="auto">
          <a:xfrm>
            <a:off x="1311275" y="1198563"/>
            <a:ext cx="9906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1</a:t>
            </a:r>
            <a:r>
              <a:rPr lang="zh-CN" altLang="en-US"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endParaRPr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TextBox 20"/>
          <p:cNvSpPr txBox="1">
            <a:spLocks noChangeArrowheads="1"/>
          </p:cNvSpPr>
          <p:nvPr/>
        </p:nvSpPr>
        <p:spPr bwMode="auto">
          <a:xfrm>
            <a:off x="1311275" y="2208213"/>
            <a:ext cx="9906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2</a:t>
            </a:r>
            <a:r>
              <a:rPr lang="zh-CN" altLang="en-US"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endParaRPr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1" name="对象 2"/>
          <p:cNvGraphicFramePr>
            <a:graphicFrameLocks noChangeAspect="1"/>
          </p:cNvGraphicFramePr>
          <p:nvPr/>
        </p:nvGraphicFramePr>
        <p:xfrm>
          <a:off x="2301875" y="2255838"/>
          <a:ext cx="2100263" cy="563562"/>
        </p:xfrm>
        <a:graphic>
          <a:graphicData uri="http://schemas.openxmlformats.org/presentationml/2006/ole">
            <mc:AlternateContent xmlns:mc="http://schemas.openxmlformats.org/markup-compatibility/2006">
              <mc:Choice xmlns:v="urn:schemas-microsoft-com:vml" Requires="v">
                <p:oleObj spid="_x0000_s23927" name="Equation" r:id="rId19" imgW="49987200" imgH="13106400" progId="Equation.DSMT4">
                  <p:embed/>
                </p:oleObj>
              </mc:Choice>
              <mc:Fallback>
                <p:oleObj name="Equation" r:id="rId19" imgW="49987200" imgH="13106400" progId="Equation.DSMT4">
                  <p:embed/>
                  <p:pic>
                    <p:nvPicPr>
                      <p:cNvPr id="0" name="图片 23926"/>
                      <p:cNvPicPr>
                        <a:picLocks noChangeAspect="1"/>
                      </p:cNvPicPr>
                      <p:nvPr/>
                    </p:nvPicPr>
                    <p:blipFill>
                      <a:blip r:embed="rId20">
                        <a:biLevel thresh="50000"/>
                        <a:grayscl/>
                      </a:blip>
                      <a:stretch>
                        <a:fillRect/>
                      </a:stretch>
                    </p:blipFill>
                    <p:spPr>
                      <a:xfrm>
                        <a:off x="2301875" y="2255838"/>
                        <a:ext cx="2100263" cy="563562"/>
                      </a:xfrm>
                      <a:prstGeom prst="rect">
                        <a:avLst/>
                      </a:prstGeom>
                      <a:noFill/>
                      <a:ln w="9525">
                        <a:noFill/>
                      </a:ln>
                    </p:spPr>
                  </p:pic>
                </p:oleObj>
              </mc:Fallback>
            </mc:AlternateContent>
          </a:graphicData>
        </a:graphic>
      </p:graphicFrame>
      <p:sp>
        <p:nvSpPr>
          <p:cNvPr id="22" name="TextBox 22"/>
          <p:cNvSpPr txBox="1">
            <a:spLocks noChangeArrowheads="1"/>
          </p:cNvSpPr>
          <p:nvPr/>
        </p:nvSpPr>
        <p:spPr bwMode="auto">
          <a:xfrm>
            <a:off x="1311275" y="3255963"/>
            <a:ext cx="9906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3</a:t>
            </a:r>
            <a:r>
              <a:rPr lang="zh-CN" altLang="en-US"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endParaRPr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3" name="对象 3"/>
          <p:cNvGraphicFramePr>
            <a:graphicFrameLocks noChangeAspect="1"/>
          </p:cNvGraphicFramePr>
          <p:nvPr/>
        </p:nvGraphicFramePr>
        <p:xfrm>
          <a:off x="2198688" y="3179763"/>
          <a:ext cx="2138362" cy="695325"/>
        </p:xfrm>
        <a:graphic>
          <a:graphicData uri="http://schemas.openxmlformats.org/presentationml/2006/ole">
            <mc:AlternateContent xmlns:mc="http://schemas.openxmlformats.org/markup-compatibility/2006">
              <mc:Choice xmlns:v="urn:schemas-microsoft-com:vml" Requires="v">
                <p:oleObj spid="_x0000_s23928" name="Equation" r:id="rId21" imgW="50901600" imgH="16154400" progId="Equation.DSMT4">
                  <p:embed/>
                </p:oleObj>
              </mc:Choice>
              <mc:Fallback>
                <p:oleObj name="Equation" r:id="rId21" imgW="50901600" imgH="16154400" progId="Equation.DSMT4">
                  <p:embed/>
                  <p:pic>
                    <p:nvPicPr>
                      <p:cNvPr id="0" name="图片 23927"/>
                      <p:cNvPicPr>
                        <a:picLocks noChangeAspect="1"/>
                      </p:cNvPicPr>
                      <p:nvPr/>
                    </p:nvPicPr>
                    <p:blipFill>
                      <a:blip r:embed="rId22">
                        <a:biLevel thresh="50000"/>
                        <a:grayscl/>
                      </a:blip>
                      <a:stretch>
                        <a:fillRect/>
                      </a:stretch>
                    </p:blipFill>
                    <p:spPr>
                      <a:xfrm>
                        <a:off x="2198688" y="3179763"/>
                        <a:ext cx="2138362" cy="695325"/>
                      </a:xfrm>
                      <a:prstGeom prst="rect">
                        <a:avLst/>
                      </a:prstGeom>
                      <a:noFill/>
                      <a:ln w="9525">
                        <a:noFill/>
                      </a:ln>
                    </p:spPr>
                  </p:pic>
                </p:oleObj>
              </mc:Fallback>
            </mc:AlternateContent>
          </a:graphicData>
        </a:graphic>
      </p:graphicFrame>
      <p:graphicFrame>
        <p:nvGraphicFramePr>
          <p:cNvPr id="24" name="对象 4"/>
          <p:cNvGraphicFramePr>
            <a:graphicFrameLocks noChangeAspect="1"/>
          </p:cNvGraphicFramePr>
          <p:nvPr/>
        </p:nvGraphicFramePr>
        <p:xfrm>
          <a:off x="4439920" y="3254693"/>
          <a:ext cx="895350" cy="447675"/>
        </p:xfrm>
        <a:graphic>
          <a:graphicData uri="http://schemas.openxmlformats.org/presentationml/2006/ole">
            <mc:AlternateContent xmlns:mc="http://schemas.openxmlformats.org/markup-compatibility/2006">
              <mc:Choice xmlns:v="urn:schemas-microsoft-com:vml" Requires="v">
                <p:oleObj spid="_x0000_s23929" name="Equation" r:id="rId23" imgW="21031200" imgH="10363200" progId="Equation.DSMT4">
                  <p:embed/>
                </p:oleObj>
              </mc:Choice>
              <mc:Fallback>
                <p:oleObj name="Equation" r:id="rId23" imgW="21031200" imgH="10363200" progId="Equation.DSMT4">
                  <p:embed/>
                  <p:pic>
                    <p:nvPicPr>
                      <p:cNvPr id="0" name="图片 23928"/>
                      <p:cNvPicPr>
                        <a:picLocks noChangeAspect="1"/>
                      </p:cNvPicPr>
                      <p:nvPr/>
                    </p:nvPicPr>
                    <p:blipFill>
                      <a:blip r:embed="rId24">
                        <a:biLevel thresh="50000"/>
                        <a:grayscl/>
                      </a:blip>
                      <a:stretch>
                        <a:fillRect/>
                      </a:stretch>
                    </p:blipFill>
                    <p:spPr>
                      <a:xfrm>
                        <a:off x="4439920" y="3254693"/>
                        <a:ext cx="895350" cy="447675"/>
                      </a:xfrm>
                      <a:prstGeom prst="rect">
                        <a:avLst/>
                      </a:prstGeom>
                      <a:noFill/>
                      <a:ln w="9525">
                        <a:noFill/>
                      </a:ln>
                    </p:spPr>
                  </p:pic>
                </p:oleObj>
              </mc:Fallback>
            </mc:AlternateContent>
          </a:graphicData>
        </a:graphic>
      </p:graphicFrame>
      <p:sp>
        <p:nvSpPr>
          <p:cNvPr id="25" name="TextBox 25"/>
          <p:cNvSpPr txBox="1">
            <a:spLocks noChangeArrowheads="1"/>
          </p:cNvSpPr>
          <p:nvPr/>
        </p:nvSpPr>
        <p:spPr bwMode="auto">
          <a:xfrm>
            <a:off x="1348740" y="4373880"/>
            <a:ext cx="9906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r>
              <a:rPr lang="en-US" altLang="zh-CN" sz="2800" b="1" smtClean="0">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4</a:t>
            </a:r>
            <a:r>
              <a:rPr lang="zh-CN" altLang="en-US" sz="2800" b="1" smtClean="0">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6" name="Rectangle 41"/>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7" name="对象 6"/>
          <p:cNvGraphicFramePr>
            <a:graphicFrameLocks noChangeAspect="1"/>
          </p:cNvGraphicFramePr>
          <p:nvPr/>
        </p:nvGraphicFramePr>
        <p:xfrm>
          <a:off x="2301558" y="4148455"/>
          <a:ext cx="1543050" cy="920750"/>
        </p:xfrm>
        <a:graphic>
          <a:graphicData uri="http://schemas.openxmlformats.org/presentationml/2006/ole">
            <mc:AlternateContent xmlns:mc="http://schemas.openxmlformats.org/markup-compatibility/2006">
              <mc:Choice xmlns:v="urn:schemas-microsoft-com:vml" Requires="v">
                <p:oleObj spid="_x0000_s23930" name="Equation" r:id="rId25" imgW="37185600" imgH="22250400" progId="Equation.DSMT4">
                  <p:embed/>
                </p:oleObj>
              </mc:Choice>
              <mc:Fallback>
                <p:oleObj name="Equation" r:id="rId25" imgW="37185600" imgH="22250400" progId="Equation.DSMT4">
                  <p:embed/>
                  <p:pic>
                    <p:nvPicPr>
                      <p:cNvPr id="0" name="图片 23929"/>
                      <p:cNvPicPr>
                        <a:picLocks noChangeAspect="1"/>
                      </p:cNvPicPr>
                      <p:nvPr/>
                    </p:nvPicPr>
                    <p:blipFill>
                      <a:blip r:embed="rId26"/>
                      <a:stretch>
                        <a:fillRect/>
                      </a:stretch>
                    </p:blipFill>
                    <p:spPr>
                      <a:xfrm>
                        <a:off x="2301558" y="4148455"/>
                        <a:ext cx="1543050" cy="920750"/>
                      </a:xfrm>
                      <a:prstGeom prst="rect">
                        <a:avLst/>
                      </a:prstGeom>
                      <a:noFill/>
                      <a:ln w="9525">
                        <a:noFill/>
                      </a:ln>
                    </p:spPr>
                  </p:pic>
                </p:oleObj>
              </mc:Fallback>
            </mc:AlternateContent>
          </a:graphicData>
        </a:graphic>
      </p:graphicFrame>
      <p:sp>
        <p:nvSpPr>
          <p:cNvPr id="28" name="Rectangle 43"/>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9" name="对象 8"/>
          <p:cNvGraphicFramePr>
            <a:graphicFrameLocks noChangeAspect="1"/>
          </p:cNvGraphicFramePr>
          <p:nvPr/>
        </p:nvGraphicFramePr>
        <p:xfrm>
          <a:off x="4046538" y="4418965"/>
          <a:ext cx="882650" cy="431800"/>
        </p:xfrm>
        <a:graphic>
          <a:graphicData uri="http://schemas.openxmlformats.org/presentationml/2006/ole">
            <mc:AlternateContent xmlns:mc="http://schemas.openxmlformats.org/markup-compatibility/2006">
              <mc:Choice xmlns:v="urn:schemas-microsoft-com:vml" Requires="v">
                <p:oleObj spid="_x0000_s23931" name="Equation" r:id="rId27" imgW="21031200" imgH="10363200" progId="Equation.DSMT4">
                  <p:embed/>
                </p:oleObj>
              </mc:Choice>
              <mc:Fallback>
                <p:oleObj name="Equation" r:id="rId27" imgW="21031200" imgH="10363200" progId="Equation.DSMT4">
                  <p:embed/>
                  <p:pic>
                    <p:nvPicPr>
                      <p:cNvPr id="0" name="图片 23930"/>
                      <p:cNvPicPr>
                        <a:picLocks noChangeAspect="1"/>
                      </p:cNvPicPr>
                      <p:nvPr/>
                    </p:nvPicPr>
                    <p:blipFill>
                      <a:blip r:embed="rId28"/>
                      <a:stretch>
                        <a:fillRect/>
                      </a:stretch>
                    </p:blipFill>
                    <p:spPr>
                      <a:xfrm>
                        <a:off x="4046538" y="4418965"/>
                        <a:ext cx="882650" cy="4318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left)">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500"/>
                                        <p:tgtEl>
                                          <p:spTgt spid="10"/>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childTnLst>
                          </p:cTn>
                        </p:par>
                        <p:par>
                          <p:cTn id="44" fill="hold">
                            <p:stCondLst>
                              <p:cond delay="500"/>
                            </p:stCondLst>
                            <p:childTnLst>
                              <p:par>
                                <p:cTn id="45" presetID="22" presetClass="entr" presetSubtype="8" fill="hold"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left)">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8">
                                            <p:txEl>
                                              <p:pRg st="4294967295" end="4294967295"/>
                                            </p:txEl>
                                          </p:spTgt>
                                        </p:tgtEl>
                                        <p:attrNameLst>
                                          <p:attrName>style.visibility</p:attrName>
                                        </p:attrNameLst>
                                      </p:cBhvr>
                                      <p:to>
                                        <p:strVal val="visible"/>
                                      </p:to>
                                    </p:set>
                                    <p:animEffect transition="in" filter="wipe(left)">
                                      <p:cBhvr>
                                        <p:cTn id="56" dur="500"/>
                                        <p:tgtEl>
                                          <p:spTgt spid="18">
                                            <p:txEl>
                                              <p:pRg st="4294967295" end="4294967295"/>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8">
                                            <p:txEl>
                                              <p:pRg st="4294967295" end="4294967295"/>
                                            </p:txEl>
                                          </p:spTgt>
                                        </p:tgtEl>
                                        <p:attrNameLst>
                                          <p:attrName>style.visibility</p:attrName>
                                        </p:attrNameLst>
                                      </p:cBhvr>
                                      <p:to>
                                        <p:strVal val="visible"/>
                                      </p:to>
                                    </p:set>
                                    <p:animEffect transition="in" filter="wipe(left)">
                                      <p:cBhvr>
                                        <p:cTn id="61" dur="500"/>
                                        <p:tgtEl>
                                          <p:spTgt spid="18">
                                            <p:txEl>
                                              <p:pRg st="4294967295" end="4294967295"/>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8">
                                            <p:txEl>
                                              <p:pRg st="0" end="0"/>
                                            </p:txEl>
                                          </p:spTgt>
                                        </p:tgtEl>
                                        <p:attrNameLst>
                                          <p:attrName>style.visibility</p:attrName>
                                        </p:attrNameLst>
                                      </p:cBhvr>
                                      <p:to>
                                        <p:strVal val="visible"/>
                                      </p:to>
                                    </p:set>
                                    <p:animEffect transition="in" filter="wipe(left)">
                                      <p:cBhvr>
                                        <p:cTn id="66" dur="500"/>
                                        <p:tgtEl>
                                          <p:spTgt spid="18">
                                            <p:txEl>
                                              <p:pRg st="0" end="0"/>
                                            </p:txEl>
                                          </p:spTgt>
                                        </p:tgtEl>
                                      </p:cBhvr>
                                    </p:animEffect>
                                  </p:childTnLst>
                                </p:cTn>
                              </p:par>
                            </p:childTnLst>
                          </p:cTn>
                        </p:par>
                        <p:par>
                          <p:cTn id="67" fill="hold">
                            <p:stCondLst>
                              <p:cond delay="500"/>
                            </p:stCondLst>
                            <p:childTnLst>
                              <p:par>
                                <p:cTn id="68" presetID="22" presetClass="entr" presetSubtype="8" fill="hold" nodeType="after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wipe(left)">
                                      <p:cBhvr>
                                        <p:cTn id="70" dur="500"/>
                                        <p:tgtEl>
                                          <p:spTgt spid="15"/>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wipe(left)">
                                      <p:cBhvr>
                                        <p:cTn id="75" dur="500"/>
                                        <p:tgtEl>
                                          <p:spTgt spid="16"/>
                                        </p:tgtEl>
                                      </p:cBhvr>
                                    </p:animEffect>
                                  </p:childTnLst>
                                </p:cTn>
                              </p:par>
                            </p:childTnLst>
                          </p:cTn>
                        </p:par>
                        <p:par>
                          <p:cTn id="76" fill="hold">
                            <p:stCondLst>
                              <p:cond delay="500"/>
                            </p:stCondLst>
                            <p:childTnLst>
                              <p:par>
                                <p:cTn id="77" presetID="22" presetClass="entr" presetSubtype="8" fill="hold" nodeType="after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wipe(left)">
                                      <p:cBhvr>
                                        <p:cTn id="7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autoUpdateAnimBg="0"/>
      <p:bldP spid="8" grpId="0" bldLvl="0" animBg="1" autoUpdateAnimBg="0"/>
      <p:bldP spid="10" grpId="0" bldLvl="0" animBg="1" autoUpdateAnimBg="0"/>
      <p:bldP spid="12" grpId="0" bldLvl="0" animBg="1" autoUpdateAnimBg="0"/>
      <p:bldP spid="14" grpId="0" bldLvl="0" animBg="1" autoUpdateAnimBg="0"/>
      <p:bldP spid="16" grpId="0" bldLvl="0" animBg="1" autoUpdateAnimBg="0"/>
      <p:bldP spid="18" grpId="0" autoUpdateAnimBg="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922655" y="586423"/>
            <a:ext cx="3124200" cy="685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7. </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证明：</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 name="Object 3"/>
          <p:cNvGraphicFramePr>
            <a:graphicFrameLocks noChangeAspect="1"/>
          </p:cNvGraphicFramePr>
          <p:nvPr/>
        </p:nvGraphicFramePr>
        <p:xfrm>
          <a:off x="2299018" y="1186021"/>
          <a:ext cx="3105150" cy="633095"/>
        </p:xfrm>
        <a:graphic>
          <a:graphicData uri="http://schemas.openxmlformats.org/presentationml/2006/ole">
            <mc:AlternateContent xmlns:mc="http://schemas.openxmlformats.org/markup-compatibility/2006">
              <mc:Choice xmlns:v="urn:schemas-microsoft-com:vml" Requires="v">
                <p:oleObj spid="_x0000_s23553" name="Equation" r:id="rId1" imgW="74371200" imgH="14935200" progId="Equation.DSMT4">
                  <p:embed/>
                </p:oleObj>
              </mc:Choice>
              <mc:Fallback>
                <p:oleObj name="Equation" r:id="rId1" imgW="74371200" imgH="14935200" progId="Equation.DSMT4">
                  <p:embed/>
                  <p:pic>
                    <p:nvPicPr>
                      <p:cNvPr id="0" name="图片 23552"/>
                      <p:cNvPicPr>
                        <a:picLocks noChangeAspect="1"/>
                      </p:cNvPicPr>
                      <p:nvPr/>
                    </p:nvPicPr>
                    <p:blipFill>
                      <a:blip r:embed="rId2">
                        <a:biLevel thresh="50000"/>
                        <a:grayscl/>
                      </a:blip>
                      <a:stretch>
                        <a:fillRect/>
                      </a:stretch>
                    </p:blipFill>
                    <p:spPr>
                      <a:xfrm>
                        <a:off x="2299018" y="1186021"/>
                        <a:ext cx="3105150" cy="633095"/>
                      </a:xfrm>
                      <a:prstGeom prst="rect">
                        <a:avLst/>
                      </a:prstGeom>
                      <a:noFill/>
                      <a:ln w="9525">
                        <a:noFill/>
                      </a:ln>
                    </p:spPr>
                  </p:pic>
                </p:oleObj>
              </mc:Fallback>
            </mc:AlternateContent>
          </a:graphicData>
        </a:graphic>
      </p:graphicFrame>
      <p:sp>
        <p:nvSpPr>
          <p:cNvPr id="4" name="Text Box 4"/>
          <p:cNvSpPr txBox="1">
            <a:spLocks noChangeArrowheads="1"/>
          </p:cNvSpPr>
          <p:nvPr/>
        </p:nvSpPr>
        <p:spPr bwMode="auto">
          <a:xfrm>
            <a:off x="6071235" y="1127125"/>
            <a:ext cx="1828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证</a:t>
            </a:r>
            <a:r>
              <a:rPr kumimoji="1" lang="en-US"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r>
              <a:rPr kumimoji="1"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2</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 name="Object 5"/>
          <p:cNvGraphicFramePr>
            <a:graphicFrameLocks noChangeAspect="1"/>
          </p:cNvGraphicFramePr>
          <p:nvPr/>
        </p:nvGraphicFramePr>
        <p:xfrm>
          <a:off x="7556500" y="1139508"/>
          <a:ext cx="1460500" cy="496887"/>
        </p:xfrm>
        <a:graphic>
          <a:graphicData uri="http://schemas.openxmlformats.org/presentationml/2006/ole">
            <mc:AlternateContent xmlns:mc="http://schemas.openxmlformats.org/markup-compatibility/2006">
              <mc:Choice xmlns:v="urn:schemas-microsoft-com:vml" Requires="v">
                <p:oleObj spid="_x0000_s23919" name="Equation" r:id="rId3" imgW="34747200" imgH="11582400" progId="Equation.DSMT4">
                  <p:embed/>
                </p:oleObj>
              </mc:Choice>
              <mc:Fallback>
                <p:oleObj name="Equation" r:id="rId3" imgW="34747200" imgH="11582400" progId="Equation.DSMT4">
                  <p:embed/>
                  <p:pic>
                    <p:nvPicPr>
                      <p:cNvPr id="0" name="图片 23918"/>
                      <p:cNvPicPr>
                        <a:picLocks noChangeAspect="1"/>
                      </p:cNvPicPr>
                      <p:nvPr/>
                    </p:nvPicPr>
                    <p:blipFill>
                      <a:blip r:embed="rId4"/>
                      <a:stretch>
                        <a:fillRect/>
                      </a:stretch>
                    </p:blipFill>
                    <p:spPr>
                      <a:xfrm>
                        <a:off x="7556500" y="1139508"/>
                        <a:ext cx="1460500" cy="496887"/>
                      </a:xfrm>
                      <a:prstGeom prst="rect">
                        <a:avLst/>
                      </a:prstGeom>
                      <a:noFill/>
                      <a:ln w="9525">
                        <a:noFill/>
                      </a:ln>
                    </p:spPr>
                  </p:pic>
                </p:oleObj>
              </mc:Fallback>
            </mc:AlternateContent>
          </a:graphicData>
        </a:graphic>
      </p:graphicFrame>
      <p:sp>
        <p:nvSpPr>
          <p:cNvPr id="19" name="TextBox 1"/>
          <p:cNvSpPr txBox="1">
            <a:spLocks noChangeArrowheads="1"/>
          </p:cNvSpPr>
          <p:nvPr/>
        </p:nvSpPr>
        <p:spPr bwMode="auto">
          <a:xfrm>
            <a:off x="1311275" y="1198563"/>
            <a:ext cx="9906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1</a:t>
            </a:r>
            <a:r>
              <a:rPr lang="zh-CN" altLang="en-US"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endParaRPr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TextBox 20"/>
          <p:cNvSpPr txBox="1">
            <a:spLocks noChangeArrowheads="1"/>
          </p:cNvSpPr>
          <p:nvPr/>
        </p:nvSpPr>
        <p:spPr bwMode="auto">
          <a:xfrm>
            <a:off x="1311275" y="2208213"/>
            <a:ext cx="9906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2</a:t>
            </a:r>
            <a:r>
              <a:rPr lang="zh-CN" altLang="en-US"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endParaRPr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1" name="对象 2"/>
          <p:cNvGraphicFramePr>
            <a:graphicFrameLocks noChangeAspect="1"/>
          </p:cNvGraphicFramePr>
          <p:nvPr/>
        </p:nvGraphicFramePr>
        <p:xfrm>
          <a:off x="2301875" y="2255838"/>
          <a:ext cx="2100263" cy="563562"/>
        </p:xfrm>
        <a:graphic>
          <a:graphicData uri="http://schemas.openxmlformats.org/presentationml/2006/ole">
            <mc:AlternateContent xmlns:mc="http://schemas.openxmlformats.org/markup-compatibility/2006">
              <mc:Choice xmlns:v="urn:schemas-microsoft-com:vml" Requires="v">
                <p:oleObj spid="_x0000_s23927" name="Equation" r:id="rId5" imgW="49987200" imgH="13106400" progId="Equation.DSMT4">
                  <p:embed/>
                </p:oleObj>
              </mc:Choice>
              <mc:Fallback>
                <p:oleObj name="Equation" r:id="rId5" imgW="49987200" imgH="13106400" progId="Equation.DSMT4">
                  <p:embed/>
                  <p:pic>
                    <p:nvPicPr>
                      <p:cNvPr id="0" name="图片 23926"/>
                      <p:cNvPicPr>
                        <a:picLocks noChangeAspect="1"/>
                      </p:cNvPicPr>
                      <p:nvPr/>
                    </p:nvPicPr>
                    <p:blipFill>
                      <a:blip r:embed="rId6">
                        <a:biLevel thresh="50000"/>
                        <a:grayscl/>
                      </a:blip>
                      <a:stretch>
                        <a:fillRect/>
                      </a:stretch>
                    </p:blipFill>
                    <p:spPr>
                      <a:xfrm>
                        <a:off x="2301875" y="2255838"/>
                        <a:ext cx="2100263" cy="563562"/>
                      </a:xfrm>
                      <a:prstGeom prst="rect">
                        <a:avLst/>
                      </a:prstGeom>
                      <a:noFill/>
                      <a:ln w="9525">
                        <a:noFill/>
                      </a:ln>
                    </p:spPr>
                  </p:pic>
                </p:oleObj>
              </mc:Fallback>
            </mc:AlternateContent>
          </a:graphicData>
        </a:graphic>
      </p:graphicFrame>
      <p:sp>
        <p:nvSpPr>
          <p:cNvPr id="22" name="TextBox 22"/>
          <p:cNvSpPr txBox="1">
            <a:spLocks noChangeArrowheads="1"/>
          </p:cNvSpPr>
          <p:nvPr/>
        </p:nvSpPr>
        <p:spPr bwMode="auto">
          <a:xfrm>
            <a:off x="1311275" y="3255963"/>
            <a:ext cx="9906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3</a:t>
            </a:r>
            <a:r>
              <a:rPr lang="zh-CN" altLang="en-US" sz="2800" b="1">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endParaRPr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3" name="对象 3"/>
          <p:cNvGraphicFramePr>
            <a:graphicFrameLocks noChangeAspect="1"/>
          </p:cNvGraphicFramePr>
          <p:nvPr/>
        </p:nvGraphicFramePr>
        <p:xfrm>
          <a:off x="2198688" y="3179763"/>
          <a:ext cx="2138362" cy="695325"/>
        </p:xfrm>
        <a:graphic>
          <a:graphicData uri="http://schemas.openxmlformats.org/presentationml/2006/ole">
            <mc:AlternateContent xmlns:mc="http://schemas.openxmlformats.org/markup-compatibility/2006">
              <mc:Choice xmlns:v="urn:schemas-microsoft-com:vml" Requires="v">
                <p:oleObj spid="_x0000_s23928" name="Equation" r:id="rId7" imgW="50901600" imgH="16154400" progId="Equation.DSMT4">
                  <p:embed/>
                </p:oleObj>
              </mc:Choice>
              <mc:Fallback>
                <p:oleObj name="Equation" r:id="rId7" imgW="50901600" imgH="16154400" progId="Equation.DSMT4">
                  <p:embed/>
                  <p:pic>
                    <p:nvPicPr>
                      <p:cNvPr id="0" name="图片 23927"/>
                      <p:cNvPicPr>
                        <a:picLocks noChangeAspect="1"/>
                      </p:cNvPicPr>
                      <p:nvPr/>
                    </p:nvPicPr>
                    <p:blipFill>
                      <a:blip r:embed="rId8">
                        <a:biLevel thresh="50000"/>
                        <a:grayscl/>
                      </a:blip>
                      <a:stretch>
                        <a:fillRect/>
                      </a:stretch>
                    </p:blipFill>
                    <p:spPr>
                      <a:xfrm>
                        <a:off x="2198688" y="3179763"/>
                        <a:ext cx="2138362" cy="695325"/>
                      </a:xfrm>
                      <a:prstGeom prst="rect">
                        <a:avLst/>
                      </a:prstGeom>
                      <a:noFill/>
                      <a:ln w="9525">
                        <a:noFill/>
                      </a:ln>
                    </p:spPr>
                  </p:pic>
                </p:oleObj>
              </mc:Fallback>
            </mc:AlternateContent>
          </a:graphicData>
        </a:graphic>
      </p:graphicFrame>
      <p:graphicFrame>
        <p:nvGraphicFramePr>
          <p:cNvPr id="24" name="对象 4"/>
          <p:cNvGraphicFramePr>
            <a:graphicFrameLocks noChangeAspect="1"/>
          </p:cNvGraphicFramePr>
          <p:nvPr/>
        </p:nvGraphicFramePr>
        <p:xfrm>
          <a:off x="4439920" y="3254693"/>
          <a:ext cx="895350" cy="447675"/>
        </p:xfrm>
        <a:graphic>
          <a:graphicData uri="http://schemas.openxmlformats.org/presentationml/2006/ole">
            <mc:AlternateContent xmlns:mc="http://schemas.openxmlformats.org/markup-compatibility/2006">
              <mc:Choice xmlns:v="urn:schemas-microsoft-com:vml" Requires="v">
                <p:oleObj spid="_x0000_s23929" name="Equation" r:id="rId9" imgW="21031200" imgH="10363200" progId="Equation.DSMT4">
                  <p:embed/>
                </p:oleObj>
              </mc:Choice>
              <mc:Fallback>
                <p:oleObj name="Equation" r:id="rId9" imgW="21031200" imgH="10363200" progId="Equation.DSMT4">
                  <p:embed/>
                  <p:pic>
                    <p:nvPicPr>
                      <p:cNvPr id="0" name="图片 23928"/>
                      <p:cNvPicPr>
                        <a:picLocks noChangeAspect="1"/>
                      </p:cNvPicPr>
                      <p:nvPr/>
                    </p:nvPicPr>
                    <p:blipFill>
                      <a:blip r:embed="rId10">
                        <a:biLevel thresh="50000"/>
                        <a:grayscl/>
                      </a:blip>
                      <a:stretch>
                        <a:fillRect/>
                      </a:stretch>
                    </p:blipFill>
                    <p:spPr>
                      <a:xfrm>
                        <a:off x="4439920" y="3254693"/>
                        <a:ext cx="895350" cy="447675"/>
                      </a:xfrm>
                      <a:prstGeom prst="rect">
                        <a:avLst/>
                      </a:prstGeom>
                      <a:noFill/>
                      <a:ln w="9525">
                        <a:noFill/>
                      </a:ln>
                    </p:spPr>
                  </p:pic>
                </p:oleObj>
              </mc:Fallback>
            </mc:AlternateContent>
          </a:graphicData>
        </a:graphic>
      </p:graphicFrame>
      <p:sp>
        <p:nvSpPr>
          <p:cNvPr id="25" name="TextBox 25"/>
          <p:cNvSpPr txBox="1">
            <a:spLocks noChangeArrowheads="1"/>
          </p:cNvSpPr>
          <p:nvPr/>
        </p:nvSpPr>
        <p:spPr bwMode="auto">
          <a:xfrm>
            <a:off x="1348740" y="4373880"/>
            <a:ext cx="9906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r>
              <a:rPr lang="en-US" altLang="zh-CN" sz="2800" b="1" smtClean="0">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4</a:t>
            </a:r>
            <a:r>
              <a:rPr lang="zh-CN" altLang="en-US" sz="2800" b="1" smtClean="0">
                <a:latin typeface="Times New Roman" panose="02020603050405020304" pitchFamily="18" charset="0"/>
                <a:ea typeface="黑体" panose="02010609060101010101" pitchFamily="49" charset="-122"/>
                <a:cs typeface="Times New Roman" panose="02020603050405020304" pitchFamily="18" charset="0"/>
                <a:sym typeface="Wingdings" panose="05000000000000000000" pitchFamily="2" charset="2"/>
              </a:rPr>
              <a:t>）</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6" name="Rectangle 41"/>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7" name="对象 6"/>
          <p:cNvGraphicFramePr>
            <a:graphicFrameLocks noChangeAspect="1"/>
          </p:cNvGraphicFramePr>
          <p:nvPr/>
        </p:nvGraphicFramePr>
        <p:xfrm>
          <a:off x="2301558" y="4148455"/>
          <a:ext cx="1543050" cy="920750"/>
        </p:xfrm>
        <a:graphic>
          <a:graphicData uri="http://schemas.openxmlformats.org/presentationml/2006/ole">
            <mc:AlternateContent xmlns:mc="http://schemas.openxmlformats.org/markup-compatibility/2006">
              <mc:Choice xmlns:v="urn:schemas-microsoft-com:vml" Requires="v">
                <p:oleObj spid="_x0000_s23930" name="Equation" r:id="rId11" imgW="37185600" imgH="22250400" progId="Equation.DSMT4">
                  <p:embed/>
                </p:oleObj>
              </mc:Choice>
              <mc:Fallback>
                <p:oleObj name="Equation" r:id="rId11" imgW="37185600" imgH="22250400" progId="Equation.DSMT4">
                  <p:embed/>
                  <p:pic>
                    <p:nvPicPr>
                      <p:cNvPr id="0" name="图片 23929"/>
                      <p:cNvPicPr>
                        <a:picLocks noChangeAspect="1"/>
                      </p:cNvPicPr>
                      <p:nvPr/>
                    </p:nvPicPr>
                    <p:blipFill>
                      <a:blip r:embed="rId12"/>
                      <a:stretch>
                        <a:fillRect/>
                      </a:stretch>
                    </p:blipFill>
                    <p:spPr>
                      <a:xfrm>
                        <a:off x="2301558" y="4148455"/>
                        <a:ext cx="1543050" cy="920750"/>
                      </a:xfrm>
                      <a:prstGeom prst="rect">
                        <a:avLst/>
                      </a:prstGeom>
                      <a:noFill/>
                      <a:ln w="9525">
                        <a:noFill/>
                      </a:ln>
                    </p:spPr>
                  </p:pic>
                </p:oleObj>
              </mc:Fallback>
            </mc:AlternateContent>
          </a:graphicData>
        </a:graphic>
      </p:graphicFrame>
      <p:sp>
        <p:nvSpPr>
          <p:cNvPr id="28" name="Rectangle 43"/>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9" name="对象 8"/>
          <p:cNvGraphicFramePr>
            <a:graphicFrameLocks noChangeAspect="1"/>
          </p:cNvGraphicFramePr>
          <p:nvPr/>
        </p:nvGraphicFramePr>
        <p:xfrm>
          <a:off x="4046538" y="4418965"/>
          <a:ext cx="882650" cy="431800"/>
        </p:xfrm>
        <a:graphic>
          <a:graphicData uri="http://schemas.openxmlformats.org/presentationml/2006/ole">
            <mc:AlternateContent xmlns:mc="http://schemas.openxmlformats.org/markup-compatibility/2006">
              <mc:Choice xmlns:v="urn:schemas-microsoft-com:vml" Requires="v">
                <p:oleObj spid="_x0000_s23931" name="Equation" r:id="rId13" imgW="21031200" imgH="10363200" progId="Equation.DSMT4">
                  <p:embed/>
                </p:oleObj>
              </mc:Choice>
              <mc:Fallback>
                <p:oleObj name="Equation" r:id="rId13" imgW="21031200" imgH="10363200" progId="Equation.DSMT4">
                  <p:embed/>
                  <p:pic>
                    <p:nvPicPr>
                      <p:cNvPr id="0" name="图片 23930"/>
                      <p:cNvPicPr>
                        <a:picLocks noChangeAspect="1"/>
                      </p:cNvPicPr>
                      <p:nvPr/>
                    </p:nvPicPr>
                    <p:blipFill>
                      <a:blip r:embed="rId14"/>
                      <a:stretch>
                        <a:fillRect/>
                      </a:stretch>
                    </p:blipFill>
                    <p:spPr>
                      <a:xfrm>
                        <a:off x="4046538" y="4418965"/>
                        <a:ext cx="882650" cy="431800"/>
                      </a:xfrm>
                      <a:prstGeom prst="rect">
                        <a:avLst/>
                      </a:prstGeom>
                      <a:noFill/>
                      <a:ln w="9525">
                        <a:noFill/>
                      </a:ln>
                    </p:spPr>
                  </p:pic>
                </p:oleObj>
              </mc:Fallback>
            </mc:AlternateContent>
          </a:graphicData>
        </a:graphic>
      </p:graphicFrame>
      <p:graphicFrame>
        <p:nvGraphicFramePr>
          <p:cNvPr id="30" name="Object 6"/>
          <p:cNvGraphicFramePr>
            <a:graphicFrameLocks noChangeAspect="1"/>
          </p:cNvGraphicFramePr>
          <p:nvPr/>
        </p:nvGraphicFramePr>
        <p:xfrm>
          <a:off x="7290118" y="1848485"/>
          <a:ext cx="1952625" cy="495300"/>
        </p:xfrm>
        <a:graphic>
          <a:graphicData uri="http://schemas.openxmlformats.org/presentationml/2006/ole">
            <mc:AlternateContent xmlns:mc="http://schemas.openxmlformats.org/markup-compatibility/2006">
              <mc:Choice xmlns:v="urn:schemas-microsoft-com:vml" Requires="v">
                <p:oleObj spid="_x0000_s24839" name="Equation" r:id="rId15" imgW="46634400" imgH="11582400" progId="Equation.DSMT4">
                  <p:embed/>
                </p:oleObj>
              </mc:Choice>
              <mc:Fallback>
                <p:oleObj name="Equation" r:id="rId15" imgW="46634400" imgH="11582400" progId="Equation.DSMT4">
                  <p:embed/>
                  <p:pic>
                    <p:nvPicPr>
                      <p:cNvPr id="0" name="图片 24838"/>
                      <p:cNvPicPr>
                        <a:picLocks noChangeAspect="1"/>
                      </p:cNvPicPr>
                      <p:nvPr/>
                    </p:nvPicPr>
                    <p:blipFill>
                      <a:blip r:embed="rId16">
                        <a:biLevel thresh="50000"/>
                        <a:grayscl/>
                      </a:blip>
                      <a:stretch>
                        <a:fillRect/>
                      </a:stretch>
                    </p:blipFill>
                    <p:spPr>
                      <a:xfrm>
                        <a:off x="7290118" y="1848485"/>
                        <a:ext cx="1952625" cy="495300"/>
                      </a:xfrm>
                      <a:prstGeom prst="rect">
                        <a:avLst/>
                      </a:prstGeom>
                      <a:noFill/>
                      <a:ln w="9525">
                        <a:noFill/>
                      </a:ln>
                    </p:spPr>
                  </p:pic>
                </p:oleObj>
              </mc:Fallback>
            </mc:AlternateContent>
          </a:graphicData>
        </a:graphic>
      </p:graphicFrame>
      <p:graphicFrame>
        <p:nvGraphicFramePr>
          <p:cNvPr id="31" name="Object 7"/>
          <p:cNvGraphicFramePr>
            <a:graphicFrameLocks noChangeAspect="1"/>
          </p:cNvGraphicFramePr>
          <p:nvPr/>
        </p:nvGraphicFramePr>
        <p:xfrm>
          <a:off x="9269413" y="1819275"/>
          <a:ext cx="1312862" cy="495300"/>
        </p:xfrm>
        <a:graphic>
          <a:graphicData uri="http://schemas.openxmlformats.org/presentationml/2006/ole">
            <mc:AlternateContent xmlns:mc="http://schemas.openxmlformats.org/markup-compatibility/2006">
              <mc:Choice xmlns:v="urn:schemas-microsoft-com:vml" Requires="v">
                <p:oleObj spid="_x0000_s24840" name="Equation" r:id="rId17" imgW="31394400" imgH="11582400" progId="Equation.DSMT4">
                  <p:embed/>
                </p:oleObj>
              </mc:Choice>
              <mc:Fallback>
                <p:oleObj name="Equation" r:id="rId17" imgW="31394400" imgH="11582400" progId="Equation.DSMT4">
                  <p:embed/>
                  <p:pic>
                    <p:nvPicPr>
                      <p:cNvPr id="0" name="图片 24839"/>
                      <p:cNvPicPr>
                        <a:picLocks noChangeAspect="1"/>
                      </p:cNvPicPr>
                      <p:nvPr/>
                    </p:nvPicPr>
                    <p:blipFill>
                      <a:blip r:embed="rId18"/>
                      <a:stretch>
                        <a:fillRect/>
                      </a:stretch>
                    </p:blipFill>
                    <p:spPr>
                      <a:xfrm>
                        <a:off x="9269413" y="1819275"/>
                        <a:ext cx="1312862" cy="495300"/>
                      </a:xfrm>
                      <a:prstGeom prst="rect">
                        <a:avLst/>
                      </a:prstGeom>
                      <a:noFill/>
                      <a:ln w="9525">
                        <a:noFill/>
                      </a:ln>
                    </p:spPr>
                  </p:pic>
                </p:oleObj>
              </mc:Fallback>
            </mc:AlternateContent>
          </a:graphicData>
        </a:graphic>
      </p:graphicFrame>
      <p:graphicFrame>
        <p:nvGraphicFramePr>
          <p:cNvPr id="32" name="Object 9"/>
          <p:cNvGraphicFramePr>
            <a:graphicFrameLocks noChangeAspect="1"/>
          </p:cNvGraphicFramePr>
          <p:nvPr/>
        </p:nvGraphicFramePr>
        <p:xfrm>
          <a:off x="6299835" y="2585720"/>
          <a:ext cx="1130300" cy="406400"/>
        </p:xfrm>
        <a:graphic>
          <a:graphicData uri="http://schemas.openxmlformats.org/presentationml/2006/ole">
            <mc:AlternateContent xmlns:mc="http://schemas.openxmlformats.org/markup-compatibility/2006">
              <mc:Choice xmlns:v="urn:schemas-microsoft-com:vml" Requires="v">
                <p:oleObj spid="_x0000_s24841" name="Equation" r:id="rId19" imgW="26822400" imgH="9448800" progId="Equation.DSMT4">
                  <p:embed/>
                </p:oleObj>
              </mc:Choice>
              <mc:Fallback>
                <p:oleObj name="Equation" r:id="rId19" imgW="26822400" imgH="9448800" progId="Equation.DSMT4">
                  <p:embed/>
                  <p:pic>
                    <p:nvPicPr>
                      <p:cNvPr id="0" name="图片 24840"/>
                      <p:cNvPicPr>
                        <a:picLocks noChangeAspect="1"/>
                      </p:cNvPicPr>
                      <p:nvPr/>
                    </p:nvPicPr>
                    <p:blipFill>
                      <a:blip r:embed="rId20"/>
                      <a:stretch>
                        <a:fillRect/>
                      </a:stretch>
                    </p:blipFill>
                    <p:spPr>
                      <a:xfrm>
                        <a:off x="6299835" y="2585720"/>
                        <a:ext cx="1130300" cy="406400"/>
                      </a:xfrm>
                      <a:prstGeom prst="rect">
                        <a:avLst/>
                      </a:prstGeom>
                      <a:noFill/>
                      <a:ln w="9525">
                        <a:noFill/>
                      </a:ln>
                    </p:spPr>
                  </p:pic>
                </p:oleObj>
              </mc:Fallback>
            </mc:AlternateContent>
          </a:graphicData>
        </a:graphic>
      </p:graphicFrame>
      <p:sp>
        <p:nvSpPr>
          <p:cNvPr id="33" name="Text Box 8"/>
          <p:cNvSpPr txBox="1">
            <a:spLocks noChangeArrowheads="1"/>
          </p:cNvSpPr>
          <p:nvPr/>
        </p:nvSpPr>
        <p:spPr bwMode="auto">
          <a:xfrm>
            <a:off x="7556183" y="2523808"/>
            <a:ext cx="1371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欲使</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4" name="Object 17"/>
          <p:cNvGraphicFramePr>
            <a:graphicFrameLocks noChangeAspect="1"/>
          </p:cNvGraphicFramePr>
          <p:nvPr/>
        </p:nvGraphicFramePr>
        <p:xfrm>
          <a:off x="8476933" y="2543175"/>
          <a:ext cx="2105025" cy="496888"/>
        </p:xfrm>
        <a:graphic>
          <a:graphicData uri="http://schemas.openxmlformats.org/presentationml/2006/ole">
            <mc:AlternateContent xmlns:mc="http://schemas.openxmlformats.org/markup-compatibility/2006">
              <mc:Choice xmlns:v="urn:schemas-microsoft-com:vml" Requires="v">
                <p:oleObj spid="_x0000_s24845" name="Equation" r:id="rId21" imgW="50292000" imgH="11582400" progId="Equation.DSMT4">
                  <p:embed/>
                </p:oleObj>
              </mc:Choice>
              <mc:Fallback>
                <p:oleObj name="Equation" r:id="rId21" imgW="50292000" imgH="11582400" progId="Equation.DSMT4">
                  <p:embed/>
                  <p:pic>
                    <p:nvPicPr>
                      <p:cNvPr id="0" name="图片 24844"/>
                      <p:cNvPicPr>
                        <a:picLocks noChangeAspect="1"/>
                      </p:cNvPicPr>
                      <p:nvPr/>
                    </p:nvPicPr>
                    <p:blipFill>
                      <a:blip r:embed="rId22">
                        <a:biLevel thresh="50000"/>
                        <a:grayscl/>
                        <a:lum contrast="30000"/>
                      </a:blip>
                      <a:stretch>
                        <a:fillRect/>
                      </a:stretch>
                    </p:blipFill>
                    <p:spPr>
                      <a:xfrm>
                        <a:off x="8476933" y="2543175"/>
                        <a:ext cx="2105025" cy="496888"/>
                      </a:xfrm>
                      <a:prstGeom prst="rect">
                        <a:avLst/>
                      </a:prstGeom>
                      <a:noFill/>
                      <a:ln w="9525">
                        <a:noFill/>
                      </a:ln>
                    </p:spPr>
                  </p:pic>
                </p:oleObj>
              </mc:Fallback>
            </mc:AlternateContent>
          </a:graphicData>
        </a:graphic>
      </p:graphicFrame>
      <p:sp>
        <p:nvSpPr>
          <p:cNvPr id="35" name="Text Box 18"/>
          <p:cNvSpPr txBox="1">
            <a:spLocks noChangeArrowheads="1"/>
          </p:cNvSpPr>
          <p:nvPr/>
        </p:nvSpPr>
        <p:spPr bwMode="auto">
          <a:xfrm>
            <a:off x="6299518" y="3168015"/>
            <a:ext cx="1219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只</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需</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6" name="Object 19"/>
          <p:cNvGraphicFramePr>
            <a:graphicFrameLocks noChangeAspect="1"/>
          </p:cNvGraphicFramePr>
          <p:nvPr/>
        </p:nvGraphicFramePr>
        <p:xfrm>
          <a:off x="7220268" y="2991803"/>
          <a:ext cx="1573212" cy="841375"/>
        </p:xfrm>
        <a:graphic>
          <a:graphicData uri="http://schemas.openxmlformats.org/presentationml/2006/ole">
            <mc:AlternateContent xmlns:mc="http://schemas.openxmlformats.org/markup-compatibility/2006">
              <mc:Choice xmlns:v="urn:schemas-microsoft-com:vml" Requires="v">
                <p:oleObj spid="_x0000_s24846" name="Equation" r:id="rId23" imgW="37490400" imgH="19812000" progId="Equation.DSMT4">
                  <p:embed/>
                </p:oleObj>
              </mc:Choice>
              <mc:Fallback>
                <p:oleObj name="Equation" r:id="rId23" imgW="37490400" imgH="19812000" progId="Equation.DSMT4">
                  <p:embed/>
                  <p:pic>
                    <p:nvPicPr>
                      <p:cNvPr id="0" name="图片 24845"/>
                      <p:cNvPicPr>
                        <a:picLocks noChangeAspect="1"/>
                      </p:cNvPicPr>
                      <p:nvPr/>
                    </p:nvPicPr>
                    <p:blipFill>
                      <a:blip r:embed="rId24">
                        <a:biLevel thresh="50000"/>
                        <a:grayscl/>
                      </a:blip>
                      <a:stretch>
                        <a:fillRect/>
                      </a:stretch>
                    </p:blipFill>
                    <p:spPr>
                      <a:xfrm>
                        <a:off x="7220268" y="2991803"/>
                        <a:ext cx="1573212" cy="841375"/>
                      </a:xfrm>
                      <a:prstGeom prst="rect">
                        <a:avLst/>
                      </a:prstGeom>
                      <a:noFill/>
                      <a:ln w="9525">
                        <a:noFill/>
                      </a:ln>
                    </p:spPr>
                  </p:pic>
                </p:oleObj>
              </mc:Fallback>
            </mc:AlternateContent>
          </a:graphicData>
        </a:graphic>
      </p:graphicFrame>
      <p:sp>
        <p:nvSpPr>
          <p:cNvPr id="37" name="Text Box 10"/>
          <p:cNvSpPr txBox="1">
            <a:spLocks noChangeArrowheads="1"/>
          </p:cNvSpPr>
          <p:nvPr/>
        </p:nvSpPr>
        <p:spPr bwMode="auto">
          <a:xfrm>
            <a:off x="8927783" y="3179763"/>
            <a:ext cx="914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取</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8" name="Object 11"/>
          <p:cNvGraphicFramePr>
            <a:graphicFrameLocks noChangeAspect="1"/>
          </p:cNvGraphicFramePr>
          <p:nvPr/>
        </p:nvGraphicFramePr>
        <p:xfrm>
          <a:off x="9540875" y="2990533"/>
          <a:ext cx="974725" cy="842962"/>
        </p:xfrm>
        <a:graphic>
          <a:graphicData uri="http://schemas.openxmlformats.org/presentationml/2006/ole">
            <mc:AlternateContent xmlns:mc="http://schemas.openxmlformats.org/markup-compatibility/2006">
              <mc:Choice xmlns:v="urn:schemas-microsoft-com:vml" Requires="v">
                <p:oleObj spid="_x0000_s24842" name="Equation" r:id="rId25" imgW="23164800" imgH="19812000" progId="Equation.DSMT4">
                  <p:embed/>
                </p:oleObj>
              </mc:Choice>
              <mc:Fallback>
                <p:oleObj name="Equation" r:id="rId25" imgW="23164800" imgH="19812000" progId="Equation.DSMT4">
                  <p:embed/>
                  <p:pic>
                    <p:nvPicPr>
                      <p:cNvPr id="0" name="图片 24841"/>
                      <p:cNvPicPr>
                        <a:picLocks noChangeAspect="1"/>
                      </p:cNvPicPr>
                      <p:nvPr/>
                    </p:nvPicPr>
                    <p:blipFill>
                      <a:blip r:embed="rId26"/>
                      <a:stretch>
                        <a:fillRect/>
                      </a:stretch>
                    </p:blipFill>
                    <p:spPr>
                      <a:xfrm>
                        <a:off x="9540875" y="2990533"/>
                        <a:ext cx="974725" cy="842962"/>
                      </a:xfrm>
                      <a:prstGeom prst="rect">
                        <a:avLst/>
                      </a:prstGeom>
                      <a:noFill/>
                      <a:ln w="9525">
                        <a:noFill/>
                      </a:ln>
                    </p:spPr>
                  </p:pic>
                </p:oleObj>
              </mc:Fallback>
            </mc:AlternateContent>
          </a:graphicData>
        </a:graphic>
      </p:graphicFrame>
      <p:sp>
        <p:nvSpPr>
          <p:cNvPr id="39" name="Text Box 12"/>
          <p:cNvSpPr txBox="1">
            <a:spLocks noChangeArrowheads="1"/>
          </p:cNvSpPr>
          <p:nvPr/>
        </p:nvSpPr>
        <p:spPr bwMode="auto">
          <a:xfrm>
            <a:off x="6299518" y="3897948"/>
            <a:ext cx="1701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则当</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0" name="Object 13"/>
          <p:cNvGraphicFramePr>
            <a:graphicFrameLocks noChangeAspect="1"/>
          </p:cNvGraphicFramePr>
          <p:nvPr/>
        </p:nvGraphicFramePr>
        <p:xfrm>
          <a:off x="7220268" y="3933825"/>
          <a:ext cx="1900237" cy="496888"/>
        </p:xfrm>
        <a:graphic>
          <a:graphicData uri="http://schemas.openxmlformats.org/presentationml/2006/ole">
            <mc:AlternateContent xmlns:mc="http://schemas.openxmlformats.org/markup-compatibility/2006">
              <mc:Choice xmlns:v="urn:schemas-microsoft-com:vml" Requires="v">
                <p:oleObj spid="_x0000_s24843" name="Equation" r:id="rId27" imgW="45415200" imgH="11582400" progId="Equation.DSMT4">
                  <p:embed/>
                </p:oleObj>
              </mc:Choice>
              <mc:Fallback>
                <p:oleObj name="Equation" r:id="rId27" imgW="45415200" imgH="11582400" progId="Equation.DSMT4">
                  <p:embed/>
                  <p:pic>
                    <p:nvPicPr>
                      <p:cNvPr id="0" name="图片 24842"/>
                      <p:cNvPicPr>
                        <a:picLocks noChangeAspect="1"/>
                      </p:cNvPicPr>
                      <p:nvPr/>
                    </p:nvPicPr>
                    <p:blipFill>
                      <a:blip r:embed="rId28"/>
                      <a:stretch>
                        <a:fillRect/>
                      </a:stretch>
                    </p:blipFill>
                    <p:spPr>
                      <a:xfrm>
                        <a:off x="7220268" y="3933825"/>
                        <a:ext cx="1900237" cy="496888"/>
                      </a:xfrm>
                      <a:prstGeom prst="rect">
                        <a:avLst/>
                      </a:prstGeom>
                      <a:noFill/>
                      <a:ln w="9525">
                        <a:noFill/>
                      </a:ln>
                    </p:spPr>
                  </p:pic>
                </p:oleObj>
              </mc:Fallback>
            </mc:AlternateContent>
          </a:graphicData>
        </a:graphic>
      </p:graphicFrame>
      <p:sp>
        <p:nvSpPr>
          <p:cNvPr id="41" name="Text Box 14"/>
          <p:cNvSpPr txBox="1">
            <a:spLocks noChangeArrowheads="1"/>
          </p:cNvSpPr>
          <p:nvPr/>
        </p:nvSpPr>
        <p:spPr bwMode="auto">
          <a:xfrm>
            <a:off x="9151938" y="3893185"/>
            <a:ext cx="1752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必有</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2" name="Object 15"/>
          <p:cNvGraphicFramePr>
            <a:graphicFrameLocks noChangeAspect="1"/>
          </p:cNvGraphicFramePr>
          <p:nvPr/>
        </p:nvGraphicFramePr>
        <p:xfrm>
          <a:off x="6820218" y="4606290"/>
          <a:ext cx="3987800" cy="495300"/>
        </p:xfrm>
        <a:graphic>
          <a:graphicData uri="http://schemas.openxmlformats.org/presentationml/2006/ole">
            <mc:AlternateContent xmlns:mc="http://schemas.openxmlformats.org/markup-compatibility/2006">
              <mc:Choice xmlns:v="urn:schemas-microsoft-com:vml" Requires="v">
                <p:oleObj spid="_x0000_s24844" name="Equation" r:id="rId29" imgW="95402400" imgH="11582400" progId="Equation.DSMT4">
                  <p:embed/>
                </p:oleObj>
              </mc:Choice>
              <mc:Fallback>
                <p:oleObj name="Equation" r:id="rId29" imgW="95402400" imgH="11582400" progId="Equation.DSMT4">
                  <p:embed/>
                  <p:pic>
                    <p:nvPicPr>
                      <p:cNvPr id="0" name="图片 24843"/>
                      <p:cNvPicPr>
                        <a:picLocks noChangeAspect="1"/>
                      </p:cNvPicPr>
                      <p:nvPr/>
                    </p:nvPicPr>
                    <p:blipFill>
                      <a:blip r:embed="rId30">
                        <a:biLevel thresh="50000"/>
                        <a:grayscl/>
                      </a:blip>
                      <a:stretch>
                        <a:fillRect/>
                      </a:stretch>
                    </p:blipFill>
                    <p:spPr>
                      <a:xfrm>
                        <a:off x="6820218" y="4606290"/>
                        <a:ext cx="3987800" cy="495300"/>
                      </a:xfrm>
                      <a:prstGeom prst="rect">
                        <a:avLst/>
                      </a:prstGeom>
                      <a:noFill/>
                      <a:ln w="9525">
                        <a:noFill/>
                      </a:ln>
                    </p:spPr>
                  </p:pic>
                </p:oleObj>
              </mc:Fallback>
            </mc:AlternateContent>
          </a:graphicData>
        </a:graphic>
      </p:graphicFrame>
      <p:sp>
        <p:nvSpPr>
          <p:cNvPr id="43" name="Text Box 16"/>
          <p:cNvSpPr txBox="1">
            <a:spLocks noChangeArrowheads="1"/>
          </p:cNvSpPr>
          <p:nvPr/>
        </p:nvSpPr>
        <p:spPr bwMode="auto">
          <a:xfrm>
            <a:off x="6299518" y="5372735"/>
            <a:ext cx="1600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因此</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4" name="Object 20"/>
          <p:cNvGraphicFramePr>
            <a:graphicFrameLocks noChangeAspect="1"/>
          </p:cNvGraphicFramePr>
          <p:nvPr/>
        </p:nvGraphicFramePr>
        <p:xfrm>
          <a:off x="7353300" y="5372735"/>
          <a:ext cx="2092325" cy="554038"/>
        </p:xfrm>
        <a:graphic>
          <a:graphicData uri="http://schemas.openxmlformats.org/presentationml/2006/ole">
            <mc:AlternateContent xmlns:mc="http://schemas.openxmlformats.org/markup-compatibility/2006">
              <mc:Choice xmlns:v="urn:schemas-microsoft-com:vml" Requires="v">
                <p:oleObj spid="_x0000_s24847" name="Equation" r:id="rId31" imgW="49987200" imgH="13106400" progId="Equation.DSMT4">
                  <p:embed/>
                </p:oleObj>
              </mc:Choice>
              <mc:Fallback>
                <p:oleObj name="Equation" r:id="rId31" imgW="49987200" imgH="13106400" progId="Equation.DSMT4">
                  <p:embed/>
                  <p:pic>
                    <p:nvPicPr>
                      <p:cNvPr id="0" name="图片 24846"/>
                      <p:cNvPicPr>
                        <a:picLocks noChangeAspect="1"/>
                      </p:cNvPicPr>
                      <p:nvPr/>
                    </p:nvPicPr>
                    <p:blipFill>
                      <a:blip r:embed="rId32">
                        <a:biLevel thresh="50000"/>
                        <a:grayscl/>
                      </a:blip>
                      <a:stretch>
                        <a:fillRect/>
                      </a:stretch>
                    </p:blipFill>
                    <p:spPr>
                      <a:xfrm>
                        <a:off x="7353300" y="5372735"/>
                        <a:ext cx="2092325" cy="55403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left)">
                                      <p:cBhvr>
                                        <p:cTn id="16"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wipe(left)">
                                      <p:cBhvr>
                                        <p:cTn id="21" dur="500"/>
                                        <p:tgtEl>
                                          <p:spTgt spid="3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wipe(left)">
                                      <p:cBhvr>
                                        <p:cTn id="26" dur="500"/>
                                        <p:tgtEl>
                                          <p:spTgt spid="33"/>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34"/>
                                        </p:tgtEl>
                                        <p:attrNameLst>
                                          <p:attrName>style.visibility</p:attrName>
                                        </p:attrNameLst>
                                      </p:cBhvr>
                                      <p:to>
                                        <p:strVal val="visible"/>
                                      </p:to>
                                    </p:set>
                                    <p:animEffect transition="in" filter="wipe(left)">
                                      <p:cBhvr>
                                        <p:cTn id="30" dur="500"/>
                                        <p:tgtEl>
                                          <p:spTgt spid="3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wipe(left)">
                                      <p:cBhvr>
                                        <p:cTn id="35" dur="500"/>
                                        <p:tgtEl>
                                          <p:spTgt spid="35"/>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wipe(left)">
                                      <p:cBhvr>
                                        <p:cTn id="39" dur="500"/>
                                        <p:tgtEl>
                                          <p:spTgt spid="36"/>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wipe(left)">
                                      <p:cBhvr>
                                        <p:cTn id="44" dur="500"/>
                                        <p:tgtEl>
                                          <p:spTgt spid="37"/>
                                        </p:tgtEl>
                                      </p:cBhvr>
                                    </p:animEffect>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wipe(left)">
                                      <p:cBhvr>
                                        <p:cTn id="48" dur="5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wipe(left)">
                                      <p:cBhvr>
                                        <p:cTn id="53" dur="500"/>
                                        <p:tgtEl>
                                          <p:spTgt spid="39"/>
                                        </p:tgtEl>
                                      </p:cBhvr>
                                    </p:animEffect>
                                  </p:childTnLst>
                                </p:cTn>
                              </p:par>
                            </p:childTnLst>
                          </p:cTn>
                        </p:par>
                        <p:par>
                          <p:cTn id="54" fill="hold">
                            <p:stCondLst>
                              <p:cond delay="500"/>
                            </p:stCondLst>
                            <p:childTnLst>
                              <p:par>
                                <p:cTn id="55" presetID="22" presetClass="entr" presetSubtype="8" fill="hold" nodeType="after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wipe(left)">
                                      <p:cBhvr>
                                        <p:cTn id="57" dur="500"/>
                                        <p:tgtEl>
                                          <p:spTgt spid="40"/>
                                        </p:tgtEl>
                                      </p:cBhvr>
                                    </p:animEffect>
                                  </p:childTnLst>
                                </p:cTn>
                              </p:par>
                            </p:childTnLst>
                          </p:cTn>
                        </p:par>
                        <p:par>
                          <p:cTn id="58" fill="hold">
                            <p:stCondLst>
                              <p:cond delay="1000"/>
                            </p:stCondLst>
                            <p:childTnLst>
                              <p:par>
                                <p:cTn id="59" presetID="22" presetClass="entr" presetSubtype="8" fill="hold" grpId="0" nodeType="after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wipe(left)">
                                      <p:cBhvr>
                                        <p:cTn id="61" dur="500"/>
                                        <p:tgtEl>
                                          <p:spTgt spid="4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wipe(left)">
                                      <p:cBhvr>
                                        <p:cTn id="66" dur="500"/>
                                        <p:tgtEl>
                                          <p:spTgt spid="42"/>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43"/>
                                        </p:tgtEl>
                                        <p:attrNameLst>
                                          <p:attrName>style.visibility</p:attrName>
                                        </p:attrNameLst>
                                      </p:cBhvr>
                                      <p:to>
                                        <p:strVal val="visible"/>
                                      </p:to>
                                    </p:set>
                                    <p:animEffect transition="in" filter="wipe(left)">
                                      <p:cBhvr>
                                        <p:cTn id="71" dur="500"/>
                                        <p:tgtEl>
                                          <p:spTgt spid="43"/>
                                        </p:tgtEl>
                                      </p:cBhvr>
                                    </p:animEffect>
                                  </p:childTnLst>
                                </p:cTn>
                              </p:par>
                            </p:childTnLst>
                          </p:cTn>
                        </p:par>
                        <p:par>
                          <p:cTn id="72" fill="hold">
                            <p:stCondLst>
                              <p:cond delay="500"/>
                            </p:stCondLst>
                            <p:childTnLst>
                              <p:par>
                                <p:cTn id="73" presetID="22" presetClass="entr" presetSubtype="8" fill="hold" nodeType="afterEffect">
                                  <p:stCondLst>
                                    <p:cond delay="0"/>
                                  </p:stCondLst>
                                  <p:childTnLst>
                                    <p:set>
                                      <p:cBhvr>
                                        <p:cTn id="74" dur="1" fill="hold">
                                          <p:stCondLst>
                                            <p:cond delay="0"/>
                                          </p:stCondLst>
                                        </p:cTn>
                                        <p:tgtEl>
                                          <p:spTgt spid="44"/>
                                        </p:tgtEl>
                                        <p:attrNameLst>
                                          <p:attrName>style.visibility</p:attrName>
                                        </p:attrNameLst>
                                      </p:cBhvr>
                                      <p:to>
                                        <p:strVal val="visible"/>
                                      </p:to>
                                    </p:set>
                                    <p:animEffect transition="in" filter="wipe(left)">
                                      <p:cBhvr>
                                        <p:cTn id="7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autoUpdateAnimBg="0"/>
      <p:bldP spid="35" grpId="0" bldLvl="0" animBg="1" autoUpdateAnimBg="0"/>
      <p:bldP spid="37" grpId="0" bldLvl="0" animBg="1" autoUpdateAnimBg="0"/>
      <p:bldP spid="39" grpId="0" bldLvl="0" animBg="1" autoUpdateAnimBg="0"/>
      <p:bldP spid="41" grpId="0" bldLvl="0" animBg="1" autoUpdateAnimBg="0"/>
      <p:bldP spid="43" grpId="0" bldLvl="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622425" y="653733"/>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3</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 name="Object 5"/>
          <p:cNvGraphicFramePr>
            <a:graphicFrameLocks noChangeAspect="1"/>
          </p:cNvGraphicFramePr>
          <p:nvPr/>
        </p:nvGraphicFramePr>
        <p:xfrm>
          <a:off x="2860675" y="654050"/>
          <a:ext cx="1454150" cy="496888"/>
        </p:xfrm>
        <a:graphic>
          <a:graphicData uri="http://schemas.openxmlformats.org/presentationml/2006/ole">
            <mc:AlternateContent xmlns:mc="http://schemas.openxmlformats.org/markup-compatibility/2006">
              <mc:Choice xmlns:v="urn:schemas-microsoft-com:vml" Requires="v">
                <p:oleObj spid="_x0000_s25601" name="Equation" r:id="rId1" imgW="34747200" imgH="11582400" progId="Equation.DSMT4">
                  <p:embed/>
                </p:oleObj>
              </mc:Choice>
              <mc:Fallback>
                <p:oleObj name="Equation" r:id="rId1" imgW="34747200" imgH="11582400" progId="Equation.DSMT4">
                  <p:embed/>
                  <p:pic>
                    <p:nvPicPr>
                      <p:cNvPr id="0" name="图片 25600"/>
                      <p:cNvPicPr>
                        <a:picLocks noChangeAspect="1"/>
                      </p:cNvPicPr>
                      <p:nvPr/>
                    </p:nvPicPr>
                    <p:blipFill>
                      <a:blip r:embed="rId2">
                        <a:biLevel thresh="50000"/>
                        <a:grayscl/>
                      </a:blip>
                      <a:stretch>
                        <a:fillRect/>
                      </a:stretch>
                    </p:blipFill>
                    <p:spPr>
                      <a:xfrm>
                        <a:off x="2860675" y="654050"/>
                        <a:ext cx="1454150" cy="496888"/>
                      </a:xfrm>
                      <a:prstGeom prst="rect">
                        <a:avLst/>
                      </a:prstGeom>
                      <a:noFill/>
                      <a:ln w="9525">
                        <a:noFill/>
                      </a:ln>
                    </p:spPr>
                  </p:pic>
                </p:oleObj>
              </mc:Fallback>
            </mc:AlternateContent>
          </a:graphicData>
        </a:graphic>
      </p:graphicFrame>
      <p:graphicFrame>
        <p:nvGraphicFramePr>
          <p:cNvPr id="4" name="Object 6"/>
          <p:cNvGraphicFramePr>
            <a:graphicFrameLocks noChangeAspect="1"/>
          </p:cNvGraphicFramePr>
          <p:nvPr/>
        </p:nvGraphicFramePr>
        <p:xfrm>
          <a:off x="4464685" y="619443"/>
          <a:ext cx="1884363" cy="646112"/>
        </p:xfrm>
        <a:graphic>
          <a:graphicData uri="http://schemas.openxmlformats.org/presentationml/2006/ole">
            <mc:AlternateContent xmlns:mc="http://schemas.openxmlformats.org/markup-compatibility/2006">
              <mc:Choice xmlns:v="urn:schemas-microsoft-com:vml" Requires="v">
                <p:oleObj spid="_x0000_s26071" name="Equation" r:id="rId3" imgW="45110400" imgH="15240000" progId="Equation.DSMT4">
                  <p:embed/>
                </p:oleObj>
              </mc:Choice>
              <mc:Fallback>
                <p:oleObj name="Equation" r:id="rId3" imgW="45110400" imgH="15240000" progId="Equation.DSMT4">
                  <p:embed/>
                  <p:pic>
                    <p:nvPicPr>
                      <p:cNvPr id="0" name="图片 26070"/>
                      <p:cNvPicPr>
                        <a:picLocks noChangeAspect="1"/>
                      </p:cNvPicPr>
                      <p:nvPr/>
                    </p:nvPicPr>
                    <p:blipFill>
                      <a:blip r:embed="rId4">
                        <a:biLevel thresh="50000"/>
                        <a:grayscl/>
                      </a:blip>
                      <a:stretch>
                        <a:fillRect/>
                      </a:stretch>
                    </p:blipFill>
                    <p:spPr>
                      <a:xfrm>
                        <a:off x="4464685" y="619443"/>
                        <a:ext cx="1884363" cy="646112"/>
                      </a:xfrm>
                      <a:prstGeom prst="rect">
                        <a:avLst/>
                      </a:prstGeom>
                      <a:noFill/>
                      <a:ln w="9525">
                        <a:noFill/>
                      </a:ln>
                    </p:spPr>
                  </p:pic>
                </p:oleObj>
              </mc:Fallback>
            </mc:AlternateContent>
          </a:graphicData>
        </a:graphic>
      </p:graphicFrame>
      <p:graphicFrame>
        <p:nvGraphicFramePr>
          <p:cNvPr id="5" name="Object 7"/>
          <p:cNvGraphicFramePr>
            <a:graphicFrameLocks noChangeAspect="1"/>
          </p:cNvGraphicFramePr>
          <p:nvPr/>
        </p:nvGraphicFramePr>
        <p:xfrm>
          <a:off x="4464368" y="1444943"/>
          <a:ext cx="2016125" cy="987425"/>
        </p:xfrm>
        <a:graphic>
          <a:graphicData uri="http://schemas.openxmlformats.org/presentationml/2006/ole">
            <mc:AlternateContent xmlns:mc="http://schemas.openxmlformats.org/markup-compatibility/2006">
              <mc:Choice xmlns:v="urn:schemas-microsoft-com:vml" Requires="v">
                <p:oleObj spid="_x0000_s26072" name="Equation" r:id="rId5" imgW="48158400" imgH="23469600" progId="Equation.DSMT4">
                  <p:embed/>
                </p:oleObj>
              </mc:Choice>
              <mc:Fallback>
                <p:oleObj name="Equation" r:id="rId5" imgW="48158400" imgH="23469600" progId="Equation.DSMT4">
                  <p:embed/>
                  <p:pic>
                    <p:nvPicPr>
                      <p:cNvPr id="0" name="图片 26071"/>
                      <p:cNvPicPr>
                        <a:picLocks noChangeAspect="1"/>
                      </p:cNvPicPr>
                      <p:nvPr/>
                    </p:nvPicPr>
                    <p:blipFill>
                      <a:blip r:embed="rId6"/>
                      <a:stretch>
                        <a:fillRect/>
                      </a:stretch>
                    </p:blipFill>
                    <p:spPr>
                      <a:xfrm>
                        <a:off x="4464368" y="1444943"/>
                        <a:ext cx="2016125" cy="987425"/>
                      </a:xfrm>
                      <a:prstGeom prst="rect">
                        <a:avLst/>
                      </a:prstGeom>
                      <a:noFill/>
                      <a:ln w="9525">
                        <a:noFill/>
                      </a:ln>
                    </p:spPr>
                  </p:pic>
                </p:oleObj>
              </mc:Fallback>
            </mc:AlternateContent>
          </a:graphicData>
        </a:graphic>
      </p:graphicFrame>
      <p:sp>
        <p:nvSpPr>
          <p:cNvPr id="6" name="Text Box 8"/>
          <p:cNvSpPr txBox="1">
            <a:spLocks noChangeArrowheads="1"/>
          </p:cNvSpPr>
          <p:nvPr/>
        </p:nvSpPr>
        <p:spPr bwMode="auto">
          <a:xfrm>
            <a:off x="3136900" y="2324100"/>
            <a:ext cx="1371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欲使</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7" name="Object 9"/>
          <p:cNvGraphicFramePr>
            <a:graphicFrameLocks noChangeAspect="1"/>
          </p:cNvGraphicFramePr>
          <p:nvPr/>
        </p:nvGraphicFramePr>
        <p:xfrm>
          <a:off x="2014538" y="2432368"/>
          <a:ext cx="1122362" cy="406400"/>
        </p:xfrm>
        <a:graphic>
          <a:graphicData uri="http://schemas.openxmlformats.org/presentationml/2006/ole">
            <mc:AlternateContent xmlns:mc="http://schemas.openxmlformats.org/markup-compatibility/2006">
              <mc:Choice xmlns:v="urn:schemas-microsoft-com:vml" Requires="v">
                <p:oleObj spid="_x0000_s26073" name="Equation" r:id="rId7" imgW="26822400" imgH="9448800" progId="Equation.DSMT4">
                  <p:embed/>
                </p:oleObj>
              </mc:Choice>
              <mc:Fallback>
                <p:oleObj name="Equation" r:id="rId7" imgW="26822400" imgH="9448800" progId="Equation.DSMT4">
                  <p:embed/>
                  <p:pic>
                    <p:nvPicPr>
                      <p:cNvPr id="0" name="图片 26072"/>
                      <p:cNvPicPr>
                        <a:picLocks noChangeAspect="1"/>
                      </p:cNvPicPr>
                      <p:nvPr/>
                    </p:nvPicPr>
                    <p:blipFill>
                      <a:blip r:embed="rId8"/>
                      <a:stretch>
                        <a:fillRect/>
                      </a:stretch>
                    </p:blipFill>
                    <p:spPr>
                      <a:xfrm>
                        <a:off x="2014538" y="2432368"/>
                        <a:ext cx="1122362" cy="406400"/>
                      </a:xfrm>
                      <a:prstGeom prst="rect">
                        <a:avLst/>
                      </a:prstGeom>
                      <a:noFill/>
                      <a:ln w="9525">
                        <a:noFill/>
                      </a:ln>
                    </p:spPr>
                  </p:pic>
                </p:oleObj>
              </mc:Fallback>
            </mc:AlternateContent>
          </a:graphicData>
        </a:graphic>
      </p:graphicFrame>
      <p:sp>
        <p:nvSpPr>
          <p:cNvPr id="8" name="Text Box 10"/>
          <p:cNvSpPr txBox="1">
            <a:spLocks noChangeArrowheads="1"/>
          </p:cNvSpPr>
          <p:nvPr/>
        </p:nvSpPr>
        <p:spPr bwMode="auto">
          <a:xfrm>
            <a:off x="9411970" y="2310765"/>
            <a:ext cx="685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且</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9" name="Object 11"/>
          <p:cNvGraphicFramePr>
            <a:graphicFrameLocks noChangeAspect="1"/>
          </p:cNvGraphicFramePr>
          <p:nvPr/>
        </p:nvGraphicFramePr>
        <p:xfrm>
          <a:off x="2035175" y="3074035"/>
          <a:ext cx="825500" cy="328613"/>
        </p:xfrm>
        <a:graphic>
          <a:graphicData uri="http://schemas.openxmlformats.org/presentationml/2006/ole">
            <mc:AlternateContent xmlns:mc="http://schemas.openxmlformats.org/markup-compatibility/2006">
              <mc:Choice xmlns:v="urn:schemas-microsoft-com:vml" Requires="v">
                <p:oleObj spid="_x0000_s26074" name="Equation" r:id="rId9" imgW="19507200" imgH="7620000" progId="Equation.DSMT4">
                  <p:embed/>
                </p:oleObj>
              </mc:Choice>
              <mc:Fallback>
                <p:oleObj name="Equation" r:id="rId9" imgW="19507200" imgH="7620000" progId="Equation.DSMT4">
                  <p:embed/>
                  <p:pic>
                    <p:nvPicPr>
                      <p:cNvPr id="0" name="图片 26073"/>
                      <p:cNvPicPr>
                        <a:picLocks noChangeAspect="1"/>
                      </p:cNvPicPr>
                      <p:nvPr/>
                    </p:nvPicPr>
                    <p:blipFill>
                      <a:blip r:embed="rId10">
                        <a:biLevel thresh="50000"/>
                        <a:grayscl/>
                      </a:blip>
                      <a:stretch>
                        <a:fillRect/>
                      </a:stretch>
                    </p:blipFill>
                    <p:spPr>
                      <a:xfrm>
                        <a:off x="2035175" y="3074035"/>
                        <a:ext cx="825500" cy="328613"/>
                      </a:xfrm>
                      <a:prstGeom prst="rect">
                        <a:avLst/>
                      </a:prstGeom>
                      <a:noFill/>
                      <a:ln w="9525">
                        <a:noFill/>
                      </a:ln>
                    </p:spPr>
                  </p:pic>
                </p:oleObj>
              </mc:Fallback>
            </mc:AlternateContent>
          </a:graphicData>
        </a:graphic>
      </p:graphicFrame>
      <p:sp>
        <p:nvSpPr>
          <p:cNvPr id="10" name="Text Box 12"/>
          <p:cNvSpPr txBox="1">
            <a:spLocks noChangeArrowheads="1"/>
          </p:cNvSpPr>
          <p:nvPr/>
        </p:nvSpPr>
        <p:spPr bwMode="auto">
          <a:xfrm>
            <a:off x="3008630" y="2983548"/>
            <a:ext cx="990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而</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1" name="Object 13"/>
          <p:cNvGraphicFramePr>
            <a:graphicFrameLocks noChangeAspect="1"/>
          </p:cNvGraphicFramePr>
          <p:nvPr/>
        </p:nvGraphicFramePr>
        <p:xfrm>
          <a:off x="3520758" y="3064828"/>
          <a:ext cx="758825" cy="411162"/>
        </p:xfrm>
        <a:graphic>
          <a:graphicData uri="http://schemas.openxmlformats.org/presentationml/2006/ole">
            <mc:AlternateContent xmlns:mc="http://schemas.openxmlformats.org/markup-compatibility/2006">
              <mc:Choice xmlns:v="urn:schemas-microsoft-com:vml" Requires="v">
                <p:oleObj spid="_x0000_s26075" name="Equation" r:id="rId11" imgW="17983200" imgH="9448800" progId="Equation.DSMT4">
                  <p:embed/>
                </p:oleObj>
              </mc:Choice>
              <mc:Fallback>
                <p:oleObj name="Equation" r:id="rId11" imgW="17983200" imgH="9448800" progId="Equation.DSMT4">
                  <p:embed/>
                  <p:pic>
                    <p:nvPicPr>
                      <p:cNvPr id="0" name="图片 26074"/>
                      <p:cNvPicPr>
                        <a:picLocks noChangeAspect="1"/>
                      </p:cNvPicPr>
                      <p:nvPr/>
                    </p:nvPicPr>
                    <p:blipFill>
                      <a:blip r:embed="rId12">
                        <a:biLevel thresh="50000"/>
                        <a:grayscl/>
                      </a:blip>
                      <a:stretch>
                        <a:fillRect/>
                      </a:stretch>
                    </p:blipFill>
                    <p:spPr>
                      <a:xfrm>
                        <a:off x="3520758" y="3064828"/>
                        <a:ext cx="758825" cy="411162"/>
                      </a:xfrm>
                      <a:prstGeom prst="rect">
                        <a:avLst/>
                      </a:prstGeom>
                      <a:noFill/>
                      <a:ln w="9525">
                        <a:noFill/>
                      </a:ln>
                    </p:spPr>
                  </p:pic>
                </p:oleObj>
              </mc:Fallback>
            </mc:AlternateContent>
          </a:graphicData>
        </a:graphic>
      </p:graphicFrame>
      <p:sp>
        <p:nvSpPr>
          <p:cNvPr id="12" name="Text Box 14"/>
          <p:cNvSpPr txBox="1">
            <a:spLocks noChangeArrowheads="1"/>
          </p:cNvSpPr>
          <p:nvPr/>
        </p:nvSpPr>
        <p:spPr bwMode="auto">
          <a:xfrm>
            <a:off x="4279900" y="2983865"/>
            <a:ext cx="1371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可用</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3" name="Object 15"/>
          <p:cNvGraphicFramePr>
            <a:graphicFrameLocks noChangeAspect="1"/>
          </p:cNvGraphicFramePr>
          <p:nvPr/>
        </p:nvGraphicFramePr>
        <p:xfrm>
          <a:off x="3886200" y="4419600"/>
          <a:ext cx="2089150" cy="647700"/>
        </p:xfrm>
        <a:graphic>
          <a:graphicData uri="http://schemas.openxmlformats.org/presentationml/2006/ole">
            <mc:AlternateContent xmlns:mc="http://schemas.openxmlformats.org/markup-compatibility/2006">
              <mc:Choice xmlns:v="urn:schemas-microsoft-com:vml" Requires="v">
                <p:oleObj spid="_x0000_s26076" name="Equation" r:id="rId13" imgW="49987200" imgH="15240000" progId="Equation.DSMT4">
                  <p:embed/>
                </p:oleObj>
              </mc:Choice>
              <mc:Fallback>
                <p:oleObj name="Equation" r:id="rId13" imgW="49987200" imgH="15240000" progId="Equation.DSMT4">
                  <p:embed/>
                  <p:pic>
                    <p:nvPicPr>
                      <p:cNvPr id="0" name="图片 26075"/>
                      <p:cNvPicPr>
                        <a:picLocks noChangeAspect="1"/>
                      </p:cNvPicPr>
                      <p:nvPr/>
                    </p:nvPicPr>
                    <p:blipFill>
                      <a:blip r:embed="rId14">
                        <a:biLevel thresh="50000"/>
                        <a:grayscl/>
                      </a:blip>
                      <a:stretch>
                        <a:fillRect/>
                      </a:stretch>
                    </p:blipFill>
                    <p:spPr>
                      <a:xfrm>
                        <a:off x="3886200" y="4419600"/>
                        <a:ext cx="2089150" cy="647700"/>
                      </a:xfrm>
                      <a:prstGeom prst="rect">
                        <a:avLst/>
                      </a:prstGeom>
                      <a:noFill/>
                      <a:ln w="9525">
                        <a:noFill/>
                      </a:ln>
                    </p:spPr>
                  </p:pic>
                </p:oleObj>
              </mc:Fallback>
            </mc:AlternateContent>
          </a:graphicData>
        </a:graphic>
      </p:graphicFrame>
      <p:sp>
        <p:nvSpPr>
          <p:cNvPr id="14" name="Text Box 16"/>
          <p:cNvSpPr txBox="1">
            <a:spLocks noChangeArrowheads="1"/>
          </p:cNvSpPr>
          <p:nvPr/>
        </p:nvSpPr>
        <p:spPr bwMode="auto">
          <a:xfrm>
            <a:off x="2018030" y="5301298"/>
            <a:ext cx="1600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因此</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5" name="Object 17"/>
          <p:cNvGraphicFramePr>
            <a:graphicFrameLocks noChangeAspect="1"/>
          </p:cNvGraphicFramePr>
          <p:nvPr/>
        </p:nvGraphicFramePr>
        <p:xfrm>
          <a:off x="4076700" y="2337118"/>
          <a:ext cx="2108200" cy="495300"/>
        </p:xfrm>
        <a:graphic>
          <a:graphicData uri="http://schemas.openxmlformats.org/presentationml/2006/ole">
            <mc:AlternateContent xmlns:mc="http://schemas.openxmlformats.org/markup-compatibility/2006">
              <mc:Choice xmlns:v="urn:schemas-microsoft-com:vml" Requires="v">
                <p:oleObj spid="_x0000_s26077" name="Equation" r:id="rId15" imgW="50292000" imgH="11582400" progId="Equation.DSMT4">
                  <p:embed/>
                </p:oleObj>
              </mc:Choice>
              <mc:Fallback>
                <p:oleObj name="Equation" r:id="rId15" imgW="50292000" imgH="11582400" progId="Equation.DSMT4">
                  <p:embed/>
                  <p:pic>
                    <p:nvPicPr>
                      <p:cNvPr id="0" name="图片 26076"/>
                      <p:cNvPicPr>
                        <a:picLocks noChangeAspect="1"/>
                      </p:cNvPicPr>
                      <p:nvPr/>
                    </p:nvPicPr>
                    <p:blipFill>
                      <a:blip r:embed="rId16">
                        <a:biLevel thresh="50000"/>
                        <a:grayscl/>
                      </a:blip>
                      <a:stretch>
                        <a:fillRect/>
                      </a:stretch>
                    </p:blipFill>
                    <p:spPr>
                      <a:xfrm>
                        <a:off x="4076700" y="2337118"/>
                        <a:ext cx="2108200" cy="495300"/>
                      </a:xfrm>
                      <a:prstGeom prst="rect">
                        <a:avLst/>
                      </a:prstGeom>
                      <a:noFill/>
                      <a:ln w="9525">
                        <a:noFill/>
                      </a:ln>
                    </p:spPr>
                  </p:pic>
                </p:oleObj>
              </mc:Fallback>
            </mc:AlternateContent>
          </a:graphicData>
        </a:graphic>
      </p:graphicFrame>
      <p:sp>
        <p:nvSpPr>
          <p:cNvPr id="16" name="Text Box 18"/>
          <p:cNvSpPr txBox="1">
            <a:spLocks noChangeArrowheads="1"/>
          </p:cNvSpPr>
          <p:nvPr/>
        </p:nvSpPr>
        <p:spPr bwMode="auto">
          <a:xfrm>
            <a:off x="6184900" y="2317750"/>
            <a:ext cx="1219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只要</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7" name="Object 19"/>
          <p:cNvGraphicFramePr>
            <a:graphicFrameLocks noChangeAspect="1"/>
          </p:cNvGraphicFramePr>
          <p:nvPr/>
        </p:nvGraphicFramePr>
        <p:xfrm>
          <a:off x="7081520" y="2270760"/>
          <a:ext cx="2330450" cy="539750"/>
        </p:xfrm>
        <a:graphic>
          <a:graphicData uri="http://schemas.openxmlformats.org/presentationml/2006/ole">
            <mc:AlternateContent xmlns:mc="http://schemas.openxmlformats.org/markup-compatibility/2006">
              <mc:Choice xmlns:v="urn:schemas-microsoft-com:vml" Requires="v">
                <p:oleObj spid="_x0000_s26078" name="Equation" r:id="rId17" imgW="55778400" imgH="12801600" progId="Equation.DSMT4">
                  <p:embed/>
                </p:oleObj>
              </mc:Choice>
              <mc:Fallback>
                <p:oleObj name="Equation" r:id="rId17" imgW="55778400" imgH="12801600" progId="Equation.DSMT4">
                  <p:embed/>
                  <p:pic>
                    <p:nvPicPr>
                      <p:cNvPr id="0" name="图片 26077"/>
                      <p:cNvPicPr>
                        <a:picLocks noChangeAspect="1"/>
                      </p:cNvPicPr>
                      <p:nvPr/>
                    </p:nvPicPr>
                    <p:blipFill>
                      <a:blip r:embed="rId18">
                        <a:biLevel thresh="50000"/>
                        <a:grayscl/>
                      </a:blip>
                      <a:stretch>
                        <a:fillRect/>
                      </a:stretch>
                    </p:blipFill>
                    <p:spPr>
                      <a:xfrm>
                        <a:off x="7081520" y="2270760"/>
                        <a:ext cx="2330450" cy="539750"/>
                      </a:xfrm>
                      <a:prstGeom prst="rect">
                        <a:avLst/>
                      </a:prstGeom>
                      <a:noFill/>
                      <a:ln w="9525">
                        <a:noFill/>
                      </a:ln>
                    </p:spPr>
                  </p:pic>
                </p:oleObj>
              </mc:Fallback>
            </mc:AlternateContent>
          </a:graphicData>
        </a:graphic>
      </p:graphicFrame>
      <p:graphicFrame>
        <p:nvGraphicFramePr>
          <p:cNvPr id="18" name="Object 20"/>
          <p:cNvGraphicFramePr>
            <a:graphicFrameLocks noChangeAspect="1"/>
          </p:cNvGraphicFramePr>
          <p:nvPr/>
        </p:nvGraphicFramePr>
        <p:xfrm>
          <a:off x="3886200" y="5238750"/>
          <a:ext cx="1992313" cy="684213"/>
        </p:xfrm>
        <a:graphic>
          <a:graphicData uri="http://schemas.openxmlformats.org/presentationml/2006/ole">
            <mc:AlternateContent xmlns:mc="http://schemas.openxmlformats.org/markup-compatibility/2006">
              <mc:Choice xmlns:v="urn:schemas-microsoft-com:vml" Requires="v">
                <p:oleObj spid="_x0000_s26079" name="Equation" r:id="rId19" imgW="47548800" imgH="16154400" progId="Equation.DSMT4">
                  <p:embed/>
                </p:oleObj>
              </mc:Choice>
              <mc:Fallback>
                <p:oleObj name="Equation" r:id="rId19" imgW="47548800" imgH="16154400" progId="Equation.DSMT4">
                  <p:embed/>
                  <p:pic>
                    <p:nvPicPr>
                      <p:cNvPr id="0" name="图片 26078"/>
                      <p:cNvPicPr>
                        <a:picLocks noChangeAspect="1"/>
                      </p:cNvPicPr>
                      <p:nvPr/>
                    </p:nvPicPr>
                    <p:blipFill>
                      <a:blip r:embed="rId20"/>
                      <a:stretch>
                        <a:fillRect/>
                      </a:stretch>
                    </p:blipFill>
                    <p:spPr>
                      <a:xfrm>
                        <a:off x="3886200" y="5238750"/>
                        <a:ext cx="1992313" cy="684213"/>
                      </a:xfrm>
                      <a:prstGeom prst="rect">
                        <a:avLst/>
                      </a:prstGeom>
                      <a:noFill/>
                      <a:ln w="9525">
                        <a:noFill/>
                      </a:ln>
                    </p:spPr>
                  </p:pic>
                </p:oleObj>
              </mc:Fallback>
            </mc:AlternateContent>
          </a:graphicData>
        </a:graphic>
      </p:graphicFrame>
      <p:graphicFrame>
        <p:nvGraphicFramePr>
          <p:cNvPr id="19" name="Object 23"/>
          <p:cNvGraphicFramePr>
            <a:graphicFrameLocks noChangeAspect="1"/>
          </p:cNvGraphicFramePr>
          <p:nvPr/>
        </p:nvGraphicFramePr>
        <p:xfrm>
          <a:off x="6499225" y="374015"/>
          <a:ext cx="2016125" cy="1149350"/>
        </p:xfrm>
        <a:graphic>
          <a:graphicData uri="http://schemas.openxmlformats.org/presentationml/2006/ole">
            <mc:AlternateContent xmlns:mc="http://schemas.openxmlformats.org/markup-compatibility/2006">
              <mc:Choice xmlns:v="urn:schemas-microsoft-com:vml" Requires="v">
                <p:oleObj spid="_x0000_s26080" name="Equation" r:id="rId21" imgW="48158400" imgH="27432000" progId="Equation.DSMT4">
                  <p:embed/>
                </p:oleObj>
              </mc:Choice>
              <mc:Fallback>
                <p:oleObj name="Equation" r:id="rId21" imgW="48158400" imgH="27432000" progId="Equation.DSMT4">
                  <p:embed/>
                  <p:pic>
                    <p:nvPicPr>
                      <p:cNvPr id="0" name="图片 26079"/>
                      <p:cNvPicPr>
                        <a:picLocks noChangeAspect="1"/>
                      </p:cNvPicPr>
                      <p:nvPr/>
                    </p:nvPicPr>
                    <p:blipFill>
                      <a:blip r:embed="rId22">
                        <a:biLevel thresh="50000"/>
                        <a:grayscl/>
                      </a:blip>
                      <a:stretch>
                        <a:fillRect/>
                      </a:stretch>
                    </p:blipFill>
                    <p:spPr>
                      <a:xfrm>
                        <a:off x="6499225" y="374015"/>
                        <a:ext cx="2016125" cy="1149350"/>
                      </a:xfrm>
                      <a:prstGeom prst="rect">
                        <a:avLst/>
                      </a:prstGeom>
                      <a:noFill/>
                      <a:ln w="9525">
                        <a:noFill/>
                      </a:ln>
                    </p:spPr>
                  </p:pic>
                </p:oleObj>
              </mc:Fallback>
            </mc:AlternateContent>
          </a:graphicData>
        </a:graphic>
      </p:graphicFrame>
      <p:sp>
        <p:nvSpPr>
          <p:cNvPr id="20" name="Text Box 24"/>
          <p:cNvSpPr txBox="1">
            <a:spLocks noChangeArrowheads="1"/>
          </p:cNvSpPr>
          <p:nvPr/>
        </p:nvSpPr>
        <p:spPr bwMode="auto">
          <a:xfrm>
            <a:off x="7759700" y="2983865"/>
            <a:ext cx="1143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故取</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1" name="Object 25"/>
          <p:cNvGraphicFramePr>
            <a:graphicFrameLocks noChangeAspect="1"/>
          </p:cNvGraphicFramePr>
          <p:nvPr/>
        </p:nvGraphicFramePr>
        <p:xfrm>
          <a:off x="2018030" y="3600450"/>
          <a:ext cx="2971800" cy="668338"/>
        </p:xfrm>
        <a:graphic>
          <a:graphicData uri="http://schemas.openxmlformats.org/presentationml/2006/ole">
            <mc:AlternateContent xmlns:mc="http://schemas.openxmlformats.org/markup-compatibility/2006">
              <mc:Choice xmlns:v="urn:schemas-microsoft-com:vml" Requires="v">
                <p:oleObj spid="_x0000_s26081" name="Equation" r:id="rId23" imgW="71018400" imgH="15849600" progId="Equation.DSMT4">
                  <p:embed/>
                </p:oleObj>
              </mc:Choice>
              <mc:Fallback>
                <p:oleObj name="Equation" r:id="rId23" imgW="71018400" imgH="15849600" progId="Equation.DSMT4">
                  <p:embed/>
                  <p:pic>
                    <p:nvPicPr>
                      <p:cNvPr id="0" name="图片 26080"/>
                      <p:cNvPicPr>
                        <a:picLocks noChangeAspect="1"/>
                      </p:cNvPicPr>
                      <p:nvPr/>
                    </p:nvPicPr>
                    <p:blipFill>
                      <a:blip r:embed="rId24"/>
                      <a:stretch>
                        <a:fillRect/>
                      </a:stretch>
                    </p:blipFill>
                    <p:spPr>
                      <a:xfrm>
                        <a:off x="2018030" y="3600450"/>
                        <a:ext cx="2971800" cy="668338"/>
                      </a:xfrm>
                      <a:prstGeom prst="rect">
                        <a:avLst/>
                      </a:prstGeom>
                      <a:noFill/>
                      <a:ln w="9525">
                        <a:noFill/>
                      </a:ln>
                    </p:spPr>
                  </p:pic>
                </p:oleObj>
              </mc:Fallback>
            </mc:AlternateContent>
          </a:graphicData>
        </a:graphic>
      </p:graphicFrame>
      <p:sp>
        <p:nvSpPr>
          <p:cNvPr id="22" name="Text Box 26"/>
          <p:cNvSpPr txBox="1">
            <a:spLocks noChangeArrowheads="1"/>
          </p:cNvSpPr>
          <p:nvPr/>
        </p:nvSpPr>
        <p:spPr bwMode="auto">
          <a:xfrm>
            <a:off x="5130165" y="3668078"/>
            <a:ext cx="1219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则当</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3" name="Object 27"/>
          <p:cNvGraphicFramePr>
            <a:graphicFrameLocks noChangeAspect="1"/>
          </p:cNvGraphicFramePr>
          <p:nvPr/>
        </p:nvGraphicFramePr>
        <p:xfrm>
          <a:off x="6022658" y="3692525"/>
          <a:ext cx="2105025" cy="495300"/>
        </p:xfrm>
        <a:graphic>
          <a:graphicData uri="http://schemas.openxmlformats.org/presentationml/2006/ole">
            <mc:AlternateContent xmlns:mc="http://schemas.openxmlformats.org/markup-compatibility/2006">
              <mc:Choice xmlns:v="urn:schemas-microsoft-com:vml" Requires="v">
                <p:oleObj spid="_x0000_s26082" name="Equation" r:id="rId25" imgW="50292000" imgH="11582400" progId="Equation.DSMT4">
                  <p:embed/>
                </p:oleObj>
              </mc:Choice>
              <mc:Fallback>
                <p:oleObj name="Equation" r:id="rId25" imgW="50292000" imgH="11582400" progId="Equation.DSMT4">
                  <p:embed/>
                  <p:pic>
                    <p:nvPicPr>
                      <p:cNvPr id="0" name="图片 26081"/>
                      <p:cNvPicPr>
                        <a:picLocks noChangeAspect="1"/>
                      </p:cNvPicPr>
                      <p:nvPr/>
                    </p:nvPicPr>
                    <p:blipFill>
                      <a:blip r:embed="rId26"/>
                      <a:stretch>
                        <a:fillRect/>
                      </a:stretch>
                    </p:blipFill>
                    <p:spPr>
                      <a:xfrm>
                        <a:off x="6022658" y="3692525"/>
                        <a:ext cx="2105025" cy="495300"/>
                      </a:xfrm>
                      <a:prstGeom prst="rect">
                        <a:avLst/>
                      </a:prstGeom>
                      <a:noFill/>
                      <a:ln w="9525">
                        <a:noFill/>
                      </a:ln>
                    </p:spPr>
                  </p:pic>
                </p:oleObj>
              </mc:Fallback>
            </mc:AlternateContent>
          </a:graphicData>
        </a:graphic>
      </p:graphicFrame>
      <p:sp>
        <p:nvSpPr>
          <p:cNvPr id="24" name="Text Box 28"/>
          <p:cNvSpPr txBox="1">
            <a:spLocks noChangeArrowheads="1"/>
          </p:cNvSpPr>
          <p:nvPr/>
        </p:nvSpPr>
        <p:spPr bwMode="auto">
          <a:xfrm>
            <a:off x="8128000" y="3678873"/>
            <a:ext cx="838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5" name="Object 29"/>
          <p:cNvGraphicFramePr>
            <a:graphicFrameLocks noChangeAspect="1"/>
          </p:cNvGraphicFramePr>
          <p:nvPr/>
        </p:nvGraphicFramePr>
        <p:xfrm>
          <a:off x="5130165" y="2980055"/>
          <a:ext cx="1585913" cy="496888"/>
        </p:xfrm>
        <a:graphic>
          <a:graphicData uri="http://schemas.openxmlformats.org/presentationml/2006/ole">
            <mc:AlternateContent xmlns:mc="http://schemas.openxmlformats.org/markup-compatibility/2006">
              <mc:Choice xmlns:v="urn:schemas-microsoft-com:vml" Requires="v">
                <p:oleObj spid="_x0000_s26083" name="Equation" r:id="rId27" imgW="37795200" imgH="11582400" progId="Equation.DSMT4">
                  <p:embed/>
                </p:oleObj>
              </mc:Choice>
              <mc:Fallback>
                <p:oleObj name="Equation" r:id="rId27" imgW="37795200" imgH="11582400" progId="Equation.DSMT4">
                  <p:embed/>
                  <p:pic>
                    <p:nvPicPr>
                      <p:cNvPr id="0" name="图片 26082"/>
                      <p:cNvPicPr>
                        <a:picLocks noChangeAspect="1"/>
                      </p:cNvPicPr>
                      <p:nvPr/>
                    </p:nvPicPr>
                    <p:blipFill>
                      <a:blip r:embed="rId28">
                        <a:biLevel thresh="50000"/>
                        <a:grayscl/>
                      </a:blip>
                      <a:stretch>
                        <a:fillRect/>
                      </a:stretch>
                    </p:blipFill>
                    <p:spPr>
                      <a:xfrm>
                        <a:off x="5130165" y="2980055"/>
                        <a:ext cx="1585913" cy="496888"/>
                      </a:xfrm>
                      <a:prstGeom prst="rect">
                        <a:avLst/>
                      </a:prstGeom>
                      <a:noFill/>
                      <a:ln w="9525">
                        <a:noFill/>
                      </a:ln>
                    </p:spPr>
                  </p:pic>
                </p:oleObj>
              </mc:Fallback>
            </mc:AlternateContent>
          </a:graphicData>
        </a:graphic>
      </p:graphicFrame>
      <p:sp>
        <p:nvSpPr>
          <p:cNvPr id="26" name="Text Box 30"/>
          <p:cNvSpPr txBox="1">
            <a:spLocks noChangeArrowheads="1"/>
          </p:cNvSpPr>
          <p:nvPr/>
        </p:nvSpPr>
        <p:spPr bwMode="auto">
          <a:xfrm>
            <a:off x="6716395" y="2983865"/>
            <a:ext cx="1295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保证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 name="Text Box 31"/>
          <p:cNvSpPr txBox="1">
            <a:spLocks noChangeArrowheads="1"/>
          </p:cNvSpPr>
          <p:nvPr/>
        </p:nvSpPr>
        <p:spPr bwMode="auto">
          <a:xfrm>
            <a:off x="8810625" y="3692525"/>
            <a:ext cx="1143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必有</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28" name="Group 32"/>
          <p:cNvGrpSpPr/>
          <p:nvPr/>
        </p:nvGrpSpPr>
        <p:grpSpPr bwMode="auto">
          <a:xfrm>
            <a:off x="6934201" y="5486407"/>
            <a:ext cx="3344863" cy="436563"/>
            <a:chOff x="3360" y="3696"/>
            <a:chExt cx="2107" cy="275"/>
          </a:xfrm>
        </p:grpSpPr>
        <p:sp>
          <p:nvSpPr>
            <p:cNvPr id="29" name="Line 33"/>
            <p:cNvSpPr>
              <a:spLocks noChangeShapeType="1"/>
            </p:cNvSpPr>
            <p:nvPr/>
          </p:nvSpPr>
          <p:spPr bwMode="auto">
            <a:xfrm>
              <a:off x="3360" y="3744"/>
              <a:ext cx="2064"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 name="Line 34"/>
            <p:cNvSpPr>
              <a:spLocks noChangeShapeType="1"/>
            </p:cNvSpPr>
            <p:nvPr/>
          </p:nvSpPr>
          <p:spPr bwMode="auto">
            <a:xfrm>
              <a:off x="3600" y="3696"/>
              <a:ext cx="0"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1" name="Object 35"/>
            <p:cNvGraphicFramePr>
              <a:graphicFrameLocks noChangeAspect="1"/>
            </p:cNvGraphicFramePr>
            <p:nvPr/>
          </p:nvGraphicFramePr>
          <p:xfrm>
            <a:off x="3502" y="3749"/>
            <a:ext cx="205" cy="214"/>
          </p:xfrm>
          <a:graphic>
            <a:graphicData uri="http://schemas.openxmlformats.org/presentationml/2006/ole">
              <mc:AlternateContent xmlns:mc="http://schemas.openxmlformats.org/markup-compatibility/2006">
                <mc:Choice xmlns:v="urn:schemas-microsoft-com:vml" Requires="v">
                  <p:oleObj spid="_x0000_s26084" name="Equation" r:id="rId29" imgW="3048000" imgH="3352800" progId="Equation.DSMT4">
                    <p:embed/>
                  </p:oleObj>
                </mc:Choice>
                <mc:Fallback>
                  <p:oleObj name="Equation" r:id="rId29" imgW="3048000" imgH="3352800" progId="Equation.DSMT4">
                    <p:embed/>
                    <p:pic>
                      <p:nvPicPr>
                        <p:cNvPr id="0" name="图片 26083"/>
                        <p:cNvPicPr>
                          <a:picLocks noChangeAspect="1"/>
                        </p:cNvPicPr>
                        <p:nvPr/>
                      </p:nvPicPr>
                      <p:blipFill>
                        <a:blip r:embed="rId30"/>
                        <a:stretch>
                          <a:fillRect/>
                        </a:stretch>
                      </p:blipFill>
                      <p:spPr>
                        <a:xfrm>
                          <a:off x="3502" y="3749"/>
                          <a:ext cx="205" cy="214"/>
                        </a:xfrm>
                        <a:prstGeom prst="rect">
                          <a:avLst/>
                        </a:prstGeom>
                        <a:noFill/>
                        <a:ln w="9525">
                          <a:noFill/>
                        </a:ln>
                      </p:spPr>
                    </p:pic>
                  </p:oleObj>
                </mc:Fallback>
              </mc:AlternateContent>
            </a:graphicData>
          </a:graphic>
        </p:graphicFrame>
        <p:graphicFrame>
          <p:nvGraphicFramePr>
            <p:cNvPr id="32" name="Object 36"/>
            <p:cNvGraphicFramePr>
              <a:graphicFrameLocks noChangeAspect="1"/>
            </p:cNvGraphicFramePr>
            <p:nvPr/>
          </p:nvGraphicFramePr>
          <p:xfrm>
            <a:off x="5262" y="3756"/>
            <a:ext cx="205" cy="215"/>
          </p:xfrm>
          <a:graphic>
            <a:graphicData uri="http://schemas.openxmlformats.org/presentationml/2006/ole">
              <mc:AlternateContent xmlns:mc="http://schemas.openxmlformats.org/markup-compatibility/2006">
                <mc:Choice xmlns:v="urn:schemas-microsoft-com:vml" Requires="v">
                  <p:oleObj spid="_x0000_s26085" name="Equation" r:id="rId31" imgW="3048000" imgH="3352800" progId="Equation.DSMT4">
                    <p:embed/>
                  </p:oleObj>
                </mc:Choice>
                <mc:Fallback>
                  <p:oleObj name="Equation" r:id="rId31" imgW="3048000" imgH="3352800" progId="Equation.DSMT4">
                    <p:embed/>
                    <p:pic>
                      <p:nvPicPr>
                        <p:cNvPr id="0" name="图片 26084"/>
                        <p:cNvPicPr>
                          <a:picLocks noChangeAspect="1"/>
                        </p:cNvPicPr>
                        <p:nvPr/>
                      </p:nvPicPr>
                      <p:blipFill>
                        <a:blip r:embed="rId32"/>
                        <a:stretch>
                          <a:fillRect/>
                        </a:stretch>
                      </p:blipFill>
                      <p:spPr>
                        <a:xfrm>
                          <a:off x="5262" y="3756"/>
                          <a:ext cx="205" cy="215"/>
                        </a:xfrm>
                        <a:prstGeom prst="rect">
                          <a:avLst/>
                        </a:prstGeom>
                        <a:noFill/>
                        <a:ln w="9525">
                          <a:noFill/>
                        </a:ln>
                      </p:spPr>
                    </p:pic>
                  </p:oleObj>
                </mc:Fallback>
              </mc:AlternateContent>
            </a:graphicData>
          </a:graphic>
        </p:graphicFrame>
      </p:grpSp>
      <p:grpSp>
        <p:nvGrpSpPr>
          <p:cNvPr id="33" name="Group 37"/>
          <p:cNvGrpSpPr/>
          <p:nvPr/>
        </p:nvGrpSpPr>
        <p:grpSpPr bwMode="auto">
          <a:xfrm>
            <a:off x="8699500" y="5486405"/>
            <a:ext cx="355600" cy="431800"/>
            <a:chOff x="4472" y="3696"/>
            <a:chExt cx="224" cy="272"/>
          </a:xfrm>
        </p:grpSpPr>
        <p:sp>
          <p:nvSpPr>
            <p:cNvPr id="34" name="Line 38"/>
            <p:cNvSpPr>
              <a:spLocks noChangeShapeType="1"/>
            </p:cNvSpPr>
            <p:nvPr/>
          </p:nvSpPr>
          <p:spPr bwMode="auto">
            <a:xfrm>
              <a:off x="4560" y="3696"/>
              <a:ext cx="0"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5" name="Object 39"/>
            <p:cNvGraphicFramePr>
              <a:graphicFrameLocks noChangeAspect="1"/>
            </p:cNvGraphicFramePr>
            <p:nvPr/>
          </p:nvGraphicFramePr>
          <p:xfrm>
            <a:off x="4472" y="3696"/>
            <a:ext cx="224" cy="272"/>
          </p:xfrm>
          <a:graphic>
            <a:graphicData uri="http://schemas.openxmlformats.org/presentationml/2006/ole">
              <mc:AlternateContent xmlns:mc="http://schemas.openxmlformats.org/markup-compatibility/2006">
                <mc:Choice xmlns:v="urn:schemas-microsoft-com:vml" Requires="v">
                  <p:oleObj spid="_x0000_s26086" name="Equation" r:id="rId33" imgW="8534400" imgH="10363200" progId="Equation.DSMT4">
                    <p:embed/>
                  </p:oleObj>
                </mc:Choice>
                <mc:Fallback>
                  <p:oleObj name="Equation" r:id="rId33" imgW="8534400" imgH="10363200" progId="Equation.DSMT4">
                    <p:embed/>
                    <p:pic>
                      <p:nvPicPr>
                        <p:cNvPr id="0" name="图片 26085"/>
                        <p:cNvPicPr>
                          <a:picLocks noChangeAspect="1"/>
                        </p:cNvPicPr>
                        <p:nvPr/>
                      </p:nvPicPr>
                      <p:blipFill>
                        <a:blip r:embed="rId34"/>
                        <a:stretch>
                          <a:fillRect/>
                        </a:stretch>
                      </p:blipFill>
                      <p:spPr>
                        <a:xfrm>
                          <a:off x="4472" y="3696"/>
                          <a:ext cx="224" cy="272"/>
                        </a:xfrm>
                        <a:prstGeom prst="rect">
                          <a:avLst/>
                        </a:prstGeom>
                        <a:noFill/>
                        <a:ln w="9525">
                          <a:noFill/>
                        </a:ln>
                      </p:spPr>
                    </p:pic>
                  </p:oleObj>
                </mc:Fallback>
              </mc:AlternateContent>
            </a:graphicData>
          </a:graphic>
        </p:graphicFrame>
      </p:grpSp>
      <p:grpSp>
        <p:nvGrpSpPr>
          <p:cNvPr id="36" name="Group 40"/>
          <p:cNvGrpSpPr/>
          <p:nvPr/>
        </p:nvGrpSpPr>
        <p:grpSpPr bwMode="auto">
          <a:xfrm>
            <a:off x="8128011" y="5486400"/>
            <a:ext cx="228600" cy="381000"/>
            <a:chOff x="3983" y="3696"/>
            <a:chExt cx="144" cy="240"/>
          </a:xfrm>
        </p:grpSpPr>
        <p:graphicFrame>
          <p:nvGraphicFramePr>
            <p:cNvPr id="37" name="Object 41"/>
            <p:cNvGraphicFramePr>
              <a:graphicFrameLocks noChangeAspect="1"/>
            </p:cNvGraphicFramePr>
            <p:nvPr/>
          </p:nvGraphicFramePr>
          <p:xfrm>
            <a:off x="3983" y="3744"/>
            <a:ext cx="144" cy="192"/>
          </p:xfrm>
          <a:graphic>
            <a:graphicData uri="http://schemas.openxmlformats.org/presentationml/2006/ole">
              <mc:AlternateContent xmlns:mc="http://schemas.openxmlformats.org/markup-compatibility/2006">
                <mc:Choice xmlns:v="urn:schemas-microsoft-com:vml" Requires="v">
                  <p:oleObj spid="_x0000_s26087" name="Equation" r:id="rId35" imgW="5486400" imgH="7315200" progId="Equation.DSMT4">
                    <p:embed/>
                  </p:oleObj>
                </mc:Choice>
                <mc:Fallback>
                  <p:oleObj name="Equation" r:id="rId35" imgW="5486400" imgH="7315200" progId="Equation.DSMT4">
                    <p:embed/>
                    <p:pic>
                      <p:nvPicPr>
                        <p:cNvPr id="0" name="图片 26086"/>
                        <p:cNvPicPr>
                          <a:picLocks noChangeAspect="1"/>
                        </p:cNvPicPr>
                        <p:nvPr/>
                      </p:nvPicPr>
                      <p:blipFill>
                        <a:blip r:embed="rId36"/>
                        <a:stretch>
                          <a:fillRect/>
                        </a:stretch>
                      </p:blipFill>
                      <p:spPr>
                        <a:xfrm>
                          <a:off x="3983" y="3744"/>
                          <a:ext cx="144" cy="192"/>
                        </a:xfrm>
                        <a:prstGeom prst="rect">
                          <a:avLst/>
                        </a:prstGeom>
                        <a:noFill/>
                        <a:ln w="9525">
                          <a:noFill/>
                        </a:ln>
                      </p:spPr>
                    </p:pic>
                  </p:oleObj>
                </mc:Fallback>
              </mc:AlternateContent>
            </a:graphicData>
          </a:graphic>
        </p:graphicFrame>
        <p:sp>
          <p:nvSpPr>
            <p:cNvPr id="38" name="Line 42"/>
            <p:cNvSpPr>
              <a:spLocks noChangeShapeType="1"/>
            </p:cNvSpPr>
            <p:nvPr/>
          </p:nvSpPr>
          <p:spPr bwMode="auto">
            <a:xfrm>
              <a:off x="4032" y="3696"/>
              <a:ext cx="0" cy="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left)">
                                      <p:cBhvr>
                                        <p:cTn id="31" dur="500"/>
                                        <p:tgtEl>
                                          <p:spTgt spid="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left)">
                                      <p:cBhvr>
                                        <p:cTn id="36" dur="500"/>
                                        <p:tgtEl>
                                          <p:spTgt spid="16"/>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left)">
                                      <p:cBhvr>
                                        <p:cTn id="40" dur="500"/>
                                        <p:tgtEl>
                                          <p:spTgt spid="17"/>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wipe(left)">
                                      <p:cBhvr>
                                        <p:cTn id="44" dur="500"/>
                                        <p:tgtEl>
                                          <p:spTgt spid="8"/>
                                        </p:tgtEl>
                                      </p:cBhvr>
                                    </p:animEffect>
                                  </p:childTnLst>
                                </p:cTn>
                              </p:par>
                            </p:childTnLst>
                          </p:cTn>
                        </p:par>
                        <p:par>
                          <p:cTn id="45" fill="hold">
                            <p:stCondLst>
                              <p:cond delay="1500"/>
                            </p:stCondLst>
                            <p:childTnLst>
                              <p:par>
                                <p:cTn id="46" presetID="22" presetClass="entr" presetSubtype="8" fill="hold" nodeType="after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wipe(left)">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left)">
                                      <p:cBhvr>
                                        <p:cTn id="53" dur="500"/>
                                        <p:tgtEl>
                                          <p:spTgt spid="10"/>
                                        </p:tgtEl>
                                      </p:cBhvr>
                                    </p:animEffect>
                                  </p:childTnLst>
                                </p:cTn>
                              </p:par>
                            </p:childTnLst>
                          </p:cTn>
                        </p:par>
                        <p:par>
                          <p:cTn id="54" fill="hold">
                            <p:stCondLst>
                              <p:cond delay="500"/>
                            </p:stCondLst>
                            <p:childTnLst>
                              <p:par>
                                <p:cTn id="55" presetID="22" presetClass="entr" presetSubtype="8" fill="hold" nodeType="after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left)">
                                      <p:cBhvr>
                                        <p:cTn id="57" dur="500"/>
                                        <p:tgtEl>
                                          <p:spTgt spid="1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wipe(left)">
                                      <p:cBhvr>
                                        <p:cTn id="62" dur="5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wipe(left)">
                                      <p:cBhvr>
                                        <p:cTn id="67" dur="500"/>
                                        <p:tgtEl>
                                          <p:spTgt spid="3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wipe(left)">
                                      <p:cBhvr>
                                        <p:cTn id="72" dur="500"/>
                                        <p:tgtEl>
                                          <p:spTgt spid="36"/>
                                        </p:tgtEl>
                                      </p:cBhvr>
                                    </p:animEffect>
                                  </p:childTnLst>
                                </p:cTn>
                              </p:par>
                            </p:childTnLst>
                          </p:cTn>
                        </p:par>
                        <p:par>
                          <p:cTn id="73" fill="hold">
                            <p:stCondLst>
                              <p:cond delay="500"/>
                            </p:stCondLst>
                            <p:childTnLst>
                              <p:par>
                                <p:cTn id="74" presetID="22" presetClass="entr" presetSubtype="8" fill="hold" grpId="0" nodeType="afterEffect">
                                  <p:stCondLst>
                                    <p:cond delay="0"/>
                                  </p:stCondLst>
                                  <p:childTnLst>
                                    <p:set>
                                      <p:cBhvr>
                                        <p:cTn id="75" dur="1" fill="hold">
                                          <p:stCondLst>
                                            <p:cond delay="0"/>
                                          </p:stCondLst>
                                        </p:cTn>
                                        <p:tgtEl>
                                          <p:spTgt spid="12"/>
                                        </p:tgtEl>
                                        <p:attrNameLst>
                                          <p:attrName>style.visibility</p:attrName>
                                        </p:attrNameLst>
                                      </p:cBhvr>
                                      <p:to>
                                        <p:strVal val="visible"/>
                                      </p:to>
                                    </p:set>
                                    <p:animEffect transition="in" filter="wipe(left)">
                                      <p:cBhvr>
                                        <p:cTn id="76" dur="500"/>
                                        <p:tgtEl>
                                          <p:spTgt spid="12"/>
                                        </p:tgtEl>
                                      </p:cBhvr>
                                    </p:animEffect>
                                  </p:childTnLst>
                                </p:cTn>
                              </p:par>
                            </p:childTnLst>
                          </p:cTn>
                        </p:par>
                        <p:par>
                          <p:cTn id="77" fill="hold">
                            <p:stCondLst>
                              <p:cond delay="1000"/>
                            </p:stCondLst>
                            <p:childTnLst>
                              <p:par>
                                <p:cTn id="78" presetID="22" presetClass="entr" presetSubtype="8" fill="hold" nodeType="after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wipe(left)">
                                      <p:cBhvr>
                                        <p:cTn id="80" dur="500"/>
                                        <p:tgtEl>
                                          <p:spTgt spid="25"/>
                                        </p:tgtEl>
                                      </p:cBhvr>
                                    </p:animEffect>
                                  </p:childTnLst>
                                </p:cTn>
                              </p:par>
                            </p:childTnLst>
                          </p:cTn>
                        </p:par>
                        <p:par>
                          <p:cTn id="81" fill="hold">
                            <p:stCondLst>
                              <p:cond delay="1500"/>
                            </p:stCondLst>
                            <p:childTnLst>
                              <p:par>
                                <p:cTn id="82" presetID="22" presetClass="entr" presetSubtype="8" fill="hold" grpId="0" nodeType="afterEffect">
                                  <p:stCondLst>
                                    <p:cond delay="0"/>
                                  </p:stCondLst>
                                  <p:childTnLst>
                                    <p:set>
                                      <p:cBhvr>
                                        <p:cTn id="83" dur="1" fill="hold">
                                          <p:stCondLst>
                                            <p:cond delay="0"/>
                                          </p:stCondLst>
                                        </p:cTn>
                                        <p:tgtEl>
                                          <p:spTgt spid="26"/>
                                        </p:tgtEl>
                                        <p:attrNameLst>
                                          <p:attrName>style.visibility</p:attrName>
                                        </p:attrNameLst>
                                      </p:cBhvr>
                                      <p:to>
                                        <p:strVal val="visible"/>
                                      </p:to>
                                    </p:set>
                                    <p:animEffect transition="in" filter="wipe(left)">
                                      <p:cBhvr>
                                        <p:cTn id="84" dur="500"/>
                                        <p:tgtEl>
                                          <p:spTgt spid="26"/>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wipe(left)">
                                      <p:cBhvr>
                                        <p:cTn id="89" dur="500"/>
                                        <p:tgtEl>
                                          <p:spTgt spid="20"/>
                                        </p:tgtEl>
                                      </p:cBhvr>
                                    </p:animEffect>
                                  </p:childTnLst>
                                </p:cTn>
                              </p:par>
                            </p:childTnLst>
                          </p:cTn>
                        </p:par>
                        <p:par>
                          <p:cTn id="90" fill="hold">
                            <p:stCondLst>
                              <p:cond delay="500"/>
                            </p:stCondLst>
                            <p:childTnLst>
                              <p:par>
                                <p:cTn id="91" presetID="22" presetClass="entr" presetSubtype="8" fill="hold" nodeType="after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wipe(left)">
                                      <p:cBhvr>
                                        <p:cTn id="93" dur="500"/>
                                        <p:tgtEl>
                                          <p:spTgt spid="21"/>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22"/>
                                        </p:tgtEl>
                                        <p:attrNameLst>
                                          <p:attrName>style.visibility</p:attrName>
                                        </p:attrNameLst>
                                      </p:cBhvr>
                                      <p:to>
                                        <p:strVal val="visible"/>
                                      </p:to>
                                    </p:set>
                                    <p:animEffect transition="in" filter="wipe(left)">
                                      <p:cBhvr>
                                        <p:cTn id="98" dur="500"/>
                                        <p:tgtEl>
                                          <p:spTgt spid="22"/>
                                        </p:tgtEl>
                                      </p:cBhvr>
                                    </p:animEffect>
                                  </p:childTnLst>
                                </p:cTn>
                              </p:par>
                            </p:childTnLst>
                          </p:cTn>
                        </p:par>
                        <p:par>
                          <p:cTn id="99" fill="hold">
                            <p:stCondLst>
                              <p:cond delay="500"/>
                            </p:stCondLst>
                            <p:childTnLst>
                              <p:par>
                                <p:cTn id="100" presetID="22" presetClass="entr" presetSubtype="8" fill="hold" nodeType="after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wipe(left)">
                                      <p:cBhvr>
                                        <p:cTn id="102" dur="500"/>
                                        <p:tgtEl>
                                          <p:spTgt spid="23"/>
                                        </p:tgtEl>
                                      </p:cBhvr>
                                    </p:animEffect>
                                  </p:childTnLst>
                                </p:cTn>
                              </p:par>
                            </p:childTnLst>
                          </p:cTn>
                        </p:par>
                        <p:par>
                          <p:cTn id="103" fill="hold">
                            <p:stCondLst>
                              <p:cond delay="1000"/>
                            </p:stCondLst>
                            <p:childTnLst>
                              <p:par>
                                <p:cTn id="104" presetID="22" presetClass="entr" presetSubtype="8" fill="hold" grpId="0" nodeType="after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wipe(left)">
                                      <p:cBhvr>
                                        <p:cTn id="106" dur="500"/>
                                        <p:tgtEl>
                                          <p:spTgt spid="24"/>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27"/>
                                        </p:tgtEl>
                                        <p:attrNameLst>
                                          <p:attrName>style.visibility</p:attrName>
                                        </p:attrNameLst>
                                      </p:cBhvr>
                                      <p:to>
                                        <p:strVal val="visible"/>
                                      </p:to>
                                    </p:set>
                                    <p:animEffect transition="in" filter="wipe(left)">
                                      <p:cBhvr>
                                        <p:cTn id="111" dur="500"/>
                                        <p:tgtEl>
                                          <p:spTgt spid="27"/>
                                        </p:tgtEl>
                                      </p:cBhvr>
                                    </p:animEffect>
                                  </p:childTnLst>
                                </p:cTn>
                              </p:par>
                            </p:childTnLst>
                          </p:cTn>
                        </p:par>
                        <p:par>
                          <p:cTn id="112" fill="hold">
                            <p:stCondLst>
                              <p:cond delay="500"/>
                            </p:stCondLst>
                            <p:childTnLst>
                              <p:par>
                                <p:cTn id="113" presetID="22" presetClass="entr" presetSubtype="8" fill="hold" nodeType="afterEffect">
                                  <p:stCondLst>
                                    <p:cond delay="0"/>
                                  </p:stCondLst>
                                  <p:childTnLst>
                                    <p:set>
                                      <p:cBhvr>
                                        <p:cTn id="114" dur="1" fill="hold">
                                          <p:stCondLst>
                                            <p:cond delay="0"/>
                                          </p:stCondLst>
                                        </p:cTn>
                                        <p:tgtEl>
                                          <p:spTgt spid="13"/>
                                        </p:tgtEl>
                                        <p:attrNameLst>
                                          <p:attrName>style.visibility</p:attrName>
                                        </p:attrNameLst>
                                      </p:cBhvr>
                                      <p:to>
                                        <p:strVal val="visible"/>
                                      </p:to>
                                    </p:set>
                                    <p:animEffect transition="in" filter="wipe(left)">
                                      <p:cBhvr>
                                        <p:cTn id="115" dur="500"/>
                                        <p:tgtEl>
                                          <p:spTgt spid="13"/>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14"/>
                                        </p:tgtEl>
                                        <p:attrNameLst>
                                          <p:attrName>style.visibility</p:attrName>
                                        </p:attrNameLst>
                                      </p:cBhvr>
                                      <p:to>
                                        <p:strVal val="visible"/>
                                      </p:to>
                                    </p:set>
                                    <p:animEffect transition="in" filter="wipe(left)">
                                      <p:cBhvr>
                                        <p:cTn id="120" dur="500"/>
                                        <p:tgtEl>
                                          <p:spTgt spid="14"/>
                                        </p:tgtEl>
                                      </p:cBhvr>
                                    </p:animEffect>
                                  </p:childTnLst>
                                </p:cTn>
                              </p:par>
                            </p:childTnLst>
                          </p:cTn>
                        </p:par>
                        <p:par>
                          <p:cTn id="121" fill="hold">
                            <p:stCondLst>
                              <p:cond delay="500"/>
                            </p:stCondLst>
                            <p:childTnLst>
                              <p:par>
                                <p:cTn id="122" presetID="22" presetClass="entr" presetSubtype="8" fill="hold" nodeType="afterEffect">
                                  <p:stCondLst>
                                    <p:cond delay="0"/>
                                  </p:stCondLst>
                                  <p:childTnLst>
                                    <p:set>
                                      <p:cBhvr>
                                        <p:cTn id="123" dur="1" fill="hold">
                                          <p:stCondLst>
                                            <p:cond delay="0"/>
                                          </p:stCondLst>
                                        </p:cTn>
                                        <p:tgtEl>
                                          <p:spTgt spid="18"/>
                                        </p:tgtEl>
                                        <p:attrNameLst>
                                          <p:attrName>style.visibility</p:attrName>
                                        </p:attrNameLst>
                                      </p:cBhvr>
                                      <p:to>
                                        <p:strVal val="visible"/>
                                      </p:to>
                                    </p:set>
                                    <p:animEffect transition="in" filter="wipe(left)">
                                      <p:cBhvr>
                                        <p:cTn id="12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P spid="8" grpId="0" bldLvl="0" animBg="1" autoUpdateAnimBg="0"/>
      <p:bldP spid="10" grpId="0" bldLvl="0" animBg="1" autoUpdateAnimBg="0"/>
      <p:bldP spid="12" grpId="0" bldLvl="0" animBg="1" autoUpdateAnimBg="0"/>
      <p:bldP spid="14" grpId="0" bldLvl="0" animBg="1" autoUpdateAnimBg="0"/>
      <p:bldP spid="16" grpId="0" bldLvl="0" animBg="1" autoUpdateAnimBg="0"/>
      <p:bldP spid="20" grpId="0" bldLvl="0" animBg="1" autoUpdateAnimBg="0"/>
      <p:bldP spid="22" grpId="0" bldLvl="0" animBg="1" autoUpdateAnimBg="0"/>
      <p:bldP spid="24" grpId="0" bldLvl="0" animBg="1" autoUpdateAnimBg="0"/>
      <p:bldP spid="26" grpId="0" bldLvl="0" animBg="1" autoUpdateAnimBg="0"/>
      <p:bldP spid="27" grpId="0" bldLvl="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402080" y="348298"/>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4</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Text Box 4"/>
          <p:cNvSpPr txBox="1">
            <a:spLocks noChangeArrowheads="1"/>
          </p:cNvSpPr>
          <p:nvPr/>
        </p:nvSpPr>
        <p:spPr bwMode="auto">
          <a:xfrm>
            <a:off x="2308860" y="1236663"/>
            <a:ext cx="2820988"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pitchFamily="49" charset="-122"/>
                <a:cs typeface="Times New Roman" panose="02020603050405020304" pitchFamily="18" charset="0"/>
              </a:rPr>
              <a:t>先将</a:t>
            </a:r>
            <a:r>
              <a:rPr lang="en-US" altLang="zh-CN" sz="2800" b="1" i="1">
                <a:latin typeface="Times New Roman" panose="02020603050405020304" pitchFamily="18" charset="0"/>
                <a:ea typeface="黑体" panose="02010609060101010101" pitchFamily="49" charset="-122"/>
                <a:cs typeface="Times New Roman" panose="02020603050405020304" pitchFamily="18" charset="0"/>
              </a:rPr>
              <a:t>x</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限于</a:t>
            </a:r>
            <a:endParaRPr kumimoji="1" lang="en-US" altLang="zh-CN" sz="2800" b="1">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2"/>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 name="对象 5"/>
          <p:cNvGraphicFramePr>
            <a:graphicFrameLocks noChangeAspect="1"/>
          </p:cNvGraphicFramePr>
          <p:nvPr/>
        </p:nvGraphicFramePr>
        <p:xfrm>
          <a:off x="4146233" y="962660"/>
          <a:ext cx="1778000" cy="889000"/>
        </p:xfrm>
        <a:graphic>
          <a:graphicData uri="http://schemas.openxmlformats.org/presentationml/2006/ole">
            <mc:AlternateContent xmlns:mc="http://schemas.openxmlformats.org/markup-compatibility/2006">
              <mc:Choice xmlns:v="urn:schemas-microsoft-com:vml" Requires="v">
                <p:oleObj spid="_x0000_s26625" name="Equation" r:id="rId1" imgW="42672000" imgH="21336000" progId="Equation.DSMT4">
                  <p:embed/>
                </p:oleObj>
              </mc:Choice>
              <mc:Fallback>
                <p:oleObj name="Equation" r:id="rId1" imgW="42672000" imgH="21336000" progId="Equation.DSMT4">
                  <p:embed/>
                  <p:pic>
                    <p:nvPicPr>
                      <p:cNvPr id="0" name="图片 26624"/>
                      <p:cNvPicPr>
                        <a:picLocks noChangeAspect="1"/>
                      </p:cNvPicPr>
                      <p:nvPr/>
                    </p:nvPicPr>
                    <p:blipFill>
                      <a:blip r:embed="rId2"/>
                      <a:stretch>
                        <a:fillRect/>
                      </a:stretch>
                    </p:blipFill>
                    <p:spPr>
                      <a:xfrm>
                        <a:off x="4146233" y="962660"/>
                        <a:ext cx="1778000" cy="889000"/>
                      </a:xfrm>
                      <a:prstGeom prst="rect">
                        <a:avLst/>
                      </a:prstGeom>
                      <a:noFill/>
                      <a:ln w="9525">
                        <a:noFill/>
                      </a:ln>
                    </p:spPr>
                  </p:pic>
                </p:oleObj>
              </mc:Fallback>
            </mc:AlternateContent>
          </a:graphicData>
        </a:graphic>
      </p:graphicFrame>
      <p:sp>
        <p:nvSpPr>
          <p:cNvPr id="6" name="TextBox 6"/>
          <p:cNvSpPr txBox="1">
            <a:spLocks noChangeArrowheads="1"/>
          </p:cNvSpPr>
          <p:nvPr/>
        </p:nvSpPr>
        <p:spPr bwMode="auto">
          <a:xfrm>
            <a:off x="5924233" y="1221423"/>
            <a:ext cx="13684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，则</a:t>
            </a:r>
            <a:endParaRPr kumimoji="1" lang="zh-CN" altLang="en-US" sz="2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Rectangle 4"/>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8" name="对象 8"/>
          <p:cNvGraphicFramePr>
            <a:graphicFrameLocks noChangeAspect="1"/>
          </p:cNvGraphicFramePr>
          <p:nvPr/>
        </p:nvGraphicFramePr>
        <p:xfrm>
          <a:off x="6862763" y="1038225"/>
          <a:ext cx="2725737" cy="889000"/>
        </p:xfrm>
        <a:graphic>
          <a:graphicData uri="http://schemas.openxmlformats.org/presentationml/2006/ole">
            <mc:AlternateContent xmlns:mc="http://schemas.openxmlformats.org/markup-compatibility/2006">
              <mc:Choice xmlns:v="urn:schemas-microsoft-com:vml" Requires="v">
                <p:oleObj spid="_x0000_s26809" name="Equation" r:id="rId3" imgW="65227200" imgH="21336000" progId="Equation.DSMT4">
                  <p:embed/>
                </p:oleObj>
              </mc:Choice>
              <mc:Fallback>
                <p:oleObj name="Equation" r:id="rId3" imgW="65227200" imgH="21336000" progId="Equation.DSMT4">
                  <p:embed/>
                  <p:pic>
                    <p:nvPicPr>
                      <p:cNvPr id="0" name="图片 26808"/>
                      <p:cNvPicPr>
                        <a:picLocks noChangeAspect="1"/>
                      </p:cNvPicPr>
                      <p:nvPr/>
                    </p:nvPicPr>
                    <p:blipFill>
                      <a:blip r:embed="rId4"/>
                      <a:stretch>
                        <a:fillRect/>
                      </a:stretch>
                    </p:blipFill>
                    <p:spPr>
                      <a:xfrm>
                        <a:off x="6862763" y="1038225"/>
                        <a:ext cx="2725737" cy="889000"/>
                      </a:xfrm>
                      <a:prstGeom prst="rect">
                        <a:avLst/>
                      </a:prstGeom>
                      <a:noFill/>
                      <a:ln w="9525">
                        <a:noFill/>
                      </a:ln>
                    </p:spPr>
                  </p:pic>
                </p:oleObj>
              </mc:Fallback>
            </mc:AlternateContent>
          </a:graphicData>
        </a:graphic>
      </p:graphicFrame>
      <p:sp>
        <p:nvSpPr>
          <p:cNvPr id="9" name="TextBox 9"/>
          <p:cNvSpPr txBox="1">
            <a:spLocks noChangeArrowheads="1"/>
          </p:cNvSpPr>
          <p:nvPr/>
        </p:nvSpPr>
        <p:spPr bwMode="auto">
          <a:xfrm>
            <a:off x="1670050" y="2125028"/>
            <a:ext cx="38893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于是，对于任给</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&gt;0,</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取</a:t>
            </a:r>
            <a:endParaRPr kumimoji="1" lang="zh-CN" altLang="en-US" sz="2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Rectangle 6"/>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1" name="对象 11"/>
          <p:cNvGraphicFramePr>
            <a:graphicFrameLocks noChangeAspect="1"/>
          </p:cNvGraphicFramePr>
          <p:nvPr/>
        </p:nvGraphicFramePr>
        <p:xfrm>
          <a:off x="5293678" y="1851343"/>
          <a:ext cx="3041650" cy="1200150"/>
        </p:xfrm>
        <a:graphic>
          <a:graphicData uri="http://schemas.openxmlformats.org/presentationml/2006/ole">
            <mc:AlternateContent xmlns:mc="http://schemas.openxmlformats.org/markup-compatibility/2006">
              <mc:Choice xmlns:v="urn:schemas-microsoft-com:vml" Requires="v">
                <p:oleObj spid="_x0000_s26810" name="Equation" r:id="rId5" imgW="72847200" imgH="28651200" progId="Equation.DSMT4">
                  <p:embed/>
                </p:oleObj>
              </mc:Choice>
              <mc:Fallback>
                <p:oleObj name="Equation" r:id="rId5" imgW="72847200" imgH="28651200" progId="Equation.DSMT4">
                  <p:embed/>
                  <p:pic>
                    <p:nvPicPr>
                      <p:cNvPr id="0" name="图片 26809"/>
                      <p:cNvPicPr>
                        <a:picLocks noChangeAspect="1"/>
                      </p:cNvPicPr>
                      <p:nvPr/>
                    </p:nvPicPr>
                    <p:blipFill>
                      <a:blip r:embed="rId6"/>
                      <a:stretch>
                        <a:fillRect/>
                      </a:stretch>
                    </p:blipFill>
                    <p:spPr>
                      <a:xfrm>
                        <a:off x="5293678" y="1851343"/>
                        <a:ext cx="3041650" cy="1200150"/>
                      </a:xfrm>
                      <a:prstGeom prst="rect">
                        <a:avLst/>
                      </a:prstGeom>
                      <a:noFill/>
                      <a:ln w="9525">
                        <a:noFill/>
                      </a:ln>
                    </p:spPr>
                  </p:pic>
                </p:oleObj>
              </mc:Fallback>
            </mc:AlternateContent>
          </a:graphicData>
        </a:graphic>
      </p:graphicFrame>
      <p:sp>
        <p:nvSpPr>
          <p:cNvPr id="12" name="TextBox 12"/>
          <p:cNvSpPr txBox="1">
            <a:spLocks noChangeArrowheads="1"/>
          </p:cNvSpPr>
          <p:nvPr/>
        </p:nvSpPr>
        <p:spPr bwMode="auto">
          <a:xfrm>
            <a:off x="8335645" y="2125345"/>
            <a:ext cx="13684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Rectangle 8"/>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4" name="对象 14"/>
          <p:cNvGraphicFramePr>
            <a:graphicFrameLocks noChangeAspect="1"/>
          </p:cNvGraphicFramePr>
          <p:nvPr/>
        </p:nvGraphicFramePr>
        <p:xfrm>
          <a:off x="1756728" y="2921000"/>
          <a:ext cx="2039937" cy="488950"/>
        </p:xfrm>
        <a:graphic>
          <a:graphicData uri="http://schemas.openxmlformats.org/presentationml/2006/ole">
            <mc:AlternateContent xmlns:mc="http://schemas.openxmlformats.org/markup-compatibility/2006">
              <mc:Choice xmlns:v="urn:schemas-microsoft-com:vml" Requires="v">
                <p:oleObj spid="_x0000_s26811" name="Equation" r:id="rId7" imgW="48768000" imgH="11582400" progId="Equation.DSMT4">
                  <p:embed/>
                </p:oleObj>
              </mc:Choice>
              <mc:Fallback>
                <p:oleObj name="Equation" r:id="rId7" imgW="48768000" imgH="11582400" progId="Equation.DSMT4">
                  <p:embed/>
                  <p:pic>
                    <p:nvPicPr>
                      <p:cNvPr id="0" name="图片 26810"/>
                      <p:cNvPicPr>
                        <a:picLocks noChangeAspect="1"/>
                      </p:cNvPicPr>
                      <p:nvPr/>
                    </p:nvPicPr>
                    <p:blipFill>
                      <a:blip r:embed="rId8"/>
                      <a:stretch>
                        <a:fillRect/>
                      </a:stretch>
                    </p:blipFill>
                    <p:spPr>
                      <a:xfrm>
                        <a:off x="1756728" y="2921000"/>
                        <a:ext cx="2039937" cy="488950"/>
                      </a:xfrm>
                      <a:prstGeom prst="rect">
                        <a:avLst/>
                      </a:prstGeom>
                      <a:noFill/>
                      <a:ln w="9525">
                        <a:noFill/>
                      </a:ln>
                    </p:spPr>
                  </p:pic>
                </p:oleObj>
              </mc:Fallback>
            </mc:AlternateContent>
          </a:graphicData>
        </a:graphic>
      </p:graphicFrame>
      <p:sp>
        <p:nvSpPr>
          <p:cNvPr id="15" name="TextBox 15"/>
          <p:cNvSpPr txBox="1">
            <a:spLocks noChangeArrowheads="1"/>
          </p:cNvSpPr>
          <p:nvPr/>
        </p:nvSpPr>
        <p:spPr bwMode="auto">
          <a:xfrm>
            <a:off x="3890963" y="2907983"/>
            <a:ext cx="9048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时</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6" name="Rectangle 10"/>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7" name="对象 17"/>
          <p:cNvGraphicFramePr>
            <a:graphicFrameLocks noChangeAspect="1"/>
          </p:cNvGraphicFramePr>
          <p:nvPr/>
        </p:nvGraphicFramePr>
        <p:xfrm>
          <a:off x="2868295" y="3584893"/>
          <a:ext cx="3916363" cy="1085850"/>
        </p:xfrm>
        <a:graphic>
          <a:graphicData uri="http://schemas.openxmlformats.org/presentationml/2006/ole">
            <mc:AlternateContent xmlns:mc="http://schemas.openxmlformats.org/markup-compatibility/2006">
              <mc:Choice xmlns:v="urn:schemas-microsoft-com:vml" Requires="v">
                <p:oleObj spid="_x0000_s26812" name="Equation" r:id="rId9" imgW="94183200" imgH="26212800" progId="Equation.DSMT4">
                  <p:embed/>
                </p:oleObj>
              </mc:Choice>
              <mc:Fallback>
                <p:oleObj name="Equation" r:id="rId9" imgW="94183200" imgH="26212800" progId="Equation.DSMT4">
                  <p:embed/>
                  <p:pic>
                    <p:nvPicPr>
                      <p:cNvPr id="0" name="图片 26811"/>
                      <p:cNvPicPr>
                        <a:picLocks noChangeAspect="1"/>
                      </p:cNvPicPr>
                      <p:nvPr/>
                    </p:nvPicPr>
                    <p:blipFill>
                      <a:blip r:embed="rId10"/>
                      <a:stretch>
                        <a:fillRect/>
                      </a:stretch>
                    </p:blipFill>
                    <p:spPr>
                      <a:xfrm>
                        <a:off x="2868295" y="3584893"/>
                        <a:ext cx="3916363" cy="1085850"/>
                      </a:xfrm>
                      <a:prstGeom prst="rect">
                        <a:avLst/>
                      </a:prstGeom>
                      <a:noFill/>
                      <a:ln w="9525">
                        <a:noFill/>
                      </a:ln>
                    </p:spPr>
                  </p:pic>
                </p:oleObj>
              </mc:Fallback>
            </mc:AlternateContent>
          </a:graphicData>
        </a:graphic>
      </p:graphicFrame>
      <p:sp>
        <p:nvSpPr>
          <p:cNvPr id="18" name="Rectangle 17"/>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9" name="对象 19"/>
          <p:cNvGraphicFramePr>
            <a:graphicFrameLocks noChangeAspect="1"/>
          </p:cNvGraphicFramePr>
          <p:nvPr/>
        </p:nvGraphicFramePr>
        <p:xfrm>
          <a:off x="6862763" y="3556635"/>
          <a:ext cx="2489200" cy="1143000"/>
        </p:xfrm>
        <a:graphic>
          <a:graphicData uri="http://schemas.openxmlformats.org/presentationml/2006/ole">
            <mc:AlternateContent xmlns:mc="http://schemas.openxmlformats.org/markup-compatibility/2006">
              <mc:Choice xmlns:v="urn:schemas-microsoft-com:vml" Requires="v">
                <p:oleObj spid="_x0000_s26813" name="Equation" r:id="rId11" imgW="59740800" imgH="27432000" progId="Equation.DSMT4">
                  <p:embed/>
                </p:oleObj>
              </mc:Choice>
              <mc:Fallback>
                <p:oleObj name="Equation" r:id="rId11" imgW="59740800" imgH="27432000" progId="Equation.DSMT4">
                  <p:embed/>
                  <p:pic>
                    <p:nvPicPr>
                      <p:cNvPr id="0" name="图片 26812"/>
                      <p:cNvPicPr>
                        <a:picLocks noChangeAspect="1"/>
                      </p:cNvPicPr>
                      <p:nvPr/>
                    </p:nvPicPr>
                    <p:blipFill>
                      <a:blip r:embed="rId12"/>
                      <a:stretch>
                        <a:fillRect/>
                      </a:stretch>
                    </p:blipFill>
                    <p:spPr>
                      <a:xfrm>
                        <a:off x="6862763" y="3556635"/>
                        <a:ext cx="2489200" cy="1143000"/>
                      </a:xfrm>
                      <a:prstGeom prst="rect">
                        <a:avLst/>
                      </a:prstGeom>
                      <a:noFill/>
                      <a:ln w="9525">
                        <a:noFill/>
                      </a:ln>
                    </p:spPr>
                  </p:pic>
                </p:oleObj>
              </mc:Fallback>
            </mc:AlternateContent>
          </a:graphicData>
        </a:graphic>
      </p:graphicFrame>
      <p:sp>
        <p:nvSpPr>
          <p:cNvPr id="20" name="Text Box 16"/>
          <p:cNvSpPr txBox="1">
            <a:spLocks noChangeArrowheads="1"/>
          </p:cNvSpPr>
          <p:nvPr/>
        </p:nvSpPr>
        <p:spPr bwMode="auto">
          <a:xfrm>
            <a:off x="1670050" y="5082540"/>
            <a:ext cx="1600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因此</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1" name="对象 21"/>
          <p:cNvGraphicFramePr>
            <a:graphicFrameLocks noChangeAspect="1"/>
          </p:cNvGraphicFramePr>
          <p:nvPr/>
        </p:nvGraphicFramePr>
        <p:xfrm>
          <a:off x="3015933" y="4883150"/>
          <a:ext cx="1631950" cy="920750"/>
        </p:xfrm>
        <a:graphic>
          <a:graphicData uri="http://schemas.openxmlformats.org/presentationml/2006/ole">
            <mc:AlternateContent xmlns:mc="http://schemas.openxmlformats.org/markup-compatibility/2006">
              <mc:Choice xmlns:v="urn:schemas-microsoft-com:vml" Requires="v">
                <p:oleObj spid="_x0000_s26814" name="Equation" r:id="rId13" imgW="39319200" imgH="22250400" progId="Equation.DSMT4">
                  <p:embed/>
                </p:oleObj>
              </mc:Choice>
              <mc:Fallback>
                <p:oleObj name="Equation" r:id="rId13" imgW="39319200" imgH="22250400" progId="Equation.DSMT4">
                  <p:embed/>
                  <p:pic>
                    <p:nvPicPr>
                      <p:cNvPr id="0" name="图片 26813"/>
                      <p:cNvPicPr>
                        <a:picLocks noChangeAspect="1"/>
                      </p:cNvPicPr>
                      <p:nvPr/>
                    </p:nvPicPr>
                    <p:blipFill>
                      <a:blip r:embed="rId14"/>
                      <a:stretch>
                        <a:fillRect/>
                      </a:stretch>
                    </p:blipFill>
                    <p:spPr>
                      <a:xfrm>
                        <a:off x="3015933" y="4883150"/>
                        <a:ext cx="1631950" cy="920750"/>
                      </a:xfrm>
                      <a:prstGeom prst="rect">
                        <a:avLst/>
                      </a:prstGeom>
                      <a:noFill/>
                      <a:ln w="9525">
                        <a:noFill/>
                      </a:ln>
                    </p:spPr>
                  </p:pic>
                </p:oleObj>
              </mc:Fallback>
            </mc:AlternateContent>
          </a:graphicData>
        </a:graphic>
      </p:graphicFrame>
      <p:sp>
        <p:nvSpPr>
          <p:cNvPr id="22" name="Text Box 16"/>
          <p:cNvSpPr txBox="1">
            <a:spLocks noChangeArrowheads="1"/>
          </p:cNvSpPr>
          <p:nvPr/>
        </p:nvSpPr>
        <p:spPr bwMode="auto">
          <a:xfrm>
            <a:off x="1756728" y="6015990"/>
            <a:ext cx="1600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证毕</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7" name="对象 6"/>
          <p:cNvGraphicFramePr>
            <a:graphicFrameLocks noChangeAspect="1"/>
          </p:cNvGraphicFramePr>
          <p:nvPr/>
        </p:nvGraphicFramePr>
        <p:xfrm>
          <a:off x="2535873" y="149225"/>
          <a:ext cx="1543050" cy="920750"/>
        </p:xfrm>
        <a:graphic>
          <a:graphicData uri="http://schemas.openxmlformats.org/presentationml/2006/ole">
            <mc:AlternateContent xmlns:mc="http://schemas.openxmlformats.org/markup-compatibility/2006">
              <mc:Choice xmlns:v="urn:schemas-microsoft-com:vml" Requires="v">
                <p:oleObj spid="_x0000_s23930" name="Equation" r:id="rId15" imgW="37185600" imgH="22250400" progId="Equation.DSMT4">
                  <p:embed/>
                </p:oleObj>
              </mc:Choice>
              <mc:Fallback>
                <p:oleObj name="Equation" r:id="rId15" imgW="37185600" imgH="22250400" progId="Equation.DSMT4">
                  <p:embed/>
                  <p:pic>
                    <p:nvPicPr>
                      <p:cNvPr id="0" name="图片 23929"/>
                      <p:cNvPicPr>
                        <a:picLocks noChangeAspect="1"/>
                      </p:cNvPicPr>
                      <p:nvPr/>
                    </p:nvPicPr>
                    <p:blipFill>
                      <a:blip r:embed="rId16"/>
                      <a:stretch>
                        <a:fillRect/>
                      </a:stretch>
                    </p:blipFill>
                    <p:spPr>
                      <a:xfrm>
                        <a:off x="2535873" y="149225"/>
                        <a:ext cx="1543050" cy="920750"/>
                      </a:xfrm>
                      <a:prstGeom prst="rect">
                        <a:avLst/>
                      </a:prstGeom>
                      <a:noFill/>
                      <a:ln w="9525">
                        <a:noFill/>
                      </a:ln>
                    </p:spPr>
                  </p:pic>
                </p:oleObj>
              </mc:Fallback>
            </mc:AlternateContent>
          </a:graphicData>
        </a:graphic>
      </p:graphicFrame>
      <p:graphicFrame>
        <p:nvGraphicFramePr>
          <p:cNvPr id="29" name="对象 8"/>
          <p:cNvGraphicFramePr>
            <a:graphicFrameLocks noChangeAspect="1"/>
          </p:cNvGraphicFramePr>
          <p:nvPr/>
        </p:nvGraphicFramePr>
        <p:xfrm>
          <a:off x="4202748" y="393700"/>
          <a:ext cx="882650" cy="431800"/>
        </p:xfrm>
        <a:graphic>
          <a:graphicData uri="http://schemas.openxmlformats.org/presentationml/2006/ole">
            <mc:AlternateContent xmlns:mc="http://schemas.openxmlformats.org/markup-compatibility/2006">
              <mc:Choice xmlns:v="urn:schemas-microsoft-com:vml" Requires="v">
                <p:oleObj spid="_x0000_s23931" name="Equation" r:id="rId17" imgW="21031200" imgH="10363200" progId="Equation.DSMT4">
                  <p:embed/>
                </p:oleObj>
              </mc:Choice>
              <mc:Fallback>
                <p:oleObj name="Equation" r:id="rId17" imgW="21031200" imgH="10363200" progId="Equation.DSMT4">
                  <p:embed/>
                  <p:pic>
                    <p:nvPicPr>
                      <p:cNvPr id="0" name="图片 23930"/>
                      <p:cNvPicPr>
                        <a:picLocks noChangeAspect="1"/>
                      </p:cNvPicPr>
                      <p:nvPr/>
                    </p:nvPicPr>
                    <p:blipFill>
                      <a:blip r:embed="rId18"/>
                      <a:stretch>
                        <a:fillRect/>
                      </a:stretch>
                    </p:blipFill>
                    <p:spPr>
                      <a:xfrm>
                        <a:off x="4202748" y="393700"/>
                        <a:ext cx="882650" cy="431800"/>
                      </a:xfrm>
                      <a:prstGeom prst="rect">
                        <a:avLst/>
                      </a:prstGeom>
                      <a:noFill/>
                      <a:ln w="9525">
                        <a:noFill/>
                      </a:ln>
                    </p:spPr>
                  </p:pic>
                </p:oleObj>
              </mc:Fallback>
            </mc:AlternateContent>
          </a:graphicData>
        </a:graphic>
      </p:graphicFrame>
      <p:sp>
        <p:nvSpPr>
          <p:cNvPr id="23" name="Text Box 4"/>
          <p:cNvSpPr txBox="1">
            <a:spLocks noChangeArrowheads="1"/>
          </p:cNvSpPr>
          <p:nvPr/>
        </p:nvSpPr>
        <p:spPr bwMode="auto">
          <a:xfrm>
            <a:off x="1626870" y="1221740"/>
            <a:ext cx="107315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证</a:t>
            </a:r>
            <a:r>
              <a:rPr kumimoji="1" lang="en-US"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5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additive="base">
                                        <p:cTn id="54" dur="500" fill="hold"/>
                                        <p:tgtEl>
                                          <p:spTgt spid="19"/>
                                        </p:tgtEl>
                                        <p:attrNameLst>
                                          <p:attrName>ppt_x</p:attrName>
                                        </p:attrNameLst>
                                      </p:cBhvr>
                                      <p:tavLst>
                                        <p:tav tm="0">
                                          <p:val>
                                            <p:strVal val="#ppt_x"/>
                                          </p:val>
                                        </p:tav>
                                        <p:tav tm="100000">
                                          <p:val>
                                            <p:strVal val="#ppt_x"/>
                                          </p:val>
                                        </p:tav>
                                      </p:tavLst>
                                    </p:anim>
                                    <p:anim calcmode="lin" valueType="num">
                                      <p:cBhvr additive="base">
                                        <p:cTn id="55"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1000"/>
                                        <p:tgtEl>
                                          <p:spTgt spid="20"/>
                                        </p:tgtEl>
                                      </p:cBhvr>
                                    </p:animEffect>
                                    <p:anim calcmode="lin" valueType="num">
                                      <p:cBhvr>
                                        <p:cTn id="61" dur="1000" fill="hold"/>
                                        <p:tgtEl>
                                          <p:spTgt spid="20"/>
                                        </p:tgtEl>
                                        <p:attrNameLst>
                                          <p:attrName>ppt_x</p:attrName>
                                        </p:attrNameLst>
                                      </p:cBhvr>
                                      <p:tavLst>
                                        <p:tav tm="0">
                                          <p:val>
                                            <p:strVal val="#ppt_x"/>
                                          </p:val>
                                        </p:tav>
                                        <p:tav tm="100000">
                                          <p:val>
                                            <p:strVal val="#ppt_x"/>
                                          </p:val>
                                        </p:tav>
                                      </p:tavLst>
                                    </p:anim>
                                    <p:anim calcmode="lin" valueType="num">
                                      <p:cBhvr>
                                        <p:cTn id="6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wipe(left)">
                                      <p:cBhvr>
                                        <p:cTn id="73"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autoUpdateAnimBg="0"/>
      <p:bldP spid="6" grpId="0" bldLvl="0" animBg="1"/>
      <p:bldP spid="9" grpId="0" bldLvl="0" animBg="1"/>
      <p:bldP spid="12" grpId="0" bldLvl="0" animBg="1"/>
      <p:bldP spid="15" grpId="0" bldLvl="0" animBg="1"/>
      <p:bldP spid="20" grpId="0" bldLvl="0" animBg="1"/>
      <p:bldP spid="22" grpId="0" bldLvl="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133600" y="683895"/>
            <a:ext cx="2819400"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例</a:t>
            </a:r>
            <a:r>
              <a:rPr kumimoji="1" lang="en-US"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8.  </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证明</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 name="Object 3"/>
          <p:cNvGraphicFramePr>
            <a:graphicFrameLocks noChangeAspect="1"/>
          </p:cNvGraphicFramePr>
          <p:nvPr/>
        </p:nvGraphicFramePr>
        <p:xfrm>
          <a:off x="3906520" y="476250"/>
          <a:ext cx="1911350" cy="895350"/>
        </p:xfrm>
        <a:graphic>
          <a:graphicData uri="http://schemas.openxmlformats.org/presentationml/2006/ole">
            <mc:AlternateContent xmlns:mc="http://schemas.openxmlformats.org/markup-compatibility/2006">
              <mc:Choice xmlns:v="urn:schemas-microsoft-com:vml" Requires="v">
                <p:oleObj spid="_x0000_s27649" name="Equation" r:id="rId1" imgW="45720000" imgH="21336000" progId="Equation.DSMT4">
                  <p:embed/>
                </p:oleObj>
              </mc:Choice>
              <mc:Fallback>
                <p:oleObj name="Equation" r:id="rId1" imgW="45720000" imgH="21336000" progId="Equation.DSMT4">
                  <p:embed/>
                  <p:pic>
                    <p:nvPicPr>
                      <p:cNvPr id="0" name="图片 27648"/>
                      <p:cNvPicPr>
                        <a:picLocks noChangeAspect="1"/>
                      </p:cNvPicPr>
                      <p:nvPr/>
                    </p:nvPicPr>
                    <p:blipFill>
                      <a:blip r:embed="rId2">
                        <a:biLevel thresh="50000"/>
                        <a:grayscl/>
                      </a:blip>
                      <a:stretch>
                        <a:fillRect/>
                      </a:stretch>
                    </p:blipFill>
                    <p:spPr>
                      <a:xfrm>
                        <a:off x="3906520" y="476250"/>
                        <a:ext cx="1911350" cy="895350"/>
                      </a:xfrm>
                      <a:prstGeom prst="rect">
                        <a:avLst/>
                      </a:prstGeom>
                      <a:noFill/>
                      <a:ln w="9525">
                        <a:noFill/>
                      </a:ln>
                    </p:spPr>
                  </p:pic>
                </p:oleObj>
              </mc:Fallback>
            </mc:AlternateContent>
          </a:graphicData>
        </a:graphic>
      </p:graphicFrame>
      <p:sp>
        <p:nvSpPr>
          <p:cNvPr id="4" name="Text Box 4"/>
          <p:cNvSpPr txBox="1">
            <a:spLocks noChangeArrowheads="1"/>
          </p:cNvSpPr>
          <p:nvPr/>
        </p:nvSpPr>
        <p:spPr bwMode="auto">
          <a:xfrm>
            <a:off x="2133600" y="1824038"/>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证</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 name="Object 5"/>
          <p:cNvGraphicFramePr>
            <a:graphicFrameLocks noChangeAspect="1"/>
          </p:cNvGraphicFramePr>
          <p:nvPr/>
        </p:nvGraphicFramePr>
        <p:xfrm>
          <a:off x="2863850" y="1879600"/>
          <a:ext cx="1524000" cy="496888"/>
        </p:xfrm>
        <a:graphic>
          <a:graphicData uri="http://schemas.openxmlformats.org/presentationml/2006/ole">
            <mc:AlternateContent xmlns:mc="http://schemas.openxmlformats.org/markup-compatibility/2006">
              <mc:Choice xmlns:v="urn:schemas-microsoft-com:vml" Requires="v">
                <p:oleObj spid="_x0000_s27921" name="Equation" r:id="rId3" imgW="36271200" imgH="11582400" progId="Equation.DSMT4">
                  <p:embed/>
                </p:oleObj>
              </mc:Choice>
              <mc:Fallback>
                <p:oleObj name="Equation" r:id="rId3" imgW="36271200" imgH="11582400" progId="Equation.DSMT4">
                  <p:embed/>
                  <p:pic>
                    <p:nvPicPr>
                      <p:cNvPr id="0" name="图片 27920"/>
                      <p:cNvPicPr>
                        <a:picLocks noChangeAspect="1"/>
                      </p:cNvPicPr>
                      <p:nvPr/>
                    </p:nvPicPr>
                    <p:blipFill>
                      <a:blip r:embed="rId4"/>
                      <a:stretch>
                        <a:fillRect/>
                      </a:stretch>
                    </p:blipFill>
                    <p:spPr>
                      <a:xfrm>
                        <a:off x="2863850" y="1879600"/>
                        <a:ext cx="1524000" cy="496888"/>
                      </a:xfrm>
                      <a:prstGeom prst="rect">
                        <a:avLst/>
                      </a:prstGeom>
                      <a:noFill/>
                      <a:ln w="9525">
                        <a:noFill/>
                      </a:ln>
                    </p:spPr>
                  </p:pic>
                </p:oleObj>
              </mc:Fallback>
            </mc:AlternateContent>
          </a:graphicData>
        </a:graphic>
      </p:graphicFrame>
      <p:graphicFrame>
        <p:nvGraphicFramePr>
          <p:cNvPr id="6" name="Object 6"/>
          <p:cNvGraphicFramePr>
            <a:graphicFrameLocks noChangeAspect="1"/>
          </p:cNvGraphicFramePr>
          <p:nvPr/>
        </p:nvGraphicFramePr>
        <p:xfrm>
          <a:off x="4554538" y="1612900"/>
          <a:ext cx="1800225" cy="1028700"/>
        </p:xfrm>
        <a:graphic>
          <a:graphicData uri="http://schemas.openxmlformats.org/presentationml/2006/ole">
            <mc:AlternateContent xmlns:mc="http://schemas.openxmlformats.org/markup-compatibility/2006">
              <mc:Choice xmlns:v="urn:schemas-microsoft-com:vml" Requires="v">
                <p:oleObj spid="_x0000_s27922" name="Equation" r:id="rId5" imgW="42976800" imgH="24384000" progId="Equation.DSMT4">
                  <p:embed/>
                </p:oleObj>
              </mc:Choice>
              <mc:Fallback>
                <p:oleObj name="Equation" r:id="rId5" imgW="42976800" imgH="24384000" progId="Equation.DSMT4">
                  <p:embed/>
                  <p:pic>
                    <p:nvPicPr>
                      <p:cNvPr id="0" name="图片 27921"/>
                      <p:cNvPicPr>
                        <a:picLocks noChangeAspect="1"/>
                      </p:cNvPicPr>
                      <p:nvPr/>
                    </p:nvPicPr>
                    <p:blipFill>
                      <a:blip r:embed="rId6">
                        <a:biLevel thresh="50000"/>
                        <a:grayscl/>
                      </a:blip>
                      <a:stretch>
                        <a:fillRect/>
                      </a:stretch>
                    </p:blipFill>
                    <p:spPr>
                      <a:xfrm>
                        <a:off x="4554538" y="1612900"/>
                        <a:ext cx="1800225" cy="1028700"/>
                      </a:xfrm>
                      <a:prstGeom prst="rect">
                        <a:avLst/>
                      </a:prstGeom>
                      <a:noFill/>
                      <a:ln w="9525">
                        <a:noFill/>
                      </a:ln>
                    </p:spPr>
                  </p:pic>
                </p:oleObj>
              </mc:Fallback>
            </mc:AlternateContent>
          </a:graphicData>
        </a:graphic>
      </p:graphicFrame>
      <p:graphicFrame>
        <p:nvGraphicFramePr>
          <p:cNvPr id="7" name="Object 7"/>
          <p:cNvGraphicFramePr>
            <a:graphicFrameLocks noChangeAspect="1"/>
          </p:cNvGraphicFramePr>
          <p:nvPr/>
        </p:nvGraphicFramePr>
        <p:xfrm>
          <a:off x="6597650" y="1892300"/>
          <a:ext cx="1600200" cy="495300"/>
        </p:xfrm>
        <a:graphic>
          <a:graphicData uri="http://schemas.openxmlformats.org/presentationml/2006/ole">
            <mc:AlternateContent xmlns:mc="http://schemas.openxmlformats.org/markup-compatibility/2006">
              <mc:Choice xmlns:v="urn:schemas-microsoft-com:vml" Requires="v">
                <p:oleObj spid="_x0000_s27923" name="Equation" r:id="rId7" imgW="38100000" imgH="11582400" progId="Equation.DSMT4">
                  <p:embed/>
                </p:oleObj>
              </mc:Choice>
              <mc:Fallback>
                <p:oleObj name="Equation" r:id="rId7" imgW="38100000" imgH="11582400" progId="Equation.DSMT4">
                  <p:embed/>
                  <p:pic>
                    <p:nvPicPr>
                      <p:cNvPr id="0" name="图片 27922"/>
                      <p:cNvPicPr>
                        <a:picLocks noChangeAspect="1"/>
                      </p:cNvPicPr>
                      <p:nvPr/>
                    </p:nvPicPr>
                    <p:blipFill>
                      <a:blip r:embed="rId8">
                        <a:biLevel thresh="50000"/>
                        <a:grayscl/>
                      </a:blip>
                      <a:stretch>
                        <a:fillRect/>
                      </a:stretch>
                    </p:blipFill>
                    <p:spPr>
                      <a:xfrm>
                        <a:off x="6597650" y="1892300"/>
                        <a:ext cx="1600200" cy="495300"/>
                      </a:xfrm>
                      <a:prstGeom prst="rect">
                        <a:avLst/>
                      </a:prstGeom>
                      <a:noFill/>
                      <a:ln w="9525">
                        <a:noFill/>
                      </a:ln>
                    </p:spPr>
                  </p:pic>
                </p:oleObj>
              </mc:Fallback>
            </mc:AlternateContent>
          </a:graphicData>
        </a:graphic>
      </p:graphicFrame>
      <p:sp>
        <p:nvSpPr>
          <p:cNvPr id="8" name="Text Box 8"/>
          <p:cNvSpPr txBox="1">
            <a:spLocks noChangeArrowheads="1"/>
          </p:cNvSpPr>
          <p:nvPr/>
        </p:nvSpPr>
        <p:spPr bwMode="auto">
          <a:xfrm>
            <a:off x="2133600" y="2833688"/>
            <a:ext cx="990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故</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9" name="Object 9"/>
          <p:cNvGraphicFramePr>
            <a:graphicFrameLocks noChangeAspect="1"/>
          </p:cNvGraphicFramePr>
          <p:nvPr/>
        </p:nvGraphicFramePr>
        <p:xfrm>
          <a:off x="2567608" y="2877195"/>
          <a:ext cx="1384271" cy="551805"/>
        </p:xfrm>
        <a:graphic>
          <a:graphicData uri="http://schemas.openxmlformats.org/presentationml/2006/ole">
            <mc:AlternateContent xmlns:mc="http://schemas.openxmlformats.org/markup-compatibility/2006">
              <mc:Choice xmlns:v="urn:schemas-microsoft-com:vml" Requires="v">
                <p:oleObj spid="_x0000_s27924" name="Equation" r:id="rId9" imgW="12801600" imgH="4876800" progId="Equation.DSMT4">
                  <p:embed/>
                </p:oleObj>
              </mc:Choice>
              <mc:Fallback>
                <p:oleObj name="Equation" r:id="rId9" imgW="12801600" imgH="4876800" progId="Equation.DSMT4">
                  <p:embed/>
                  <p:pic>
                    <p:nvPicPr>
                      <p:cNvPr id="0" name="图片 27923"/>
                      <p:cNvPicPr>
                        <a:picLocks noChangeAspect="1"/>
                      </p:cNvPicPr>
                      <p:nvPr/>
                    </p:nvPicPr>
                    <p:blipFill>
                      <a:blip r:embed="rId10"/>
                      <a:stretch>
                        <a:fillRect/>
                      </a:stretch>
                    </p:blipFill>
                    <p:spPr>
                      <a:xfrm>
                        <a:off x="2567608" y="2877195"/>
                        <a:ext cx="1384271" cy="551805"/>
                      </a:xfrm>
                      <a:prstGeom prst="rect">
                        <a:avLst/>
                      </a:prstGeom>
                      <a:noFill/>
                      <a:ln w="9525">
                        <a:noFill/>
                      </a:ln>
                    </p:spPr>
                  </p:pic>
                </p:oleObj>
              </mc:Fallback>
            </mc:AlternateContent>
          </a:graphicData>
        </a:graphic>
      </p:graphicFrame>
      <p:sp>
        <p:nvSpPr>
          <p:cNvPr id="10" name="Text Box 10"/>
          <p:cNvSpPr txBox="1">
            <a:spLocks noChangeArrowheads="1"/>
          </p:cNvSpPr>
          <p:nvPr/>
        </p:nvSpPr>
        <p:spPr bwMode="auto">
          <a:xfrm>
            <a:off x="3886200" y="2833688"/>
            <a:ext cx="914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取</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1" name="Object 11"/>
          <p:cNvGraphicFramePr>
            <a:graphicFrameLocks noChangeAspect="1"/>
          </p:cNvGraphicFramePr>
          <p:nvPr/>
        </p:nvGraphicFramePr>
        <p:xfrm>
          <a:off x="4320207" y="2867664"/>
          <a:ext cx="1084583" cy="547050"/>
        </p:xfrm>
        <a:graphic>
          <a:graphicData uri="http://schemas.openxmlformats.org/presentationml/2006/ole">
            <mc:AlternateContent xmlns:mc="http://schemas.openxmlformats.org/markup-compatibility/2006">
              <mc:Choice xmlns:v="urn:schemas-microsoft-com:vml" Requires="v">
                <p:oleObj spid="_x0000_s27925" name="Equation" r:id="rId11" imgW="10058400" imgH="4876800" progId="Equation.DSMT4">
                  <p:embed/>
                </p:oleObj>
              </mc:Choice>
              <mc:Fallback>
                <p:oleObj name="Equation" r:id="rId11" imgW="10058400" imgH="4876800" progId="Equation.DSMT4">
                  <p:embed/>
                  <p:pic>
                    <p:nvPicPr>
                      <p:cNvPr id="0" name="图片 27924"/>
                      <p:cNvPicPr>
                        <a:picLocks noChangeAspect="1"/>
                      </p:cNvPicPr>
                      <p:nvPr/>
                    </p:nvPicPr>
                    <p:blipFill>
                      <a:blip r:embed="rId12"/>
                      <a:stretch>
                        <a:fillRect/>
                      </a:stretch>
                    </p:blipFill>
                    <p:spPr>
                      <a:xfrm>
                        <a:off x="4320207" y="2867664"/>
                        <a:ext cx="1084583" cy="547050"/>
                      </a:xfrm>
                      <a:prstGeom prst="rect">
                        <a:avLst/>
                      </a:prstGeom>
                      <a:noFill/>
                      <a:ln w="9525">
                        <a:noFill/>
                      </a:ln>
                    </p:spPr>
                  </p:pic>
                </p:oleObj>
              </mc:Fallback>
            </mc:AlternateContent>
          </a:graphicData>
        </a:graphic>
      </p:graphicFrame>
      <p:sp>
        <p:nvSpPr>
          <p:cNvPr id="12" name="Text Box 12"/>
          <p:cNvSpPr txBox="1">
            <a:spLocks noChangeArrowheads="1"/>
          </p:cNvSpPr>
          <p:nvPr/>
        </p:nvSpPr>
        <p:spPr bwMode="auto">
          <a:xfrm>
            <a:off x="5486400" y="2833688"/>
            <a:ext cx="990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3" name="Object 13"/>
          <p:cNvGraphicFramePr>
            <a:graphicFrameLocks noChangeAspect="1"/>
          </p:cNvGraphicFramePr>
          <p:nvPr/>
        </p:nvGraphicFramePr>
        <p:xfrm>
          <a:off x="6078538" y="2882900"/>
          <a:ext cx="1901825" cy="496888"/>
        </p:xfrm>
        <a:graphic>
          <a:graphicData uri="http://schemas.openxmlformats.org/presentationml/2006/ole">
            <mc:AlternateContent xmlns:mc="http://schemas.openxmlformats.org/markup-compatibility/2006">
              <mc:Choice xmlns:v="urn:schemas-microsoft-com:vml" Requires="v">
                <p:oleObj spid="_x0000_s27926" name="Equation" r:id="rId13" imgW="45415200" imgH="11582400" progId="Equation.DSMT4">
                  <p:embed/>
                </p:oleObj>
              </mc:Choice>
              <mc:Fallback>
                <p:oleObj name="Equation" r:id="rId13" imgW="45415200" imgH="11582400" progId="Equation.DSMT4">
                  <p:embed/>
                  <p:pic>
                    <p:nvPicPr>
                      <p:cNvPr id="0" name="图片 27925"/>
                      <p:cNvPicPr>
                        <a:picLocks noChangeAspect="1"/>
                      </p:cNvPicPr>
                      <p:nvPr/>
                    </p:nvPicPr>
                    <p:blipFill>
                      <a:blip r:embed="rId14">
                        <a:biLevel thresh="50000"/>
                        <a:grayscl/>
                      </a:blip>
                      <a:stretch>
                        <a:fillRect/>
                      </a:stretch>
                    </p:blipFill>
                    <p:spPr>
                      <a:xfrm>
                        <a:off x="6078538" y="2882900"/>
                        <a:ext cx="1901825" cy="496888"/>
                      </a:xfrm>
                      <a:prstGeom prst="rect">
                        <a:avLst/>
                      </a:prstGeom>
                      <a:noFill/>
                      <a:ln w="9525">
                        <a:noFill/>
                      </a:ln>
                    </p:spPr>
                  </p:pic>
                </p:oleObj>
              </mc:Fallback>
            </mc:AlternateContent>
          </a:graphicData>
        </a:graphic>
      </p:graphicFrame>
      <p:sp>
        <p:nvSpPr>
          <p:cNvPr id="14" name="Text Box 14"/>
          <p:cNvSpPr txBox="1">
            <a:spLocks noChangeArrowheads="1"/>
          </p:cNvSpPr>
          <p:nvPr/>
        </p:nvSpPr>
        <p:spPr bwMode="auto">
          <a:xfrm>
            <a:off x="8077200" y="2878138"/>
            <a:ext cx="1752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必有</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5" name="Object 15"/>
          <p:cNvGraphicFramePr>
            <a:graphicFrameLocks noChangeAspect="1"/>
          </p:cNvGraphicFramePr>
          <p:nvPr/>
        </p:nvGraphicFramePr>
        <p:xfrm>
          <a:off x="3983038" y="3584575"/>
          <a:ext cx="2054225" cy="1028700"/>
        </p:xfrm>
        <a:graphic>
          <a:graphicData uri="http://schemas.openxmlformats.org/presentationml/2006/ole">
            <mc:AlternateContent xmlns:mc="http://schemas.openxmlformats.org/markup-compatibility/2006">
              <mc:Choice xmlns:v="urn:schemas-microsoft-com:vml" Requires="v">
                <p:oleObj spid="_x0000_s27927" name="Equation" r:id="rId15" imgW="49072800" imgH="24384000" progId="Equation.DSMT4">
                  <p:embed/>
                </p:oleObj>
              </mc:Choice>
              <mc:Fallback>
                <p:oleObj name="Equation" r:id="rId15" imgW="49072800" imgH="24384000" progId="Equation.DSMT4">
                  <p:embed/>
                  <p:pic>
                    <p:nvPicPr>
                      <p:cNvPr id="0" name="图片 27926"/>
                      <p:cNvPicPr>
                        <a:picLocks noChangeAspect="1"/>
                      </p:cNvPicPr>
                      <p:nvPr/>
                    </p:nvPicPr>
                    <p:blipFill>
                      <a:blip r:embed="rId16"/>
                      <a:stretch>
                        <a:fillRect/>
                      </a:stretch>
                    </p:blipFill>
                    <p:spPr>
                      <a:xfrm>
                        <a:off x="3983038" y="3584575"/>
                        <a:ext cx="2054225" cy="1028700"/>
                      </a:xfrm>
                      <a:prstGeom prst="rect">
                        <a:avLst/>
                      </a:prstGeom>
                      <a:noFill/>
                      <a:ln w="9525">
                        <a:noFill/>
                      </a:ln>
                    </p:spPr>
                  </p:pic>
                </p:oleObj>
              </mc:Fallback>
            </mc:AlternateContent>
          </a:graphicData>
        </a:graphic>
      </p:graphicFrame>
      <p:sp>
        <p:nvSpPr>
          <p:cNvPr id="16" name="Text Box 16"/>
          <p:cNvSpPr txBox="1">
            <a:spLocks noChangeArrowheads="1"/>
          </p:cNvSpPr>
          <p:nvPr/>
        </p:nvSpPr>
        <p:spPr bwMode="auto">
          <a:xfrm>
            <a:off x="2228850" y="5249863"/>
            <a:ext cx="1600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因此</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7" name="Object 17"/>
          <p:cNvGraphicFramePr>
            <a:graphicFrameLocks noChangeAspect="1"/>
          </p:cNvGraphicFramePr>
          <p:nvPr/>
        </p:nvGraphicFramePr>
        <p:xfrm>
          <a:off x="4003675" y="4975225"/>
          <a:ext cx="1911350" cy="895350"/>
        </p:xfrm>
        <a:graphic>
          <a:graphicData uri="http://schemas.openxmlformats.org/presentationml/2006/ole">
            <mc:AlternateContent xmlns:mc="http://schemas.openxmlformats.org/markup-compatibility/2006">
              <mc:Choice xmlns:v="urn:schemas-microsoft-com:vml" Requires="v">
                <p:oleObj spid="_x0000_s27928" name="Equation" r:id="rId17" imgW="45720000" imgH="21336000" progId="Equation.DSMT4">
                  <p:embed/>
                </p:oleObj>
              </mc:Choice>
              <mc:Fallback>
                <p:oleObj name="Equation" r:id="rId17" imgW="45720000" imgH="21336000" progId="Equation.DSMT4">
                  <p:embed/>
                  <p:pic>
                    <p:nvPicPr>
                      <p:cNvPr id="0" name="图片 27927"/>
                      <p:cNvPicPr>
                        <a:picLocks noChangeAspect="1"/>
                      </p:cNvPicPr>
                      <p:nvPr/>
                    </p:nvPicPr>
                    <p:blipFill>
                      <a:blip r:embed="rId18"/>
                      <a:stretch>
                        <a:fillRect/>
                      </a:stretch>
                    </p:blipFill>
                    <p:spPr>
                      <a:xfrm>
                        <a:off x="4003675" y="4975225"/>
                        <a:ext cx="1911350" cy="895350"/>
                      </a:xfrm>
                      <a:prstGeom prst="rect">
                        <a:avLst/>
                      </a:prstGeom>
                      <a:noFill/>
                      <a:ln w="9525">
                        <a:noFill/>
                      </a:ln>
                    </p:spPr>
                  </p:pic>
                </p:oleObj>
              </mc:Fallback>
            </mc:AlternateContent>
          </a:graphicData>
        </a:graphic>
      </p:graphicFrame>
      <p:graphicFrame>
        <p:nvGraphicFramePr>
          <p:cNvPr id="18" name="Object 18"/>
          <p:cNvGraphicFramePr>
            <a:graphicFrameLocks noChangeAspect="1"/>
          </p:cNvGraphicFramePr>
          <p:nvPr/>
        </p:nvGraphicFramePr>
        <p:xfrm>
          <a:off x="8391525" y="1892300"/>
          <a:ext cx="1098550" cy="495300"/>
        </p:xfrm>
        <a:graphic>
          <a:graphicData uri="http://schemas.openxmlformats.org/presentationml/2006/ole">
            <mc:AlternateContent xmlns:mc="http://schemas.openxmlformats.org/markup-compatibility/2006">
              <mc:Choice xmlns:v="urn:schemas-microsoft-com:vml" Requires="v">
                <p:oleObj spid="_x0000_s27929" name="Equation" r:id="rId19" imgW="26212800" imgH="11582400" progId="Equation.DSMT4">
                  <p:embed/>
                </p:oleObj>
              </mc:Choice>
              <mc:Fallback>
                <p:oleObj name="Equation" r:id="rId19" imgW="26212800" imgH="11582400" progId="Equation.DSMT4">
                  <p:embed/>
                  <p:pic>
                    <p:nvPicPr>
                      <p:cNvPr id="0" name="图片 27928"/>
                      <p:cNvPicPr>
                        <a:picLocks noChangeAspect="1"/>
                      </p:cNvPicPr>
                      <p:nvPr/>
                    </p:nvPicPr>
                    <p:blipFill>
                      <a:blip r:embed="rId20">
                        <a:biLevel thresh="50000"/>
                        <a:grayscl/>
                      </a:blip>
                      <a:stretch>
                        <a:fillRect/>
                      </a:stretch>
                    </p:blipFill>
                    <p:spPr>
                      <a:xfrm>
                        <a:off x="8391525" y="1892300"/>
                        <a:ext cx="1098550" cy="4953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left)">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wipe(left)">
                                      <p:cBhvr>
                                        <p:cTn id="48" dur="500"/>
                                        <p:tgtEl>
                                          <p:spTgt spid="12"/>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par>
                          <p:cTn id="53" fill="hold">
                            <p:stCondLst>
                              <p:cond delay="1000"/>
                            </p:stCondLst>
                            <p:childTnLst>
                              <p:par>
                                <p:cTn id="54" presetID="22" presetClass="entr" presetSubtype="8" fill="hold" grpId="0" nodeType="after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wipe(left)">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ipe(left)">
                                      <p:cBhvr>
                                        <p:cTn id="61" dur="500"/>
                                        <p:tgtEl>
                                          <p:spTgt spid="1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6"/>
                                        </p:tgtEl>
                                        <p:attrNameLst>
                                          <p:attrName>style.visibility</p:attrName>
                                        </p:attrNameLst>
                                      </p:cBhvr>
                                      <p:to>
                                        <p:strVal val="visible"/>
                                      </p:to>
                                    </p:set>
                                    <p:animEffect transition="in" filter="wipe(left)">
                                      <p:cBhvr>
                                        <p:cTn id="66" dur="500"/>
                                        <p:tgtEl>
                                          <p:spTgt spid="16"/>
                                        </p:tgtEl>
                                      </p:cBhvr>
                                    </p:animEffect>
                                  </p:childTnLst>
                                </p:cTn>
                              </p:par>
                            </p:childTnLst>
                          </p:cTn>
                        </p:par>
                        <p:par>
                          <p:cTn id="67" fill="hold">
                            <p:stCondLst>
                              <p:cond delay="500"/>
                            </p:stCondLst>
                            <p:childTnLst>
                              <p:par>
                                <p:cTn id="68" presetID="22" presetClass="entr" presetSubtype="8" fill="hold" nodeType="after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wipe(left)">
                                      <p:cBhvr>
                                        <p:cTn id="7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autoUpdateAnimBg="0"/>
      <p:bldP spid="8" grpId="0" bldLvl="0" animBg="1" autoUpdateAnimBg="0"/>
      <p:bldP spid="10" grpId="0" bldLvl="0" animBg="1" autoUpdateAnimBg="0"/>
      <p:bldP spid="12" grpId="0" bldLvl="0" animBg="1" autoUpdateAnimBg="0"/>
      <p:bldP spid="14" grpId="0" bldLvl="0" animBg="1" autoUpdateAnimBg="0"/>
      <p:bldP spid="16" grpId="0" bldLvl="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896110" y="631190"/>
            <a:ext cx="8229600" cy="636905"/>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cs typeface="+mn-cs"/>
              </a:rPr>
              <a:t>函数极限的基本性质</a:t>
            </a:r>
            <a:br>
              <a:rPr lang="zh-CN" altLang="zh-CN" b="1" dirty="0" smtClean="0">
                <a:latin typeface="Times New Roman" panose="02020603050405020304" pitchFamily="18" charset="0"/>
                <a:ea typeface="黑体" panose="02010609060101010101" pitchFamily="49" charset="-122"/>
                <a:cs typeface="Times New Roman" panose="02020603050405020304" pitchFamily="18" charset="0"/>
              </a:rPr>
            </a:br>
            <a:endPar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5" name="Text Box 5"/>
          <p:cNvSpPr txBox="1">
            <a:spLocks noChangeArrowheads="1"/>
          </p:cNvSpPr>
          <p:nvPr/>
        </p:nvSpPr>
        <p:spPr bwMode="auto">
          <a:xfrm>
            <a:off x="1908810" y="2756535"/>
            <a:ext cx="506920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2.局部有界性</a:t>
            </a:r>
            <a:r>
              <a:rPr lang="en-US" altLang="zh-CN" sz="3200" b="1" dirty="0">
                <a:solidFill>
                  <a:srgbClr val="0000FF"/>
                </a:solidFill>
                <a:latin typeface="楷体" panose="02010609060101010101" pitchFamily="49" charset="-122"/>
                <a:ea typeface="楷体" panose="02010609060101010101" pitchFamily="49" charset="-122"/>
                <a:cs typeface="楷体" panose="02010609060101010101" pitchFamily="49" charset="-122"/>
                <a:sym typeface="+mn-ea"/>
              </a:rPr>
              <a:t>(</a:t>
            </a:r>
            <a:r>
              <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sym typeface="+mn-ea"/>
              </a:rPr>
              <a:t>定理</a:t>
            </a:r>
            <a:r>
              <a:rPr lang="en-US" altLang="zh-CN" sz="3200" b="1" dirty="0">
                <a:solidFill>
                  <a:srgbClr val="0000FF"/>
                </a:solidFill>
                <a:latin typeface="楷体" panose="02010609060101010101" pitchFamily="49" charset="-122"/>
                <a:ea typeface="楷体" panose="02010609060101010101" pitchFamily="49" charset="-122"/>
                <a:cs typeface="楷体" panose="02010609060101010101" pitchFamily="49" charset="-122"/>
                <a:sym typeface="+mn-ea"/>
              </a:rPr>
              <a:t> </a:t>
            </a:r>
            <a:r>
              <a:rPr lang="en-US" altLang="zh-CN" sz="32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sym typeface="+mn-ea"/>
              </a:rPr>
              <a:t>1.2.6</a:t>
            </a:r>
            <a:r>
              <a:rPr lang="en-US" altLang="zh-CN" sz="3200" b="1" dirty="0">
                <a:solidFill>
                  <a:srgbClr val="0000FF"/>
                </a:solidFill>
                <a:latin typeface="楷体" panose="02010609060101010101" pitchFamily="49" charset="-122"/>
                <a:ea typeface="楷体" panose="02010609060101010101" pitchFamily="49" charset="-122"/>
                <a:cs typeface="楷体" panose="02010609060101010101" pitchFamily="49" charset="-122"/>
                <a:sym typeface="+mn-ea"/>
              </a:rPr>
              <a:t>)</a:t>
            </a:r>
            <a:endPar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6" name="Text Box 6"/>
          <p:cNvSpPr txBox="1">
            <a:spLocks noChangeArrowheads="1"/>
          </p:cNvSpPr>
          <p:nvPr/>
        </p:nvSpPr>
        <p:spPr bwMode="auto">
          <a:xfrm>
            <a:off x="1908810" y="1347470"/>
            <a:ext cx="440690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1.唯一性</a:t>
            </a:r>
            <a:r>
              <a:rPr lang="en-US" altLang="zh-CN"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a:t>
            </a:r>
            <a:r>
              <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定理</a:t>
            </a:r>
            <a:r>
              <a:rPr lang="en-US" altLang="zh-CN"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 </a:t>
            </a:r>
            <a:r>
              <a:rPr lang="en-US" altLang="zh-CN" sz="32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1.2.5</a:t>
            </a:r>
            <a:r>
              <a:rPr lang="en-US" altLang="zh-CN"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a:t>
            </a:r>
            <a:endParaRPr lang="en-US" altLang="zh-CN" sz="32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graphicFrame>
        <p:nvGraphicFramePr>
          <p:cNvPr id="7" name="Object 7"/>
          <p:cNvGraphicFramePr>
            <a:graphicFrameLocks noChangeAspect="1"/>
          </p:cNvGraphicFramePr>
          <p:nvPr/>
        </p:nvGraphicFramePr>
        <p:xfrm>
          <a:off x="2748047" y="4165635"/>
          <a:ext cx="5494337" cy="1309687"/>
        </p:xfrm>
        <a:graphic>
          <a:graphicData uri="http://schemas.openxmlformats.org/presentationml/2006/ole">
            <mc:AlternateContent xmlns:mc="http://schemas.openxmlformats.org/markup-compatibility/2006">
              <mc:Choice xmlns:v="urn:schemas-microsoft-com:vml" Requires="v">
                <p:oleObj spid="_x0000_s28760" name="Equation" r:id="rId1" imgW="53340000" imgH="13106400" progId="Equation.DSMT4">
                  <p:embed/>
                </p:oleObj>
              </mc:Choice>
              <mc:Fallback>
                <p:oleObj name="Equation" r:id="rId1" imgW="53340000" imgH="13106400" progId="Equation.DSMT4">
                  <p:embed/>
                  <p:pic>
                    <p:nvPicPr>
                      <p:cNvPr id="0" name="图片 28759"/>
                      <p:cNvPicPr>
                        <a:picLocks noChangeAspect="1"/>
                      </p:cNvPicPr>
                      <p:nvPr/>
                    </p:nvPicPr>
                    <p:blipFill>
                      <a:blip r:embed="rId2"/>
                      <a:stretch>
                        <a:fillRect/>
                      </a:stretch>
                    </p:blipFill>
                    <p:spPr>
                      <a:xfrm>
                        <a:off x="2748047" y="4165635"/>
                        <a:ext cx="5494337" cy="1309687"/>
                      </a:xfrm>
                      <a:prstGeom prst="rect">
                        <a:avLst/>
                      </a:prstGeom>
                      <a:noFill/>
                      <a:ln w="9525">
                        <a:noFill/>
                      </a:ln>
                    </p:spPr>
                  </p:pic>
                </p:oleObj>
              </mc:Fallback>
            </mc:AlternateContent>
          </a:graphicData>
        </a:graphic>
      </p:graphicFrame>
      <p:pic>
        <p:nvPicPr>
          <p:cNvPr id="8" name="图片 7"/>
          <p:cNvPicPr>
            <a:picLocks noChangeAspect="1"/>
          </p:cNvPicPr>
          <p:nvPr/>
        </p:nvPicPr>
        <p:blipFill>
          <a:blip r:embed="rId3"/>
          <a:srcRect l="21002" t="-1091"/>
          <a:stretch>
            <a:fillRect/>
          </a:stretch>
        </p:blipFill>
        <p:spPr>
          <a:xfrm>
            <a:off x="2809240" y="2078990"/>
            <a:ext cx="5756275" cy="529590"/>
          </a:xfrm>
          <a:prstGeom prst="rect">
            <a:avLst/>
          </a:prstGeom>
        </p:spPr>
      </p:pic>
      <p:pic>
        <p:nvPicPr>
          <p:cNvPr id="9" name="图片 8"/>
          <p:cNvPicPr>
            <a:picLocks noChangeAspect="1"/>
          </p:cNvPicPr>
          <p:nvPr/>
        </p:nvPicPr>
        <p:blipFill>
          <a:blip r:embed="rId4"/>
          <a:srcRect l="19156" t="4394"/>
          <a:stretch>
            <a:fillRect/>
          </a:stretch>
        </p:blipFill>
        <p:spPr>
          <a:xfrm>
            <a:off x="2687320" y="3419475"/>
            <a:ext cx="6817522" cy="46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6"/>
                                        </p:tgtEl>
                                        <p:attrNameLst>
                                          <p:attrName>style.visibility</p:attrName>
                                        </p:attrNameLst>
                                      </p:cBhvr>
                                      <p:to>
                                        <p:strVal val="visible"/>
                                      </p:to>
                                    </p:set>
                                    <p:animEffect transition="in" filter="wipe(left)">
                                      <p:cBhvr>
                                        <p:cTn id="7" dur="75"/>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5"/>
                                        </p:tgtEl>
                                        <p:attrNameLst>
                                          <p:attrName>style.visibility</p:attrName>
                                        </p:attrNameLst>
                                      </p:cBhvr>
                                      <p:to>
                                        <p:strVal val="visible"/>
                                      </p:to>
                                    </p:set>
                                    <p:animEffect transition="in" filter="wipe(left)">
                                      <p:cBhvr>
                                        <p:cTn id="17" dur="75"/>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autoUpdateAnimBg="0"/>
      <p:bldP spid="6" grpId="0" bldLvl="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14805" y="214630"/>
            <a:ext cx="2971800"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rPr>
              <a:t>3. 局部保号性</a:t>
            </a:r>
            <a:endParaRPr lang="zh-CN" altLang="en-US" sz="3200" b="1" dirty="0">
              <a:solidFill>
                <a:srgbClr val="0000FF"/>
              </a:solidFill>
              <a:latin typeface="楷体" panose="02010609060101010101" pitchFamily="49" charset="-122"/>
              <a:ea typeface="楷体" panose="02010609060101010101" pitchFamily="49" charset="-122"/>
              <a:cs typeface="楷体" panose="02010609060101010101" pitchFamily="49" charset="-122"/>
            </a:endParaRPr>
          </a:p>
        </p:txBody>
      </p:sp>
      <p:sp>
        <p:nvSpPr>
          <p:cNvPr id="3" name="Text Box 3"/>
          <p:cNvSpPr txBox="1">
            <a:spLocks noChangeArrowheads="1"/>
          </p:cNvSpPr>
          <p:nvPr/>
        </p:nvSpPr>
        <p:spPr bwMode="auto">
          <a:xfrm>
            <a:off x="1614805" y="824230"/>
            <a:ext cx="2667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定理</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1.2.7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若</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 name="Object 4"/>
          <p:cNvGraphicFramePr>
            <a:graphicFrameLocks noChangeAspect="1"/>
          </p:cNvGraphicFramePr>
          <p:nvPr/>
        </p:nvGraphicFramePr>
        <p:xfrm>
          <a:off x="3823970" y="856933"/>
          <a:ext cx="1966913" cy="603250"/>
        </p:xfrm>
        <a:graphic>
          <a:graphicData uri="http://schemas.openxmlformats.org/presentationml/2006/ole">
            <mc:AlternateContent xmlns:mc="http://schemas.openxmlformats.org/markup-compatibility/2006">
              <mc:Choice xmlns:v="urn:schemas-microsoft-com:vml" Requires="v">
                <p:oleObj spid="_x0000_s29697" name="Equation" r:id="rId1" imgW="46939200" imgH="14325600" progId="Equation.DSMT4">
                  <p:embed/>
                </p:oleObj>
              </mc:Choice>
              <mc:Fallback>
                <p:oleObj name="Equation" r:id="rId1" imgW="46939200" imgH="14325600" progId="Equation.DSMT4">
                  <p:embed/>
                  <p:pic>
                    <p:nvPicPr>
                      <p:cNvPr id="0" name="图片 29696"/>
                      <p:cNvPicPr>
                        <a:picLocks noChangeAspect="1"/>
                      </p:cNvPicPr>
                      <p:nvPr/>
                    </p:nvPicPr>
                    <p:blipFill>
                      <a:blip r:embed="rId2">
                        <a:biLevel thresh="50000"/>
                        <a:grayscl/>
                      </a:blip>
                      <a:stretch>
                        <a:fillRect/>
                      </a:stretch>
                    </p:blipFill>
                    <p:spPr>
                      <a:xfrm>
                        <a:off x="3823970" y="856933"/>
                        <a:ext cx="1966913" cy="603250"/>
                      </a:xfrm>
                      <a:prstGeom prst="rect">
                        <a:avLst/>
                      </a:prstGeom>
                      <a:noFill/>
                      <a:ln w="9525">
                        <a:noFill/>
                      </a:ln>
                    </p:spPr>
                  </p:pic>
                </p:oleObj>
              </mc:Fallback>
            </mc:AlternateContent>
          </a:graphicData>
        </a:graphic>
      </p:graphicFrame>
      <p:sp>
        <p:nvSpPr>
          <p:cNvPr id="5" name="Text Box 5"/>
          <p:cNvSpPr txBox="1">
            <a:spLocks noChangeArrowheads="1"/>
          </p:cNvSpPr>
          <p:nvPr/>
        </p:nvSpPr>
        <p:spPr bwMode="auto">
          <a:xfrm>
            <a:off x="5851525" y="823913"/>
            <a:ext cx="1905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且</a:t>
            </a:r>
            <a:r>
              <a:rPr kumimoji="1" lang="zh-CN" altLang="en-US" sz="2800" b="1" i="1">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i="1">
                <a:latin typeface="Times New Roman" panose="02020603050405020304" pitchFamily="18" charset="0"/>
                <a:ea typeface="黑体" panose="02010609060101010101" pitchFamily="49" charset="-122"/>
                <a:cs typeface="Times New Roman" panose="02020603050405020304" pitchFamily="18" charset="0"/>
              </a:rPr>
              <a:t>A</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&gt; 0 ,</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6" name="Object 6"/>
          <p:cNvGraphicFramePr>
            <a:graphicFrameLocks noChangeAspect="1"/>
          </p:cNvGraphicFramePr>
          <p:nvPr/>
        </p:nvGraphicFramePr>
        <p:xfrm>
          <a:off x="1729105" y="1513205"/>
          <a:ext cx="2951163" cy="646113"/>
        </p:xfrm>
        <a:graphic>
          <a:graphicData uri="http://schemas.openxmlformats.org/presentationml/2006/ole">
            <mc:AlternateContent xmlns:mc="http://schemas.openxmlformats.org/markup-compatibility/2006">
              <mc:Choice xmlns:v="urn:schemas-microsoft-com:vml" Requires="v">
                <p:oleObj spid="_x0000_s30371" name="Equation" r:id="rId3" imgW="70713600" imgH="15240000" progId="Equation.DSMT4">
                  <p:embed/>
                </p:oleObj>
              </mc:Choice>
              <mc:Fallback>
                <p:oleObj name="Equation" r:id="rId3" imgW="70713600" imgH="15240000" progId="Equation.DSMT4">
                  <p:embed/>
                  <p:pic>
                    <p:nvPicPr>
                      <p:cNvPr id="0" name="图片 30370"/>
                      <p:cNvPicPr>
                        <a:picLocks noChangeAspect="1"/>
                      </p:cNvPicPr>
                      <p:nvPr/>
                    </p:nvPicPr>
                    <p:blipFill>
                      <a:blip r:embed="rId4">
                        <a:biLevel thresh="50000"/>
                        <a:grayscl/>
                      </a:blip>
                      <a:stretch>
                        <a:fillRect/>
                      </a:stretch>
                    </p:blipFill>
                    <p:spPr>
                      <a:xfrm>
                        <a:off x="1729105" y="1513205"/>
                        <a:ext cx="2951163" cy="646113"/>
                      </a:xfrm>
                      <a:prstGeom prst="rect">
                        <a:avLst/>
                      </a:prstGeom>
                      <a:noFill/>
                      <a:ln w="9525">
                        <a:noFill/>
                      </a:ln>
                    </p:spPr>
                  </p:pic>
                </p:oleObj>
              </mc:Fallback>
            </mc:AlternateContent>
          </a:graphicData>
        </a:graphic>
      </p:graphicFrame>
      <p:graphicFrame>
        <p:nvGraphicFramePr>
          <p:cNvPr id="7" name="Object 7"/>
          <p:cNvGraphicFramePr>
            <a:graphicFrameLocks noChangeAspect="1"/>
          </p:cNvGraphicFramePr>
          <p:nvPr/>
        </p:nvGraphicFramePr>
        <p:xfrm>
          <a:off x="4809808" y="1759585"/>
          <a:ext cx="1343025" cy="400050"/>
        </p:xfrm>
        <a:graphic>
          <a:graphicData uri="http://schemas.openxmlformats.org/presentationml/2006/ole">
            <mc:AlternateContent xmlns:mc="http://schemas.openxmlformats.org/markup-compatibility/2006">
              <mc:Choice xmlns:v="urn:schemas-microsoft-com:vml" Requires="v">
                <p:oleObj spid="_x0000_s30372" name="Equation" r:id="rId5" imgW="32004000" imgH="9448800" progId="Equation.DSMT4">
                  <p:embed/>
                </p:oleObj>
              </mc:Choice>
              <mc:Fallback>
                <p:oleObj name="Equation" r:id="rId5" imgW="32004000" imgH="9448800" progId="Equation.DSMT4">
                  <p:embed/>
                  <p:pic>
                    <p:nvPicPr>
                      <p:cNvPr id="0" name="图片 30371"/>
                      <p:cNvPicPr>
                        <a:picLocks noChangeAspect="1"/>
                      </p:cNvPicPr>
                      <p:nvPr/>
                    </p:nvPicPr>
                    <p:blipFill>
                      <a:blip r:embed="rId6"/>
                      <a:stretch>
                        <a:fillRect/>
                      </a:stretch>
                    </p:blipFill>
                    <p:spPr>
                      <a:xfrm>
                        <a:off x="4809808" y="1759585"/>
                        <a:ext cx="1343025" cy="400050"/>
                      </a:xfrm>
                      <a:prstGeom prst="rect">
                        <a:avLst/>
                      </a:prstGeom>
                      <a:noFill/>
                      <a:ln w="9525">
                        <a:noFill/>
                      </a:ln>
                    </p:spPr>
                  </p:pic>
                </p:oleObj>
              </mc:Fallback>
            </mc:AlternateContent>
          </a:graphicData>
        </a:graphic>
      </p:graphicFrame>
      <p:graphicFrame>
        <p:nvGraphicFramePr>
          <p:cNvPr id="8" name="Object 8"/>
          <p:cNvGraphicFramePr>
            <a:graphicFrameLocks noChangeAspect="1"/>
          </p:cNvGraphicFramePr>
          <p:nvPr/>
        </p:nvGraphicFramePr>
        <p:xfrm>
          <a:off x="4810097" y="2121562"/>
          <a:ext cx="1471300" cy="458273"/>
        </p:xfrm>
        <a:graphic>
          <a:graphicData uri="http://schemas.openxmlformats.org/presentationml/2006/ole">
            <mc:AlternateContent xmlns:mc="http://schemas.openxmlformats.org/markup-compatibility/2006">
              <mc:Choice xmlns:v="urn:schemas-microsoft-com:vml" Requires="v">
                <p:oleObj spid="_x0000_s30373" name="Equation" r:id="rId7" imgW="16154400" imgH="4876800" progId="Equation.DSMT4">
                  <p:embed/>
                </p:oleObj>
              </mc:Choice>
              <mc:Fallback>
                <p:oleObj name="Equation" r:id="rId7" imgW="16154400" imgH="4876800" progId="Equation.DSMT4">
                  <p:embed/>
                  <p:pic>
                    <p:nvPicPr>
                      <p:cNvPr id="0" name="图片 30372"/>
                      <p:cNvPicPr>
                        <a:picLocks noChangeAspect="1"/>
                      </p:cNvPicPr>
                      <p:nvPr/>
                    </p:nvPicPr>
                    <p:blipFill>
                      <a:blip r:embed="rId8"/>
                      <a:stretch>
                        <a:fillRect/>
                      </a:stretch>
                    </p:blipFill>
                    <p:spPr>
                      <a:xfrm>
                        <a:off x="4810097" y="2121562"/>
                        <a:ext cx="1471300" cy="458273"/>
                      </a:xfrm>
                      <a:prstGeom prst="rect">
                        <a:avLst/>
                      </a:prstGeom>
                      <a:noFill/>
                      <a:ln w="9525">
                        <a:noFill/>
                      </a:ln>
                    </p:spPr>
                  </p:pic>
                </p:oleObj>
              </mc:Fallback>
            </mc:AlternateContent>
          </a:graphicData>
        </a:graphic>
      </p:graphicFrame>
      <p:sp>
        <p:nvSpPr>
          <p:cNvPr id="9" name="Text Box 9"/>
          <p:cNvSpPr txBox="1">
            <a:spLocks noChangeArrowheads="1"/>
          </p:cNvSpPr>
          <p:nvPr/>
        </p:nvSpPr>
        <p:spPr bwMode="auto">
          <a:xfrm>
            <a:off x="2117725" y="2632075"/>
            <a:ext cx="1676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证</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已知</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0" name="Object 10"/>
          <p:cNvGraphicFramePr>
            <a:graphicFrameLocks noChangeAspect="1"/>
          </p:cNvGraphicFramePr>
          <p:nvPr/>
        </p:nvGraphicFramePr>
        <p:xfrm>
          <a:off x="3638550" y="2689225"/>
          <a:ext cx="1968500" cy="601663"/>
        </p:xfrm>
        <a:graphic>
          <a:graphicData uri="http://schemas.openxmlformats.org/presentationml/2006/ole">
            <mc:AlternateContent xmlns:mc="http://schemas.openxmlformats.org/markup-compatibility/2006">
              <mc:Choice xmlns:v="urn:schemas-microsoft-com:vml" Requires="v">
                <p:oleObj spid="_x0000_s30374" name="Equation" r:id="rId9" imgW="46939200" imgH="14325600" progId="Equation.DSMT4">
                  <p:embed/>
                </p:oleObj>
              </mc:Choice>
              <mc:Fallback>
                <p:oleObj name="Equation" r:id="rId9" imgW="46939200" imgH="14325600" progId="Equation.DSMT4">
                  <p:embed/>
                  <p:pic>
                    <p:nvPicPr>
                      <p:cNvPr id="0" name="图片 30373"/>
                      <p:cNvPicPr>
                        <a:picLocks noChangeAspect="1"/>
                      </p:cNvPicPr>
                      <p:nvPr/>
                    </p:nvPicPr>
                    <p:blipFill>
                      <a:blip r:embed="rId10">
                        <a:biLevel thresh="50000"/>
                        <a:grayscl/>
                      </a:blip>
                      <a:stretch>
                        <a:fillRect/>
                      </a:stretch>
                    </p:blipFill>
                    <p:spPr>
                      <a:xfrm>
                        <a:off x="3638550" y="2689225"/>
                        <a:ext cx="1968500" cy="601663"/>
                      </a:xfrm>
                      <a:prstGeom prst="rect">
                        <a:avLst/>
                      </a:prstGeom>
                      <a:noFill/>
                      <a:ln w="9525">
                        <a:noFill/>
                      </a:ln>
                    </p:spPr>
                  </p:pic>
                </p:oleObj>
              </mc:Fallback>
            </mc:AlternateContent>
          </a:graphicData>
        </a:graphic>
      </p:graphicFrame>
      <p:sp>
        <p:nvSpPr>
          <p:cNvPr id="11" name="Text Box 11"/>
          <p:cNvSpPr txBox="1">
            <a:spLocks noChangeArrowheads="1"/>
          </p:cNvSpPr>
          <p:nvPr/>
        </p:nvSpPr>
        <p:spPr bwMode="auto">
          <a:xfrm>
            <a:off x="5715000" y="2633663"/>
            <a:ext cx="838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即</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2" name="Object 12"/>
          <p:cNvGraphicFramePr>
            <a:graphicFrameLocks noChangeAspect="1"/>
          </p:cNvGraphicFramePr>
          <p:nvPr/>
        </p:nvGraphicFramePr>
        <p:xfrm>
          <a:off x="6239510" y="2695258"/>
          <a:ext cx="1128713" cy="406400"/>
        </p:xfrm>
        <a:graphic>
          <a:graphicData uri="http://schemas.openxmlformats.org/presentationml/2006/ole">
            <mc:AlternateContent xmlns:mc="http://schemas.openxmlformats.org/markup-compatibility/2006">
              <mc:Choice xmlns:v="urn:schemas-microsoft-com:vml" Requires="v">
                <p:oleObj spid="_x0000_s30375" name="Equation" r:id="rId11" imgW="26822400" imgH="9448800" progId="Equation.DSMT4">
                  <p:embed/>
                </p:oleObj>
              </mc:Choice>
              <mc:Fallback>
                <p:oleObj name="Equation" r:id="rId11" imgW="26822400" imgH="9448800" progId="Equation.DSMT4">
                  <p:embed/>
                  <p:pic>
                    <p:nvPicPr>
                      <p:cNvPr id="0" name="图片 30374"/>
                      <p:cNvPicPr>
                        <a:picLocks noChangeAspect="1"/>
                      </p:cNvPicPr>
                      <p:nvPr/>
                    </p:nvPicPr>
                    <p:blipFill>
                      <a:blip r:embed="rId12"/>
                      <a:stretch>
                        <a:fillRect/>
                      </a:stretch>
                    </p:blipFill>
                    <p:spPr>
                      <a:xfrm>
                        <a:off x="6239510" y="2695258"/>
                        <a:ext cx="1128713" cy="406400"/>
                      </a:xfrm>
                      <a:prstGeom prst="rect">
                        <a:avLst/>
                      </a:prstGeom>
                      <a:noFill/>
                      <a:ln w="9525">
                        <a:noFill/>
                      </a:ln>
                    </p:spPr>
                  </p:pic>
                </p:oleObj>
              </mc:Fallback>
            </mc:AlternateContent>
          </a:graphicData>
        </a:graphic>
      </p:graphicFrame>
      <p:graphicFrame>
        <p:nvGraphicFramePr>
          <p:cNvPr id="13" name="Object 13"/>
          <p:cNvGraphicFramePr>
            <a:graphicFrameLocks noChangeAspect="1"/>
          </p:cNvGraphicFramePr>
          <p:nvPr/>
        </p:nvGraphicFramePr>
        <p:xfrm>
          <a:off x="7483793" y="2454275"/>
          <a:ext cx="1689100" cy="647700"/>
        </p:xfrm>
        <a:graphic>
          <a:graphicData uri="http://schemas.openxmlformats.org/presentationml/2006/ole">
            <mc:AlternateContent xmlns:mc="http://schemas.openxmlformats.org/markup-compatibility/2006">
              <mc:Choice xmlns:v="urn:schemas-microsoft-com:vml" Requires="v">
                <p:oleObj spid="_x0000_s30376" name="Equation" r:id="rId13" imgW="40233600" imgH="15240000" progId="Equation.DSMT4">
                  <p:embed/>
                </p:oleObj>
              </mc:Choice>
              <mc:Fallback>
                <p:oleObj name="Equation" r:id="rId13" imgW="40233600" imgH="15240000" progId="Equation.DSMT4">
                  <p:embed/>
                  <p:pic>
                    <p:nvPicPr>
                      <p:cNvPr id="0" name="图片 30375"/>
                      <p:cNvPicPr>
                        <a:picLocks noChangeAspect="1"/>
                      </p:cNvPicPr>
                      <p:nvPr/>
                    </p:nvPicPr>
                    <p:blipFill>
                      <a:blip r:embed="rId14">
                        <a:biLevel thresh="50000"/>
                        <a:grayscl/>
                      </a:blip>
                      <a:stretch>
                        <a:fillRect/>
                      </a:stretch>
                    </p:blipFill>
                    <p:spPr>
                      <a:xfrm>
                        <a:off x="7483793" y="2454275"/>
                        <a:ext cx="1689100" cy="647700"/>
                      </a:xfrm>
                      <a:prstGeom prst="rect">
                        <a:avLst/>
                      </a:prstGeom>
                      <a:noFill/>
                      <a:ln w="9525">
                        <a:noFill/>
                      </a:ln>
                    </p:spPr>
                  </p:pic>
                </p:oleObj>
              </mc:Fallback>
            </mc:AlternateContent>
          </a:graphicData>
        </a:graphic>
      </p:graphicFrame>
      <p:sp>
        <p:nvSpPr>
          <p:cNvPr id="14" name="Text Box 14"/>
          <p:cNvSpPr txBox="1">
            <a:spLocks noChangeArrowheads="1"/>
          </p:cNvSpPr>
          <p:nvPr/>
        </p:nvSpPr>
        <p:spPr bwMode="auto">
          <a:xfrm>
            <a:off x="9144000" y="2579688"/>
            <a:ext cx="609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 name="Text Box 15"/>
          <p:cNvSpPr txBox="1">
            <a:spLocks noChangeArrowheads="1"/>
          </p:cNvSpPr>
          <p:nvPr/>
        </p:nvSpPr>
        <p:spPr bwMode="auto">
          <a:xfrm>
            <a:off x="3733800" y="3406775"/>
            <a:ext cx="1524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有</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6" name="Object 16"/>
          <p:cNvGraphicFramePr>
            <a:graphicFrameLocks noChangeAspect="1"/>
          </p:cNvGraphicFramePr>
          <p:nvPr/>
        </p:nvGraphicFramePr>
        <p:xfrm>
          <a:off x="4879975" y="3521075"/>
          <a:ext cx="2978150" cy="400050"/>
        </p:xfrm>
        <a:graphic>
          <a:graphicData uri="http://schemas.openxmlformats.org/presentationml/2006/ole">
            <mc:AlternateContent xmlns:mc="http://schemas.openxmlformats.org/markup-compatibility/2006">
              <mc:Choice xmlns:v="urn:schemas-microsoft-com:vml" Requires="v">
                <p:oleObj spid="_x0000_s30377" name="Equation" r:id="rId15" imgW="71323200" imgH="9448800" progId="Equation.DSMT4">
                  <p:embed/>
                </p:oleObj>
              </mc:Choice>
              <mc:Fallback>
                <p:oleObj name="Equation" r:id="rId15" imgW="71323200" imgH="9448800" progId="Equation.DSMT4">
                  <p:embed/>
                  <p:pic>
                    <p:nvPicPr>
                      <p:cNvPr id="0" name="图片 30376"/>
                      <p:cNvPicPr>
                        <a:picLocks noChangeAspect="1"/>
                      </p:cNvPicPr>
                      <p:nvPr/>
                    </p:nvPicPr>
                    <p:blipFill>
                      <a:blip r:embed="rId16">
                        <a:biLevel thresh="50000"/>
                        <a:grayscl/>
                      </a:blip>
                      <a:stretch>
                        <a:fillRect/>
                      </a:stretch>
                    </p:blipFill>
                    <p:spPr>
                      <a:xfrm>
                        <a:off x="4879975" y="3521075"/>
                        <a:ext cx="2978150" cy="400050"/>
                      </a:xfrm>
                      <a:prstGeom prst="rect">
                        <a:avLst/>
                      </a:prstGeom>
                      <a:noFill/>
                      <a:ln w="9525">
                        <a:noFill/>
                      </a:ln>
                    </p:spPr>
                  </p:pic>
                </p:oleObj>
              </mc:Fallback>
            </mc:AlternateContent>
          </a:graphicData>
        </a:graphic>
      </p:graphicFrame>
      <p:sp>
        <p:nvSpPr>
          <p:cNvPr id="17" name="Text Box 17"/>
          <p:cNvSpPr txBox="1">
            <a:spLocks noChangeArrowheads="1"/>
          </p:cNvSpPr>
          <p:nvPr/>
        </p:nvSpPr>
        <p:spPr bwMode="auto">
          <a:xfrm>
            <a:off x="2057400" y="4038600"/>
            <a:ext cx="2057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当</a:t>
            </a:r>
            <a:r>
              <a:rPr kumimoji="1" lang="zh-CN" altLang="en-US" sz="2800" b="1" i="1">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i="1">
                <a:latin typeface="Times New Roman" panose="02020603050405020304" pitchFamily="18" charset="0"/>
                <a:ea typeface="黑体" panose="02010609060101010101" pitchFamily="49" charset="-122"/>
                <a:cs typeface="Times New Roman" panose="02020603050405020304" pitchFamily="18" charset="0"/>
              </a:rPr>
              <a:t>A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&gt; 0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8" name="Text Box 18"/>
          <p:cNvSpPr txBox="1">
            <a:spLocks noChangeArrowheads="1"/>
          </p:cNvSpPr>
          <p:nvPr/>
        </p:nvSpPr>
        <p:spPr bwMode="auto">
          <a:xfrm>
            <a:off x="3946525" y="4038600"/>
            <a:ext cx="1905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取正数</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9" name="Object 19"/>
          <p:cNvGraphicFramePr>
            <a:graphicFrameLocks noChangeAspect="1"/>
          </p:cNvGraphicFramePr>
          <p:nvPr/>
        </p:nvGraphicFramePr>
        <p:xfrm>
          <a:off x="5213350" y="4171950"/>
          <a:ext cx="939800" cy="406400"/>
        </p:xfrm>
        <a:graphic>
          <a:graphicData uri="http://schemas.openxmlformats.org/presentationml/2006/ole">
            <mc:AlternateContent xmlns:mc="http://schemas.openxmlformats.org/markup-compatibility/2006">
              <mc:Choice xmlns:v="urn:schemas-microsoft-com:vml" Requires="v">
                <p:oleObj spid="_x0000_s30378" name="Equation" r:id="rId17" imgW="22250400" imgH="9448800" progId="Equation.DSMT4">
                  <p:embed/>
                </p:oleObj>
              </mc:Choice>
              <mc:Fallback>
                <p:oleObj name="Equation" r:id="rId17" imgW="22250400" imgH="9448800" progId="Equation.DSMT4">
                  <p:embed/>
                  <p:pic>
                    <p:nvPicPr>
                      <p:cNvPr id="0" name="图片 30377"/>
                      <p:cNvPicPr>
                        <a:picLocks noChangeAspect="1"/>
                      </p:cNvPicPr>
                      <p:nvPr/>
                    </p:nvPicPr>
                    <p:blipFill>
                      <a:blip r:embed="rId18">
                        <a:biLevel thresh="50000"/>
                        <a:grayscl/>
                      </a:blip>
                      <a:stretch>
                        <a:fillRect/>
                      </a:stretch>
                    </p:blipFill>
                    <p:spPr>
                      <a:xfrm>
                        <a:off x="5213350" y="4171950"/>
                        <a:ext cx="939800" cy="406400"/>
                      </a:xfrm>
                      <a:prstGeom prst="rect">
                        <a:avLst/>
                      </a:prstGeom>
                      <a:noFill/>
                      <a:ln w="9525">
                        <a:noFill/>
                      </a:ln>
                    </p:spPr>
                  </p:pic>
                </p:oleObj>
              </mc:Fallback>
            </mc:AlternateContent>
          </a:graphicData>
        </a:graphic>
      </p:graphicFrame>
      <p:sp>
        <p:nvSpPr>
          <p:cNvPr id="20" name="Text Box 20"/>
          <p:cNvSpPr txBox="1">
            <a:spLocks noChangeArrowheads="1"/>
          </p:cNvSpPr>
          <p:nvPr/>
        </p:nvSpPr>
        <p:spPr bwMode="auto">
          <a:xfrm>
            <a:off x="1728788" y="4967288"/>
            <a:ext cx="2743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则在对应的邻域</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1" name="Text Box 21"/>
          <p:cNvSpPr txBox="1">
            <a:spLocks noChangeArrowheads="1"/>
          </p:cNvSpPr>
          <p:nvPr/>
        </p:nvSpPr>
        <p:spPr bwMode="auto">
          <a:xfrm>
            <a:off x="5791200" y="4943475"/>
            <a:ext cx="685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上</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2" name="Object 22"/>
          <p:cNvGraphicFramePr>
            <a:graphicFrameLocks noChangeAspect="1"/>
          </p:cNvGraphicFramePr>
          <p:nvPr/>
        </p:nvGraphicFramePr>
        <p:xfrm>
          <a:off x="3246438" y="5565775"/>
          <a:ext cx="1289050" cy="400050"/>
        </p:xfrm>
        <a:graphic>
          <a:graphicData uri="http://schemas.openxmlformats.org/presentationml/2006/ole">
            <mc:AlternateContent xmlns:mc="http://schemas.openxmlformats.org/markup-compatibility/2006">
              <mc:Choice xmlns:v="urn:schemas-microsoft-com:vml" Requires="v">
                <p:oleObj spid="_x0000_s30379" name="Equation" r:id="rId19" imgW="30784800" imgH="9448800" progId="Equation.DSMT4">
                  <p:embed/>
                </p:oleObj>
              </mc:Choice>
              <mc:Fallback>
                <p:oleObj name="Equation" r:id="rId19" imgW="30784800" imgH="9448800" progId="Equation.DSMT4">
                  <p:embed/>
                  <p:pic>
                    <p:nvPicPr>
                      <p:cNvPr id="0" name="图片 30378"/>
                      <p:cNvPicPr>
                        <a:picLocks noChangeAspect="1"/>
                      </p:cNvPicPr>
                      <p:nvPr/>
                    </p:nvPicPr>
                    <p:blipFill>
                      <a:blip r:embed="rId20">
                        <a:biLevel thresh="50000"/>
                        <a:grayscl/>
                      </a:blip>
                      <a:stretch>
                        <a:fillRect/>
                      </a:stretch>
                    </p:blipFill>
                    <p:spPr>
                      <a:xfrm>
                        <a:off x="3246438" y="5565775"/>
                        <a:ext cx="1289050" cy="400050"/>
                      </a:xfrm>
                      <a:prstGeom prst="rect">
                        <a:avLst/>
                      </a:prstGeom>
                      <a:noFill/>
                      <a:ln w="9525">
                        <a:noFill/>
                      </a:ln>
                    </p:spPr>
                  </p:pic>
                </p:oleObj>
              </mc:Fallback>
            </mc:AlternateContent>
          </a:graphicData>
        </a:graphic>
      </p:graphicFrame>
      <p:sp>
        <p:nvSpPr>
          <p:cNvPr id="23" name="Text Box 23"/>
          <p:cNvSpPr txBox="1">
            <a:spLocks noChangeArrowheads="1"/>
          </p:cNvSpPr>
          <p:nvPr/>
        </p:nvSpPr>
        <p:spPr bwMode="auto">
          <a:xfrm>
            <a:off x="2639616" y="4494064"/>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solidFill>
                  <a:srgbClr val="FF00FF"/>
                </a:solidFill>
                <a:latin typeface="Times New Roman" panose="02020603050405020304" pitchFamily="18" charset="0"/>
                <a:ea typeface="黑体" panose="02010609060101010101" pitchFamily="49" charset="-122"/>
                <a:cs typeface="Times New Roman" panose="02020603050405020304" pitchFamily="18" charset="0"/>
              </a:rPr>
              <a:t>(&lt; 0)</a:t>
            </a:r>
            <a:endParaRPr kumimoji="1" lang="en-US" altLang="zh-CN" sz="2800" b="1" dirty="0">
              <a:solidFill>
                <a:srgbClr val="FF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4" name="Object 24"/>
          <p:cNvGraphicFramePr>
            <a:graphicFrameLocks noChangeAspect="1"/>
          </p:cNvGraphicFramePr>
          <p:nvPr/>
        </p:nvGraphicFramePr>
        <p:xfrm>
          <a:off x="5106642" y="4547262"/>
          <a:ext cx="1246184" cy="458274"/>
        </p:xfrm>
        <a:graphic>
          <a:graphicData uri="http://schemas.openxmlformats.org/presentationml/2006/ole">
            <mc:AlternateContent xmlns:mc="http://schemas.openxmlformats.org/markup-compatibility/2006">
              <mc:Choice xmlns:v="urn:schemas-microsoft-com:vml" Requires="v">
                <p:oleObj spid="_x0000_s30380" name="Equation" r:id="rId21" imgW="13716000" imgH="4876800" progId="Equation.DSMT4">
                  <p:embed/>
                </p:oleObj>
              </mc:Choice>
              <mc:Fallback>
                <p:oleObj name="Equation" r:id="rId21" imgW="13716000" imgH="4876800" progId="Equation.DSMT4">
                  <p:embed/>
                  <p:pic>
                    <p:nvPicPr>
                      <p:cNvPr id="0" name="图片 30379"/>
                      <p:cNvPicPr>
                        <a:picLocks noChangeAspect="1"/>
                      </p:cNvPicPr>
                      <p:nvPr/>
                    </p:nvPicPr>
                    <p:blipFill>
                      <a:blip r:embed="rId22"/>
                      <a:stretch>
                        <a:fillRect/>
                      </a:stretch>
                    </p:blipFill>
                    <p:spPr>
                      <a:xfrm>
                        <a:off x="5106642" y="4547262"/>
                        <a:ext cx="1246184" cy="458274"/>
                      </a:xfrm>
                      <a:prstGeom prst="rect">
                        <a:avLst/>
                      </a:prstGeom>
                      <a:noFill/>
                      <a:ln w="9525">
                        <a:noFill/>
                      </a:ln>
                    </p:spPr>
                  </p:pic>
                </p:oleObj>
              </mc:Fallback>
            </mc:AlternateContent>
          </a:graphicData>
        </a:graphic>
      </p:graphicFrame>
      <p:sp>
        <p:nvSpPr>
          <p:cNvPr id="25" name="Text Box 25"/>
          <p:cNvSpPr txBox="1">
            <a:spLocks noChangeArrowheads="1"/>
          </p:cNvSpPr>
          <p:nvPr/>
        </p:nvSpPr>
        <p:spPr bwMode="auto">
          <a:xfrm>
            <a:off x="7451725" y="824230"/>
            <a:ext cx="1600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则存在</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6" name="Text Box 26"/>
          <p:cNvSpPr txBox="1">
            <a:spLocks noChangeArrowheads="1"/>
          </p:cNvSpPr>
          <p:nvPr/>
        </p:nvSpPr>
        <p:spPr bwMode="auto">
          <a:xfrm>
            <a:off x="6125845" y="1206183"/>
            <a:ext cx="1600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solidFill>
                  <a:srgbClr val="FF00FF"/>
                </a:solidFill>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i="1" dirty="0">
                <a:solidFill>
                  <a:srgbClr val="FF00FF"/>
                </a:solidFill>
                <a:latin typeface="Times New Roman" panose="02020603050405020304" pitchFamily="18" charset="0"/>
                <a:ea typeface="黑体" panose="02010609060101010101" pitchFamily="49" charset="-122"/>
                <a:cs typeface="Times New Roman" panose="02020603050405020304" pitchFamily="18" charset="0"/>
              </a:rPr>
              <a:t>A</a:t>
            </a:r>
            <a:r>
              <a:rPr kumimoji="1" lang="en-US" altLang="zh-CN" sz="2800" b="1" dirty="0">
                <a:solidFill>
                  <a:srgbClr val="FF00FF"/>
                </a:solidFill>
                <a:latin typeface="Times New Roman" panose="02020603050405020304" pitchFamily="18" charset="0"/>
                <a:ea typeface="黑体" panose="02010609060101010101" pitchFamily="49" charset="-122"/>
                <a:cs typeface="Times New Roman" panose="02020603050405020304" pitchFamily="18" charset="0"/>
              </a:rPr>
              <a:t> &lt; 0 )</a:t>
            </a:r>
            <a:endParaRPr kumimoji="1" lang="en-US" altLang="zh-CN" sz="2800" b="1" dirty="0">
              <a:solidFill>
                <a:srgbClr val="FF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7" name="Object 27"/>
          <p:cNvGraphicFramePr>
            <a:graphicFrameLocks noChangeAspect="1"/>
          </p:cNvGraphicFramePr>
          <p:nvPr/>
        </p:nvGraphicFramePr>
        <p:xfrm>
          <a:off x="8696960" y="700088"/>
          <a:ext cx="1416050" cy="646112"/>
        </p:xfrm>
        <a:graphic>
          <a:graphicData uri="http://schemas.openxmlformats.org/presentationml/2006/ole">
            <mc:AlternateContent xmlns:mc="http://schemas.openxmlformats.org/markup-compatibility/2006">
              <mc:Choice xmlns:v="urn:schemas-microsoft-com:vml" Requires="v">
                <p:oleObj spid="_x0000_s30381" name="Equation" r:id="rId23" imgW="33832800" imgH="15240000" progId="Equation.DSMT4">
                  <p:embed/>
                </p:oleObj>
              </mc:Choice>
              <mc:Fallback>
                <p:oleObj name="Equation" r:id="rId23" imgW="33832800" imgH="15240000" progId="Equation.DSMT4">
                  <p:embed/>
                  <p:pic>
                    <p:nvPicPr>
                      <p:cNvPr id="0" name="图片 30380"/>
                      <p:cNvPicPr>
                        <a:picLocks noChangeAspect="1"/>
                      </p:cNvPicPr>
                      <p:nvPr/>
                    </p:nvPicPr>
                    <p:blipFill>
                      <a:blip r:embed="rId24">
                        <a:biLevel thresh="50000"/>
                        <a:grayscl/>
                      </a:blip>
                      <a:stretch>
                        <a:fillRect/>
                      </a:stretch>
                    </p:blipFill>
                    <p:spPr>
                      <a:xfrm>
                        <a:off x="8696960" y="700088"/>
                        <a:ext cx="1416050" cy="646112"/>
                      </a:xfrm>
                      <a:prstGeom prst="rect">
                        <a:avLst/>
                      </a:prstGeom>
                      <a:noFill/>
                      <a:ln w="9525">
                        <a:noFill/>
                      </a:ln>
                    </p:spPr>
                  </p:pic>
                </p:oleObj>
              </mc:Fallback>
            </mc:AlternateContent>
          </a:graphicData>
        </a:graphic>
      </p:graphicFrame>
      <p:graphicFrame>
        <p:nvGraphicFramePr>
          <p:cNvPr id="28" name="Object 28"/>
          <p:cNvGraphicFramePr>
            <a:graphicFrameLocks noChangeAspect="1"/>
          </p:cNvGraphicFramePr>
          <p:nvPr/>
        </p:nvGraphicFramePr>
        <p:xfrm>
          <a:off x="1868488" y="3225800"/>
          <a:ext cx="1825625" cy="646113"/>
        </p:xfrm>
        <a:graphic>
          <a:graphicData uri="http://schemas.openxmlformats.org/presentationml/2006/ole">
            <mc:AlternateContent xmlns:mc="http://schemas.openxmlformats.org/markup-compatibility/2006">
              <mc:Choice xmlns:v="urn:schemas-microsoft-com:vml" Requires="v">
                <p:oleObj spid="_x0000_s30382" name="Equation" r:id="rId25" imgW="43586400" imgH="15240000" progId="Equation.DSMT4">
                  <p:embed/>
                </p:oleObj>
              </mc:Choice>
              <mc:Fallback>
                <p:oleObj name="Equation" r:id="rId25" imgW="43586400" imgH="15240000" progId="Equation.DSMT4">
                  <p:embed/>
                  <p:pic>
                    <p:nvPicPr>
                      <p:cNvPr id="0" name="图片 30381"/>
                      <p:cNvPicPr>
                        <a:picLocks noChangeAspect="1"/>
                      </p:cNvPicPr>
                      <p:nvPr/>
                    </p:nvPicPr>
                    <p:blipFill>
                      <a:blip r:embed="rId26">
                        <a:biLevel thresh="50000"/>
                        <a:grayscl/>
                      </a:blip>
                      <a:stretch>
                        <a:fillRect/>
                      </a:stretch>
                    </p:blipFill>
                    <p:spPr>
                      <a:xfrm>
                        <a:off x="1868488" y="3225800"/>
                        <a:ext cx="1825625" cy="646113"/>
                      </a:xfrm>
                      <a:prstGeom prst="rect">
                        <a:avLst/>
                      </a:prstGeom>
                      <a:noFill/>
                      <a:ln w="9525">
                        <a:noFill/>
                      </a:ln>
                    </p:spPr>
                  </p:pic>
                </p:oleObj>
              </mc:Fallback>
            </mc:AlternateContent>
          </a:graphicData>
        </a:graphic>
      </p:graphicFrame>
      <p:graphicFrame>
        <p:nvGraphicFramePr>
          <p:cNvPr id="29" name="Object 29"/>
          <p:cNvGraphicFramePr>
            <a:graphicFrameLocks noChangeAspect="1"/>
          </p:cNvGraphicFramePr>
          <p:nvPr/>
        </p:nvGraphicFramePr>
        <p:xfrm>
          <a:off x="4460875" y="4802188"/>
          <a:ext cx="1303338" cy="647700"/>
        </p:xfrm>
        <a:graphic>
          <a:graphicData uri="http://schemas.openxmlformats.org/presentationml/2006/ole">
            <mc:AlternateContent xmlns:mc="http://schemas.openxmlformats.org/markup-compatibility/2006">
              <mc:Choice xmlns:v="urn:schemas-microsoft-com:vml" Requires="v">
                <p:oleObj spid="_x0000_s30383" name="Equation" r:id="rId27" imgW="31089600" imgH="15240000" progId="Equation.DSMT4">
                  <p:embed/>
                </p:oleObj>
              </mc:Choice>
              <mc:Fallback>
                <p:oleObj name="Equation" r:id="rId27" imgW="31089600" imgH="15240000" progId="Equation.DSMT4">
                  <p:embed/>
                  <p:pic>
                    <p:nvPicPr>
                      <p:cNvPr id="0" name="图片 30382"/>
                      <p:cNvPicPr>
                        <a:picLocks noChangeAspect="1"/>
                      </p:cNvPicPr>
                      <p:nvPr/>
                    </p:nvPicPr>
                    <p:blipFill>
                      <a:blip r:embed="rId28">
                        <a:biLevel thresh="50000"/>
                        <a:grayscl/>
                      </a:blip>
                      <a:stretch>
                        <a:fillRect/>
                      </a:stretch>
                    </p:blipFill>
                    <p:spPr>
                      <a:xfrm>
                        <a:off x="4460875" y="4802188"/>
                        <a:ext cx="1303338" cy="647700"/>
                      </a:xfrm>
                      <a:prstGeom prst="rect">
                        <a:avLst/>
                      </a:prstGeom>
                      <a:noFill/>
                      <a:ln w="9525">
                        <a:noFill/>
                      </a:ln>
                    </p:spPr>
                  </p:pic>
                </p:oleObj>
              </mc:Fallback>
            </mc:AlternateContent>
          </a:graphicData>
        </a:graphic>
      </p:graphicFrame>
      <p:grpSp>
        <p:nvGrpSpPr>
          <p:cNvPr id="30" name="Group 31"/>
          <p:cNvGrpSpPr/>
          <p:nvPr/>
        </p:nvGrpSpPr>
        <p:grpSpPr bwMode="auto">
          <a:xfrm>
            <a:off x="6870110" y="3943848"/>
            <a:ext cx="3267322" cy="1974439"/>
            <a:chOff x="2930" y="2167"/>
            <a:chExt cx="2549" cy="1542"/>
          </a:xfrm>
        </p:grpSpPr>
        <p:grpSp>
          <p:nvGrpSpPr>
            <p:cNvPr id="31" name="Group 32"/>
            <p:cNvGrpSpPr/>
            <p:nvPr/>
          </p:nvGrpSpPr>
          <p:grpSpPr bwMode="auto">
            <a:xfrm>
              <a:off x="3726" y="2544"/>
              <a:ext cx="1471" cy="1165"/>
              <a:chOff x="3726" y="2544"/>
              <a:chExt cx="1471" cy="1165"/>
            </a:xfrm>
          </p:grpSpPr>
          <p:graphicFrame>
            <p:nvGraphicFramePr>
              <p:cNvPr id="50" name="Object 33"/>
              <p:cNvGraphicFramePr>
                <a:graphicFrameLocks noChangeAspect="1"/>
              </p:cNvGraphicFramePr>
              <p:nvPr/>
            </p:nvGraphicFramePr>
            <p:xfrm>
              <a:off x="4504" y="3351"/>
              <a:ext cx="693" cy="337"/>
            </p:xfrm>
            <a:graphic>
              <a:graphicData uri="http://schemas.openxmlformats.org/presentationml/2006/ole">
                <mc:AlternateContent xmlns:mc="http://schemas.openxmlformats.org/markup-compatibility/2006">
                  <mc:Choice xmlns:v="urn:schemas-microsoft-com:vml" Requires="v">
                    <p:oleObj spid="_x0000_s30384" name="Equation" r:id="rId29" imgW="21336000" imgH="10363200" progId="Equation.DSMT4">
                      <p:embed/>
                    </p:oleObj>
                  </mc:Choice>
                  <mc:Fallback>
                    <p:oleObj name="Equation" r:id="rId29" imgW="21336000" imgH="10363200" progId="Equation.DSMT4">
                      <p:embed/>
                      <p:pic>
                        <p:nvPicPr>
                          <p:cNvPr id="0" name="图片 30383"/>
                          <p:cNvPicPr>
                            <a:picLocks noChangeAspect="1"/>
                          </p:cNvPicPr>
                          <p:nvPr/>
                        </p:nvPicPr>
                        <p:blipFill>
                          <a:blip r:embed="rId30">
                            <a:biLevel thresh="50000"/>
                            <a:grayscl/>
                          </a:blip>
                          <a:stretch>
                            <a:fillRect/>
                          </a:stretch>
                        </p:blipFill>
                        <p:spPr>
                          <a:xfrm>
                            <a:off x="4504" y="3351"/>
                            <a:ext cx="693" cy="337"/>
                          </a:xfrm>
                          <a:prstGeom prst="rect">
                            <a:avLst/>
                          </a:prstGeom>
                          <a:noFill/>
                          <a:ln w="9525">
                            <a:noFill/>
                          </a:ln>
                        </p:spPr>
                      </p:pic>
                    </p:oleObj>
                  </mc:Fallback>
                </mc:AlternateContent>
              </a:graphicData>
            </a:graphic>
          </p:graphicFrame>
          <p:graphicFrame>
            <p:nvGraphicFramePr>
              <p:cNvPr id="51" name="Object 34"/>
              <p:cNvGraphicFramePr>
                <a:graphicFrameLocks noChangeAspect="1"/>
              </p:cNvGraphicFramePr>
              <p:nvPr/>
            </p:nvGraphicFramePr>
            <p:xfrm>
              <a:off x="3726" y="3372"/>
              <a:ext cx="684" cy="337"/>
            </p:xfrm>
            <a:graphic>
              <a:graphicData uri="http://schemas.openxmlformats.org/presentationml/2006/ole">
                <mc:AlternateContent xmlns:mc="http://schemas.openxmlformats.org/markup-compatibility/2006">
                  <mc:Choice xmlns:v="urn:schemas-microsoft-com:vml" Requires="v">
                    <p:oleObj spid="_x0000_s30385" name="Equation" r:id="rId31" imgW="21031200" imgH="10363200" progId="Equation.DSMT4">
                      <p:embed/>
                    </p:oleObj>
                  </mc:Choice>
                  <mc:Fallback>
                    <p:oleObj name="Equation" r:id="rId31" imgW="21031200" imgH="10363200" progId="Equation.DSMT4">
                      <p:embed/>
                      <p:pic>
                        <p:nvPicPr>
                          <p:cNvPr id="0" name="图片 30384"/>
                          <p:cNvPicPr>
                            <a:picLocks noChangeAspect="1"/>
                          </p:cNvPicPr>
                          <p:nvPr/>
                        </p:nvPicPr>
                        <p:blipFill>
                          <a:blip r:embed="rId32">
                            <a:biLevel thresh="50000"/>
                            <a:grayscl/>
                          </a:blip>
                          <a:stretch>
                            <a:fillRect/>
                          </a:stretch>
                        </p:blipFill>
                        <p:spPr>
                          <a:xfrm>
                            <a:off x="3726" y="3372"/>
                            <a:ext cx="684" cy="337"/>
                          </a:xfrm>
                          <a:prstGeom prst="rect">
                            <a:avLst/>
                          </a:prstGeom>
                          <a:noFill/>
                          <a:ln w="9525">
                            <a:noFill/>
                          </a:ln>
                        </p:spPr>
                      </p:pic>
                    </p:oleObj>
                  </mc:Fallback>
                </mc:AlternateContent>
              </a:graphicData>
            </a:graphic>
          </p:graphicFrame>
          <p:sp>
            <p:nvSpPr>
              <p:cNvPr id="52" name="Line 35"/>
              <p:cNvSpPr>
                <a:spLocks noChangeShapeType="1"/>
              </p:cNvSpPr>
              <p:nvPr/>
            </p:nvSpPr>
            <p:spPr bwMode="auto">
              <a:xfrm flipH="1" flipV="1">
                <a:off x="4800" y="2544"/>
                <a:ext cx="0" cy="894"/>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3" name="Line 36"/>
              <p:cNvSpPr>
                <a:spLocks noChangeShapeType="1"/>
              </p:cNvSpPr>
              <p:nvPr/>
            </p:nvSpPr>
            <p:spPr bwMode="auto">
              <a:xfrm flipV="1">
                <a:off x="4167" y="2544"/>
                <a:ext cx="9" cy="894"/>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nvGrpSpPr>
            <p:cNvPr id="32" name="Group 37"/>
            <p:cNvGrpSpPr/>
            <p:nvPr/>
          </p:nvGrpSpPr>
          <p:grpSpPr bwMode="auto">
            <a:xfrm>
              <a:off x="2930" y="2413"/>
              <a:ext cx="2296" cy="887"/>
              <a:chOff x="2930" y="2413"/>
              <a:chExt cx="2296" cy="887"/>
            </a:xfrm>
          </p:grpSpPr>
          <p:graphicFrame>
            <p:nvGraphicFramePr>
              <p:cNvPr id="46" name="Object 38"/>
              <p:cNvGraphicFramePr>
                <a:graphicFrameLocks noChangeAspect="1"/>
              </p:cNvGraphicFramePr>
              <p:nvPr/>
            </p:nvGraphicFramePr>
            <p:xfrm>
              <a:off x="2930" y="2413"/>
              <a:ext cx="624" cy="307"/>
            </p:xfrm>
            <a:graphic>
              <a:graphicData uri="http://schemas.openxmlformats.org/presentationml/2006/ole">
                <mc:AlternateContent xmlns:mc="http://schemas.openxmlformats.org/markup-compatibility/2006">
                  <mc:Choice xmlns:v="urn:schemas-microsoft-com:vml" Requires="v">
                    <p:oleObj spid="_x0000_s30386" name="Equation" r:id="rId33" imgW="19202400" imgH="9448800" progId="Equation.DSMT4">
                      <p:embed/>
                    </p:oleObj>
                  </mc:Choice>
                  <mc:Fallback>
                    <p:oleObj name="Equation" r:id="rId33" imgW="19202400" imgH="9448800" progId="Equation.DSMT4">
                      <p:embed/>
                      <p:pic>
                        <p:nvPicPr>
                          <p:cNvPr id="0" name="图片 30385"/>
                          <p:cNvPicPr>
                            <a:picLocks noChangeAspect="1"/>
                          </p:cNvPicPr>
                          <p:nvPr/>
                        </p:nvPicPr>
                        <p:blipFill>
                          <a:blip r:embed="rId34">
                            <a:biLevel thresh="50000"/>
                            <a:grayscl/>
                          </a:blip>
                          <a:stretch>
                            <a:fillRect/>
                          </a:stretch>
                        </p:blipFill>
                        <p:spPr>
                          <a:xfrm>
                            <a:off x="2930" y="2413"/>
                            <a:ext cx="624" cy="307"/>
                          </a:xfrm>
                          <a:prstGeom prst="rect">
                            <a:avLst/>
                          </a:prstGeom>
                          <a:noFill/>
                          <a:ln w="9525">
                            <a:noFill/>
                          </a:ln>
                        </p:spPr>
                      </p:pic>
                    </p:oleObj>
                  </mc:Fallback>
                </mc:AlternateContent>
              </a:graphicData>
            </a:graphic>
          </p:graphicFrame>
          <p:graphicFrame>
            <p:nvGraphicFramePr>
              <p:cNvPr id="47" name="Object 39"/>
              <p:cNvGraphicFramePr>
                <a:graphicFrameLocks noChangeAspect="1"/>
              </p:cNvGraphicFramePr>
              <p:nvPr/>
            </p:nvGraphicFramePr>
            <p:xfrm>
              <a:off x="2942" y="2993"/>
              <a:ext cx="614" cy="307"/>
            </p:xfrm>
            <a:graphic>
              <a:graphicData uri="http://schemas.openxmlformats.org/presentationml/2006/ole">
                <mc:AlternateContent xmlns:mc="http://schemas.openxmlformats.org/markup-compatibility/2006">
                  <mc:Choice xmlns:v="urn:schemas-microsoft-com:vml" Requires="v">
                    <p:oleObj spid="_x0000_s30387" name="Equation" r:id="rId35" imgW="18897600" imgH="9448800" progId="Equation.DSMT4">
                      <p:embed/>
                    </p:oleObj>
                  </mc:Choice>
                  <mc:Fallback>
                    <p:oleObj name="Equation" r:id="rId35" imgW="18897600" imgH="9448800" progId="Equation.DSMT4">
                      <p:embed/>
                      <p:pic>
                        <p:nvPicPr>
                          <p:cNvPr id="0" name="图片 30386"/>
                          <p:cNvPicPr>
                            <a:picLocks noChangeAspect="1"/>
                          </p:cNvPicPr>
                          <p:nvPr/>
                        </p:nvPicPr>
                        <p:blipFill>
                          <a:blip r:embed="rId36">
                            <a:biLevel thresh="50000"/>
                            <a:grayscl/>
                          </a:blip>
                          <a:stretch>
                            <a:fillRect/>
                          </a:stretch>
                        </p:blipFill>
                        <p:spPr>
                          <a:xfrm>
                            <a:off x="2942" y="2993"/>
                            <a:ext cx="614" cy="307"/>
                          </a:xfrm>
                          <a:prstGeom prst="rect">
                            <a:avLst/>
                          </a:prstGeom>
                          <a:noFill/>
                          <a:ln w="9525">
                            <a:noFill/>
                          </a:ln>
                        </p:spPr>
                      </p:pic>
                    </p:oleObj>
                  </mc:Fallback>
                </mc:AlternateContent>
              </a:graphicData>
            </a:graphic>
          </p:graphicFrame>
          <p:sp>
            <p:nvSpPr>
              <p:cNvPr id="48" name="Line 40"/>
              <p:cNvSpPr>
                <a:spLocks noChangeShapeType="1"/>
              </p:cNvSpPr>
              <p:nvPr/>
            </p:nvSpPr>
            <p:spPr bwMode="auto">
              <a:xfrm>
                <a:off x="3593" y="2554"/>
                <a:ext cx="1633"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 name="Line 41"/>
              <p:cNvSpPr>
                <a:spLocks noChangeShapeType="1"/>
              </p:cNvSpPr>
              <p:nvPr/>
            </p:nvSpPr>
            <p:spPr bwMode="auto">
              <a:xfrm>
                <a:off x="3571" y="3088"/>
                <a:ext cx="1634"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nvGrpSpPr>
            <p:cNvPr id="33" name="Group 42"/>
            <p:cNvGrpSpPr/>
            <p:nvPr/>
          </p:nvGrpSpPr>
          <p:grpSpPr bwMode="auto">
            <a:xfrm>
              <a:off x="3325" y="2684"/>
              <a:ext cx="288" cy="307"/>
              <a:chOff x="3325" y="2684"/>
              <a:chExt cx="288" cy="307"/>
            </a:xfrm>
          </p:grpSpPr>
          <p:sp>
            <p:nvSpPr>
              <p:cNvPr id="44" name="Line 43"/>
              <p:cNvSpPr>
                <a:spLocks noChangeShapeType="1"/>
              </p:cNvSpPr>
              <p:nvPr/>
            </p:nvSpPr>
            <p:spPr bwMode="auto">
              <a:xfrm flipH="1">
                <a:off x="3568" y="2820"/>
                <a:ext cx="45"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5" name="Object 44"/>
              <p:cNvGraphicFramePr>
                <a:graphicFrameLocks noChangeAspect="1"/>
              </p:cNvGraphicFramePr>
              <p:nvPr/>
            </p:nvGraphicFramePr>
            <p:xfrm>
              <a:off x="3325" y="2684"/>
              <a:ext cx="228" cy="307"/>
            </p:xfrm>
            <a:graphic>
              <a:graphicData uri="http://schemas.openxmlformats.org/presentationml/2006/ole">
                <mc:AlternateContent xmlns:mc="http://schemas.openxmlformats.org/markup-compatibility/2006">
                  <mc:Choice xmlns:v="urn:schemas-microsoft-com:vml" Requires="v">
                    <p:oleObj spid="_x0000_s30388" name="Equation" r:id="rId37" imgW="7010400" imgH="9448800" progId="Equation.DSMT4">
                      <p:embed/>
                    </p:oleObj>
                  </mc:Choice>
                  <mc:Fallback>
                    <p:oleObj name="Equation" r:id="rId37" imgW="7010400" imgH="9448800" progId="Equation.DSMT4">
                      <p:embed/>
                      <p:pic>
                        <p:nvPicPr>
                          <p:cNvPr id="0" name="图片 30387"/>
                          <p:cNvPicPr>
                            <a:picLocks noChangeAspect="1"/>
                          </p:cNvPicPr>
                          <p:nvPr/>
                        </p:nvPicPr>
                        <p:blipFill>
                          <a:blip r:embed="rId38">
                            <a:biLevel thresh="50000"/>
                            <a:grayscl/>
                          </a:blip>
                          <a:stretch>
                            <a:fillRect/>
                          </a:stretch>
                        </p:blipFill>
                        <p:spPr>
                          <a:xfrm>
                            <a:off x="3325" y="2684"/>
                            <a:ext cx="228" cy="307"/>
                          </a:xfrm>
                          <a:prstGeom prst="rect">
                            <a:avLst/>
                          </a:prstGeom>
                          <a:noFill/>
                          <a:ln w="9525">
                            <a:noFill/>
                          </a:ln>
                        </p:spPr>
                      </p:pic>
                    </p:oleObj>
                  </mc:Fallback>
                </mc:AlternateContent>
              </a:graphicData>
            </a:graphic>
          </p:graphicFrame>
        </p:grpSp>
        <p:grpSp>
          <p:nvGrpSpPr>
            <p:cNvPr id="34" name="Group 45"/>
            <p:cNvGrpSpPr/>
            <p:nvPr/>
          </p:nvGrpSpPr>
          <p:grpSpPr bwMode="auto">
            <a:xfrm>
              <a:off x="3439" y="2167"/>
              <a:ext cx="2040" cy="1542"/>
              <a:chOff x="3439" y="2167"/>
              <a:chExt cx="2040" cy="1542"/>
            </a:xfrm>
          </p:grpSpPr>
          <p:sp>
            <p:nvSpPr>
              <p:cNvPr id="35" name="Line 46"/>
              <p:cNvSpPr>
                <a:spLocks noChangeShapeType="1"/>
              </p:cNvSpPr>
              <p:nvPr/>
            </p:nvSpPr>
            <p:spPr bwMode="auto">
              <a:xfrm flipV="1">
                <a:off x="4476" y="2819"/>
                <a:ext cx="0" cy="619"/>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6" name="Line 47"/>
              <p:cNvSpPr>
                <a:spLocks noChangeShapeType="1"/>
              </p:cNvSpPr>
              <p:nvPr/>
            </p:nvSpPr>
            <p:spPr bwMode="auto">
              <a:xfrm>
                <a:off x="3439" y="3438"/>
                <a:ext cx="1987"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7" name="Line 48"/>
              <p:cNvSpPr>
                <a:spLocks noChangeShapeType="1"/>
              </p:cNvSpPr>
              <p:nvPr/>
            </p:nvSpPr>
            <p:spPr bwMode="auto">
              <a:xfrm flipV="1">
                <a:off x="3571" y="2289"/>
                <a:ext cx="0" cy="141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8" name="Object 49"/>
              <p:cNvGraphicFramePr>
                <a:graphicFrameLocks noChangeAspect="1"/>
              </p:cNvGraphicFramePr>
              <p:nvPr/>
            </p:nvGraphicFramePr>
            <p:xfrm>
              <a:off x="5276" y="3475"/>
              <a:ext cx="203" cy="210"/>
            </p:xfrm>
            <a:graphic>
              <a:graphicData uri="http://schemas.openxmlformats.org/presentationml/2006/ole">
                <mc:AlternateContent xmlns:mc="http://schemas.openxmlformats.org/markup-compatibility/2006">
                  <mc:Choice xmlns:v="urn:schemas-microsoft-com:vml" Requires="v">
                    <p:oleObj spid="_x0000_s30389" name="Equation" r:id="rId39" imgW="3048000" imgH="3352800" progId="Equation.DSMT4">
                      <p:embed/>
                    </p:oleObj>
                  </mc:Choice>
                  <mc:Fallback>
                    <p:oleObj name="Equation" r:id="rId39" imgW="3048000" imgH="3352800" progId="Equation.DSMT4">
                      <p:embed/>
                      <p:pic>
                        <p:nvPicPr>
                          <p:cNvPr id="0" name="图片 30388"/>
                          <p:cNvPicPr>
                            <a:picLocks noChangeAspect="1"/>
                          </p:cNvPicPr>
                          <p:nvPr/>
                        </p:nvPicPr>
                        <p:blipFill>
                          <a:blip r:embed="rId40">
                            <a:biLevel thresh="50000"/>
                            <a:grayscl/>
                          </a:blip>
                          <a:stretch>
                            <a:fillRect/>
                          </a:stretch>
                        </p:blipFill>
                        <p:spPr>
                          <a:xfrm>
                            <a:off x="5276" y="3475"/>
                            <a:ext cx="203" cy="210"/>
                          </a:xfrm>
                          <a:prstGeom prst="rect">
                            <a:avLst/>
                          </a:prstGeom>
                          <a:noFill/>
                          <a:ln w="9525">
                            <a:noFill/>
                          </a:ln>
                        </p:spPr>
                      </p:pic>
                    </p:oleObj>
                  </mc:Fallback>
                </mc:AlternateContent>
              </a:graphicData>
            </a:graphic>
          </p:graphicFrame>
          <p:graphicFrame>
            <p:nvGraphicFramePr>
              <p:cNvPr id="39" name="Object 50"/>
              <p:cNvGraphicFramePr>
                <a:graphicFrameLocks noChangeAspect="1"/>
              </p:cNvGraphicFramePr>
              <p:nvPr/>
            </p:nvGraphicFramePr>
            <p:xfrm>
              <a:off x="4355" y="3372"/>
              <a:ext cx="277" cy="337"/>
            </p:xfrm>
            <a:graphic>
              <a:graphicData uri="http://schemas.openxmlformats.org/presentationml/2006/ole">
                <mc:AlternateContent xmlns:mc="http://schemas.openxmlformats.org/markup-compatibility/2006">
                  <mc:Choice xmlns:v="urn:schemas-microsoft-com:vml" Requires="v">
                    <p:oleObj spid="_x0000_s30390" name="Equation" r:id="rId41" imgW="8534400" imgH="10363200" progId="Equation.DSMT4">
                      <p:embed/>
                    </p:oleObj>
                  </mc:Choice>
                  <mc:Fallback>
                    <p:oleObj name="Equation" r:id="rId41" imgW="8534400" imgH="10363200" progId="Equation.DSMT4">
                      <p:embed/>
                      <p:pic>
                        <p:nvPicPr>
                          <p:cNvPr id="0" name="图片 30389"/>
                          <p:cNvPicPr>
                            <a:picLocks noChangeAspect="1"/>
                          </p:cNvPicPr>
                          <p:nvPr/>
                        </p:nvPicPr>
                        <p:blipFill>
                          <a:blip r:embed="rId42">
                            <a:biLevel thresh="50000"/>
                            <a:grayscl/>
                          </a:blip>
                          <a:stretch>
                            <a:fillRect/>
                          </a:stretch>
                        </p:blipFill>
                        <p:spPr>
                          <a:xfrm>
                            <a:off x="4355" y="3372"/>
                            <a:ext cx="277" cy="337"/>
                          </a:xfrm>
                          <a:prstGeom prst="rect">
                            <a:avLst/>
                          </a:prstGeom>
                          <a:noFill/>
                          <a:ln w="9525">
                            <a:noFill/>
                          </a:ln>
                        </p:spPr>
                      </p:pic>
                    </p:oleObj>
                  </mc:Fallback>
                </mc:AlternateContent>
              </a:graphicData>
            </a:graphic>
          </p:graphicFrame>
          <p:graphicFrame>
            <p:nvGraphicFramePr>
              <p:cNvPr id="40" name="Object 51"/>
              <p:cNvGraphicFramePr>
                <a:graphicFrameLocks noChangeAspect="1"/>
              </p:cNvGraphicFramePr>
              <p:nvPr/>
            </p:nvGraphicFramePr>
            <p:xfrm>
              <a:off x="3598" y="2243"/>
              <a:ext cx="209" cy="253"/>
            </p:xfrm>
            <a:graphic>
              <a:graphicData uri="http://schemas.openxmlformats.org/presentationml/2006/ole">
                <mc:AlternateContent xmlns:mc="http://schemas.openxmlformats.org/markup-compatibility/2006">
                  <mc:Choice xmlns:v="urn:schemas-microsoft-com:vml" Requires="v">
                    <p:oleObj spid="_x0000_s30391" name="Equation" r:id="rId43" imgW="3352800" imgH="3962400" progId="Equation.DSMT4">
                      <p:embed/>
                    </p:oleObj>
                  </mc:Choice>
                  <mc:Fallback>
                    <p:oleObj name="Equation" r:id="rId43" imgW="3352800" imgH="3962400" progId="Equation.DSMT4">
                      <p:embed/>
                      <p:pic>
                        <p:nvPicPr>
                          <p:cNvPr id="0" name="图片 30390"/>
                          <p:cNvPicPr>
                            <a:picLocks noChangeAspect="1"/>
                          </p:cNvPicPr>
                          <p:nvPr/>
                        </p:nvPicPr>
                        <p:blipFill>
                          <a:blip r:embed="rId44">
                            <a:biLevel thresh="50000"/>
                            <a:grayscl/>
                          </a:blip>
                          <a:stretch>
                            <a:fillRect/>
                          </a:stretch>
                        </p:blipFill>
                        <p:spPr>
                          <a:xfrm>
                            <a:off x="3598" y="2243"/>
                            <a:ext cx="209" cy="253"/>
                          </a:xfrm>
                          <a:prstGeom prst="rect">
                            <a:avLst/>
                          </a:prstGeom>
                          <a:noFill/>
                          <a:ln w="9525">
                            <a:noFill/>
                          </a:ln>
                        </p:spPr>
                      </p:pic>
                    </p:oleObj>
                  </mc:Fallback>
                </mc:AlternateContent>
              </a:graphicData>
            </a:graphic>
          </p:graphicFrame>
          <p:sp>
            <p:nvSpPr>
              <p:cNvPr id="41" name="Freeform 52"/>
              <p:cNvSpPr/>
              <p:nvPr/>
            </p:nvSpPr>
            <p:spPr bwMode="auto">
              <a:xfrm>
                <a:off x="3725" y="2421"/>
                <a:ext cx="1324" cy="885"/>
              </a:xfrm>
              <a:custGeom>
                <a:avLst/>
                <a:gdLst>
                  <a:gd name="T0" fmla="*/ 0 w 1440"/>
                  <a:gd name="T1" fmla="*/ 885 h 960"/>
                  <a:gd name="T2" fmla="*/ 177 w 1440"/>
                  <a:gd name="T3" fmla="*/ 575 h 960"/>
                  <a:gd name="T4" fmla="*/ 441 w 1440"/>
                  <a:gd name="T5" fmla="*/ 487 h 960"/>
                  <a:gd name="T6" fmla="*/ 750 w 1440"/>
                  <a:gd name="T7" fmla="*/ 398 h 960"/>
                  <a:gd name="T8" fmla="*/ 1059 w 1440"/>
                  <a:gd name="T9" fmla="*/ 266 h 960"/>
                  <a:gd name="T10" fmla="*/ 1324 w 1440"/>
                  <a:gd name="T11" fmla="*/ 0 h 9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40" h="960">
                    <a:moveTo>
                      <a:pt x="0" y="960"/>
                    </a:moveTo>
                    <a:cubicBezTo>
                      <a:pt x="56" y="828"/>
                      <a:pt x="112" y="696"/>
                      <a:pt x="192" y="624"/>
                    </a:cubicBezTo>
                    <a:cubicBezTo>
                      <a:pt x="272" y="552"/>
                      <a:pt x="376" y="560"/>
                      <a:pt x="480" y="528"/>
                    </a:cubicBezTo>
                    <a:cubicBezTo>
                      <a:pt x="584" y="496"/>
                      <a:pt x="704" y="472"/>
                      <a:pt x="816" y="432"/>
                    </a:cubicBezTo>
                    <a:cubicBezTo>
                      <a:pt x="928" y="392"/>
                      <a:pt x="1048" y="360"/>
                      <a:pt x="1152" y="288"/>
                    </a:cubicBezTo>
                    <a:cubicBezTo>
                      <a:pt x="1256" y="216"/>
                      <a:pt x="1392" y="48"/>
                      <a:pt x="1440" y="0"/>
                    </a:cubicBezTo>
                  </a:path>
                </a:pathLst>
              </a:custGeom>
              <a:noFill/>
              <a:ln w="25400" cmpd="sng">
                <a:solidFill>
                  <a:srgbClr val="0070C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2" name="Object 53"/>
              <p:cNvGraphicFramePr>
                <a:graphicFrameLocks noChangeAspect="1"/>
              </p:cNvGraphicFramePr>
              <p:nvPr/>
            </p:nvGraphicFramePr>
            <p:xfrm>
              <a:off x="4432" y="2167"/>
              <a:ext cx="1001" cy="307"/>
            </p:xfrm>
            <a:graphic>
              <a:graphicData uri="http://schemas.openxmlformats.org/presentationml/2006/ole">
                <mc:AlternateContent xmlns:mc="http://schemas.openxmlformats.org/markup-compatibility/2006">
                  <mc:Choice xmlns:v="urn:schemas-microsoft-com:vml" Requires="v">
                    <p:oleObj spid="_x0000_s30392" name="Equation" r:id="rId45" imgW="30784800" imgH="9448800" progId="Equation.DSMT4">
                      <p:embed/>
                    </p:oleObj>
                  </mc:Choice>
                  <mc:Fallback>
                    <p:oleObj name="Equation" r:id="rId45" imgW="30784800" imgH="9448800" progId="Equation.DSMT4">
                      <p:embed/>
                      <p:pic>
                        <p:nvPicPr>
                          <p:cNvPr id="0" name="图片 30391"/>
                          <p:cNvPicPr>
                            <a:picLocks noChangeAspect="1"/>
                          </p:cNvPicPr>
                          <p:nvPr/>
                        </p:nvPicPr>
                        <p:blipFill>
                          <a:blip r:embed="rId46">
                            <a:biLevel thresh="50000"/>
                            <a:grayscl/>
                          </a:blip>
                          <a:stretch>
                            <a:fillRect/>
                          </a:stretch>
                        </p:blipFill>
                        <p:spPr>
                          <a:xfrm>
                            <a:off x="4432" y="2167"/>
                            <a:ext cx="1001" cy="307"/>
                          </a:xfrm>
                          <a:prstGeom prst="rect">
                            <a:avLst/>
                          </a:prstGeom>
                          <a:noFill/>
                          <a:ln w="9525">
                            <a:noFill/>
                          </a:ln>
                        </p:spPr>
                      </p:pic>
                    </p:oleObj>
                  </mc:Fallback>
                </mc:AlternateContent>
              </a:graphicData>
            </a:graphic>
          </p:graphicFrame>
          <p:sp>
            <p:nvSpPr>
              <p:cNvPr id="43" name="Oval 54"/>
              <p:cNvSpPr>
                <a:spLocks noChangeArrowheads="1"/>
              </p:cNvSpPr>
              <p:nvPr/>
            </p:nvSpPr>
            <p:spPr bwMode="auto">
              <a:xfrm>
                <a:off x="4452" y="2802"/>
                <a:ext cx="41" cy="41"/>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graphicFrame>
        <p:nvGraphicFramePr>
          <p:cNvPr id="54" name="Object 55"/>
          <p:cNvGraphicFramePr>
            <a:graphicFrameLocks noChangeAspect="1"/>
          </p:cNvGraphicFramePr>
          <p:nvPr/>
        </p:nvGraphicFramePr>
        <p:xfrm>
          <a:off x="3904109" y="5995062"/>
          <a:ext cx="751731" cy="458274"/>
        </p:xfrm>
        <a:graphic>
          <a:graphicData uri="http://schemas.openxmlformats.org/presentationml/2006/ole">
            <mc:AlternateContent xmlns:mc="http://schemas.openxmlformats.org/markup-compatibility/2006">
              <mc:Choice xmlns:v="urn:schemas-microsoft-com:vml" Requires="v">
                <p:oleObj spid="_x0000_s30393" name="Equation" r:id="rId47" imgW="8229600" imgH="4876800" progId="Equation.DSMT4">
                  <p:embed/>
                </p:oleObj>
              </mc:Choice>
              <mc:Fallback>
                <p:oleObj name="Equation" r:id="rId47" imgW="8229600" imgH="4876800" progId="Equation.DSMT4">
                  <p:embed/>
                  <p:pic>
                    <p:nvPicPr>
                      <p:cNvPr id="0" name="图片 30392"/>
                      <p:cNvPicPr>
                        <a:picLocks noChangeAspect="1"/>
                      </p:cNvPicPr>
                      <p:nvPr/>
                    </p:nvPicPr>
                    <p:blipFill>
                      <a:blip r:embed="rId48"/>
                      <a:stretch>
                        <a:fillRect/>
                      </a:stretch>
                    </p:blipFill>
                    <p:spPr>
                      <a:xfrm>
                        <a:off x="3904109" y="5995062"/>
                        <a:ext cx="751731" cy="458274"/>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left)">
                                      <p:cBhvr>
                                        <p:cTn id="20" dur="500"/>
                                        <p:tgtEl>
                                          <p:spTgt spid="25"/>
                                        </p:tgtEl>
                                      </p:cBhvr>
                                    </p:animEffect>
                                  </p:childTnLst>
                                </p:cTn>
                              </p:par>
                            </p:childTnLst>
                          </p:cTn>
                        </p:par>
                        <p:par>
                          <p:cTn id="21" fill="hold">
                            <p:stCondLst>
                              <p:cond delay="500"/>
                            </p:stCondLst>
                            <p:childTnLst>
                              <p:par>
                                <p:cTn id="22" presetID="22" presetClass="entr" presetSubtype="8" fill="hold" nodeType="after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left)">
                                      <p:cBhvr>
                                        <p:cTn id="24" dur="500"/>
                                        <p:tgtEl>
                                          <p:spTgt spid="27"/>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left)">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left)">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wipe(left)">
                                      <p:cBhvr>
                                        <p:cTn id="48" dur="500"/>
                                        <p:tgtEl>
                                          <p:spTgt spid="9"/>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left)">
                                      <p:cBhvr>
                                        <p:cTn id="57" dur="500"/>
                                        <p:tgtEl>
                                          <p:spTgt spid="11"/>
                                        </p:tgtEl>
                                      </p:cBhvr>
                                    </p:animEffect>
                                  </p:childTnLst>
                                </p:cTn>
                              </p:par>
                            </p:childTnLst>
                          </p:cTn>
                        </p:par>
                        <p:par>
                          <p:cTn id="58" fill="hold">
                            <p:stCondLst>
                              <p:cond delay="500"/>
                            </p:stCondLst>
                            <p:childTnLst>
                              <p:par>
                                <p:cTn id="59" presetID="22" presetClass="entr" presetSubtype="8" fill="hold" nodeType="after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left)">
                                      <p:cBhvr>
                                        <p:cTn id="61" dur="500"/>
                                        <p:tgtEl>
                                          <p:spTgt spid="12"/>
                                        </p:tgtEl>
                                      </p:cBhvr>
                                    </p:animEffect>
                                  </p:childTnLst>
                                </p:cTn>
                              </p:par>
                            </p:childTnLst>
                          </p:cTn>
                        </p:par>
                        <p:par>
                          <p:cTn id="62" fill="hold">
                            <p:stCondLst>
                              <p:cond delay="1000"/>
                            </p:stCondLst>
                            <p:childTnLst>
                              <p:par>
                                <p:cTn id="63" presetID="22" presetClass="entr" presetSubtype="8" fill="hold" nodeType="after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wipe(left)">
                                      <p:cBhvr>
                                        <p:cTn id="65" dur="500"/>
                                        <p:tgtEl>
                                          <p:spTgt spid="13"/>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wipe(left)">
                                      <p:cBhvr>
                                        <p:cTn id="70" dur="500"/>
                                        <p:tgtEl>
                                          <p:spTgt spid="14"/>
                                        </p:tgtEl>
                                      </p:cBhvr>
                                    </p:animEffec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wipe(left)">
                                      <p:cBhvr>
                                        <p:cTn id="74" dur="500"/>
                                        <p:tgtEl>
                                          <p:spTgt spid="28"/>
                                        </p:tgtEl>
                                      </p:cBhvr>
                                    </p:animEffect>
                                  </p:childTnLst>
                                </p:cTn>
                              </p:par>
                            </p:childTnLst>
                          </p:cTn>
                        </p:par>
                        <p:par>
                          <p:cTn id="75" fill="hold">
                            <p:stCondLst>
                              <p:cond delay="1000"/>
                            </p:stCondLst>
                            <p:childTnLst>
                              <p:par>
                                <p:cTn id="76" presetID="22" presetClass="entr" presetSubtype="8" fill="hold" grpId="0" nodeType="after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wipe(left)">
                                      <p:cBhvr>
                                        <p:cTn id="78" dur="500"/>
                                        <p:tgtEl>
                                          <p:spTgt spid="15"/>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nodeType="clickEffect">
                                  <p:stCondLst>
                                    <p:cond delay="0"/>
                                  </p:stCondLst>
                                  <p:childTnLst>
                                    <p:set>
                                      <p:cBhvr>
                                        <p:cTn id="82" dur="1" fill="hold">
                                          <p:stCondLst>
                                            <p:cond delay="0"/>
                                          </p:stCondLst>
                                        </p:cTn>
                                        <p:tgtEl>
                                          <p:spTgt spid="16"/>
                                        </p:tgtEl>
                                        <p:attrNameLst>
                                          <p:attrName>style.visibility</p:attrName>
                                        </p:attrNameLst>
                                      </p:cBhvr>
                                      <p:to>
                                        <p:strVal val="visible"/>
                                      </p:to>
                                    </p:set>
                                    <p:animEffect transition="in" filter="wipe(left)">
                                      <p:cBhvr>
                                        <p:cTn id="83" dur="500"/>
                                        <p:tgtEl>
                                          <p:spTgt spid="16"/>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wipe(left)">
                                      <p:cBhvr>
                                        <p:cTn id="88" dur="500"/>
                                        <p:tgtEl>
                                          <p:spTgt spid="30"/>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7"/>
                                        </p:tgtEl>
                                        <p:attrNameLst>
                                          <p:attrName>style.visibility</p:attrName>
                                        </p:attrNameLst>
                                      </p:cBhvr>
                                      <p:to>
                                        <p:strVal val="visible"/>
                                      </p:to>
                                    </p:set>
                                    <p:animEffect transition="in" filter="wipe(left)">
                                      <p:cBhvr>
                                        <p:cTn id="93" dur="500"/>
                                        <p:tgtEl>
                                          <p:spTgt spid="17"/>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8"/>
                                        </p:tgtEl>
                                        <p:attrNameLst>
                                          <p:attrName>style.visibility</p:attrName>
                                        </p:attrNameLst>
                                      </p:cBhvr>
                                      <p:to>
                                        <p:strVal val="visible"/>
                                      </p:to>
                                    </p:set>
                                    <p:animEffect transition="in" filter="wipe(left)">
                                      <p:cBhvr>
                                        <p:cTn id="98" dur="500"/>
                                        <p:tgtEl>
                                          <p:spTgt spid="18"/>
                                        </p:tgtEl>
                                      </p:cBhvr>
                                    </p:animEffect>
                                  </p:childTnLst>
                                </p:cTn>
                              </p:par>
                            </p:childTnLst>
                          </p:cTn>
                        </p:par>
                        <p:par>
                          <p:cTn id="99" fill="hold">
                            <p:stCondLst>
                              <p:cond delay="500"/>
                            </p:stCondLst>
                            <p:childTnLst>
                              <p:par>
                                <p:cTn id="100" presetID="22" presetClass="entr" presetSubtype="8" fill="hold" nodeType="afterEffect">
                                  <p:stCondLst>
                                    <p:cond delay="0"/>
                                  </p:stCondLst>
                                  <p:childTnLst>
                                    <p:set>
                                      <p:cBhvr>
                                        <p:cTn id="101" dur="1" fill="hold">
                                          <p:stCondLst>
                                            <p:cond delay="0"/>
                                          </p:stCondLst>
                                        </p:cTn>
                                        <p:tgtEl>
                                          <p:spTgt spid="19"/>
                                        </p:tgtEl>
                                        <p:attrNameLst>
                                          <p:attrName>style.visibility</p:attrName>
                                        </p:attrNameLst>
                                      </p:cBhvr>
                                      <p:to>
                                        <p:strVal val="visible"/>
                                      </p:to>
                                    </p:set>
                                    <p:animEffect transition="in" filter="wipe(left)">
                                      <p:cBhvr>
                                        <p:cTn id="102" dur="500"/>
                                        <p:tgtEl>
                                          <p:spTgt spid="19"/>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20"/>
                                        </p:tgtEl>
                                        <p:attrNameLst>
                                          <p:attrName>style.visibility</p:attrName>
                                        </p:attrNameLst>
                                      </p:cBhvr>
                                      <p:to>
                                        <p:strVal val="visible"/>
                                      </p:to>
                                    </p:set>
                                    <p:animEffect transition="in" filter="wipe(left)">
                                      <p:cBhvr>
                                        <p:cTn id="107" dur="500"/>
                                        <p:tgtEl>
                                          <p:spTgt spid="20"/>
                                        </p:tgtEl>
                                      </p:cBhvr>
                                    </p:animEffect>
                                  </p:childTnLst>
                                </p:cTn>
                              </p:par>
                            </p:childTnLst>
                          </p:cTn>
                        </p:par>
                        <p:par>
                          <p:cTn id="108" fill="hold">
                            <p:stCondLst>
                              <p:cond delay="500"/>
                            </p:stCondLst>
                            <p:childTnLst>
                              <p:par>
                                <p:cTn id="109" presetID="22" presetClass="entr" presetSubtype="8" fill="hold" nodeType="afterEffect">
                                  <p:stCondLst>
                                    <p:cond delay="0"/>
                                  </p:stCondLst>
                                  <p:childTnLst>
                                    <p:set>
                                      <p:cBhvr>
                                        <p:cTn id="110" dur="1" fill="hold">
                                          <p:stCondLst>
                                            <p:cond delay="0"/>
                                          </p:stCondLst>
                                        </p:cTn>
                                        <p:tgtEl>
                                          <p:spTgt spid="29"/>
                                        </p:tgtEl>
                                        <p:attrNameLst>
                                          <p:attrName>style.visibility</p:attrName>
                                        </p:attrNameLst>
                                      </p:cBhvr>
                                      <p:to>
                                        <p:strVal val="visible"/>
                                      </p:to>
                                    </p:set>
                                    <p:animEffect transition="in" filter="wipe(left)">
                                      <p:cBhvr>
                                        <p:cTn id="111" dur="500"/>
                                        <p:tgtEl>
                                          <p:spTgt spid="29"/>
                                        </p:tgtEl>
                                      </p:cBhvr>
                                    </p:animEffect>
                                  </p:childTnLst>
                                </p:cTn>
                              </p:par>
                            </p:childTnLst>
                          </p:cTn>
                        </p:par>
                        <p:par>
                          <p:cTn id="112" fill="hold">
                            <p:stCondLst>
                              <p:cond delay="1000"/>
                            </p:stCondLst>
                            <p:childTnLst>
                              <p:par>
                                <p:cTn id="113" presetID="22" presetClass="entr" presetSubtype="8" fill="hold" grpId="0" nodeType="afterEffect">
                                  <p:stCondLst>
                                    <p:cond delay="0"/>
                                  </p:stCondLst>
                                  <p:childTnLst>
                                    <p:set>
                                      <p:cBhvr>
                                        <p:cTn id="114" dur="1" fill="hold">
                                          <p:stCondLst>
                                            <p:cond delay="0"/>
                                          </p:stCondLst>
                                        </p:cTn>
                                        <p:tgtEl>
                                          <p:spTgt spid="21"/>
                                        </p:tgtEl>
                                        <p:attrNameLst>
                                          <p:attrName>style.visibility</p:attrName>
                                        </p:attrNameLst>
                                      </p:cBhvr>
                                      <p:to>
                                        <p:strVal val="visible"/>
                                      </p:to>
                                    </p:set>
                                    <p:animEffect transition="in" filter="wipe(left)">
                                      <p:cBhvr>
                                        <p:cTn id="115" dur="500"/>
                                        <p:tgtEl>
                                          <p:spTgt spid="21"/>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8" fill="hold" nodeType="clickEffect">
                                  <p:stCondLst>
                                    <p:cond delay="0"/>
                                  </p:stCondLst>
                                  <p:childTnLst>
                                    <p:set>
                                      <p:cBhvr>
                                        <p:cTn id="119" dur="1" fill="hold">
                                          <p:stCondLst>
                                            <p:cond delay="0"/>
                                          </p:stCondLst>
                                        </p:cTn>
                                        <p:tgtEl>
                                          <p:spTgt spid="22"/>
                                        </p:tgtEl>
                                        <p:attrNameLst>
                                          <p:attrName>style.visibility</p:attrName>
                                        </p:attrNameLst>
                                      </p:cBhvr>
                                      <p:to>
                                        <p:strVal val="visible"/>
                                      </p:to>
                                    </p:set>
                                    <p:animEffect transition="in" filter="wipe(left)">
                                      <p:cBhvr>
                                        <p:cTn id="120" dur="500"/>
                                        <p:tgtEl>
                                          <p:spTgt spid="22"/>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grpId="0" nodeType="clickEffect">
                                  <p:stCondLst>
                                    <p:cond delay="0"/>
                                  </p:stCondLst>
                                  <p:childTnLst>
                                    <p:set>
                                      <p:cBhvr>
                                        <p:cTn id="124" dur="1" fill="hold">
                                          <p:stCondLst>
                                            <p:cond delay="0"/>
                                          </p:stCondLst>
                                        </p:cTn>
                                        <p:tgtEl>
                                          <p:spTgt spid="23"/>
                                        </p:tgtEl>
                                        <p:attrNameLst>
                                          <p:attrName>style.visibility</p:attrName>
                                        </p:attrNameLst>
                                      </p:cBhvr>
                                      <p:to>
                                        <p:strVal val="visible"/>
                                      </p:to>
                                    </p:set>
                                    <p:animEffect transition="in" filter="wipe(left)">
                                      <p:cBhvr>
                                        <p:cTn id="125" dur="500"/>
                                        <p:tgtEl>
                                          <p:spTgt spid="23"/>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nodeType="clickEffect">
                                  <p:stCondLst>
                                    <p:cond delay="0"/>
                                  </p:stCondLst>
                                  <p:childTnLst>
                                    <p:set>
                                      <p:cBhvr>
                                        <p:cTn id="129" dur="1" fill="hold">
                                          <p:stCondLst>
                                            <p:cond delay="0"/>
                                          </p:stCondLst>
                                        </p:cTn>
                                        <p:tgtEl>
                                          <p:spTgt spid="24"/>
                                        </p:tgtEl>
                                        <p:attrNameLst>
                                          <p:attrName>style.visibility</p:attrName>
                                        </p:attrNameLst>
                                      </p:cBhvr>
                                      <p:to>
                                        <p:strVal val="visible"/>
                                      </p:to>
                                    </p:set>
                                    <p:animEffect transition="in" filter="wipe(left)">
                                      <p:cBhvr>
                                        <p:cTn id="130" dur="500"/>
                                        <p:tgtEl>
                                          <p:spTgt spid="24"/>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8" fill="hold" nodeType="clickEffect">
                                  <p:stCondLst>
                                    <p:cond delay="0"/>
                                  </p:stCondLst>
                                  <p:childTnLst>
                                    <p:set>
                                      <p:cBhvr>
                                        <p:cTn id="134" dur="1" fill="hold">
                                          <p:stCondLst>
                                            <p:cond delay="0"/>
                                          </p:stCondLst>
                                        </p:cTn>
                                        <p:tgtEl>
                                          <p:spTgt spid="54"/>
                                        </p:tgtEl>
                                        <p:attrNameLst>
                                          <p:attrName>style.visibility</p:attrName>
                                        </p:attrNameLst>
                                      </p:cBhvr>
                                      <p:to>
                                        <p:strVal val="visible"/>
                                      </p:to>
                                    </p:set>
                                    <p:animEffect transition="in" filter="wipe(left)">
                                      <p:cBhvr>
                                        <p:cTn id="135"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autoUpdateAnimBg="0"/>
      <p:bldP spid="5" grpId="0" bldLvl="0" animBg="1" autoUpdateAnimBg="0"/>
      <p:bldP spid="9" grpId="0" bldLvl="0" animBg="1" autoUpdateAnimBg="0"/>
      <p:bldP spid="11" grpId="0" bldLvl="0" animBg="1" autoUpdateAnimBg="0"/>
      <p:bldP spid="14" grpId="0" bldLvl="0" animBg="1" autoUpdateAnimBg="0"/>
      <p:bldP spid="15" grpId="0" bldLvl="0" animBg="1" autoUpdateAnimBg="0"/>
      <p:bldP spid="17" grpId="0" bldLvl="0" animBg="1" autoUpdateAnimBg="0"/>
      <p:bldP spid="18" grpId="0" bldLvl="0" animBg="1" autoUpdateAnimBg="0"/>
      <p:bldP spid="20" grpId="0" bldLvl="0" animBg="1" autoUpdateAnimBg="0"/>
      <p:bldP spid="21" grpId="0" bldLvl="0" animBg="1" autoUpdateAnimBg="0"/>
      <p:bldP spid="23" grpId="0" bldLvl="0" animBg="1" autoUpdateAnimBg="0"/>
      <p:bldP spid="25" grpId="0" bldLvl="0" animBg="1" autoUpdateAnimBg="0"/>
      <p:bldP spid="26" grpId="0" bldLvl="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ChangeAspect="1"/>
          </p:cNvGraphicFramePr>
          <p:nvPr/>
        </p:nvGraphicFramePr>
        <p:xfrm>
          <a:off x="3962083" y="2257108"/>
          <a:ext cx="2930525" cy="398462"/>
        </p:xfrm>
        <a:graphic>
          <a:graphicData uri="http://schemas.openxmlformats.org/presentationml/2006/ole">
            <mc:AlternateContent xmlns:mc="http://schemas.openxmlformats.org/markup-compatibility/2006">
              <mc:Choice xmlns:v="urn:schemas-microsoft-com:vml" Requires="v">
                <p:oleObj spid="_x0000_s30721" name="Equation" r:id="rId1" imgW="70104000" imgH="9448800" progId="Equation.DSMT4">
                  <p:embed/>
                </p:oleObj>
              </mc:Choice>
              <mc:Fallback>
                <p:oleObj name="Equation" r:id="rId1" imgW="70104000" imgH="9448800" progId="Equation.DSMT4">
                  <p:embed/>
                  <p:pic>
                    <p:nvPicPr>
                      <p:cNvPr id="0" name="图片 30720"/>
                      <p:cNvPicPr>
                        <a:picLocks noChangeAspect="1"/>
                      </p:cNvPicPr>
                      <p:nvPr/>
                    </p:nvPicPr>
                    <p:blipFill>
                      <a:blip r:embed="rId2">
                        <a:biLevel thresh="50000"/>
                        <a:grayscl/>
                      </a:blip>
                      <a:stretch>
                        <a:fillRect/>
                      </a:stretch>
                    </p:blipFill>
                    <p:spPr>
                      <a:xfrm>
                        <a:off x="3962083" y="2257108"/>
                        <a:ext cx="2930525" cy="398462"/>
                      </a:xfrm>
                      <a:prstGeom prst="rect">
                        <a:avLst/>
                      </a:prstGeom>
                      <a:noFill/>
                      <a:ln w="9525">
                        <a:noFill/>
                      </a:ln>
                    </p:spPr>
                  </p:pic>
                </p:oleObj>
              </mc:Fallback>
            </mc:AlternateContent>
          </a:graphicData>
        </a:graphic>
      </p:graphicFrame>
      <p:graphicFrame>
        <p:nvGraphicFramePr>
          <p:cNvPr id="3" name="Object 3"/>
          <p:cNvGraphicFramePr>
            <a:graphicFrameLocks noChangeAspect="1"/>
          </p:cNvGraphicFramePr>
          <p:nvPr/>
        </p:nvGraphicFramePr>
        <p:xfrm>
          <a:off x="2910673" y="3964279"/>
          <a:ext cx="939600" cy="393480"/>
        </p:xfrm>
        <a:graphic>
          <a:graphicData uri="http://schemas.openxmlformats.org/presentationml/2006/ole">
            <mc:AlternateContent xmlns:mc="http://schemas.openxmlformats.org/markup-compatibility/2006">
              <mc:Choice xmlns:v="urn:schemas-microsoft-com:vml" Requires="v">
                <p:oleObj spid="_x0000_s31363" name="Equation" r:id="rId3" imgW="22555200" imgH="9448800" progId="Equation.DSMT4">
                  <p:embed/>
                </p:oleObj>
              </mc:Choice>
              <mc:Fallback>
                <p:oleObj name="Equation" r:id="rId3" imgW="22555200" imgH="9448800" progId="Equation.DSMT4">
                  <p:embed/>
                  <p:pic>
                    <p:nvPicPr>
                      <p:cNvPr id="0" name="图片 31362"/>
                      <p:cNvPicPr>
                        <a:picLocks noChangeAspect="1"/>
                      </p:cNvPicPr>
                      <p:nvPr/>
                    </p:nvPicPr>
                    <p:blipFill>
                      <a:blip r:embed="rId4"/>
                      <a:stretch>
                        <a:fillRect/>
                      </a:stretch>
                    </p:blipFill>
                    <p:spPr>
                      <a:xfrm>
                        <a:off x="2910673" y="3964279"/>
                        <a:ext cx="939600" cy="393480"/>
                      </a:xfrm>
                      <a:prstGeom prst="rect">
                        <a:avLst/>
                      </a:prstGeom>
                      <a:noFill/>
                      <a:ln w="9525">
                        <a:noFill/>
                      </a:ln>
                    </p:spPr>
                  </p:pic>
                </p:oleObj>
              </mc:Fallback>
            </mc:AlternateContent>
          </a:graphicData>
        </a:graphic>
      </p:graphicFrame>
      <p:graphicFrame>
        <p:nvGraphicFramePr>
          <p:cNvPr id="4" name="Object 4"/>
          <p:cNvGraphicFramePr>
            <a:graphicFrameLocks noChangeAspect="1"/>
          </p:cNvGraphicFramePr>
          <p:nvPr/>
        </p:nvGraphicFramePr>
        <p:xfrm>
          <a:off x="2895600" y="5097469"/>
          <a:ext cx="939600" cy="393480"/>
        </p:xfrm>
        <a:graphic>
          <a:graphicData uri="http://schemas.openxmlformats.org/presentationml/2006/ole">
            <mc:AlternateContent xmlns:mc="http://schemas.openxmlformats.org/markup-compatibility/2006">
              <mc:Choice xmlns:v="urn:schemas-microsoft-com:vml" Requires="v">
                <p:oleObj spid="_x0000_s31364" name="Equation" r:id="rId5" imgW="22555200" imgH="9448800" progId="Equation.DSMT4">
                  <p:embed/>
                </p:oleObj>
              </mc:Choice>
              <mc:Fallback>
                <p:oleObj name="Equation" r:id="rId5" imgW="22555200" imgH="9448800" progId="Equation.DSMT4">
                  <p:embed/>
                  <p:pic>
                    <p:nvPicPr>
                      <p:cNvPr id="0" name="图片 31363"/>
                      <p:cNvPicPr>
                        <a:picLocks noChangeAspect="1"/>
                      </p:cNvPicPr>
                      <p:nvPr/>
                    </p:nvPicPr>
                    <p:blipFill>
                      <a:blip r:embed="rId6"/>
                      <a:stretch>
                        <a:fillRect/>
                      </a:stretch>
                    </p:blipFill>
                    <p:spPr>
                      <a:xfrm>
                        <a:off x="2895600" y="5097469"/>
                        <a:ext cx="939600" cy="393480"/>
                      </a:xfrm>
                      <a:prstGeom prst="rect">
                        <a:avLst/>
                      </a:prstGeom>
                      <a:noFill/>
                      <a:ln w="9525">
                        <a:noFill/>
                      </a:ln>
                    </p:spPr>
                  </p:pic>
                </p:oleObj>
              </mc:Fallback>
            </mc:AlternateContent>
          </a:graphicData>
        </a:graphic>
      </p:graphicFrame>
      <p:sp>
        <p:nvSpPr>
          <p:cNvPr id="5" name="Text Box 5"/>
          <p:cNvSpPr txBox="1">
            <a:spLocks noChangeArrowheads="1"/>
          </p:cNvSpPr>
          <p:nvPr/>
        </p:nvSpPr>
        <p:spPr bwMode="auto">
          <a:xfrm>
            <a:off x="1905000" y="2939733"/>
            <a:ext cx="1143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若取</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6" name="Object 6"/>
          <p:cNvGraphicFramePr>
            <a:graphicFrameLocks noChangeAspect="1"/>
          </p:cNvGraphicFramePr>
          <p:nvPr/>
        </p:nvGraphicFramePr>
        <p:xfrm>
          <a:off x="2697783" y="2661765"/>
          <a:ext cx="1365765" cy="959129"/>
        </p:xfrm>
        <a:graphic>
          <a:graphicData uri="http://schemas.openxmlformats.org/presentationml/2006/ole">
            <mc:AlternateContent xmlns:mc="http://schemas.openxmlformats.org/markup-compatibility/2006">
              <mc:Choice xmlns:v="urn:schemas-microsoft-com:vml" Requires="v">
                <p:oleObj spid="_x0000_s31365" name="Equation" r:id="rId7" imgW="14325600" imgH="10058400" progId="Equation.DSMT4">
                  <p:embed/>
                </p:oleObj>
              </mc:Choice>
              <mc:Fallback>
                <p:oleObj name="Equation" r:id="rId7" imgW="14325600" imgH="10058400" progId="Equation.DSMT4">
                  <p:embed/>
                  <p:pic>
                    <p:nvPicPr>
                      <p:cNvPr id="0" name="图片 31364"/>
                      <p:cNvPicPr>
                        <a:picLocks noChangeAspect="1"/>
                      </p:cNvPicPr>
                      <p:nvPr/>
                    </p:nvPicPr>
                    <p:blipFill>
                      <a:blip r:embed="rId8"/>
                      <a:stretch>
                        <a:fillRect/>
                      </a:stretch>
                    </p:blipFill>
                    <p:spPr>
                      <a:xfrm>
                        <a:off x="2697783" y="2661765"/>
                        <a:ext cx="1365765" cy="959129"/>
                      </a:xfrm>
                      <a:prstGeom prst="rect">
                        <a:avLst/>
                      </a:prstGeom>
                      <a:noFill/>
                      <a:ln w="9525">
                        <a:noFill/>
                      </a:ln>
                    </p:spPr>
                  </p:pic>
                </p:oleObj>
              </mc:Fallback>
            </mc:AlternateContent>
          </a:graphicData>
        </a:graphic>
      </p:graphicFrame>
      <p:sp>
        <p:nvSpPr>
          <p:cNvPr id="7" name="Text Box 7"/>
          <p:cNvSpPr txBox="1">
            <a:spLocks noChangeArrowheads="1"/>
          </p:cNvSpPr>
          <p:nvPr/>
        </p:nvSpPr>
        <p:spPr bwMode="auto">
          <a:xfrm>
            <a:off x="4020185" y="2940050"/>
            <a:ext cx="3048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则在对应的邻域</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Text Box 8"/>
          <p:cNvSpPr txBox="1">
            <a:spLocks noChangeArrowheads="1"/>
          </p:cNvSpPr>
          <p:nvPr/>
        </p:nvSpPr>
        <p:spPr bwMode="auto">
          <a:xfrm>
            <a:off x="8077200" y="2971800"/>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上 </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Text Box 9"/>
          <p:cNvSpPr txBox="1">
            <a:spLocks noChangeArrowheads="1"/>
          </p:cNvSpPr>
          <p:nvPr/>
        </p:nvSpPr>
        <p:spPr bwMode="auto">
          <a:xfrm>
            <a:off x="3276600" y="552450"/>
            <a:ext cx="685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若</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0" name="Object 10"/>
          <p:cNvGraphicFramePr>
            <a:graphicFrameLocks noChangeAspect="1"/>
          </p:cNvGraphicFramePr>
          <p:nvPr/>
        </p:nvGraphicFramePr>
        <p:xfrm>
          <a:off x="3835083" y="615315"/>
          <a:ext cx="2497137" cy="601663"/>
        </p:xfrm>
        <a:graphic>
          <a:graphicData uri="http://schemas.openxmlformats.org/presentationml/2006/ole">
            <mc:AlternateContent xmlns:mc="http://schemas.openxmlformats.org/markup-compatibility/2006">
              <mc:Choice xmlns:v="urn:schemas-microsoft-com:vml" Requires="v">
                <p:oleObj spid="_x0000_s31366" name="Equation" r:id="rId9" imgW="59740800" imgH="14325600" progId="Equation.DSMT4">
                  <p:embed/>
                </p:oleObj>
              </mc:Choice>
              <mc:Fallback>
                <p:oleObj name="Equation" r:id="rId9" imgW="59740800" imgH="14325600" progId="Equation.DSMT4">
                  <p:embed/>
                  <p:pic>
                    <p:nvPicPr>
                      <p:cNvPr id="0" name="图片 31365"/>
                      <p:cNvPicPr>
                        <a:picLocks noChangeAspect="1"/>
                      </p:cNvPicPr>
                      <p:nvPr/>
                    </p:nvPicPr>
                    <p:blipFill>
                      <a:blip r:embed="rId10">
                        <a:biLevel thresh="50000"/>
                        <a:grayscl/>
                      </a:blip>
                      <a:stretch>
                        <a:fillRect/>
                      </a:stretch>
                    </p:blipFill>
                    <p:spPr>
                      <a:xfrm>
                        <a:off x="3835083" y="615315"/>
                        <a:ext cx="2497137" cy="601663"/>
                      </a:xfrm>
                      <a:prstGeom prst="rect">
                        <a:avLst/>
                      </a:prstGeom>
                      <a:noFill/>
                      <a:ln w="9525">
                        <a:noFill/>
                      </a:ln>
                    </p:spPr>
                  </p:pic>
                </p:oleObj>
              </mc:Fallback>
            </mc:AlternateContent>
          </a:graphicData>
        </a:graphic>
      </p:graphicFrame>
      <p:sp>
        <p:nvSpPr>
          <p:cNvPr id="11" name="Text Box 11"/>
          <p:cNvSpPr txBox="1">
            <a:spLocks noChangeArrowheads="1"/>
          </p:cNvSpPr>
          <p:nvPr/>
        </p:nvSpPr>
        <p:spPr bwMode="auto">
          <a:xfrm>
            <a:off x="6464300" y="552450"/>
            <a:ext cx="1828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则存在</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Text Box 12"/>
          <p:cNvSpPr txBox="1">
            <a:spLocks noChangeArrowheads="1"/>
          </p:cNvSpPr>
          <p:nvPr/>
        </p:nvSpPr>
        <p:spPr bwMode="auto">
          <a:xfrm>
            <a:off x="9275445" y="552450"/>
            <a:ext cx="990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使当</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Text Box 13"/>
          <p:cNvSpPr txBox="1">
            <a:spLocks noChangeArrowheads="1"/>
          </p:cNvSpPr>
          <p:nvPr/>
        </p:nvSpPr>
        <p:spPr bwMode="auto">
          <a:xfrm>
            <a:off x="3810000" y="1343660"/>
            <a:ext cx="1447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有</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4" name="Object 14"/>
          <p:cNvGraphicFramePr>
            <a:graphicFrameLocks noChangeAspect="1"/>
          </p:cNvGraphicFramePr>
          <p:nvPr/>
        </p:nvGraphicFramePr>
        <p:xfrm>
          <a:off x="5022850" y="1114108"/>
          <a:ext cx="1804988" cy="855662"/>
        </p:xfrm>
        <a:graphic>
          <a:graphicData uri="http://schemas.openxmlformats.org/presentationml/2006/ole">
            <mc:AlternateContent xmlns:mc="http://schemas.openxmlformats.org/markup-compatibility/2006">
              <mc:Choice xmlns:v="urn:schemas-microsoft-com:vml" Requires="v">
                <p:oleObj spid="_x0000_s31367" name="Equation" r:id="rId11" imgW="45415200" imgH="21336000" progId="Equation.DSMT4">
                  <p:embed/>
                </p:oleObj>
              </mc:Choice>
              <mc:Fallback>
                <p:oleObj name="Equation" r:id="rId11" imgW="45415200" imgH="21336000" progId="Equation.DSMT4">
                  <p:embed/>
                  <p:pic>
                    <p:nvPicPr>
                      <p:cNvPr id="0" name="图片 31366"/>
                      <p:cNvPicPr>
                        <a:picLocks noChangeAspect="1"/>
                      </p:cNvPicPr>
                      <p:nvPr/>
                    </p:nvPicPr>
                    <p:blipFill>
                      <a:blip r:embed="rId12">
                        <a:biLevel thresh="50000"/>
                        <a:grayscl/>
                      </a:blip>
                      <a:stretch>
                        <a:fillRect/>
                      </a:stretch>
                    </p:blipFill>
                    <p:spPr>
                      <a:xfrm>
                        <a:off x="5022850" y="1114108"/>
                        <a:ext cx="1804988" cy="855662"/>
                      </a:xfrm>
                      <a:prstGeom prst="rect">
                        <a:avLst/>
                      </a:prstGeom>
                      <a:noFill/>
                      <a:ln w="9525">
                        <a:noFill/>
                      </a:ln>
                    </p:spPr>
                  </p:pic>
                </p:oleObj>
              </mc:Fallback>
            </mc:AlternateContent>
          </a:graphicData>
        </a:graphic>
      </p:graphicFrame>
      <p:sp>
        <p:nvSpPr>
          <p:cNvPr id="15" name="Rectangle 15"/>
          <p:cNvSpPr txBox="1">
            <a:spLocks noChangeArrowheads="1"/>
          </p:cNvSpPr>
          <p:nvPr/>
        </p:nvSpPr>
        <p:spPr>
          <a:xfrm>
            <a:off x="2362200" y="552356"/>
            <a:ext cx="1447800" cy="685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推论</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6" name="Object 16"/>
          <p:cNvGraphicFramePr>
            <a:graphicFrameLocks noChangeAspect="1"/>
          </p:cNvGraphicFramePr>
          <p:nvPr/>
        </p:nvGraphicFramePr>
        <p:xfrm>
          <a:off x="4057650" y="3738563"/>
          <a:ext cx="2087563" cy="796925"/>
        </p:xfrm>
        <a:graphic>
          <a:graphicData uri="http://schemas.openxmlformats.org/presentationml/2006/ole">
            <mc:AlternateContent xmlns:mc="http://schemas.openxmlformats.org/markup-compatibility/2006">
              <mc:Choice xmlns:v="urn:schemas-microsoft-com:vml" Requires="v">
                <p:oleObj spid="_x0000_s31368" name="Equation" r:id="rId13" imgW="52425600" imgH="19812000" progId="Equation.DSMT4">
                  <p:embed/>
                </p:oleObj>
              </mc:Choice>
              <mc:Fallback>
                <p:oleObj name="Equation" r:id="rId13" imgW="52425600" imgH="19812000" progId="Equation.DSMT4">
                  <p:embed/>
                  <p:pic>
                    <p:nvPicPr>
                      <p:cNvPr id="0" name="图片 31367"/>
                      <p:cNvPicPr>
                        <a:picLocks noChangeAspect="1"/>
                      </p:cNvPicPr>
                      <p:nvPr/>
                    </p:nvPicPr>
                    <p:blipFill>
                      <a:blip r:embed="rId14"/>
                      <a:stretch>
                        <a:fillRect/>
                      </a:stretch>
                    </p:blipFill>
                    <p:spPr>
                      <a:xfrm>
                        <a:off x="4057650" y="3738563"/>
                        <a:ext cx="2087563" cy="796925"/>
                      </a:xfrm>
                      <a:prstGeom prst="rect">
                        <a:avLst/>
                      </a:prstGeom>
                      <a:noFill/>
                      <a:ln w="9525">
                        <a:noFill/>
                      </a:ln>
                    </p:spPr>
                  </p:pic>
                </p:oleObj>
              </mc:Fallback>
            </mc:AlternateContent>
          </a:graphicData>
        </a:graphic>
      </p:graphicFrame>
      <p:graphicFrame>
        <p:nvGraphicFramePr>
          <p:cNvPr id="17" name="Object 17"/>
          <p:cNvGraphicFramePr>
            <a:graphicFrameLocks noChangeAspect="1"/>
          </p:cNvGraphicFramePr>
          <p:nvPr/>
        </p:nvGraphicFramePr>
        <p:xfrm>
          <a:off x="3911600" y="4872038"/>
          <a:ext cx="2916238" cy="855662"/>
        </p:xfrm>
        <a:graphic>
          <a:graphicData uri="http://schemas.openxmlformats.org/presentationml/2006/ole">
            <mc:AlternateContent xmlns:mc="http://schemas.openxmlformats.org/markup-compatibility/2006">
              <mc:Choice xmlns:v="urn:schemas-microsoft-com:vml" Requires="v">
                <p:oleObj spid="_x0000_s31369" name="Equation" r:id="rId15" imgW="73456800" imgH="21336000" progId="Equation.DSMT4">
                  <p:embed/>
                </p:oleObj>
              </mc:Choice>
              <mc:Fallback>
                <p:oleObj name="Equation" r:id="rId15" imgW="73456800" imgH="21336000" progId="Equation.DSMT4">
                  <p:embed/>
                  <p:pic>
                    <p:nvPicPr>
                      <p:cNvPr id="0" name="图片 31368"/>
                      <p:cNvPicPr>
                        <a:picLocks noChangeAspect="1"/>
                      </p:cNvPicPr>
                      <p:nvPr/>
                    </p:nvPicPr>
                    <p:blipFill>
                      <a:blip r:embed="rId16"/>
                      <a:stretch>
                        <a:fillRect/>
                      </a:stretch>
                    </p:blipFill>
                    <p:spPr>
                      <a:xfrm>
                        <a:off x="3911600" y="4872038"/>
                        <a:ext cx="2916238" cy="855662"/>
                      </a:xfrm>
                      <a:prstGeom prst="rect">
                        <a:avLst/>
                      </a:prstGeom>
                      <a:noFill/>
                      <a:ln w="9525">
                        <a:noFill/>
                      </a:ln>
                    </p:spPr>
                  </p:pic>
                </p:oleObj>
              </mc:Fallback>
            </mc:AlternateContent>
          </a:graphicData>
        </a:graphic>
      </p:graphicFrame>
      <p:graphicFrame>
        <p:nvGraphicFramePr>
          <p:cNvPr id="18" name="Object 18"/>
          <p:cNvGraphicFramePr>
            <a:graphicFrameLocks noChangeAspect="1"/>
          </p:cNvGraphicFramePr>
          <p:nvPr/>
        </p:nvGraphicFramePr>
        <p:xfrm>
          <a:off x="6715125" y="2817813"/>
          <a:ext cx="1327150" cy="646112"/>
        </p:xfrm>
        <a:graphic>
          <a:graphicData uri="http://schemas.openxmlformats.org/presentationml/2006/ole">
            <mc:AlternateContent xmlns:mc="http://schemas.openxmlformats.org/markup-compatibility/2006">
              <mc:Choice xmlns:v="urn:schemas-microsoft-com:vml" Requires="v">
                <p:oleObj spid="_x0000_s31370" name="Equation" r:id="rId17" imgW="31699200" imgH="15240000" progId="Equation.DSMT4">
                  <p:embed/>
                </p:oleObj>
              </mc:Choice>
              <mc:Fallback>
                <p:oleObj name="Equation" r:id="rId17" imgW="31699200" imgH="15240000" progId="Equation.DSMT4">
                  <p:embed/>
                  <p:pic>
                    <p:nvPicPr>
                      <p:cNvPr id="0" name="图片 31369"/>
                      <p:cNvPicPr>
                        <a:picLocks noChangeAspect="1"/>
                      </p:cNvPicPr>
                      <p:nvPr/>
                    </p:nvPicPr>
                    <p:blipFill>
                      <a:blip r:embed="rId18">
                        <a:biLevel thresh="50000"/>
                        <a:grayscl/>
                      </a:blip>
                      <a:stretch>
                        <a:fillRect/>
                      </a:stretch>
                    </p:blipFill>
                    <p:spPr>
                      <a:xfrm>
                        <a:off x="6715125" y="2817813"/>
                        <a:ext cx="1327150" cy="646112"/>
                      </a:xfrm>
                      <a:prstGeom prst="rect">
                        <a:avLst/>
                      </a:prstGeom>
                      <a:noFill/>
                      <a:ln w="9525">
                        <a:noFill/>
                      </a:ln>
                    </p:spPr>
                  </p:pic>
                </p:oleObj>
              </mc:Fallback>
            </mc:AlternateContent>
          </a:graphicData>
        </a:graphic>
      </p:graphicFrame>
      <p:graphicFrame>
        <p:nvGraphicFramePr>
          <p:cNvPr id="19" name="Object 19"/>
          <p:cNvGraphicFramePr>
            <a:graphicFrameLocks noChangeAspect="1"/>
          </p:cNvGraphicFramePr>
          <p:nvPr/>
        </p:nvGraphicFramePr>
        <p:xfrm>
          <a:off x="7712075" y="427990"/>
          <a:ext cx="1441450" cy="646113"/>
        </p:xfrm>
        <a:graphic>
          <a:graphicData uri="http://schemas.openxmlformats.org/presentationml/2006/ole">
            <mc:AlternateContent xmlns:mc="http://schemas.openxmlformats.org/markup-compatibility/2006">
              <mc:Choice xmlns:v="urn:schemas-microsoft-com:vml" Requires="v">
                <p:oleObj spid="_x0000_s31371" name="Equation" r:id="rId19" imgW="34442400" imgH="15240000" progId="Equation.DSMT4">
                  <p:embed/>
                </p:oleObj>
              </mc:Choice>
              <mc:Fallback>
                <p:oleObj name="Equation" r:id="rId19" imgW="34442400" imgH="15240000" progId="Equation.DSMT4">
                  <p:embed/>
                  <p:pic>
                    <p:nvPicPr>
                      <p:cNvPr id="0" name="图片 31370"/>
                      <p:cNvPicPr>
                        <a:picLocks noChangeAspect="1"/>
                      </p:cNvPicPr>
                      <p:nvPr/>
                    </p:nvPicPr>
                    <p:blipFill>
                      <a:blip r:embed="rId20">
                        <a:biLevel thresh="50000"/>
                        <a:grayscl/>
                      </a:blip>
                      <a:stretch>
                        <a:fillRect/>
                      </a:stretch>
                    </p:blipFill>
                    <p:spPr>
                      <a:xfrm>
                        <a:off x="7712075" y="427990"/>
                        <a:ext cx="1441450" cy="646113"/>
                      </a:xfrm>
                      <a:prstGeom prst="rect">
                        <a:avLst/>
                      </a:prstGeom>
                      <a:noFill/>
                      <a:ln w="9525">
                        <a:noFill/>
                      </a:ln>
                    </p:spPr>
                  </p:pic>
                </p:oleObj>
              </mc:Fallback>
            </mc:AlternateContent>
          </a:graphicData>
        </a:graphic>
      </p:graphicFrame>
      <p:graphicFrame>
        <p:nvGraphicFramePr>
          <p:cNvPr id="20" name="Object 20"/>
          <p:cNvGraphicFramePr>
            <a:graphicFrameLocks noChangeAspect="1"/>
          </p:cNvGraphicFramePr>
          <p:nvPr/>
        </p:nvGraphicFramePr>
        <p:xfrm>
          <a:off x="1946275" y="1219200"/>
          <a:ext cx="1847850" cy="646113"/>
        </p:xfrm>
        <a:graphic>
          <a:graphicData uri="http://schemas.openxmlformats.org/presentationml/2006/ole">
            <mc:AlternateContent xmlns:mc="http://schemas.openxmlformats.org/markup-compatibility/2006">
              <mc:Choice xmlns:v="urn:schemas-microsoft-com:vml" Requires="v">
                <p:oleObj spid="_x0000_s31372" name="Equation" r:id="rId21" imgW="44196000" imgH="15240000" progId="Equation.DSMT4">
                  <p:embed/>
                </p:oleObj>
              </mc:Choice>
              <mc:Fallback>
                <p:oleObj name="Equation" r:id="rId21" imgW="44196000" imgH="15240000" progId="Equation.DSMT4">
                  <p:embed/>
                  <p:pic>
                    <p:nvPicPr>
                      <p:cNvPr id="0" name="图片 31371"/>
                      <p:cNvPicPr>
                        <a:picLocks noChangeAspect="1"/>
                      </p:cNvPicPr>
                      <p:nvPr/>
                    </p:nvPicPr>
                    <p:blipFill>
                      <a:blip r:embed="rId22">
                        <a:biLevel thresh="50000"/>
                        <a:grayscl/>
                      </a:blip>
                      <a:stretch>
                        <a:fillRect/>
                      </a:stretch>
                    </p:blipFill>
                    <p:spPr>
                      <a:xfrm>
                        <a:off x="1946275" y="1219200"/>
                        <a:ext cx="1847850" cy="646113"/>
                      </a:xfrm>
                      <a:prstGeom prst="rect">
                        <a:avLst/>
                      </a:prstGeom>
                      <a:noFill/>
                      <a:ln w="9525">
                        <a:noFill/>
                      </a:ln>
                    </p:spPr>
                  </p:pic>
                </p:oleObj>
              </mc:Fallback>
            </mc:AlternateContent>
          </a:graphicData>
        </a:graphic>
      </p:graphicFrame>
      <p:sp>
        <p:nvSpPr>
          <p:cNvPr id="21" name="Line 21"/>
          <p:cNvSpPr>
            <a:spLocks noChangeShapeType="1"/>
          </p:cNvSpPr>
          <p:nvPr/>
        </p:nvSpPr>
        <p:spPr bwMode="auto">
          <a:xfrm>
            <a:off x="4038600" y="4572000"/>
            <a:ext cx="1524000" cy="0"/>
          </a:xfrm>
          <a:prstGeom prst="line">
            <a:avLst/>
          </a:prstGeom>
          <a:noFill/>
          <a:ln w="1905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2" name="Line 22"/>
          <p:cNvSpPr>
            <a:spLocks noChangeShapeType="1"/>
          </p:cNvSpPr>
          <p:nvPr/>
        </p:nvSpPr>
        <p:spPr bwMode="auto">
          <a:xfrm>
            <a:off x="5105400" y="5791200"/>
            <a:ext cx="1981200" cy="0"/>
          </a:xfrm>
          <a:prstGeom prst="line">
            <a:avLst/>
          </a:prstGeom>
          <a:noFill/>
          <a:ln w="19050">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23" name="Group 24"/>
          <p:cNvGrpSpPr/>
          <p:nvPr/>
        </p:nvGrpSpPr>
        <p:grpSpPr bwMode="auto">
          <a:xfrm>
            <a:off x="7067946" y="3608317"/>
            <a:ext cx="3298085" cy="2078155"/>
            <a:chOff x="2906" y="2143"/>
            <a:chExt cx="2573" cy="1623"/>
          </a:xfrm>
        </p:grpSpPr>
        <p:grpSp>
          <p:nvGrpSpPr>
            <p:cNvPr id="24" name="Group 25"/>
            <p:cNvGrpSpPr/>
            <p:nvPr/>
          </p:nvGrpSpPr>
          <p:grpSpPr bwMode="auto">
            <a:xfrm>
              <a:off x="3842" y="2544"/>
              <a:ext cx="1384" cy="1191"/>
              <a:chOff x="3842" y="2544"/>
              <a:chExt cx="1384" cy="1191"/>
            </a:xfrm>
          </p:grpSpPr>
          <p:graphicFrame>
            <p:nvGraphicFramePr>
              <p:cNvPr id="43" name="Object 26"/>
              <p:cNvGraphicFramePr>
                <a:graphicFrameLocks noChangeAspect="1"/>
              </p:cNvGraphicFramePr>
              <p:nvPr/>
            </p:nvGraphicFramePr>
            <p:xfrm>
              <a:off x="4533" y="3393"/>
              <a:ext cx="693" cy="337"/>
            </p:xfrm>
            <a:graphic>
              <a:graphicData uri="http://schemas.openxmlformats.org/presentationml/2006/ole">
                <mc:AlternateContent xmlns:mc="http://schemas.openxmlformats.org/markup-compatibility/2006">
                  <mc:Choice xmlns:v="urn:schemas-microsoft-com:vml" Requires="v">
                    <p:oleObj spid="_x0000_s31373" name="Equation" r:id="rId23" imgW="21336000" imgH="10363200" progId="Equation.DSMT4">
                      <p:embed/>
                    </p:oleObj>
                  </mc:Choice>
                  <mc:Fallback>
                    <p:oleObj name="Equation" r:id="rId23" imgW="21336000" imgH="10363200" progId="Equation.DSMT4">
                      <p:embed/>
                      <p:pic>
                        <p:nvPicPr>
                          <p:cNvPr id="0" name="图片 31372"/>
                          <p:cNvPicPr>
                            <a:picLocks noChangeAspect="1"/>
                          </p:cNvPicPr>
                          <p:nvPr/>
                        </p:nvPicPr>
                        <p:blipFill>
                          <a:blip r:embed="rId24">
                            <a:biLevel thresh="50000"/>
                            <a:grayscl/>
                          </a:blip>
                          <a:stretch>
                            <a:fillRect/>
                          </a:stretch>
                        </p:blipFill>
                        <p:spPr>
                          <a:xfrm>
                            <a:off x="4533" y="3393"/>
                            <a:ext cx="693" cy="337"/>
                          </a:xfrm>
                          <a:prstGeom prst="rect">
                            <a:avLst/>
                          </a:prstGeom>
                          <a:noFill/>
                          <a:ln w="9525">
                            <a:noFill/>
                          </a:ln>
                        </p:spPr>
                      </p:pic>
                    </p:oleObj>
                  </mc:Fallback>
                </mc:AlternateContent>
              </a:graphicData>
            </a:graphic>
          </p:graphicFrame>
          <p:graphicFrame>
            <p:nvGraphicFramePr>
              <p:cNvPr id="44" name="Object 27"/>
              <p:cNvGraphicFramePr>
                <a:graphicFrameLocks noChangeAspect="1"/>
              </p:cNvGraphicFramePr>
              <p:nvPr/>
            </p:nvGraphicFramePr>
            <p:xfrm>
              <a:off x="3842" y="3398"/>
              <a:ext cx="535" cy="337"/>
            </p:xfrm>
            <a:graphic>
              <a:graphicData uri="http://schemas.openxmlformats.org/presentationml/2006/ole">
                <mc:AlternateContent xmlns:mc="http://schemas.openxmlformats.org/markup-compatibility/2006">
                  <mc:Choice xmlns:v="urn:schemas-microsoft-com:vml" Requires="v">
                    <p:oleObj spid="_x0000_s31374" name="Equation" r:id="rId25" imgW="16459200" imgH="10363200" progId="Equation.DSMT4">
                      <p:embed/>
                    </p:oleObj>
                  </mc:Choice>
                  <mc:Fallback>
                    <p:oleObj name="Equation" r:id="rId25" imgW="16459200" imgH="10363200" progId="Equation.DSMT4">
                      <p:embed/>
                      <p:pic>
                        <p:nvPicPr>
                          <p:cNvPr id="0" name="图片 31373"/>
                          <p:cNvPicPr>
                            <a:picLocks noChangeAspect="1"/>
                          </p:cNvPicPr>
                          <p:nvPr/>
                        </p:nvPicPr>
                        <p:blipFill>
                          <a:blip r:embed="rId26">
                            <a:biLevel thresh="50000"/>
                            <a:grayscl/>
                          </a:blip>
                          <a:stretch>
                            <a:fillRect/>
                          </a:stretch>
                        </p:blipFill>
                        <p:spPr>
                          <a:xfrm>
                            <a:off x="3842" y="3398"/>
                            <a:ext cx="535" cy="337"/>
                          </a:xfrm>
                          <a:prstGeom prst="rect">
                            <a:avLst/>
                          </a:prstGeom>
                          <a:noFill/>
                          <a:ln w="9525">
                            <a:noFill/>
                          </a:ln>
                        </p:spPr>
                      </p:pic>
                    </p:oleObj>
                  </mc:Fallback>
                </mc:AlternateContent>
              </a:graphicData>
            </a:graphic>
          </p:graphicFrame>
          <p:sp>
            <p:nvSpPr>
              <p:cNvPr id="45" name="Line 28"/>
              <p:cNvSpPr>
                <a:spLocks noChangeShapeType="1"/>
              </p:cNvSpPr>
              <p:nvPr/>
            </p:nvSpPr>
            <p:spPr bwMode="auto">
              <a:xfrm flipH="1" flipV="1">
                <a:off x="4800" y="2544"/>
                <a:ext cx="0" cy="894"/>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6" name="Line 29"/>
              <p:cNvSpPr>
                <a:spLocks noChangeShapeType="1"/>
              </p:cNvSpPr>
              <p:nvPr/>
            </p:nvSpPr>
            <p:spPr bwMode="auto">
              <a:xfrm flipV="1">
                <a:off x="4167" y="2544"/>
                <a:ext cx="9" cy="894"/>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nvGrpSpPr>
            <p:cNvPr id="25" name="Group 30"/>
            <p:cNvGrpSpPr/>
            <p:nvPr/>
          </p:nvGrpSpPr>
          <p:grpSpPr bwMode="auto">
            <a:xfrm>
              <a:off x="2906" y="2390"/>
              <a:ext cx="2320" cy="892"/>
              <a:chOff x="2906" y="2390"/>
              <a:chExt cx="2320" cy="892"/>
            </a:xfrm>
          </p:grpSpPr>
          <p:graphicFrame>
            <p:nvGraphicFramePr>
              <p:cNvPr id="39" name="Object 31"/>
              <p:cNvGraphicFramePr>
                <a:graphicFrameLocks noChangeAspect="1"/>
              </p:cNvGraphicFramePr>
              <p:nvPr/>
            </p:nvGraphicFramePr>
            <p:xfrm>
              <a:off x="2906" y="2390"/>
              <a:ext cx="624" cy="307"/>
            </p:xfrm>
            <a:graphic>
              <a:graphicData uri="http://schemas.openxmlformats.org/presentationml/2006/ole">
                <mc:AlternateContent xmlns:mc="http://schemas.openxmlformats.org/markup-compatibility/2006">
                  <mc:Choice xmlns:v="urn:schemas-microsoft-com:vml" Requires="v">
                    <p:oleObj spid="_x0000_s31375" name="Equation" r:id="rId27" imgW="19202400" imgH="9448800" progId="Equation.DSMT4">
                      <p:embed/>
                    </p:oleObj>
                  </mc:Choice>
                  <mc:Fallback>
                    <p:oleObj name="Equation" r:id="rId27" imgW="19202400" imgH="9448800" progId="Equation.DSMT4">
                      <p:embed/>
                      <p:pic>
                        <p:nvPicPr>
                          <p:cNvPr id="0" name="图片 31374"/>
                          <p:cNvPicPr>
                            <a:picLocks noChangeAspect="1"/>
                          </p:cNvPicPr>
                          <p:nvPr/>
                        </p:nvPicPr>
                        <p:blipFill>
                          <a:blip r:embed="rId28">
                            <a:biLevel thresh="50000"/>
                            <a:grayscl/>
                          </a:blip>
                          <a:stretch>
                            <a:fillRect/>
                          </a:stretch>
                        </p:blipFill>
                        <p:spPr>
                          <a:xfrm>
                            <a:off x="2906" y="2390"/>
                            <a:ext cx="624" cy="307"/>
                          </a:xfrm>
                          <a:prstGeom prst="rect">
                            <a:avLst/>
                          </a:prstGeom>
                          <a:noFill/>
                          <a:ln w="9525">
                            <a:noFill/>
                          </a:ln>
                        </p:spPr>
                      </p:pic>
                    </p:oleObj>
                  </mc:Fallback>
                </mc:AlternateContent>
              </a:graphicData>
            </a:graphic>
          </p:graphicFrame>
          <p:graphicFrame>
            <p:nvGraphicFramePr>
              <p:cNvPr id="40" name="Object 32"/>
              <p:cNvGraphicFramePr>
                <a:graphicFrameLocks noChangeAspect="1"/>
              </p:cNvGraphicFramePr>
              <p:nvPr/>
            </p:nvGraphicFramePr>
            <p:xfrm>
              <a:off x="2954" y="2975"/>
              <a:ext cx="614" cy="307"/>
            </p:xfrm>
            <a:graphic>
              <a:graphicData uri="http://schemas.openxmlformats.org/presentationml/2006/ole">
                <mc:AlternateContent xmlns:mc="http://schemas.openxmlformats.org/markup-compatibility/2006">
                  <mc:Choice xmlns:v="urn:schemas-microsoft-com:vml" Requires="v">
                    <p:oleObj spid="_x0000_s31376" name="Equation" r:id="rId29" imgW="18897600" imgH="9448800" progId="Equation.DSMT4">
                      <p:embed/>
                    </p:oleObj>
                  </mc:Choice>
                  <mc:Fallback>
                    <p:oleObj name="Equation" r:id="rId29" imgW="18897600" imgH="9448800" progId="Equation.DSMT4">
                      <p:embed/>
                      <p:pic>
                        <p:nvPicPr>
                          <p:cNvPr id="0" name="图片 31375"/>
                          <p:cNvPicPr>
                            <a:picLocks noChangeAspect="1"/>
                          </p:cNvPicPr>
                          <p:nvPr/>
                        </p:nvPicPr>
                        <p:blipFill>
                          <a:blip r:embed="rId30">
                            <a:biLevel thresh="50000"/>
                            <a:grayscl/>
                          </a:blip>
                          <a:stretch>
                            <a:fillRect/>
                          </a:stretch>
                        </p:blipFill>
                        <p:spPr>
                          <a:xfrm>
                            <a:off x="2954" y="2975"/>
                            <a:ext cx="614" cy="307"/>
                          </a:xfrm>
                          <a:prstGeom prst="rect">
                            <a:avLst/>
                          </a:prstGeom>
                          <a:noFill/>
                          <a:ln w="9525">
                            <a:noFill/>
                          </a:ln>
                        </p:spPr>
                      </p:pic>
                    </p:oleObj>
                  </mc:Fallback>
                </mc:AlternateContent>
              </a:graphicData>
            </a:graphic>
          </p:graphicFrame>
          <p:sp>
            <p:nvSpPr>
              <p:cNvPr id="41" name="Line 33"/>
              <p:cNvSpPr>
                <a:spLocks noChangeShapeType="1"/>
              </p:cNvSpPr>
              <p:nvPr/>
            </p:nvSpPr>
            <p:spPr bwMode="auto">
              <a:xfrm>
                <a:off x="3593" y="2554"/>
                <a:ext cx="1633"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2" name="Line 34"/>
              <p:cNvSpPr>
                <a:spLocks noChangeShapeType="1"/>
              </p:cNvSpPr>
              <p:nvPr/>
            </p:nvSpPr>
            <p:spPr bwMode="auto">
              <a:xfrm>
                <a:off x="3571" y="3088"/>
                <a:ext cx="1634"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nvGrpSpPr>
            <p:cNvPr id="26" name="Group 35"/>
            <p:cNvGrpSpPr/>
            <p:nvPr/>
          </p:nvGrpSpPr>
          <p:grpSpPr bwMode="auto">
            <a:xfrm>
              <a:off x="3340" y="2648"/>
              <a:ext cx="273" cy="307"/>
              <a:chOff x="3340" y="2648"/>
              <a:chExt cx="273" cy="307"/>
            </a:xfrm>
          </p:grpSpPr>
          <p:sp>
            <p:nvSpPr>
              <p:cNvPr id="37" name="Line 36"/>
              <p:cNvSpPr>
                <a:spLocks noChangeShapeType="1"/>
              </p:cNvSpPr>
              <p:nvPr/>
            </p:nvSpPr>
            <p:spPr bwMode="auto">
              <a:xfrm flipH="1">
                <a:off x="3568" y="2820"/>
                <a:ext cx="45" cy="0"/>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8" name="Object 37"/>
              <p:cNvGraphicFramePr>
                <a:graphicFrameLocks noChangeAspect="1"/>
              </p:cNvGraphicFramePr>
              <p:nvPr/>
            </p:nvGraphicFramePr>
            <p:xfrm>
              <a:off x="3340" y="2648"/>
              <a:ext cx="228" cy="307"/>
            </p:xfrm>
            <a:graphic>
              <a:graphicData uri="http://schemas.openxmlformats.org/presentationml/2006/ole">
                <mc:AlternateContent xmlns:mc="http://schemas.openxmlformats.org/markup-compatibility/2006">
                  <mc:Choice xmlns:v="urn:schemas-microsoft-com:vml" Requires="v">
                    <p:oleObj spid="_x0000_s31377" name="Equation" r:id="rId31" imgW="7010400" imgH="9448800" progId="Equation.DSMT4">
                      <p:embed/>
                    </p:oleObj>
                  </mc:Choice>
                  <mc:Fallback>
                    <p:oleObj name="Equation" r:id="rId31" imgW="7010400" imgH="9448800" progId="Equation.DSMT4">
                      <p:embed/>
                      <p:pic>
                        <p:nvPicPr>
                          <p:cNvPr id="0" name="图片 31376"/>
                          <p:cNvPicPr>
                            <a:picLocks noChangeAspect="1"/>
                          </p:cNvPicPr>
                          <p:nvPr/>
                        </p:nvPicPr>
                        <p:blipFill>
                          <a:blip r:embed="rId32">
                            <a:biLevel thresh="50000"/>
                            <a:grayscl/>
                          </a:blip>
                          <a:stretch>
                            <a:fillRect/>
                          </a:stretch>
                        </p:blipFill>
                        <p:spPr>
                          <a:xfrm>
                            <a:off x="3340" y="2648"/>
                            <a:ext cx="228" cy="307"/>
                          </a:xfrm>
                          <a:prstGeom prst="rect">
                            <a:avLst/>
                          </a:prstGeom>
                          <a:noFill/>
                          <a:ln w="9525">
                            <a:noFill/>
                          </a:ln>
                        </p:spPr>
                      </p:pic>
                    </p:oleObj>
                  </mc:Fallback>
                </mc:AlternateContent>
              </a:graphicData>
            </a:graphic>
          </p:graphicFrame>
        </p:grpSp>
        <p:grpSp>
          <p:nvGrpSpPr>
            <p:cNvPr id="27" name="Group 38"/>
            <p:cNvGrpSpPr/>
            <p:nvPr/>
          </p:nvGrpSpPr>
          <p:grpSpPr bwMode="auto">
            <a:xfrm>
              <a:off x="3439" y="2143"/>
              <a:ext cx="2040" cy="1623"/>
              <a:chOff x="3439" y="2143"/>
              <a:chExt cx="2040" cy="1623"/>
            </a:xfrm>
          </p:grpSpPr>
          <p:sp>
            <p:nvSpPr>
              <p:cNvPr id="28" name="Line 39"/>
              <p:cNvSpPr>
                <a:spLocks noChangeShapeType="1"/>
              </p:cNvSpPr>
              <p:nvPr/>
            </p:nvSpPr>
            <p:spPr bwMode="auto">
              <a:xfrm flipV="1">
                <a:off x="4476" y="2819"/>
                <a:ext cx="0" cy="619"/>
              </a:xfrm>
              <a:prstGeom prst="line">
                <a:avLst/>
              </a:prstGeom>
              <a:noFill/>
              <a:ln w="9525">
                <a:solidFill>
                  <a:schemeClr val="tx1"/>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9" name="Line 40"/>
              <p:cNvSpPr>
                <a:spLocks noChangeShapeType="1"/>
              </p:cNvSpPr>
              <p:nvPr/>
            </p:nvSpPr>
            <p:spPr bwMode="auto">
              <a:xfrm>
                <a:off x="3439" y="3438"/>
                <a:ext cx="1987"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 name="Line 41"/>
              <p:cNvSpPr>
                <a:spLocks noChangeShapeType="1"/>
              </p:cNvSpPr>
              <p:nvPr/>
            </p:nvSpPr>
            <p:spPr bwMode="auto">
              <a:xfrm flipV="1">
                <a:off x="3571" y="2289"/>
                <a:ext cx="0" cy="1415"/>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1" name="Object 42"/>
              <p:cNvGraphicFramePr>
                <a:graphicFrameLocks noChangeAspect="1"/>
              </p:cNvGraphicFramePr>
              <p:nvPr/>
            </p:nvGraphicFramePr>
            <p:xfrm>
              <a:off x="5276" y="3476"/>
              <a:ext cx="203" cy="208"/>
            </p:xfrm>
            <a:graphic>
              <a:graphicData uri="http://schemas.openxmlformats.org/presentationml/2006/ole">
                <mc:AlternateContent xmlns:mc="http://schemas.openxmlformats.org/markup-compatibility/2006">
                  <mc:Choice xmlns:v="urn:schemas-microsoft-com:vml" Requires="v">
                    <p:oleObj spid="_x0000_s31378" name="Equation" r:id="rId33" imgW="3048000" imgH="3352800" progId="Equation.DSMT4">
                      <p:embed/>
                    </p:oleObj>
                  </mc:Choice>
                  <mc:Fallback>
                    <p:oleObj name="Equation" r:id="rId33" imgW="3048000" imgH="3352800" progId="Equation.DSMT4">
                      <p:embed/>
                      <p:pic>
                        <p:nvPicPr>
                          <p:cNvPr id="0" name="图片 31377"/>
                          <p:cNvPicPr>
                            <a:picLocks noChangeAspect="1"/>
                          </p:cNvPicPr>
                          <p:nvPr/>
                        </p:nvPicPr>
                        <p:blipFill>
                          <a:blip r:embed="rId34">
                            <a:biLevel thresh="50000"/>
                            <a:grayscl/>
                          </a:blip>
                          <a:stretch>
                            <a:fillRect/>
                          </a:stretch>
                        </p:blipFill>
                        <p:spPr>
                          <a:xfrm>
                            <a:off x="5276" y="3476"/>
                            <a:ext cx="203" cy="208"/>
                          </a:xfrm>
                          <a:prstGeom prst="rect">
                            <a:avLst/>
                          </a:prstGeom>
                          <a:noFill/>
                          <a:ln w="9525">
                            <a:noFill/>
                          </a:ln>
                        </p:spPr>
                      </p:pic>
                    </p:oleObj>
                  </mc:Fallback>
                </mc:AlternateContent>
              </a:graphicData>
            </a:graphic>
          </p:graphicFrame>
          <p:graphicFrame>
            <p:nvGraphicFramePr>
              <p:cNvPr id="32" name="Object 43"/>
              <p:cNvGraphicFramePr>
                <a:graphicFrameLocks noChangeAspect="1"/>
              </p:cNvGraphicFramePr>
              <p:nvPr/>
            </p:nvGraphicFramePr>
            <p:xfrm>
              <a:off x="4381" y="3429"/>
              <a:ext cx="247" cy="337"/>
            </p:xfrm>
            <a:graphic>
              <a:graphicData uri="http://schemas.openxmlformats.org/presentationml/2006/ole">
                <mc:AlternateContent xmlns:mc="http://schemas.openxmlformats.org/markup-compatibility/2006">
                  <mc:Choice xmlns:v="urn:schemas-microsoft-com:vml" Requires="v">
                    <p:oleObj spid="_x0000_s31379" name="Equation" r:id="rId35" imgW="7620000" imgH="10363200" progId="Equation.DSMT4">
                      <p:embed/>
                    </p:oleObj>
                  </mc:Choice>
                  <mc:Fallback>
                    <p:oleObj name="Equation" r:id="rId35" imgW="7620000" imgH="10363200" progId="Equation.DSMT4">
                      <p:embed/>
                      <p:pic>
                        <p:nvPicPr>
                          <p:cNvPr id="0" name="图片 31378"/>
                          <p:cNvPicPr>
                            <a:picLocks noChangeAspect="1"/>
                          </p:cNvPicPr>
                          <p:nvPr/>
                        </p:nvPicPr>
                        <p:blipFill>
                          <a:blip r:embed="rId36">
                            <a:biLevel thresh="50000"/>
                            <a:grayscl/>
                          </a:blip>
                          <a:stretch>
                            <a:fillRect/>
                          </a:stretch>
                        </p:blipFill>
                        <p:spPr>
                          <a:xfrm>
                            <a:off x="4381" y="3429"/>
                            <a:ext cx="247" cy="337"/>
                          </a:xfrm>
                          <a:prstGeom prst="rect">
                            <a:avLst/>
                          </a:prstGeom>
                          <a:noFill/>
                          <a:ln w="9525">
                            <a:noFill/>
                          </a:ln>
                        </p:spPr>
                      </p:pic>
                    </p:oleObj>
                  </mc:Fallback>
                </mc:AlternateContent>
              </a:graphicData>
            </a:graphic>
          </p:graphicFrame>
          <p:graphicFrame>
            <p:nvGraphicFramePr>
              <p:cNvPr id="33" name="Object 44"/>
              <p:cNvGraphicFramePr>
                <a:graphicFrameLocks noChangeAspect="1"/>
              </p:cNvGraphicFramePr>
              <p:nvPr/>
            </p:nvGraphicFramePr>
            <p:xfrm>
              <a:off x="3599" y="2243"/>
              <a:ext cx="208" cy="253"/>
            </p:xfrm>
            <a:graphic>
              <a:graphicData uri="http://schemas.openxmlformats.org/presentationml/2006/ole">
                <mc:AlternateContent xmlns:mc="http://schemas.openxmlformats.org/markup-compatibility/2006">
                  <mc:Choice xmlns:v="urn:schemas-microsoft-com:vml" Requires="v">
                    <p:oleObj spid="_x0000_s31380" name="Equation" r:id="rId37" imgW="3352800" imgH="3962400" progId="Equation.DSMT4">
                      <p:embed/>
                    </p:oleObj>
                  </mc:Choice>
                  <mc:Fallback>
                    <p:oleObj name="Equation" r:id="rId37" imgW="3352800" imgH="3962400" progId="Equation.DSMT4">
                      <p:embed/>
                      <p:pic>
                        <p:nvPicPr>
                          <p:cNvPr id="0" name="图片 31379"/>
                          <p:cNvPicPr>
                            <a:picLocks noChangeAspect="1"/>
                          </p:cNvPicPr>
                          <p:nvPr/>
                        </p:nvPicPr>
                        <p:blipFill>
                          <a:blip r:embed="rId38">
                            <a:biLevel thresh="50000"/>
                            <a:grayscl/>
                          </a:blip>
                          <a:stretch>
                            <a:fillRect/>
                          </a:stretch>
                        </p:blipFill>
                        <p:spPr>
                          <a:xfrm>
                            <a:off x="3599" y="2243"/>
                            <a:ext cx="208" cy="253"/>
                          </a:xfrm>
                          <a:prstGeom prst="rect">
                            <a:avLst/>
                          </a:prstGeom>
                          <a:noFill/>
                          <a:ln w="9525">
                            <a:noFill/>
                          </a:ln>
                        </p:spPr>
                      </p:pic>
                    </p:oleObj>
                  </mc:Fallback>
                </mc:AlternateContent>
              </a:graphicData>
            </a:graphic>
          </p:graphicFrame>
          <p:sp>
            <p:nvSpPr>
              <p:cNvPr id="34" name="Freeform 45"/>
              <p:cNvSpPr/>
              <p:nvPr/>
            </p:nvSpPr>
            <p:spPr bwMode="auto">
              <a:xfrm>
                <a:off x="3725" y="2421"/>
                <a:ext cx="1324" cy="885"/>
              </a:xfrm>
              <a:custGeom>
                <a:avLst/>
                <a:gdLst>
                  <a:gd name="T0" fmla="*/ 0 w 1440"/>
                  <a:gd name="T1" fmla="*/ 885 h 960"/>
                  <a:gd name="T2" fmla="*/ 177 w 1440"/>
                  <a:gd name="T3" fmla="*/ 575 h 960"/>
                  <a:gd name="T4" fmla="*/ 441 w 1440"/>
                  <a:gd name="T5" fmla="*/ 487 h 960"/>
                  <a:gd name="T6" fmla="*/ 750 w 1440"/>
                  <a:gd name="T7" fmla="*/ 398 h 960"/>
                  <a:gd name="T8" fmla="*/ 1059 w 1440"/>
                  <a:gd name="T9" fmla="*/ 266 h 960"/>
                  <a:gd name="T10" fmla="*/ 1324 w 1440"/>
                  <a:gd name="T11" fmla="*/ 0 h 96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440" h="960">
                    <a:moveTo>
                      <a:pt x="0" y="960"/>
                    </a:moveTo>
                    <a:cubicBezTo>
                      <a:pt x="56" y="828"/>
                      <a:pt x="112" y="696"/>
                      <a:pt x="192" y="624"/>
                    </a:cubicBezTo>
                    <a:cubicBezTo>
                      <a:pt x="272" y="552"/>
                      <a:pt x="376" y="560"/>
                      <a:pt x="480" y="528"/>
                    </a:cubicBezTo>
                    <a:cubicBezTo>
                      <a:pt x="584" y="496"/>
                      <a:pt x="704" y="472"/>
                      <a:pt x="816" y="432"/>
                    </a:cubicBezTo>
                    <a:cubicBezTo>
                      <a:pt x="928" y="392"/>
                      <a:pt x="1048" y="360"/>
                      <a:pt x="1152" y="288"/>
                    </a:cubicBezTo>
                    <a:cubicBezTo>
                      <a:pt x="1256" y="216"/>
                      <a:pt x="1392" y="48"/>
                      <a:pt x="1440" y="0"/>
                    </a:cubicBezTo>
                  </a:path>
                </a:pathLst>
              </a:custGeom>
              <a:noFill/>
              <a:ln w="25400" cmpd="sng">
                <a:solidFill>
                  <a:srgbClr val="FF99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5" name="Object 46"/>
              <p:cNvGraphicFramePr>
                <a:graphicFrameLocks noChangeAspect="1"/>
              </p:cNvGraphicFramePr>
              <p:nvPr/>
            </p:nvGraphicFramePr>
            <p:xfrm>
              <a:off x="4275" y="2143"/>
              <a:ext cx="1001" cy="307"/>
            </p:xfrm>
            <a:graphic>
              <a:graphicData uri="http://schemas.openxmlformats.org/presentationml/2006/ole">
                <mc:AlternateContent xmlns:mc="http://schemas.openxmlformats.org/markup-compatibility/2006">
                  <mc:Choice xmlns:v="urn:schemas-microsoft-com:vml" Requires="v">
                    <p:oleObj spid="_x0000_s31381" name="Equation" r:id="rId39" imgW="30784800" imgH="9448800" progId="Equation.DSMT4">
                      <p:embed/>
                    </p:oleObj>
                  </mc:Choice>
                  <mc:Fallback>
                    <p:oleObj name="Equation" r:id="rId39" imgW="30784800" imgH="9448800" progId="Equation.DSMT4">
                      <p:embed/>
                      <p:pic>
                        <p:nvPicPr>
                          <p:cNvPr id="0" name="图片 31380"/>
                          <p:cNvPicPr>
                            <a:picLocks noChangeAspect="1"/>
                          </p:cNvPicPr>
                          <p:nvPr/>
                        </p:nvPicPr>
                        <p:blipFill>
                          <a:blip r:embed="rId40">
                            <a:biLevel thresh="50000"/>
                            <a:grayscl/>
                          </a:blip>
                          <a:stretch>
                            <a:fillRect/>
                          </a:stretch>
                        </p:blipFill>
                        <p:spPr>
                          <a:xfrm>
                            <a:off x="4275" y="2143"/>
                            <a:ext cx="1001" cy="307"/>
                          </a:xfrm>
                          <a:prstGeom prst="rect">
                            <a:avLst/>
                          </a:prstGeom>
                          <a:noFill/>
                          <a:ln w="9525">
                            <a:noFill/>
                          </a:ln>
                        </p:spPr>
                      </p:pic>
                    </p:oleObj>
                  </mc:Fallback>
                </mc:AlternateContent>
              </a:graphicData>
            </a:graphic>
          </p:graphicFrame>
          <p:sp>
            <p:nvSpPr>
              <p:cNvPr id="36" name="Oval 47"/>
              <p:cNvSpPr>
                <a:spLocks noChangeArrowheads="1"/>
              </p:cNvSpPr>
              <p:nvPr/>
            </p:nvSpPr>
            <p:spPr bwMode="auto">
              <a:xfrm>
                <a:off x="4452" y="2802"/>
                <a:ext cx="41" cy="41"/>
              </a:xfrm>
              <a:prstGeom prst="ellipse">
                <a:avLst/>
              </a:prstGeom>
              <a:solidFill>
                <a:schemeClr val="bg1"/>
              </a:solidFill>
              <a:ln w="9525">
                <a:solidFill>
                  <a:schemeClr val="tx1"/>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sp>
        <p:nvSpPr>
          <p:cNvPr id="47" name="Line 48"/>
          <p:cNvSpPr>
            <a:spLocks noChangeShapeType="1"/>
          </p:cNvSpPr>
          <p:nvPr/>
        </p:nvSpPr>
        <p:spPr bwMode="auto">
          <a:xfrm>
            <a:off x="1905000" y="2057400"/>
            <a:ext cx="8610600" cy="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8" name="Text Box 49"/>
          <p:cNvSpPr txBox="1">
            <a:spLocks noChangeArrowheads="1"/>
          </p:cNvSpPr>
          <p:nvPr/>
        </p:nvSpPr>
        <p:spPr bwMode="auto">
          <a:xfrm>
            <a:off x="2124075" y="2133600"/>
            <a:ext cx="1016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分析</a:t>
            </a:r>
            <a:r>
              <a:rPr kumimoji="1" lang="en-US" altLang="zh-CN" sz="2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500"/>
                                        <p:tgtEl>
                                          <p:spTgt spid="11"/>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left)">
                                      <p:cBhvr>
                                        <p:cTn id="25" dur="500"/>
                                        <p:tgtEl>
                                          <p:spTgt spid="12"/>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left)">
                                      <p:cBhvr>
                                        <p:cTn id="29" dur="500"/>
                                        <p:tgtEl>
                                          <p:spTgt spid="20"/>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left)">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7"/>
                                        </p:tgtEl>
                                        <p:attrNameLst>
                                          <p:attrName>style.visibility</p:attrName>
                                        </p:attrNameLst>
                                      </p:cBhvr>
                                      <p:to>
                                        <p:strVal val="visible"/>
                                      </p:to>
                                    </p:set>
                                    <p:anim calcmode="lin" valueType="num">
                                      <p:cBhvr additive="base">
                                        <p:cTn id="43" dur="500" fill="hold"/>
                                        <p:tgtEl>
                                          <p:spTgt spid="47"/>
                                        </p:tgtEl>
                                        <p:attrNameLst>
                                          <p:attrName>ppt_x</p:attrName>
                                        </p:attrNameLst>
                                      </p:cBhvr>
                                      <p:tavLst>
                                        <p:tav tm="0">
                                          <p:val>
                                            <p:strVal val="#ppt_x"/>
                                          </p:val>
                                        </p:tav>
                                        <p:tav tm="100000">
                                          <p:val>
                                            <p:strVal val="#ppt_x"/>
                                          </p:val>
                                        </p:tav>
                                      </p:tavLst>
                                    </p:anim>
                                    <p:anim calcmode="lin" valueType="num">
                                      <p:cBhvr additive="base">
                                        <p:cTn id="44"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8"/>
                                        </p:tgtEl>
                                        <p:attrNameLst>
                                          <p:attrName>style.visibility</p:attrName>
                                        </p:attrNameLst>
                                      </p:cBhvr>
                                      <p:to>
                                        <p:strVal val="visible"/>
                                      </p:to>
                                    </p:set>
                                    <p:animEffect transition="in" filter="fade">
                                      <p:cBhvr>
                                        <p:cTn id="49" dur="1000"/>
                                        <p:tgtEl>
                                          <p:spTgt spid="48"/>
                                        </p:tgtEl>
                                      </p:cBhvr>
                                    </p:animEffect>
                                    <p:anim calcmode="lin" valueType="num">
                                      <p:cBhvr>
                                        <p:cTn id="50" dur="1000" fill="hold"/>
                                        <p:tgtEl>
                                          <p:spTgt spid="48"/>
                                        </p:tgtEl>
                                        <p:attrNameLst>
                                          <p:attrName>ppt_x</p:attrName>
                                        </p:attrNameLst>
                                      </p:cBhvr>
                                      <p:tavLst>
                                        <p:tav tm="0">
                                          <p:val>
                                            <p:strVal val="#ppt_x"/>
                                          </p:val>
                                        </p:tav>
                                        <p:tav tm="100000">
                                          <p:val>
                                            <p:strVal val="#ppt_x"/>
                                          </p:val>
                                        </p:tav>
                                      </p:tavLst>
                                    </p:anim>
                                    <p:anim calcmode="lin" valueType="num">
                                      <p:cBhvr>
                                        <p:cTn id="51"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 calcmode="lin" valueType="num">
                                      <p:cBhvr additive="base">
                                        <p:cTn id="56" dur="500" fill="hold"/>
                                        <p:tgtEl>
                                          <p:spTgt spid="2"/>
                                        </p:tgtEl>
                                        <p:attrNameLst>
                                          <p:attrName>ppt_x</p:attrName>
                                        </p:attrNameLst>
                                      </p:cBhvr>
                                      <p:tavLst>
                                        <p:tav tm="0">
                                          <p:val>
                                            <p:strVal val="#ppt_x"/>
                                          </p:val>
                                        </p:tav>
                                        <p:tav tm="100000">
                                          <p:val>
                                            <p:strVal val="#ppt_x"/>
                                          </p:val>
                                        </p:tav>
                                      </p:tavLst>
                                    </p:anim>
                                    <p:anim calcmode="lin" valueType="num">
                                      <p:cBhvr additive="base">
                                        <p:cTn id="5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left)">
                                      <p:cBhvr>
                                        <p:cTn id="62" dur="500"/>
                                        <p:tgtEl>
                                          <p:spTgt spid="2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wipe(left)">
                                      <p:cBhvr>
                                        <p:cTn id="67" dur="500"/>
                                        <p:tgtEl>
                                          <p:spTgt spid="5"/>
                                        </p:tgtEl>
                                      </p:cBhvr>
                                    </p:animEffect>
                                  </p:childTnLst>
                                </p:cTn>
                              </p:par>
                            </p:childTnLst>
                          </p:cTn>
                        </p:par>
                        <p:par>
                          <p:cTn id="68" fill="hold">
                            <p:stCondLst>
                              <p:cond delay="500"/>
                            </p:stCondLst>
                            <p:childTnLst>
                              <p:par>
                                <p:cTn id="69" presetID="22" presetClass="entr" presetSubtype="8" fill="hold" nodeType="afterEffect">
                                  <p:stCondLst>
                                    <p:cond delay="0"/>
                                  </p:stCondLst>
                                  <p:childTnLst>
                                    <p:set>
                                      <p:cBhvr>
                                        <p:cTn id="70" dur="1" fill="hold">
                                          <p:stCondLst>
                                            <p:cond delay="0"/>
                                          </p:stCondLst>
                                        </p:cTn>
                                        <p:tgtEl>
                                          <p:spTgt spid="6"/>
                                        </p:tgtEl>
                                        <p:attrNameLst>
                                          <p:attrName>style.visibility</p:attrName>
                                        </p:attrNameLst>
                                      </p:cBhvr>
                                      <p:to>
                                        <p:strVal val="visible"/>
                                      </p:to>
                                    </p:set>
                                    <p:animEffect transition="in" filter="wipe(left)">
                                      <p:cBhvr>
                                        <p:cTn id="71" dur="500"/>
                                        <p:tgtEl>
                                          <p:spTgt spid="6"/>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7"/>
                                        </p:tgtEl>
                                        <p:attrNameLst>
                                          <p:attrName>style.visibility</p:attrName>
                                        </p:attrNameLst>
                                      </p:cBhvr>
                                      <p:to>
                                        <p:strVal val="visible"/>
                                      </p:to>
                                    </p:set>
                                    <p:animEffect transition="in" filter="wipe(left)">
                                      <p:cBhvr>
                                        <p:cTn id="76" dur="500"/>
                                        <p:tgtEl>
                                          <p:spTgt spid="7"/>
                                        </p:tgtEl>
                                      </p:cBhvr>
                                    </p:animEffect>
                                  </p:childTnLst>
                                </p:cTn>
                              </p:par>
                            </p:childTnLst>
                          </p:cTn>
                        </p:par>
                        <p:par>
                          <p:cTn id="77" fill="hold">
                            <p:stCondLst>
                              <p:cond delay="500"/>
                            </p:stCondLst>
                            <p:childTnLst>
                              <p:par>
                                <p:cTn id="78" presetID="22" presetClass="entr" presetSubtype="8" fill="hold" nodeType="after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wipe(left)">
                                      <p:cBhvr>
                                        <p:cTn id="80" dur="500"/>
                                        <p:tgtEl>
                                          <p:spTgt spid="18"/>
                                        </p:tgtEl>
                                      </p:cBhvr>
                                    </p:animEffect>
                                  </p:childTnLst>
                                </p:cTn>
                              </p:par>
                            </p:childTnLst>
                          </p:cTn>
                        </p:par>
                        <p:par>
                          <p:cTn id="81" fill="hold">
                            <p:stCondLst>
                              <p:cond delay="1000"/>
                            </p:stCondLst>
                            <p:childTnLst>
                              <p:par>
                                <p:cTn id="82" presetID="22" presetClass="entr" presetSubtype="8" fill="hold" grpId="0" nodeType="afterEffect">
                                  <p:stCondLst>
                                    <p:cond delay="0"/>
                                  </p:stCondLst>
                                  <p:childTnLst>
                                    <p:set>
                                      <p:cBhvr>
                                        <p:cTn id="83" dur="1" fill="hold">
                                          <p:stCondLst>
                                            <p:cond delay="0"/>
                                          </p:stCondLst>
                                        </p:cTn>
                                        <p:tgtEl>
                                          <p:spTgt spid="8"/>
                                        </p:tgtEl>
                                        <p:attrNameLst>
                                          <p:attrName>style.visibility</p:attrName>
                                        </p:attrNameLst>
                                      </p:cBhvr>
                                      <p:to>
                                        <p:strVal val="visible"/>
                                      </p:to>
                                    </p:set>
                                    <p:animEffect transition="in" filter="wipe(left)">
                                      <p:cBhvr>
                                        <p:cTn id="84" dur="500"/>
                                        <p:tgtEl>
                                          <p:spTgt spid="8"/>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3"/>
                                        </p:tgtEl>
                                        <p:attrNameLst>
                                          <p:attrName>style.visibility</p:attrName>
                                        </p:attrNameLst>
                                      </p:cBhvr>
                                      <p:to>
                                        <p:strVal val="visible"/>
                                      </p:to>
                                    </p:set>
                                    <p:animEffect transition="in" filter="wipe(left)">
                                      <p:cBhvr>
                                        <p:cTn id="89" dur="500"/>
                                        <p:tgtEl>
                                          <p:spTgt spid="3"/>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16"/>
                                        </p:tgtEl>
                                        <p:attrNameLst>
                                          <p:attrName>style.visibility</p:attrName>
                                        </p:attrNameLst>
                                      </p:cBhvr>
                                      <p:to>
                                        <p:strVal val="visible"/>
                                      </p:to>
                                    </p:set>
                                    <p:animEffect transition="in" filter="wipe(left)">
                                      <p:cBhvr>
                                        <p:cTn id="94" dur="500"/>
                                        <p:tgtEl>
                                          <p:spTgt spid="16"/>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4"/>
                                        </p:tgtEl>
                                        <p:attrNameLst>
                                          <p:attrName>style.visibility</p:attrName>
                                        </p:attrNameLst>
                                      </p:cBhvr>
                                      <p:to>
                                        <p:strVal val="visible"/>
                                      </p:to>
                                    </p:set>
                                    <p:animEffect transition="in" filter="wipe(left)">
                                      <p:cBhvr>
                                        <p:cTn id="99" dur="500"/>
                                        <p:tgtEl>
                                          <p:spTgt spid="4"/>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17"/>
                                        </p:tgtEl>
                                        <p:attrNameLst>
                                          <p:attrName>style.visibility</p:attrName>
                                        </p:attrNameLst>
                                      </p:cBhvr>
                                      <p:to>
                                        <p:strVal val="visible"/>
                                      </p:to>
                                    </p:set>
                                    <p:animEffect transition="in" filter="wipe(left)">
                                      <p:cBhvr>
                                        <p:cTn id="104" dur="500"/>
                                        <p:tgtEl>
                                          <p:spTgt spid="17"/>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21"/>
                                        </p:tgtEl>
                                        <p:attrNameLst>
                                          <p:attrName>style.visibility</p:attrName>
                                        </p:attrNameLst>
                                      </p:cBhvr>
                                      <p:to>
                                        <p:strVal val="visible"/>
                                      </p:to>
                                    </p:set>
                                    <p:animEffect transition="in" filter="wipe(left)">
                                      <p:cBhvr>
                                        <p:cTn id="109" dur="500"/>
                                        <p:tgtEl>
                                          <p:spTgt spid="21"/>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22"/>
                                        </p:tgtEl>
                                        <p:attrNameLst>
                                          <p:attrName>style.visibility</p:attrName>
                                        </p:attrNameLst>
                                      </p:cBhvr>
                                      <p:to>
                                        <p:strVal val="visible"/>
                                      </p:to>
                                    </p:set>
                                    <p:animEffect transition="in" filter="wipe(left)">
                                      <p:cBhvr>
                                        <p:cTn id="11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autoUpdateAnimBg="0"/>
      <p:bldP spid="7" grpId="0" bldLvl="0" animBg="1" autoUpdateAnimBg="0"/>
      <p:bldP spid="8" grpId="0" bldLvl="0" animBg="1" autoUpdateAnimBg="0"/>
      <p:bldP spid="9" grpId="0" bldLvl="0" animBg="1" autoUpdateAnimBg="0"/>
      <p:bldP spid="11" grpId="0" bldLvl="0" animBg="1" autoUpdateAnimBg="0"/>
      <p:bldP spid="12" grpId="0" bldLvl="0" animBg="1" autoUpdateAnimBg="0"/>
      <p:bldP spid="13" grpId="0" bldLvl="0" animBg="1" autoUpdateAnimBg="0"/>
      <p:bldP spid="21" grpId="0" bldLvl="0" animBg="1"/>
      <p:bldP spid="22" grpId="0" bldLvl="0" animBg="1"/>
      <p:bldP spid="47" grpId="0" bldLvl="0" animBg="1"/>
      <p:bldP spid="48"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247583" y="453996"/>
            <a:ext cx="2819400" cy="6905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推论 </a:t>
            </a:r>
            <a:r>
              <a:rPr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若在</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 name="Object 3"/>
          <p:cNvGraphicFramePr>
            <a:graphicFrameLocks noChangeAspect="1"/>
          </p:cNvGraphicFramePr>
          <p:nvPr/>
        </p:nvGraphicFramePr>
        <p:xfrm>
          <a:off x="4064280" y="508239"/>
          <a:ext cx="355320" cy="431640"/>
        </p:xfrm>
        <a:graphic>
          <a:graphicData uri="http://schemas.openxmlformats.org/presentationml/2006/ole">
            <mc:AlternateContent xmlns:mc="http://schemas.openxmlformats.org/markup-compatibility/2006">
              <mc:Choice xmlns:v="urn:schemas-microsoft-com:vml" Requires="v">
                <p:oleObj spid="_x0000_s31745" name="Equation" r:id="rId1" imgW="8534400" imgH="10363200" progId="Equation.DSMT4">
                  <p:embed/>
                </p:oleObj>
              </mc:Choice>
              <mc:Fallback>
                <p:oleObj name="Equation" r:id="rId1" imgW="8534400" imgH="10363200" progId="Equation.DSMT4">
                  <p:embed/>
                  <p:pic>
                    <p:nvPicPr>
                      <p:cNvPr id="0" name="图片 31744"/>
                      <p:cNvPicPr>
                        <a:picLocks noChangeAspect="1"/>
                      </p:cNvPicPr>
                      <p:nvPr/>
                    </p:nvPicPr>
                    <p:blipFill>
                      <a:blip r:embed="rId2">
                        <a:biLevel thresh="50000"/>
                        <a:grayscl/>
                      </a:blip>
                      <a:stretch>
                        <a:fillRect/>
                      </a:stretch>
                    </p:blipFill>
                    <p:spPr>
                      <a:xfrm>
                        <a:off x="4064280" y="508239"/>
                        <a:ext cx="355320" cy="431640"/>
                      </a:xfrm>
                      <a:prstGeom prst="rect">
                        <a:avLst/>
                      </a:prstGeom>
                      <a:noFill/>
                      <a:ln w="9525">
                        <a:noFill/>
                      </a:ln>
                    </p:spPr>
                  </p:pic>
                </p:oleObj>
              </mc:Fallback>
            </mc:AlternateContent>
          </a:graphicData>
        </a:graphic>
      </p:graphicFrame>
      <p:sp>
        <p:nvSpPr>
          <p:cNvPr id="4" name="Text Box 4"/>
          <p:cNvSpPr txBox="1">
            <a:spLocks noChangeArrowheads="1"/>
          </p:cNvSpPr>
          <p:nvPr/>
        </p:nvSpPr>
        <p:spPr bwMode="auto">
          <a:xfrm>
            <a:off x="4419600" y="475298"/>
            <a:ext cx="30003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的某去心邻域内</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 name="Object 5"/>
          <p:cNvGraphicFramePr>
            <a:graphicFrameLocks noChangeAspect="1"/>
          </p:cNvGraphicFramePr>
          <p:nvPr/>
        </p:nvGraphicFramePr>
        <p:xfrm>
          <a:off x="7086600" y="481481"/>
          <a:ext cx="1219200" cy="484187"/>
        </p:xfrm>
        <a:graphic>
          <a:graphicData uri="http://schemas.openxmlformats.org/presentationml/2006/ole">
            <mc:AlternateContent xmlns:mc="http://schemas.openxmlformats.org/markup-compatibility/2006">
              <mc:Choice xmlns:v="urn:schemas-microsoft-com:vml" Requires="v">
                <p:oleObj spid="_x0000_s32127" name="Equation" r:id="rId3" imgW="13411200" imgH="4876800" progId="Equation.DSMT4">
                  <p:embed/>
                </p:oleObj>
              </mc:Choice>
              <mc:Fallback>
                <p:oleObj name="Equation" r:id="rId3" imgW="13411200" imgH="4876800" progId="Equation.DSMT4">
                  <p:embed/>
                  <p:pic>
                    <p:nvPicPr>
                      <p:cNvPr id="0" name="图片 32126"/>
                      <p:cNvPicPr>
                        <a:picLocks noChangeAspect="1"/>
                      </p:cNvPicPr>
                      <p:nvPr/>
                    </p:nvPicPr>
                    <p:blipFill>
                      <a:blip r:embed="rId4"/>
                      <a:stretch>
                        <a:fillRect/>
                      </a:stretch>
                    </p:blipFill>
                    <p:spPr>
                      <a:xfrm>
                        <a:off x="7086600" y="481481"/>
                        <a:ext cx="1219200" cy="484187"/>
                      </a:xfrm>
                      <a:prstGeom prst="rect">
                        <a:avLst/>
                      </a:prstGeom>
                      <a:noFill/>
                      <a:ln w="9525">
                        <a:noFill/>
                      </a:ln>
                    </p:spPr>
                  </p:pic>
                </p:oleObj>
              </mc:Fallback>
            </mc:AlternateContent>
          </a:graphicData>
        </a:graphic>
      </p:graphicFrame>
      <p:graphicFrame>
        <p:nvGraphicFramePr>
          <p:cNvPr id="6" name="Object 6"/>
          <p:cNvGraphicFramePr>
            <a:graphicFrameLocks noChangeAspect="1"/>
          </p:cNvGraphicFramePr>
          <p:nvPr/>
        </p:nvGraphicFramePr>
        <p:xfrm>
          <a:off x="7086631" y="1046798"/>
          <a:ext cx="1562040" cy="393480"/>
        </p:xfrm>
        <a:graphic>
          <a:graphicData uri="http://schemas.openxmlformats.org/presentationml/2006/ole">
            <mc:AlternateContent xmlns:mc="http://schemas.openxmlformats.org/markup-compatibility/2006">
              <mc:Choice xmlns:v="urn:schemas-microsoft-com:vml" Requires="v">
                <p:oleObj spid="_x0000_s32128" name="Equation" r:id="rId5" imgW="37490400" imgH="9448800" progId="Equation.DSMT4">
                  <p:embed/>
                </p:oleObj>
              </mc:Choice>
              <mc:Fallback>
                <p:oleObj name="Equation" r:id="rId5" imgW="37490400" imgH="9448800" progId="Equation.DSMT4">
                  <p:embed/>
                  <p:pic>
                    <p:nvPicPr>
                      <p:cNvPr id="0" name="图片 32127"/>
                      <p:cNvPicPr>
                        <a:picLocks noChangeAspect="1"/>
                      </p:cNvPicPr>
                      <p:nvPr/>
                    </p:nvPicPr>
                    <p:blipFill>
                      <a:blip r:embed="rId6"/>
                      <a:stretch>
                        <a:fillRect/>
                      </a:stretch>
                    </p:blipFill>
                    <p:spPr>
                      <a:xfrm>
                        <a:off x="7086631" y="1046798"/>
                        <a:ext cx="1562040" cy="393480"/>
                      </a:xfrm>
                      <a:prstGeom prst="rect">
                        <a:avLst/>
                      </a:prstGeom>
                      <a:noFill/>
                      <a:ln w="9525">
                        <a:noFill/>
                      </a:ln>
                    </p:spPr>
                  </p:pic>
                </p:oleObj>
              </mc:Fallback>
            </mc:AlternateContent>
          </a:graphicData>
        </a:graphic>
      </p:graphicFrame>
      <p:sp>
        <p:nvSpPr>
          <p:cNvPr id="7" name="Text Box 7"/>
          <p:cNvSpPr txBox="1">
            <a:spLocks noChangeArrowheads="1"/>
          </p:cNvSpPr>
          <p:nvPr/>
        </p:nvSpPr>
        <p:spPr bwMode="auto">
          <a:xfrm>
            <a:off x="8305800" y="417930"/>
            <a:ext cx="990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且 </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8" name="Object 8"/>
          <p:cNvGraphicFramePr>
            <a:graphicFrameLocks noChangeAspect="1"/>
          </p:cNvGraphicFramePr>
          <p:nvPr/>
        </p:nvGraphicFramePr>
        <p:xfrm>
          <a:off x="2323047" y="1048410"/>
          <a:ext cx="1955520" cy="596880"/>
        </p:xfrm>
        <a:graphic>
          <a:graphicData uri="http://schemas.openxmlformats.org/presentationml/2006/ole">
            <mc:AlternateContent xmlns:mc="http://schemas.openxmlformats.org/markup-compatibility/2006">
              <mc:Choice xmlns:v="urn:schemas-microsoft-com:vml" Requires="v">
                <p:oleObj spid="_x0000_s32129" name="Equation" r:id="rId7" imgW="46939200" imgH="14325600" progId="Equation.DSMT4">
                  <p:embed/>
                </p:oleObj>
              </mc:Choice>
              <mc:Fallback>
                <p:oleObj name="Equation" r:id="rId7" imgW="46939200" imgH="14325600" progId="Equation.DSMT4">
                  <p:embed/>
                  <p:pic>
                    <p:nvPicPr>
                      <p:cNvPr id="0" name="图片 32128"/>
                      <p:cNvPicPr>
                        <a:picLocks noChangeAspect="1"/>
                      </p:cNvPicPr>
                      <p:nvPr/>
                    </p:nvPicPr>
                    <p:blipFill>
                      <a:blip r:embed="rId8">
                        <a:biLevel thresh="50000"/>
                        <a:grayscl/>
                      </a:blip>
                      <a:stretch>
                        <a:fillRect/>
                      </a:stretch>
                    </p:blipFill>
                    <p:spPr>
                      <a:xfrm>
                        <a:off x="2323047" y="1048410"/>
                        <a:ext cx="1955520" cy="596880"/>
                      </a:xfrm>
                      <a:prstGeom prst="rect">
                        <a:avLst/>
                      </a:prstGeom>
                      <a:noFill/>
                      <a:ln w="9525">
                        <a:noFill/>
                      </a:ln>
                    </p:spPr>
                  </p:pic>
                </p:oleObj>
              </mc:Fallback>
            </mc:AlternateContent>
          </a:graphicData>
        </a:graphic>
      </p:graphicFrame>
      <p:sp>
        <p:nvSpPr>
          <p:cNvPr id="9" name="Text Box 9"/>
          <p:cNvSpPr txBox="1">
            <a:spLocks noChangeArrowheads="1"/>
          </p:cNvSpPr>
          <p:nvPr/>
        </p:nvSpPr>
        <p:spPr bwMode="auto">
          <a:xfrm>
            <a:off x="4419600" y="1005523"/>
            <a:ext cx="990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0" name="Object 10"/>
          <p:cNvGraphicFramePr>
            <a:graphicFrameLocks noChangeAspect="1"/>
          </p:cNvGraphicFramePr>
          <p:nvPr/>
        </p:nvGraphicFramePr>
        <p:xfrm>
          <a:off x="4952683" y="1065436"/>
          <a:ext cx="885825" cy="403225"/>
        </p:xfrm>
        <a:graphic>
          <a:graphicData uri="http://schemas.openxmlformats.org/presentationml/2006/ole">
            <mc:AlternateContent xmlns:mc="http://schemas.openxmlformats.org/markup-compatibility/2006">
              <mc:Choice xmlns:v="urn:schemas-microsoft-com:vml" Requires="v">
                <p:oleObj spid="_x0000_s32130" name="Equation" r:id="rId9" imgW="9753600" imgH="4267200" progId="Equation.DSMT4">
                  <p:embed/>
                </p:oleObj>
              </mc:Choice>
              <mc:Fallback>
                <p:oleObj name="Equation" r:id="rId9" imgW="9753600" imgH="4267200" progId="Equation.DSMT4">
                  <p:embed/>
                  <p:pic>
                    <p:nvPicPr>
                      <p:cNvPr id="0" name="图片 32129"/>
                      <p:cNvPicPr>
                        <a:picLocks noChangeAspect="1"/>
                      </p:cNvPicPr>
                      <p:nvPr/>
                    </p:nvPicPr>
                    <p:blipFill>
                      <a:blip r:embed="rId10"/>
                      <a:stretch>
                        <a:fillRect/>
                      </a:stretch>
                    </p:blipFill>
                    <p:spPr>
                      <a:xfrm>
                        <a:off x="4952683" y="1065436"/>
                        <a:ext cx="885825" cy="403225"/>
                      </a:xfrm>
                      <a:prstGeom prst="rect">
                        <a:avLst/>
                      </a:prstGeom>
                      <a:noFill/>
                      <a:ln w="9525">
                        <a:noFill/>
                      </a:ln>
                    </p:spPr>
                  </p:pic>
                </p:oleObj>
              </mc:Fallback>
            </mc:AlternateContent>
          </a:graphicData>
        </a:graphic>
      </p:graphicFrame>
      <p:graphicFrame>
        <p:nvGraphicFramePr>
          <p:cNvPr id="11" name="Object 11"/>
          <p:cNvGraphicFramePr>
            <a:graphicFrameLocks noChangeAspect="1"/>
          </p:cNvGraphicFramePr>
          <p:nvPr/>
        </p:nvGraphicFramePr>
        <p:xfrm>
          <a:off x="4876860" y="1593850"/>
          <a:ext cx="1066680" cy="393480"/>
        </p:xfrm>
        <a:graphic>
          <a:graphicData uri="http://schemas.openxmlformats.org/presentationml/2006/ole">
            <mc:AlternateContent xmlns:mc="http://schemas.openxmlformats.org/markup-compatibility/2006">
              <mc:Choice xmlns:v="urn:schemas-microsoft-com:vml" Requires="v">
                <p:oleObj spid="_x0000_s32131" name="Equation" r:id="rId11" imgW="25603200" imgH="9448800" progId="Equation.DSMT4">
                  <p:embed/>
                </p:oleObj>
              </mc:Choice>
              <mc:Fallback>
                <p:oleObj name="Equation" r:id="rId11" imgW="25603200" imgH="9448800" progId="Equation.DSMT4">
                  <p:embed/>
                  <p:pic>
                    <p:nvPicPr>
                      <p:cNvPr id="0" name="图片 32130"/>
                      <p:cNvPicPr>
                        <a:picLocks noChangeAspect="1"/>
                      </p:cNvPicPr>
                      <p:nvPr/>
                    </p:nvPicPr>
                    <p:blipFill>
                      <a:blip r:embed="rId12"/>
                      <a:stretch>
                        <a:fillRect/>
                      </a:stretch>
                    </p:blipFill>
                    <p:spPr>
                      <a:xfrm>
                        <a:off x="4876860" y="1593850"/>
                        <a:ext cx="1066680" cy="393480"/>
                      </a:xfrm>
                      <a:prstGeom prst="rect">
                        <a:avLst/>
                      </a:prstGeom>
                      <a:noFill/>
                      <a:ln w="9525">
                        <a:noFill/>
                      </a:ln>
                    </p:spPr>
                  </p:pic>
                </p:oleObj>
              </mc:Fallback>
            </mc:AlternateContent>
          </a:graphicData>
        </a:graphic>
      </p:graphicFrame>
      <p:sp>
        <p:nvSpPr>
          <p:cNvPr id="12" name="Text Box 12"/>
          <p:cNvSpPr txBox="1">
            <a:spLocks noChangeArrowheads="1"/>
          </p:cNvSpPr>
          <p:nvPr/>
        </p:nvSpPr>
        <p:spPr bwMode="auto">
          <a:xfrm>
            <a:off x="2322830" y="2300288"/>
            <a:ext cx="2590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证</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用反证法</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Text Box 13"/>
          <p:cNvSpPr txBox="1">
            <a:spLocks noChangeArrowheads="1"/>
          </p:cNvSpPr>
          <p:nvPr/>
        </p:nvSpPr>
        <p:spPr bwMode="auto">
          <a:xfrm>
            <a:off x="8534400" y="2286000"/>
            <a:ext cx="2057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则由定理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1,</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 name="Text Box 15"/>
          <p:cNvSpPr txBox="1">
            <a:spLocks noChangeArrowheads="1"/>
          </p:cNvSpPr>
          <p:nvPr/>
        </p:nvSpPr>
        <p:spPr bwMode="auto">
          <a:xfrm>
            <a:off x="2819400" y="2986088"/>
            <a:ext cx="3124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的某去心邻域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6" name="Text Box 16"/>
          <p:cNvSpPr txBox="1">
            <a:spLocks noChangeArrowheads="1"/>
          </p:cNvSpPr>
          <p:nvPr/>
        </p:nvSpPr>
        <p:spPr bwMode="auto">
          <a:xfrm>
            <a:off x="5334000" y="2973388"/>
            <a:ext cx="2514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使在该邻域内</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7" name="Object 17"/>
          <p:cNvGraphicFramePr>
            <a:graphicFrameLocks noChangeAspect="1"/>
          </p:cNvGraphicFramePr>
          <p:nvPr/>
        </p:nvGraphicFramePr>
        <p:xfrm>
          <a:off x="7608065" y="3080654"/>
          <a:ext cx="1320480" cy="393480"/>
        </p:xfrm>
        <a:graphic>
          <a:graphicData uri="http://schemas.openxmlformats.org/presentationml/2006/ole">
            <mc:AlternateContent xmlns:mc="http://schemas.openxmlformats.org/markup-compatibility/2006">
              <mc:Choice xmlns:v="urn:schemas-microsoft-com:vml" Requires="v">
                <p:oleObj spid="_x0000_s32132" name="Equation" r:id="rId13" imgW="31699200" imgH="9448800" progId="Equation.DSMT4">
                  <p:embed/>
                </p:oleObj>
              </mc:Choice>
              <mc:Fallback>
                <p:oleObj name="Equation" r:id="rId13" imgW="31699200" imgH="9448800" progId="Equation.DSMT4">
                  <p:embed/>
                  <p:pic>
                    <p:nvPicPr>
                      <p:cNvPr id="0" name="图片 32131"/>
                      <p:cNvPicPr>
                        <a:picLocks noChangeAspect="1"/>
                      </p:cNvPicPr>
                      <p:nvPr/>
                    </p:nvPicPr>
                    <p:blipFill>
                      <a:blip r:embed="rId14">
                        <a:biLevel thresh="50000"/>
                        <a:grayscl/>
                      </a:blip>
                      <a:stretch>
                        <a:fillRect/>
                      </a:stretch>
                    </p:blipFill>
                    <p:spPr>
                      <a:xfrm>
                        <a:off x="7608065" y="3080654"/>
                        <a:ext cx="1320480" cy="393480"/>
                      </a:xfrm>
                      <a:prstGeom prst="rect">
                        <a:avLst/>
                      </a:prstGeom>
                      <a:noFill/>
                      <a:ln w="9525">
                        <a:noFill/>
                      </a:ln>
                    </p:spPr>
                  </p:pic>
                </p:oleObj>
              </mc:Fallback>
            </mc:AlternateContent>
          </a:graphicData>
        </a:graphic>
      </p:graphicFrame>
      <p:sp>
        <p:nvSpPr>
          <p:cNvPr id="18" name="Text Box 18"/>
          <p:cNvSpPr txBox="1">
            <a:spLocks noChangeArrowheads="1"/>
          </p:cNvSpPr>
          <p:nvPr/>
        </p:nvSpPr>
        <p:spPr bwMode="auto">
          <a:xfrm>
            <a:off x="9067800" y="2986088"/>
            <a:ext cx="1447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与已知</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9" name="Text Box 19"/>
          <p:cNvSpPr txBox="1">
            <a:spLocks noChangeArrowheads="1"/>
          </p:cNvSpPr>
          <p:nvPr/>
        </p:nvSpPr>
        <p:spPr bwMode="auto">
          <a:xfrm>
            <a:off x="3276600" y="3671888"/>
            <a:ext cx="2819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所以假设不真</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0" name="Object 20"/>
          <p:cNvGraphicFramePr>
            <a:graphicFrameLocks noChangeAspect="1"/>
          </p:cNvGraphicFramePr>
          <p:nvPr/>
        </p:nvGraphicFramePr>
        <p:xfrm>
          <a:off x="6188710" y="3678873"/>
          <a:ext cx="965200" cy="485775"/>
        </p:xfrm>
        <a:graphic>
          <a:graphicData uri="http://schemas.openxmlformats.org/presentationml/2006/ole">
            <mc:AlternateContent xmlns:mc="http://schemas.openxmlformats.org/markup-compatibility/2006">
              <mc:Choice xmlns:v="urn:schemas-microsoft-com:vml" Requires="v">
                <p:oleObj spid="_x0000_s32133" name="Equation" r:id="rId15" imgW="10363200" imgH="4876800" progId="Equation.DSMT4">
                  <p:embed/>
                </p:oleObj>
              </mc:Choice>
              <mc:Fallback>
                <p:oleObj name="Equation" r:id="rId15" imgW="10363200" imgH="4876800" progId="Equation.DSMT4">
                  <p:embed/>
                  <p:pic>
                    <p:nvPicPr>
                      <p:cNvPr id="0" name="图片 32132"/>
                      <p:cNvPicPr>
                        <a:picLocks noChangeAspect="1"/>
                      </p:cNvPicPr>
                      <p:nvPr/>
                    </p:nvPicPr>
                    <p:blipFill>
                      <a:blip r:embed="rId16"/>
                      <a:stretch>
                        <a:fillRect/>
                      </a:stretch>
                    </p:blipFill>
                    <p:spPr>
                      <a:xfrm>
                        <a:off x="6188710" y="3678873"/>
                        <a:ext cx="965200" cy="485775"/>
                      </a:xfrm>
                      <a:prstGeom prst="rect">
                        <a:avLst/>
                      </a:prstGeom>
                      <a:noFill/>
                      <a:ln w="9525">
                        <a:noFill/>
                      </a:ln>
                    </p:spPr>
                  </p:pic>
                </p:oleObj>
              </mc:Fallback>
            </mc:AlternateContent>
          </a:graphicData>
        </a:graphic>
      </p:graphicFrame>
      <p:sp>
        <p:nvSpPr>
          <p:cNvPr id="21" name="Text Box 21"/>
          <p:cNvSpPr txBox="1">
            <a:spLocks noChangeArrowheads="1"/>
          </p:cNvSpPr>
          <p:nvPr/>
        </p:nvSpPr>
        <p:spPr bwMode="auto">
          <a:xfrm>
            <a:off x="2514600" y="4267200"/>
            <a:ext cx="2286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同样可证</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2" name="Object 22"/>
          <p:cNvGraphicFramePr>
            <a:graphicFrameLocks noChangeAspect="1"/>
          </p:cNvGraphicFramePr>
          <p:nvPr/>
        </p:nvGraphicFramePr>
        <p:xfrm>
          <a:off x="4266248" y="4315778"/>
          <a:ext cx="1220787" cy="484187"/>
        </p:xfrm>
        <a:graphic>
          <a:graphicData uri="http://schemas.openxmlformats.org/presentationml/2006/ole">
            <mc:AlternateContent xmlns:mc="http://schemas.openxmlformats.org/markup-compatibility/2006">
              <mc:Choice xmlns:v="urn:schemas-microsoft-com:vml" Requires="v">
                <p:oleObj spid="_x0000_s32134" name="Equation" r:id="rId17" imgW="13411200" imgH="4876800" progId="Equation.DSMT4">
                  <p:embed/>
                </p:oleObj>
              </mc:Choice>
              <mc:Fallback>
                <p:oleObj name="Equation" r:id="rId17" imgW="13411200" imgH="4876800" progId="Equation.DSMT4">
                  <p:embed/>
                  <p:pic>
                    <p:nvPicPr>
                      <p:cNvPr id="0" name="图片 32133"/>
                      <p:cNvPicPr>
                        <a:picLocks noChangeAspect="1"/>
                      </p:cNvPicPr>
                      <p:nvPr/>
                    </p:nvPicPr>
                    <p:blipFill>
                      <a:blip r:embed="rId18"/>
                      <a:stretch>
                        <a:fillRect/>
                      </a:stretch>
                    </p:blipFill>
                    <p:spPr>
                      <a:xfrm>
                        <a:off x="4266248" y="4315778"/>
                        <a:ext cx="1220787" cy="484187"/>
                      </a:xfrm>
                      <a:prstGeom prst="rect">
                        <a:avLst/>
                      </a:prstGeom>
                      <a:noFill/>
                      <a:ln w="9525">
                        <a:noFill/>
                      </a:ln>
                    </p:spPr>
                  </p:pic>
                </p:oleObj>
              </mc:Fallback>
            </mc:AlternateContent>
          </a:graphicData>
        </a:graphic>
      </p:graphicFrame>
      <p:sp>
        <p:nvSpPr>
          <p:cNvPr id="23" name="Text Box 23"/>
          <p:cNvSpPr txBox="1">
            <a:spLocks noChangeArrowheads="1"/>
          </p:cNvSpPr>
          <p:nvPr/>
        </p:nvSpPr>
        <p:spPr bwMode="auto">
          <a:xfrm>
            <a:off x="5638800" y="4267200"/>
            <a:ext cx="1905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的情形</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4" name="Text Box 24"/>
          <p:cNvSpPr txBox="1">
            <a:spLocks noChangeArrowheads="1"/>
          </p:cNvSpPr>
          <p:nvPr/>
        </p:nvSpPr>
        <p:spPr bwMode="auto">
          <a:xfrm>
            <a:off x="1981200" y="4891088"/>
            <a:ext cx="5791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思考</a:t>
            </a:r>
            <a:r>
              <a:rPr kumimoji="1" lang="en-US" altLang="zh-CN" sz="2800" b="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若定理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2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中的条件改为</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5" name="Object 25"/>
          <p:cNvGraphicFramePr>
            <a:graphicFrameLocks noChangeAspect="1"/>
          </p:cNvGraphicFramePr>
          <p:nvPr/>
        </p:nvGraphicFramePr>
        <p:xfrm>
          <a:off x="6597650" y="4913313"/>
          <a:ext cx="1295400" cy="484187"/>
        </p:xfrm>
        <a:graphic>
          <a:graphicData uri="http://schemas.openxmlformats.org/presentationml/2006/ole">
            <mc:AlternateContent xmlns:mc="http://schemas.openxmlformats.org/markup-compatibility/2006">
              <mc:Choice xmlns:v="urn:schemas-microsoft-com:vml" Requires="v">
                <p:oleObj spid="_x0000_s32135" name="Equation" r:id="rId19" imgW="14325600" imgH="4876800" progId="Equation.DSMT4">
                  <p:embed/>
                </p:oleObj>
              </mc:Choice>
              <mc:Fallback>
                <p:oleObj name="Equation" r:id="rId19" imgW="14325600" imgH="4876800" progId="Equation.DSMT4">
                  <p:embed/>
                  <p:pic>
                    <p:nvPicPr>
                      <p:cNvPr id="0" name="图片 32134"/>
                      <p:cNvPicPr>
                        <a:picLocks noChangeAspect="1"/>
                      </p:cNvPicPr>
                      <p:nvPr/>
                    </p:nvPicPr>
                    <p:blipFill>
                      <a:blip r:embed="rId20"/>
                      <a:stretch>
                        <a:fillRect/>
                      </a:stretch>
                    </p:blipFill>
                    <p:spPr>
                      <a:xfrm>
                        <a:off x="6597650" y="4913313"/>
                        <a:ext cx="1295400" cy="484187"/>
                      </a:xfrm>
                      <a:prstGeom prst="rect">
                        <a:avLst/>
                      </a:prstGeom>
                      <a:noFill/>
                      <a:ln w="9525">
                        <a:noFill/>
                      </a:ln>
                    </p:spPr>
                  </p:pic>
                </p:oleObj>
              </mc:Fallback>
            </mc:AlternateContent>
          </a:graphicData>
        </a:graphic>
      </p:graphicFrame>
      <p:sp>
        <p:nvSpPr>
          <p:cNvPr id="26" name="Text Box 26"/>
          <p:cNvSpPr txBox="1">
            <a:spLocks noChangeArrowheads="1"/>
          </p:cNvSpPr>
          <p:nvPr/>
        </p:nvSpPr>
        <p:spPr bwMode="auto">
          <a:xfrm>
            <a:off x="7924800" y="4876800"/>
            <a:ext cx="1905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是否必有</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7" name="Object 27"/>
          <p:cNvGraphicFramePr>
            <a:graphicFrameLocks noChangeAspect="1"/>
          </p:cNvGraphicFramePr>
          <p:nvPr/>
        </p:nvGraphicFramePr>
        <p:xfrm>
          <a:off x="9513888" y="4941888"/>
          <a:ext cx="1012825" cy="403225"/>
        </p:xfrm>
        <a:graphic>
          <a:graphicData uri="http://schemas.openxmlformats.org/presentationml/2006/ole">
            <mc:AlternateContent xmlns:mc="http://schemas.openxmlformats.org/markup-compatibility/2006">
              <mc:Choice xmlns:v="urn:schemas-microsoft-com:vml" Requires="v">
                <p:oleObj spid="_x0000_s32136" name="Equation" r:id="rId21" imgW="10972800" imgH="4267200" progId="Equation.DSMT4">
                  <p:embed/>
                </p:oleObj>
              </mc:Choice>
              <mc:Fallback>
                <p:oleObj name="Equation" r:id="rId21" imgW="10972800" imgH="4267200" progId="Equation.DSMT4">
                  <p:embed/>
                  <p:pic>
                    <p:nvPicPr>
                      <p:cNvPr id="0" name="图片 32135"/>
                      <p:cNvPicPr>
                        <a:picLocks noChangeAspect="1"/>
                      </p:cNvPicPr>
                      <p:nvPr/>
                    </p:nvPicPr>
                    <p:blipFill>
                      <a:blip r:embed="rId22"/>
                      <a:stretch>
                        <a:fillRect/>
                      </a:stretch>
                    </p:blipFill>
                    <p:spPr>
                      <a:xfrm>
                        <a:off x="9513888" y="4941888"/>
                        <a:ext cx="1012825" cy="403225"/>
                      </a:xfrm>
                      <a:prstGeom prst="rect">
                        <a:avLst/>
                      </a:prstGeom>
                      <a:noFill/>
                      <a:ln w="9525">
                        <a:noFill/>
                      </a:ln>
                    </p:spPr>
                  </p:pic>
                </p:oleObj>
              </mc:Fallback>
            </mc:AlternateContent>
          </a:graphicData>
        </a:graphic>
      </p:graphicFrame>
      <p:sp>
        <p:nvSpPr>
          <p:cNvPr id="28" name="Text Box 28"/>
          <p:cNvSpPr txBox="1">
            <a:spLocks noChangeArrowheads="1"/>
          </p:cNvSpPr>
          <p:nvPr/>
        </p:nvSpPr>
        <p:spPr bwMode="auto">
          <a:xfrm>
            <a:off x="2895600" y="5619750"/>
            <a:ext cx="1295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不能</a:t>
            </a:r>
            <a:r>
              <a:rPr kumimoji="1" lang="en-US" altLang="zh-CN" sz="2800" b="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a:t>
            </a:r>
            <a:endParaRPr kumimoji="1" lang="en-US" altLang="zh-CN" sz="2800" b="1">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9" name="Object 29"/>
          <p:cNvGraphicFramePr>
            <a:graphicFrameLocks noChangeAspect="1"/>
          </p:cNvGraphicFramePr>
          <p:nvPr/>
        </p:nvGraphicFramePr>
        <p:xfrm>
          <a:off x="4741844" y="5620348"/>
          <a:ext cx="1307880" cy="583920"/>
        </p:xfrm>
        <a:graphic>
          <a:graphicData uri="http://schemas.openxmlformats.org/presentationml/2006/ole">
            <mc:AlternateContent xmlns:mc="http://schemas.openxmlformats.org/markup-compatibility/2006">
              <mc:Choice xmlns:v="urn:schemas-microsoft-com:vml" Requires="v">
                <p:oleObj spid="_x0000_s32137" name="Equation" r:id="rId23" imgW="31394400" imgH="14020800" progId="Equation.DSMT4">
                  <p:embed/>
                </p:oleObj>
              </mc:Choice>
              <mc:Fallback>
                <p:oleObj name="Equation" r:id="rId23" imgW="31394400" imgH="14020800" progId="Equation.DSMT4">
                  <p:embed/>
                  <p:pic>
                    <p:nvPicPr>
                      <p:cNvPr id="0" name="图片 32136"/>
                      <p:cNvPicPr>
                        <a:picLocks noChangeAspect="1"/>
                      </p:cNvPicPr>
                      <p:nvPr/>
                    </p:nvPicPr>
                    <p:blipFill>
                      <a:blip r:embed="rId24">
                        <a:biLevel thresh="50000"/>
                        <a:grayscl/>
                      </a:blip>
                      <a:stretch>
                        <a:fillRect/>
                      </a:stretch>
                    </p:blipFill>
                    <p:spPr>
                      <a:xfrm>
                        <a:off x="4741844" y="5620348"/>
                        <a:ext cx="1307880" cy="583920"/>
                      </a:xfrm>
                      <a:prstGeom prst="rect">
                        <a:avLst/>
                      </a:prstGeom>
                      <a:noFill/>
                      <a:ln w="9525">
                        <a:noFill/>
                      </a:ln>
                    </p:spPr>
                  </p:pic>
                </p:oleObj>
              </mc:Fallback>
            </mc:AlternateContent>
          </a:graphicData>
        </a:graphic>
      </p:graphicFrame>
      <p:sp>
        <p:nvSpPr>
          <p:cNvPr id="30" name="Text Box 30"/>
          <p:cNvSpPr txBox="1">
            <a:spLocks noChangeArrowheads="1"/>
          </p:cNvSpPr>
          <p:nvPr/>
        </p:nvSpPr>
        <p:spPr bwMode="auto">
          <a:xfrm>
            <a:off x="1708220" y="3029351"/>
            <a:ext cx="1219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存在</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1" name="Text Box 31"/>
          <p:cNvSpPr txBox="1">
            <a:spLocks noChangeArrowheads="1"/>
          </p:cNvSpPr>
          <p:nvPr/>
        </p:nvSpPr>
        <p:spPr bwMode="auto">
          <a:xfrm>
            <a:off x="4191000" y="5619750"/>
            <a:ext cx="762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如 </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2" name="Text Box 32"/>
          <p:cNvSpPr txBox="1">
            <a:spLocks noChangeArrowheads="1"/>
          </p:cNvSpPr>
          <p:nvPr/>
        </p:nvSpPr>
        <p:spPr bwMode="auto">
          <a:xfrm>
            <a:off x="6629400" y="2293620"/>
            <a:ext cx="2133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假设 </a:t>
            </a:r>
            <a:r>
              <a:rPr kumimoji="1" lang="en-US" altLang="zh-CN" sz="2800" b="1" i="1" dirty="0">
                <a:latin typeface="Times New Roman" panose="02020603050405020304" pitchFamily="18" charset="0"/>
                <a:ea typeface="黑体" panose="02010609060101010101" pitchFamily="49" charset="-122"/>
                <a:cs typeface="Times New Roman" panose="02020603050405020304" pitchFamily="18" charset="0"/>
              </a:rPr>
              <a:t>A</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 &lt; 0 , </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3" name="Text Box 33"/>
          <p:cNvSpPr txBox="1">
            <a:spLocks noChangeArrowheads="1"/>
          </p:cNvSpPr>
          <p:nvPr/>
        </p:nvSpPr>
        <p:spPr bwMode="auto">
          <a:xfrm>
            <a:off x="1676400" y="3671888"/>
            <a:ext cx="2209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条件矛盾</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4" name="Text Box 34"/>
          <p:cNvSpPr txBox="1">
            <a:spLocks noChangeArrowheads="1"/>
          </p:cNvSpPr>
          <p:nvPr/>
        </p:nvSpPr>
        <p:spPr bwMode="auto">
          <a:xfrm>
            <a:off x="5715000" y="3627438"/>
            <a:ext cx="54038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故</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5" name="Object 35"/>
          <p:cNvGraphicFramePr>
            <a:graphicFrameLocks noChangeAspect="1"/>
          </p:cNvGraphicFramePr>
          <p:nvPr/>
        </p:nvGraphicFramePr>
        <p:xfrm>
          <a:off x="4705350" y="2362518"/>
          <a:ext cx="1993900" cy="430212"/>
        </p:xfrm>
        <a:graphic>
          <a:graphicData uri="http://schemas.openxmlformats.org/presentationml/2006/ole">
            <mc:AlternateContent xmlns:mc="http://schemas.openxmlformats.org/markup-compatibility/2006">
              <mc:Choice xmlns:v="urn:schemas-microsoft-com:vml" Requires="v">
                <p:oleObj spid="_x0000_s32138" name="Equation" r:id="rId25" imgW="47853600" imgH="10363200" progId="Equation.DSMT4">
                  <p:embed/>
                </p:oleObj>
              </mc:Choice>
              <mc:Fallback>
                <p:oleObj name="Equation" r:id="rId25" imgW="47853600" imgH="10363200" progId="Equation.DSMT4">
                  <p:embed/>
                  <p:pic>
                    <p:nvPicPr>
                      <p:cNvPr id="0" name="图片 32137"/>
                      <p:cNvPicPr>
                        <a:picLocks noChangeAspect="1"/>
                      </p:cNvPicPr>
                      <p:nvPr/>
                    </p:nvPicPr>
                    <p:blipFill>
                      <a:blip r:embed="rId26">
                        <a:biLevel thresh="50000"/>
                        <a:grayscl/>
                      </a:blip>
                      <a:stretch>
                        <a:fillRect/>
                      </a:stretch>
                    </p:blipFill>
                    <p:spPr>
                      <a:xfrm>
                        <a:off x="4705350" y="2362518"/>
                        <a:ext cx="1993900" cy="430212"/>
                      </a:xfrm>
                      <a:prstGeom prst="rect">
                        <a:avLst/>
                      </a:prstGeom>
                      <a:noFill/>
                      <a:ln w="9525">
                        <a:noFill/>
                      </a:ln>
                    </p:spPr>
                  </p:pic>
                </p:oleObj>
              </mc:Fallback>
            </mc:AlternateContent>
          </a:graphicData>
        </a:graphic>
      </p:graphicFrame>
      <p:graphicFrame>
        <p:nvGraphicFramePr>
          <p:cNvPr id="36" name="对象 35"/>
          <p:cNvGraphicFramePr>
            <a:graphicFrameLocks noChangeAspect="1"/>
          </p:cNvGraphicFramePr>
          <p:nvPr/>
        </p:nvGraphicFramePr>
        <p:xfrm>
          <a:off x="2571401" y="3062288"/>
          <a:ext cx="355600" cy="430212"/>
        </p:xfrm>
        <a:graphic>
          <a:graphicData uri="http://schemas.openxmlformats.org/presentationml/2006/ole">
            <mc:AlternateContent xmlns:mc="http://schemas.openxmlformats.org/markup-compatibility/2006">
              <mc:Choice xmlns:v="urn:schemas-microsoft-com:vml" Requires="v">
                <p:oleObj spid="_x0000_s32139" name="Equation" r:id="rId27" imgW="8534400" imgH="10363200" progId="Equation.DSMT4">
                  <p:embed/>
                </p:oleObj>
              </mc:Choice>
              <mc:Fallback>
                <p:oleObj name="Equation" r:id="rId27" imgW="8534400" imgH="10363200" progId="Equation.DSMT4">
                  <p:embed/>
                  <p:pic>
                    <p:nvPicPr>
                      <p:cNvPr id="0" name="图片 32138"/>
                      <p:cNvPicPr>
                        <a:picLocks noChangeAspect="1"/>
                      </p:cNvPicPr>
                      <p:nvPr/>
                    </p:nvPicPr>
                    <p:blipFill>
                      <a:blip r:embed="rId2">
                        <a:biLevel thresh="50000"/>
                        <a:grayscl/>
                      </a:blip>
                      <a:stretch>
                        <a:fillRect/>
                      </a:stretch>
                    </p:blipFill>
                    <p:spPr>
                      <a:xfrm>
                        <a:off x="2571401" y="3062288"/>
                        <a:ext cx="355600" cy="430212"/>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left)">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left)">
                                      <p:cBhvr>
                                        <p:cTn id="39" dur="500"/>
                                        <p:tgtEl>
                                          <p:spTgt spid="6"/>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wipe(left)">
                                      <p:cBhvr>
                                        <p:cTn id="48" dur="500"/>
                                        <p:tgtEl>
                                          <p:spTgt spid="1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wipe(left)">
                                      <p:cBhvr>
                                        <p:cTn id="53" dur="500"/>
                                        <p:tgtEl>
                                          <p:spTgt spid="35"/>
                                        </p:tgtEl>
                                      </p:cBhvr>
                                    </p:animEffect>
                                  </p:childTnLst>
                                </p:cTn>
                              </p:par>
                            </p:childTnLst>
                          </p:cTn>
                        </p:par>
                        <p:par>
                          <p:cTn id="54" fill="hold">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wipe(left)">
                                      <p:cBhvr>
                                        <p:cTn id="57" dur="500"/>
                                        <p:tgtEl>
                                          <p:spTgt spid="3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wipe(left)">
                                      <p:cBhvr>
                                        <p:cTn id="62" dur="500"/>
                                        <p:tgtEl>
                                          <p:spTgt spid="13"/>
                                        </p:tgtEl>
                                      </p:cBhvr>
                                    </p:animEffect>
                                  </p:childTnLst>
                                </p:cTn>
                              </p:par>
                            </p:childTnLst>
                          </p:cTn>
                        </p:par>
                        <p:par>
                          <p:cTn id="63" fill="hold">
                            <p:stCondLst>
                              <p:cond delay="500"/>
                            </p:stCondLst>
                            <p:childTnLst>
                              <p:par>
                                <p:cTn id="64" presetID="22" presetClass="entr" presetSubtype="8" fill="hold" grpId="0" nodeType="afterEffect">
                                  <p:stCondLst>
                                    <p:cond delay="0"/>
                                  </p:stCondLst>
                                  <p:childTnLst>
                                    <p:set>
                                      <p:cBhvr>
                                        <p:cTn id="65" dur="1" fill="hold">
                                          <p:stCondLst>
                                            <p:cond delay="0"/>
                                          </p:stCondLst>
                                        </p:cTn>
                                        <p:tgtEl>
                                          <p:spTgt spid="30"/>
                                        </p:tgtEl>
                                        <p:attrNameLst>
                                          <p:attrName>style.visibility</p:attrName>
                                        </p:attrNameLst>
                                      </p:cBhvr>
                                      <p:to>
                                        <p:strVal val="visible"/>
                                      </p:to>
                                    </p:set>
                                    <p:animEffect transition="in" filter="wipe(left)">
                                      <p:cBhvr>
                                        <p:cTn id="66" dur="500"/>
                                        <p:tgtEl>
                                          <p:spTgt spid="30"/>
                                        </p:tgtEl>
                                      </p:cBhvr>
                                    </p:animEffect>
                                  </p:childTnLst>
                                </p:cTn>
                              </p:par>
                            </p:childTnLst>
                          </p:cTn>
                        </p:par>
                        <p:par>
                          <p:cTn id="67" fill="hold">
                            <p:stCondLst>
                              <p:cond delay="1000"/>
                            </p:stCondLst>
                            <p:childTnLst>
                              <p:par>
                                <p:cTn id="68" presetID="22" presetClass="entr" presetSubtype="8" fill="hold" nodeType="after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wipe(left)">
                                      <p:cBhvr>
                                        <p:cTn id="70" dur="500"/>
                                        <p:tgtEl>
                                          <p:spTgt spid="36"/>
                                        </p:tgtEl>
                                      </p:cBhvr>
                                    </p:animEffect>
                                  </p:childTnLst>
                                </p:cTn>
                              </p:par>
                            </p:childTnLst>
                          </p:cTn>
                        </p:par>
                        <p:par>
                          <p:cTn id="71" fill="hold">
                            <p:stCondLst>
                              <p:cond delay="1500"/>
                            </p:stCondLst>
                            <p:childTnLst>
                              <p:par>
                                <p:cTn id="72" presetID="22" presetClass="entr" presetSubtype="8" fill="hold" nodeType="after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wipe(left)">
                                      <p:cBhvr>
                                        <p:cTn id="74" dur="500"/>
                                        <p:tgtEl>
                                          <p:spTgt spid="15"/>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wipe(left)">
                                      <p:cBhvr>
                                        <p:cTn id="79" dur="500"/>
                                        <p:tgtEl>
                                          <p:spTgt spid="16"/>
                                        </p:tgtEl>
                                      </p:cBhvr>
                                    </p:animEffect>
                                  </p:childTnLst>
                                </p:cTn>
                              </p:par>
                            </p:childTnLst>
                          </p:cTn>
                        </p:par>
                        <p:par>
                          <p:cTn id="80" fill="hold">
                            <p:stCondLst>
                              <p:cond delay="500"/>
                            </p:stCondLst>
                            <p:childTnLst>
                              <p:par>
                                <p:cTn id="81" presetID="22" presetClass="entr" presetSubtype="8" fill="hold" nodeType="after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wipe(left)">
                                      <p:cBhvr>
                                        <p:cTn id="83" dur="500"/>
                                        <p:tgtEl>
                                          <p:spTgt spid="17"/>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wipe(left)">
                                      <p:cBhvr>
                                        <p:cTn id="88" dur="500"/>
                                        <p:tgtEl>
                                          <p:spTgt spid="18"/>
                                        </p:tgtEl>
                                      </p:cBhvr>
                                    </p:animEffect>
                                  </p:childTnLst>
                                </p:cTn>
                              </p:par>
                            </p:childTnLst>
                          </p:cTn>
                        </p:par>
                        <p:par>
                          <p:cTn id="89" fill="hold">
                            <p:stCondLst>
                              <p:cond delay="500"/>
                            </p:stCondLst>
                            <p:childTnLst>
                              <p:par>
                                <p:cTn id="90" presetID="22" presetClass="entr" presetSubtype="8" fill="hold" grpId="0" nodeType="afterEffect">
                                  <p:stCondLst>
                                    <p:cond delay="0"/>
                                  </p:stCondLst>
                                  <p:childTnLst>
                                    <p:set>
                                      <p:cBhvr>
                                        <p:cTn id="91" dur="1" fill="hold">
                                          <p:stCondLst>
                                            <p:cond delay="0"/>
                                          </p:stCondLst>
                                        </p:cTn>
                                        <p:tgtEl>
                                          <p:spTgt spid="33"/>
                                        </p:tgtEl>
                                        <p:attrNameLst>
                                          <p:attrName>style.visibility</p:attrName>
                                        </p:attrNameLst>
                                      </p:cBhvr>
                                      <p:to>
                                        <p:strVal val="visible"/>
                                      </p:to>
                                    </p:set>
                                    <p:animEffect transition="in" filter="wipe(left)">
                                      <p:cBhvr>
                                        <p:cTn id="92" dur="500"/>
                                        <p:tgtEl>
                                          <p:spTgt spid="33"/>
                                        </p:tgtEl>
                                      </p:cBhvr>
                                    </p:animEffect>
                                  </p:childTnLst>
                                </p:cTn>
                              </p:par>
                            </p:childTnLst>
                          </p:cTn>
                        </p:par>
                        <p:par>
                          <p:cTn id="93" fill="hold">
                            <p:stCondLst>
                              <p:cond delay="1000"/>
                            </p:stCondLst>
                            <p:childTnLst>
                              <p:par>
                                <p:cTn id="94" presetID="22" presetClass="entr" presetSubtype="8" fill="hold" grpId="0" nodeType="afterEffect">
                                  <p:stCondLst>
                                    <p:cond delay="0"/>
                                  </p:stCondLst>
                                  <p:childTnLst>
                                    <p:set>
                                      <p:cBhvr>
                                        <p:cTn id="95" dur="1" fill="hold">
                                          <p:stCondLst>
                                            <p:cond delay="0"/>
                                          </p:stCondLst>
                                        </p:cTn>
                                        <p:tgtEl>
                                          <p:spTgt spid="19"/>
                                        </p:tgtEl>
                                        <p:attrNameLst>
                                          <p:attrName>style.visibility</p:attrName>
                                        </p:attrNameLst>
                                      </p:cBhvr>
                                      <p:to>
                                        <p:strVal val="visible"/>
                                      </p:to>
                                    </p:set>
                                    <p:animEffect transition="in" filter="wipe(left)">
                                      <p:cBhvr>
                                        <p:cTn id="96" dur="500"/>
                                        <p:tgtEl>
                                          <p:spTgt spid="19"/>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34">
                                            <p:txEl>
                                              <p:pRg st="4294967295" end="4294967295"/>
                                            </p:txEl>
                                          </p:spTgt>
                                        </p:tgtEl>
                                        <p:attrNameLst>
                                          <p:attrName>style.visibility</p:attrName>
                                        </p:attrNameLst>
                                      </p:cBhvr>
                                      <p:to>
                                        <p:strVal val="visible"/>
                                      </p:to>
                                    </p:set>
                                    <p:animEffect transition="in" filter="wipe(left)">
                                      <p:cBhvr>
                                        <p:cTn id="101" dur="500"/>
                                        <p:tgtEl>
                                          <p:spTgt spid="34">
                                            <p:txEl>
                                              <p:pRg st="4294967295" end="4294967295"/>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34">
                                            <p:txEl>
                                              <p:pRg st="0" end="0"/>
                                            </p:txEl>
                                          </p:spTgt>
                                        </p:tgtEl>
                                        <p:attrNameLst>
                                          <p:attrName>style.visibility</p:attrName>
                                        </p:attrNameLst>
                                      </p:cBhvr>
                                      <p:to>
                                        <p:strVal val="visible"/>
                                      </p:to>
                                    </p:set>
                                    <p:animEffect transition="in" filter="wipe(left)">
                                      <p:cBhvr>
                                        <p:cTn id="106" dur="500"/>
                                        <p:tgtEl>
                                          <p:spTgt spid="34">
                                            <p:txEl>
                                              <p:pRg st="0" end="0"/>
                                            </p:txEl>
                                          </p:spTgt>
                                        </p:tgtEl>
                                      </p:cBhvr>
                                    </p:animEffect>
                                  </p:childTnLst>
                                </p:cTn>
                              </p:par>
                            </p:childTnLst>
                          </p:cTn>
                        </p:par>
                        <p:par>
                          <p:cTn id="107" fill="hold">
                            <p:stCondLst>
                              <p:cond delay="500"/>
                            </p:stCondLst>
                            <p:childTnLst>
                              <p:par>
                                <p:cTn id="108" presetID="22" presetClass="entr" presetSubtype="8" fill="hold" nodeType="afterEffect">
                                  <p:stCondLst>
                                    <p:cond delay="0"/>
                                  </p:stCondLst>
                                  <p:childTnLst>
                                    <p:set>
                                      <p:cBhvr>
                                        <p:cTn id="109" dur="1" fill="hold">
                                          <p:stCondLst>
                                            <p:cond delay="0"/>
                                          </p:stCondLst>
                                        </p:cTn>
                                        <p:tgtEl>
                                          <p:spTgt spid="20"/>
                                        </p:tgtEl>
                                        <p:attrNameLst>
                                          <p:attrName>style.visibility</p:attrName>
                                        </p:attrNameLst>
                                      </p:cBhvr>
                                      <p:to>
                                        <p:strVal val="visible"/>
                                      </p:to>
                                    </p:set>
                                    <p:animEffect transition="in" filter="wipe(left)">
                                      <p:cBhvr>
                                        <p:cTn id="110" dur="500"/>
                                        <p:tgtEl>
                                          <p:spTgt spid="20"/>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grpId="0" nodeType="clickEffect">
                                  <p:stCondLst>
                                    <p:cond delay="0"/>
                                  </p:stCondLst>
                                  <p:childTnLst>
                                    <p:set>
                                      <p:cBhvr>
                                        <p:cTn id="114" dur="1" fill="hold">
                                          <p:stCondLst>
                                            <p:cond delay="0"/>
                                          </p:stCondLst>
                                        </p:cTn>
                                        <p:tgtEl>
                                          <p:spTgt spid="21"/>
                                        </p:tgtEl>
                                        <p:attrNameLst>
                                          <p:attrName>style.visibility</p:attrName>
                                        </p:attrNameLst>
                                      </p:cBhvr>
                                      <p:to>
                                        <p:strVal val="visible"/>
                                      </p:to>
                                    </p:set>
                                    <p:animEffect transition="in" filter="wipe(left)">
                                      <p:cBhvr>
                                        <p:cTn id="115" dur="500"/>
                                        <p:tgtEl>
                                          <p:spTgt spid="21"/>
                                        </p:tgtEl>
                                      </p:cBhvr>
                                    </p:animEffect>
                                  </p:childTnLst>
                                </p:cTn>
                              </p:par>
                            </p:childTnLst>
                          </p:cTn>
                        </p:par>
                        <p:par>
                          <p:cTn id="116" fill="hold">
                            <p:stCondLst>
                              <p:cond delay="500"/>
                            </p:stCondLst>
                            <p:childTnLst>
                              <p:par>
                                <p:cTn id="117" presetID="22" presetClass="entr" presetSubtype="8" fill="hold" nodeType="afterEffect">
                                  <p:stCondLst>
                                    <p:cond delay="0"/>
                                  </p:stCondLst>
                                  <p:childTnLst>
                                    <p:set>
                                      <p:cBhvr>
                                        <p:cTn id="118" dur="1" fill="hold">
                                          <p:stCondLst>
                                            <p:cond delay="0"/>
                                          </p:stCondLst>
                                        </p:cTn>
                                        <p:tgtEl>
                                          <p:spTgt spid="22"/>
                                        </p:tgtEl>
                                        <p:attrNameLst>
                                          <p:attrName>style.visibility</p:attrName>
                                        </p:attrNameLst>
                                      </p:cBhvr>
                                      <p:to>
                                        <p:strVal val="visible"/>
                                      </p:to>
                                    </p:set>
                                    <p:animEffect transition="in" filter="wipe(left)">
                                      <p:cBhvr>
                                        <p:cTn id="119" dur="500"/>
                                        <p:tgtEl>
                                          <p:spTgt spid="22"/>
                                        </p:tgtEl>
                                      </p:cBhvr>
                                    </p:animEffect>
                                  </p:childTnLst>
                                </p:cTn>
                              </p:par>
                            </p:childTnLst>
                          </p:cTn>
                        </p:par>
                        <p:par>
                          <p:cTn id="120" fill="hold">
                            <p:stCondLst>
                              <p:cond delay="1000"/>
                            </p:stCondLst>
                            <p:childTnLst>
                              <p:par>
                                <p:cTn id="121" presetID="22" presetClass="entr" presetSubtype="8" fill="hold" grpId="0" nodeType="afterEffect">
                                  <p:stCondLst>
                                    <p:cond delay="0"/>
                                  </p:stCondLst>
                                  <p:childTnLst>
                                    <p:set>
                                      <p:cBhvr>
                                        <p:cTn id="122" dur="1" fill="hold">
                                          <p:stCondLst>
                                            <p:cond delay="0"/>
                                          </p:stCondLst>
                                        </p:cTn>
                                        <p:tgtEl>
                                          <p:spTgt spid="23"/>
                                        </p:tgtEl>
                                        <p:attrNameLst>
                                          <p:attrName>style.visibility</p:attrName>
                                        </p:attrNameLst>
                                      </p:cBhvr>
                                      <p:to>
                                        <p:strVal val="visible"/>
                                      </p:to>
                                    </p:set>
                                    <p:animEffect transition="in" filter="wipe(left)">
                                      <p:cBhvr>
                                        <p:cTn id="123" dur="500"/>
                                        <p:tgtEl>
                                          <p:spTgt spid="23"/>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24"/>
                                        </p:tgtEl>
                                        <p:attrNameLst>
                                          <p:attrName>style.visibility</p:attrName>
                                        </p:attrNameLst>
                                      </p:cBhvr>
                                      <p:to>
                                        <p:strVal val="visible"/>
                                      </p:to>
                                    </p:set>
                                    <p:animEffect transition="in" filter="wipe(left)">
                                      <p:cBhvr>
                                        <p:cTn id="128" dur="500"/>
                                        <p:tgtEl>
                                          <p:spTgt spid="24"/>
                                        </p:tgtEl>
                                      </p:cBhvr>
                                    </p:animEffect>
                                  </p:childTnLst>
                                </p:cTn>
                              </p:par>
                            </p:childTnLst>
                          </p:cTn>
                        </p:par>
                        <p:par>
                          <p:cTn id="129" fill="hold">
                            <p:stCondLst>
                              <p:cond delay="500"/>
                            </p:stCondLst>
                            <p:childTnLst>
                              <p:par>
                                <p:cTn id="130" presetID="22" presetClass="entr" presetSubtype="8" fill="hold" nodeType="afterEffect">
                                  <p:stCondLst>
                                    <p:cond delay="0"/>
                                  </p:stCondLst>
                                  <p:childTnLst>
                                    <p:set>
                                      <p:cBhvr>
                                        <p:cTn id="131" dur="1" fill="hold">
                                          <p:stCondLst>
                                            <p:cond delay="0"/>
                                          </p:stCondLst>
                                        </p:cTn>
                                        <p:tgtEl>
                                          <p:spTgt spid="25"/>
                                        </p:tgtEl>
                                        <p:attrNameLst>
                                          <p:attrName>style.visibility</p:attrName>
                                        </p:attrNameLst>
                                      </p:cBhvr>
                                      <p:to>
                                        <p:strVal val="visible"/>
                                      </p:to>
                                    </p:set>
                                    <p:animEffect transition="in" filter="wipe(left)">
                                      <p:cBhvr>
                                        <p:cTn id="132" dur="500"/>
                                        <p:tgtEl>
                                          <p:spTgt spid="25"/>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26"/>
                                        </p:tgtEl>
                                        <p:attrNameLst>
                                          <p:attrName>style.visibility</p:attrName>
                                        </p:attrNameLst>
                                      </p:cBhvr>
                                      <p:to>
                                        <p:strVal val="visible"/>
                                      </p:to>
                                    </p:set>
                                    <p:animEffect transition="in" filter="wipe(left)">
                                      <p:cBhvr>
                                        <p:cTn id="137" dur="500"/>
                                        <p:tgtEl>
                                          <p:spTgt spid="26"/>
                                        </p:tgtEl>
                                      </p:cBhvr>
                                    </p:animEffect>
                                  </p:childTnLst>
                                </p:cTn>
                              </p:par>
                            </p:childTnLst>
                          </p:cTn>
                        </p:par>
                        <p:par>
                          <p:cTn id="138" fill="hold">
                            <p:stCondLst>
                              <p:cond delay="500"/>
                            </p:stCondLst>
                            <p:childTnLst>
                              <p:par>
                                <p:cTn id="139" presetID="22" presetClass="entr" presetSubtype="8" fill="hold" nodeType="afterEffect">
                                  <p:stCondLst>
                                    <p:cond delay="0"/>
                                  </p:stCondLst>
                                  <p:childTnLst>
                                    <p:set>
                                      <p:cBhvr>
                                        <p:cTn id="140" dur="1" fill="hold">
                                          <p:stCondLst>
                                            <p:cond delay="0"/>
                                          </p:stCondLst>
                                        </p:cTn>
                                        <p:tgtEl>
                                          <p:spTgt spid="27"/>
                                        </p:tgtEl>
                                        <p:attrNameLst>
                                          <p:attrName>style.visibility</p:attrName>
                                        </p:attrNameLst>
                                      </p:cBhvr>
                                      <p:to>
                                        <p:strVal val="visible"/>
                                      </p:to>
                                    </p:set>
                                    <p:animEffect transition="in" filter="wipe(left)">
                                      <p:cBhvr>
                                        <p:cTn id="141" dur="500"/>
                                        <p:tgtEl>
                                          <p:spTgt spid="27"/>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28"/>
                                        </p:tgtEl>
                                        <p:attrNameLst>
                                          <p:attrName>style.visibility</p:attrName>
                                        </p:attrNameLst>
                                      </p:cBhvr>
                                      <p:to>
                                        <p:strVal val="visible"/>
                                      </p:to>
                                    </p:set>
                                    <p:animEffect transition="in" filter="wipe(left)">
                                      <p:cBhvr>
                                        <p:cTn id="146" dur="500"/>
                                        <p:tgtEl>
                                          <p:spTgt spid="28"/>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grpId="0" nodeType="clickEffect">
                                  <p:stCondLst>
                                    <p:cond delay="0"/>
                                  </p:stCondLst>
                                  <p:childTnLst>
                                    <p:set>
                                      <p:cBhvr>
                                        <p:cTn id="150" dur="1" fill="hold">
                                          <p:stCondLst>
                                            <p:cond delay="0"/>
                                          </p:stCondLst>
                                        </p:cTn>
                                        <p:tgtEl>
                                          <p:spTgt spid="31"/>
                                        </p:tgtEl>
                                        <p:attrNameLst>
                                          <p:attrName>style.visibility</p:attrName>
                                        </p:attrNameLst>
                                      </p:cBhvr>
                                      <p:to>
                                        <p:strVal val="visible"/>
                                      </p:to>
                                    </p:set>
                                    <p:animEffect transition="in" filter="wipe(left)">
                                      <p:cBhvr>
                                        <p:cTn id="151" dur="500"/>
                                        <p:tgtEl>
                                          <p:spTgt spid="31"/>
                                        </p:tgtEl>
                                      </p:cBhvr>
                                    </p:animEffect>
                                  </p:childTnLst>
                                </p:cTn>
                              </p:par>
                            </p:childTnLst>
                          </p:cTn>
                        </p:par>
                        <p:par>
                          <p:cTn id="152" fill="hold">
                            <p:stCondLst>
                              <p:cond delay="500"/>
                            </p:stCondLst>
                            <p:childTnLst>
                              <p:par>
                                <p:cTn id="153" presetID="22" presetClass="entr" presetSubtype="8" fill="hold" nodeType="afterEffect">
                                  <p:stCondLst>
                                    <p:cond delay="0"/>
                                  </p:stCondLst>
                                  <p:childTnLst>
                                    <p:set>
                                      <p:cBhvr>
                                        <p:cTn id="154" dur="1" fill="hold">
                                          <p:stCondLst>
                                            <p:cond delay="0"/>
                                          </p:stCondLst>
                                        </p:cTn>
                                        <p:tgtEl>
                                          <p:spTgt spid="29"/>
                                        </p:tgtEl>
                                        <p:attrNameLst>
                                          <p:attrName>style.visibility</p:attrName>
                                        </p:attrNameLst>
                                      </p:cBhvr>
                                      <p:to>
                                        <p:strVal val="visible"/>
                                      </p:to>
                                    </p:set>
                                    <p:animEffect transition="in" filter="wipe(left)">
                                      <p:cBhvr>
                                        <p:cTn id="15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autoUpdateAnimBg="0"/>
      <p:bldP spid="7" grpId="0" bldLvl="0" animBg="1" autoUpdateAnimBg="0"/>
      <p:bldP spid="9" grpId="0" bldLvl="0" animBg="1" autoUpdateAnimBg="0"/>
      <p:bldP spid="12" grpId="0" bldLvl="0" animBg="1" autoUpdateAnimBg="0"/>
      <p:bldP spid="13" grpId="0" bldLvl="0" animBg="1" autoUpdateAnimBg="0"/>
      <p:bldP spid="16" grpId="0" bldLvl="0" animBg="1" autoUpdateAnimBg="0"/>
      <p:bldP spid="18" grpId="0" bldLvl="0" animBg="1" autoUpdateAnimBg="0"/>
      <p:bldP spid="19" grpId="0" bldLvl="0" animBg="1" autoUpdateAnimBg="0"/>
      <p:bldP spid="21" grpId="0" bldLvl="0" animBg="1" autoUpdateAnimBg="0"/>
      <p:bldP spid="23" grpId="0" bldLvl="0" animBg="1" autoUpdateAnimBg="0"/>
      <p:bldP spid="24" grpId="0" bldLvl="0" animBg="1" autoUpdateAnimBg="0"/>
      <p:bldP spid="26" grpId="0" bldLvl="0" animBg="1" autoUpdateAnimBg="0"/>
      <p:bldP spid="28" grpId="0" bldLvl="0" animBg="1" autoUpdateAnimBg="0"/>
      <p:bldP spid="30" grpId="0" bldLvl="0" animBg="1" autoUpdateAnimBg="0"/>
      <p:bldP spid="31" grpId="0" bldLvl="0" animBg="1" autoUpdateAnimBg="0"/>
      <p:bldP spid="32" grpId="0" bldLvl="0" animBg="1" autoUpdateAnimBg="0"/>
      <p:bldP spid="33" grpId="0" bldLvl="0" animBg="1" autoUpdateAnimBg="0"/>
      <p:bldP spid="34" grpId="0" autoUpdateAnimBg="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1"/>
          <p:cNvSpPr>
            <a:spLocks noChangeArrowheads="1"/>
          </p:cNvSpPr>
          <p:nvPr/>
        </p:nvSpPr>
        <p:spPr bwMode="auto">
          <a:xfrm>
            <a:off x="1564571" y="693207"/>
            <a:ext cx="511256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zh-CN" altLang="en-US" sz="2800" b="1" dirty="0" smtClean="0">
                <a:solidFill>
                  <a:srgbClr val="7030A0"/>
                </a:solidFill>
                <a:latin typeface="黑体" panose="02010609060101010101" pitchFamily="49" charset="-122"/>
                <a:ea typeface="黑体" panose="02010609060101010101" pitchFamily="49" charset="-122"/>
              </a:rPr>
              <a:t>推论</a:t>
            </a:r>
            <a:r>
              <a:rPr lang="en-US" altLang="zh-CN" sz="2800" b="1" dirty="0" smtClean="0">
                <a:solidFill>
                  <a:srgbClr val="7030A0"/>
                </a:solidFill>
                <a:latin typeface="黑体" panose="02010609060101010101" pitchFamily="49" charset="-122"/>
                <a:ea typeface="黑体" panose="02010609060101010101" pitchFamily="49" charset="-122"/>
              </a:rPr>
              <a:t>(</a:t>
            </a:r>
            <a:r>
              <a:rPr lang="zh-CN" altLang="en-US" sz="2800" b="1" dirty="0" smtClean="0">
                <a:solidFill>
                  <a:srgbClr val="7030A0"/>
                </a:solidFill>
                <a:latin typeface="黑体" panose="02010609060101010101" pitchFamily="49" charset="-122"/>
                <a:ea typeface="黑体" panose="02010609060101010101" pitchFamily="49" charset="-122"/>
              </a:rPr>
              <a:t>函数极限的保序性</a:t>
            </a:r>
            <a:r>
              <a:rPr lang="en-US" altLang="zh-CN" sz="2800" b="1" dirty="0" smtClean="0">
                <a:solidFill>
                  <a:srgbClr val="7030A0"/>
                </a:solidFill>
                <a:latin typeface="黑体" panose="02010609060101010101" pitchFamily="49" charset="-122"/>
                <a:ea typeface="黑体" panose="02010609060101010101" pitchFamily="49" charset="-122"/>
              </a:rPr>
              <a:t>): </a:t>
            </a:r>
            <a:endParaRPr lang="zh-CN" altLang="en-US" sz="2800" b="1" dirty="0">
              <a:solidFill>
                <a:srgbClr val="7030A0"/>
              </a:solidFill>
              <a:latin typeface="黑体" panose="02010609060101010101" pitchFamily="49" charset="-122"/>
              <a:ea typeface="黑体" panose="02010609060101010101" pitchFamily="49" charset="-122"/>
            </a:endParaRPr>
          </a:p>
        </p:txBody>
      </p:sp>
      <p:graphicFrame>
        <p:nvGraphicFramePr>
          <p:cNvPr id="9" name="Object 22"/>
          <p:cNvGraphicFramePr>
            <a:graphicFrameLocks noChangeAspect="1"/>
          </p:cNvGraphicFramePr>
          <p:nvPr/>
        </p:nvGraphicFramePr>
        <p:xfrm>
          <a:off x="3499803" y="1674813"/>
          <a:ext cx="3854450" cy="393700"/>
        </p:xfrm>
        <a:graphic>
          <a:graphicData uri="http://schemas.openxmlformats.org/presentationml/2006/ole">
            <mc:AlternateContent xmlns:mc="http://schemas.openxmlformats.org/markup-compatibility/2006">
              <mc:Choice xmlns:v="urn:schemas-microsoft-com:vml" Requires="v">
                <p:oleObj spid="_x0000_s32769" name="Equation" r:id="rId1" imgW="91744800" imgH="9448800" progId="Equation.DSMT4">
                  <p:embed/>
                </p:oleObj>
              </mc:Choice>
              <mc:Fallback>
                <p:oleObj name="Equation" r:id="rId1" imgW="91744800" imgH="9448800" progId="Equation.DSMT4">
                  <p:embed/>
                  <p:pic>
                    <p:nvPicPr>
                      <p:cNvPr id="0" name="图片 32768"/>
                      <p:cNvPicPr>
                        <a:picLocks noChangeAspect="1"/>
                      </p:cNvPicPr>
                      <p:nvPr/>
                    </p:nvPicPr>
                    <p:blipFill>
                      <a:blip r:embed="rId2"/>
                      <a:stretch>
                        <a:fillRect/>
                      </a:stretch>
                    </p:blipFill>
                    <p:spPr>
                      <a:xfrm>
                        <a:off x="3499803" y="1674813"/>
                        <a:ext cx="3854450" cy="393700"/>
                      </a:xfrm>
                      <a:prstGeom prst="rect">
                        <a:avLst/>
                      </a:prstGeom>
                      <a:noFill/>
                      <a:ln w="9525">
                        <a:noFill/>
                      </a:ln>
                    </p:spPr>
                  </p:pic>
                </p:oleObj>
              </mc:Fallback>
            </mc:AlternateContent>
          </a:graphicData>
        </a:graphic>
      </p:graphicFrame>
      <p:sp>
        <p:nvSpPr>
          <p:cNvPr id="10" name="Text Box 23"/>
          <p:cNvSpPr txBox="1">
            <a:spLocks noChangeArrowheads="1"/>
          </p:cNvSpPr>
          <p:nvPr/>
        </p:nvSpPr>
        <p:spPr bwMode="auto">
          <a:xfrm>
            <a:off x="7451500" y="1610912"/>
            <a:ext cx="762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黑体" panose="02010609060101010101" pitchFamily="49" charset="-122"/>
                <a:ea typeface="黑体" panose="02010609060101010101" pitchFamily="49" charset="-122"/>
              </a:rPr>
              <a:t>且</a:t>
            </a:r>
            <a:endParaRPr kumimoji="1" lang="zh-CN" altLang="en-US" sz="2800" b="1" dirty="0">
              <a:latin typeface="黑体" panose="02010609060101010101" pitchFamily="49" charset="-122"/>
              <a:ea typeface="黑体" panose="02010609060101010101" pitchFamily="49" charset="-122"/>
            </a:endParaRPr>
          </a:p>
        </p:txBody>
      </p:sp>
      <p:graphicFrame>
        <p:nvGraphicFramePr>
          <p:cNvPr id="11" name="Object 24"/>
          <p:cNvGraphicFramePr>
            <a:graphicFrameLocks noChangeAspect="1"/>
          </p:cNvGraphicFramePr>
          <p:nvPr/>
        </p:nvGraphicFramePr>
        <p:xfrm>
          <a:off x="7967345" y="1678305"/>
          <a:ext cx="1841500" cy="390525"/>
        </p:xfrm>
        <a:graphic>
          <a:graphicData uri="http://schemas.openxmlformats.org/presentationml/2006/ole">
            <mc:AlternateContent xmlns:mc="http://schemas.openxmlformats.org/markup-compatibility/2006">
              <mc:Choice xmlns:v="urn:schemas-microsoft-com:vml" Requires="v">
                <p:oleObj spid="_x0000_s32770" name="Equation" r:id="rId3" imgW="44196000" imgH="9448800" progId="Equation.DSMT4">
                  <p:embed/>
                </p:oleObj>
              </mc:Choice>
              <mc:Fallback>
                <p:oleObj name="Equation" r:id="rId3" imgW="44196000" imgH="9448800" progId="Equation.DSMT4">
                  <p:embed/>
                  <p:pic>
                    <p:nvPicPr>
                      <p:cNvPr id="0" name="图片 32769"/>
                      <p:cNvPicPr>
                        <a:picLocks noChangeAspect="1"/>
                      </p:cNvPicPr>
                      <p:nvPr/>
                    </p:nvPicPr>
                    <p:blipFill>
                      <a:blip r:embed="rId4"/>
                      <a:stretch>
                        <a:fillRect/>
                      </a:stretch>
                    </p:blipFill>
                    <p:spPr>
                      <a:xfrm>
                        <a:off x="7967345" y="1678305"/>
                        <a:ext cx="1841500" cy="390525"/>
                      </a:xfrm>
                      <a:prstGeom prst="rect">
                        <a:avLst/>
                      </a:prstGeom>
                      <a:noFill/>
                      <a:ln w="9525">
                        <a:noFill/>
                      </a:ln>
                    </p:spPr>
                  </p:pic>
                </p:oleObj>
              </mc:Fallback>
            </mc:AlternateContent>
          </a:graphicData>
        </a:graphic>
      </p:graphicFrame>
      <p:sp>
        <p:nvSpPr>
          <p:cNvPr id="12" name="Text Box 25"/>
          <p:cNvSpPr txBox="1">
            <a:spLocks noChangeArrowheads="1"/>
          </p:cNvSpPr>
          <p:nvPr/>
        </p:nvSpPr>
        <p:spPr bwMode="auto">
          <a:xfrm>
            <a:off x="2927648" y="2190641"/>
            <a:ext cx="966788"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黑体" panose="02010609060101010101" pitchFamily="49" charset="-122"/>
                <a:ea typeface="黑体" panose="02010609060101010101" pitchFamily="49" charset="-122"/>
              </a:rPr>
              <a:t>则</a:t>
            </a:r>
            <a:endParaRPr kumimoji="1" lang="zh-CN" altLang="en-US" sz="2800" b="1" dirty="0">
              <a:latin typeface="黑体" panose="02010609060101010101" pitchFamily="49" charset="-122"/>
              <a:ea typeface="黑体" panose="02010609060101010101" pitchFamily="49" charset="-122"/>
            </a:endParaRPr>
          </a:p>
        </p:txBody>
      </p:sp>
      <p:graphicFrame>
        <p:nvGraphicFramePr>
          <p:cNvPr id="13" name="Object 26"/>
          <p:cNvGraphicFramePr>
            <a:graphicFrameLocks noChangeAspect="1"/>
          </p:cNvGraphicFramePr>
          <p:nvPr/>
        </p:nvGraphicFramePr>
        <p:xfrm>
          <a:off x="3443124" y="2256576"/>
          <a:ext cx="990600" cy="390525"/>
        </p:xfrm>
        <a:graphic>
          <a:graphicData uri="http://schemas.openxmlformats.org/presentationml/2006/ole">
            <mc:AlternateContent xmlns:mc="http://schemas.openxmlformats.org/markup-compatibility/2006">
              <mc:Choice xmlns:v="urn:schemas-microsoft-com:vml" Requires="v">
                <p:oleObj spid="_x0000_s32771" name="Equation" r:id="rId5" imgW="23774400" imgH="9448800" progId="Equation.DSMT4">
                  <p:embed/>
                </p:oleObj>
              </mc:Choice>
              <mc:Fallback>
                <p:oleObj name="Equation" r:id="rId5" imgW="23774400" imgH="9448800" progId="Equation.DSMT4">
                  <p:embed/>
                  <p:pic>
                    <p:nvPicPr>
                      <p:cNvPr id="0" name="图片 32770"/>
                      <p:cNvPicPr>
                        <a:picLocks noChangeAspect="1"/>
                      </p:cNvPicPr>
                      <p:nvPr/>
                    </p:nvPicPr>
                    <p:blipFill>
                      <a:blip r:embed="rId6"/>
                      <a:stretch>
                        <a:fillRect/>
                      </a:stretch>
                    </p:blipFill>
                    <p:spPr>
                      <a:xfrm>
                        <a:off x="3443124" y="2256576"/>
                        <a:ext cx="990600" cy="390525"/>
                      </a:xfrm>
                      <a:prstGeom prst="rect">
                        <a:avLst/>
                      </a:prstGeom>
                      <a:noFill/>
                      <a:ln w="9525">
                        <a:noFill/>
                      </a:ln>
                    </p:spPr>
                  </p:pic>
                </p:oleObj>
              </mc:Fallback>
            </mc:AlternateContent>
          </a:graphicData>
        </a:graphic>
      </p:graphicFrame>
      <p:sp>
        <p:nvSpPr>
          <p:cNvPr id="15" name="Text Box 23"/>
          <p:cNvSpPr txBox="1">
            <a:spLocks noChangeArrowheads="1"/>
          </p:cNvSpPr>
          <p:nvPr/>
        </p:nvSpPr>
        <p:spPr bwMode="auto">
          <a:xfrm>
            <a:off x="1815778" y="1610763"/>
            <a:ext cx="176152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b="1" dirty="0" smtClean="0">
                <a:latin typeface="黑体" panose="02010609060101010101" pitchFamily="49" charset="-122"/>
                <a:ea typeface="黑体" panose="02010609060101010101" pitchFamily="49" charset="-122"/>
              </a:rPr>
              <a:t>（</a:t>
            </a:r>
            <a:r>
              <a:rPr kumimoji="1" lang="en-US" altLang="zh-CN" sz="2800" b="1" dirty="0" smtClean="0">
                <a:latin typeface="黑体" panose="02010609060101010101" pitchFamily="49" charset="-122"/>
                <a:ea typeface="黑体" panose="02010609060101010101" pitchFamily="49" charset="-122"/>
              </a:rPr>
              <a:t>1</a:t>
            </a:r>
            <a:r>
              <a:rPr kumimoji="1" lang="zh-CN" altLang="en-US" sz="2800" b="1" dirty="0" smtClean="0">
                <a:latin typeface="黑体" panose="02010609060101010101" pitchFamily="49" charset="-122"/>
                <a:ea typeface="黑体" panose="02010609060101010101" pitchFamily="49" charset="-122"/>
              </a:rPr>
              <a:t>） 若</a:t>
            </a:r>
            <a:endParaRPr kumimoji="1" lang="zh-CN" altLang="en-US" sz="2800" b="1" dirty="0">
              <a:latin typeface="黑体" panose="02010609060101010101" pitchFamily="49" charset="-122"/>
              <a:ea typeface="黑体" panose="02010609060101010101" pitchFamily="49" charset="-122"/>
            </a:endParaRPr>
          </a:p>
        </p:txBody>
      </p:sp>
      <p:sp>
        <p:nvSpPr>
          <p:cNvPr id="16" name="Text Box 23"/>
          <p:cNvSpPr txBox="1">
            <a:spLocks noChangeArrowheads="1"/>
          </p:cNvSpPr>
          <p:nvPr/>
        </p:nvSpPr>
        <p:spPr bwMode="auto">
          <a:xfrm>
            <a:off x="1816413" y="3060452"/>
            <a:ext cx="176152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b="1" dirty="0" smtClean="0">
                <a:latin typeface="黑体" panose="02010609060101010101" pitchFamily="49" charset="-122"/>
                <a:ea typeface="黑体" panose="02010609060101010101" pitchFamily="49" charset="-122"/>
              </a:rPr>
              <a:t>（</a:t>
            </a:r>
            <a:r>
              <a:rPr kumimoji="1" lang="en-US" altLang="zh-CN" sz="2800" b="1" dirty="0" smtClean="0">
                <a:latin typeface="黑体" panose="02010609060101010101" pitchFamily="49" charset="-122"/>
                <a:ea typeface="黑体" panose="02010609060101010101" pitchFamily="49" charset="-122"/>
              </a:rPr>
              <a:t>2</a:t>
            </a:r>
            <a:r>
              <a:rPr kumimoji="1" lang="zh-CN" altLang="en-US" sz="2800" b="1" dirty="0" smtClean="0">
                <a:latin typeface="黑体" panose="02010609060101010101" pitchFamily="49" charset="-122"/>
                <a:ea typeface="黑体" panose="02010609060101010101" pitchFamily="49" charset="-122"/>
              </a:rPr>
              <a:t>） 若</a:t>
            </a:r>
            <a:endParaRPr kumimoji="1" lang="zh-CN" altLang="en-US" sz="2800" b="1" dirty="0">
              <a:latin typeface="黑体" panose="02010609060101010101" pitchFamily="49" charset="-122"/>
              <a:ea typeface="黑体" panose="02010609060101010101" pitchFamily="49" charset="-122"/>
            </a:endParaRPr>
          </a:p>
        </p:txBody>
      </p:sp>
      <p:graphicFrame>
        <p:nvGraphicFramePr>
          <p:cNvPr id="17" name="对象 16"/>
          <p:cNvGraphicFramePr>
            <a:graphicFrameLocks noChangeAspect="1"/>
          </p:cNvGraphicFramePr>
          <p:nvPr/>
        </p:nvGraphicFramePr>
        <p:xfrm>
          <a:off x="3442653" y="3121343"/>
          <a:ext cx="3865562" cy="400050"/>
        </p:xfrm>
        <a:graphic>
          <a:graphicData uri="http://schemas.openxmlformats.org/presentationml/2006/ole">
            <mc:AlternateContent xmlns:mc="http://schemas.openxmlformats.org/markup-compatibility/2006">
              <mc:Choice xmlns:v="urn:schemas-microsoft-com:vml" Requires="v">
                <p:oleObj spid="_x0000_s32772" name="Equation" r:id="rId7" imgW="91744800" imgH="9448800" progId="Equation.DSMT4">
                  <p:embed/>
                </p:oleObj>
              </mc:Choice>
              <mc:Fallback>
                <p:oleObj name="Equation" r:id="rId7" imgW="91744800" imgH="9448800" progId="Equation.DSMT4">
                  <p:embed/>
                  <p:pic>
                    <p:nvPicPr>
                      <p:cNvPr id="0" name="图片 32771"/>
                      <p:cNvPicPr>
                        <a:picLocks noChangeAspect="1"/>
                      </p:cNvPicPr>
                      <p:nvPr/>
                    </p:nvPicPr>
                    <p:blipFill>
                      <a:blip r:embed="rId8"/>
                      <a:stretch>
                        <a:fillRect/>
                      </a:stretch>
                    </p:blipFill>
                    <p:spPr>
                      <a:xfrm>
                        <a:off x="3442653" y="3121343"/>
                        <a:ext cx="3865562" cy="400050"/>
                      </a:xfrm>
                      <a:prstGeom prst="rect">
                        <a:avLst/>
                      </a:prstGeom>
                      <a:noFill/>
                      <a:ln w="9525">
                        <a:noFill/>
                      </a:ln>
                    </p:spPr>
                  </p:pic>
                </p:oleObj>
              </mc:Fallback>
            </mc:AlternateContent>
          </a:graphicData>
        </a:graphic>
      </p:graphicFrame>
      <p:sp>
        <p:nvSpPr>
          <p:cNvPr id="19" name="Text Box 23"/>
          <p:cNvSpPr txBox="1">
            <a:spLocks noChangeArrowheads="1"/>
          </p:cNvSpPr>
          <p:nvPr/>
        </p:nvSpPr>
        <p:spPr bwMode="auto">
          <a:xfrm>
            <a:off x="7451624" y="3060601"/>
            <a:ext cx="762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黑体" panose="02010609060101010101" pitchFamily="49" charset="-122"/>
                <a:ea typeface="黑体" panose="02010609060101010101" pitchFamily="49" charset="-122"/>
              </a:rPr>
              <a:t>且</a:t>
            </a:r>
            <a:endParaRPr kumimoji="1" lang="zh-CN" altLang="en-US" sz="2800" b="1" dirty="0">
              <a:latin typeface="黑体" panose="02010609060101010101" pitchFamily="49" charset="-122"/>
              <a:ea typeface="黑体" panose="02010609060101010101" pitchFamily="49" charset="-122"/>
            </a:endParaRPr>
          </a:p>
        </p:txBody>
      </p:sp>
      <p:graphicFrame>
        <p:nvGraphicFramePr>
          <p:cNvPr id="20" name="对象 19"/>
          <p:cNvGraphicFramePr>
            <a:graphicFrameLocks noChangeAspect="1"/>
          </p:cNvGraphicFramePr>
          <p:nvPr/>
        </p:nvGraphicFramePr>
        <p:xfrm>
          <a:off x="8042910" y="3116481"/>
          <a:ext cx="962025" cy="404813"/>
        </p:xfrm>
        <a:graphic>
          <a:graphicData uri="http://schemas.openxmlformats.org/presentationml/2006/ole">
            <mc:AlternateContent xmlns:mc="http://schemas.openxmlformats.org/markup-compatibility/2006">
              <mc:Choice xmlns:v="urn:schemas-microsoft-com:vml" Requires="v">
                <p:oleObj spid="_x0000_s32773" name="Equation" r:id="rId9" imgW="22860000" imgH="9448800" progId="Equation.DSMT4">
                  <p:embed/>
                </p:oleObj>
              </mc:Choice>
              <mc:Fallback>
                <p:oleObj name="Equation" r:id="rId9" imgW="22860000" imgH="9448800" progId="Equation.DSMT4">
                  <p:embed/>
                  <p:pic>
                    <p:nvPicPr>
                      <p:cNvPr id="0" name="图片 32772"/>
                      <p:cNvPicPr>
                        <a:picLocks noChangeAspect="1"/>
                      </p:cNvPicPr>
                      <p:nvPr/>
                    </p:nvPicPr>
                    <p:blipFill>
                      <a:blip r:embed="rId10"/>
                      <a:stretch>
                        <a:fillRect/>
                      </a:stretch>
                    </p:blipFill>
                    <p:spPr>
                      <a:xfrm>
                        <a:off x="8042910" y="3116481"/>
                        <a:ext cx="962025" cy="404813"/>
                      </a:xfrm>
                      <a:prstGeom prst="rect">
                        <a:avLst/>
                      </a:prstGeom>
                      <a:noFill/>
                      <a:ln w="9525">
                        <a:noFill/>
                      </a:ln>
                    </p:spPr>
                  </p:pic>
                </p:oleObj>
              </mc:Fallback>
            </mc:AlternateContent>
          </a:graphicData>
        </a:graphic>
      </p:graphicFrame>
      <p:sp>
        <p:nvSpPr>
          <p:cNvPr id="22" name="Text Box 25"/>
          <p:cNvSpPr txBox="1">
            <a:spLocks noChangeArrowheads="1"/>
          </p:cNvSpPr>
          <p:nvPr/>
        </p:nvSpPr>
        <p:spPr bwMode="auto">
          <a:xfrm>
            <a:off x="2927648" y="3717032"/>
            <a:ext cx="966788"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latin typeface="黑体" panose="02010609060101010101" pitchFamily="49" charset="-122"/>
                <a:ea typeface="黑体" panose="02010609060101010101" pitchFamily="49" charset="-122"/>
              </a:rPr>
              <a:t>则</a:t>
            </a:r>
            <a:endParaRPr kumimoji="1" lang="zh-CN" altLang="en-US" sz="2800" b="1" dirty="0">
              <a:latin typeface="黑体" panose="02010609060101010101" pitchFamily="49" charset="-122"/>
              <a:ea typeface="黑体" panose="02010609060101010101" pitchFamily="49" charset="-122"/>
            </a:endParaRPr>
          </a:p>
        </p:txBody>
      </p:sp>
      <p:graphicFrame>
        <p:nvGraphicFramePr>
          <p:cNvPr id="23" name="对象 22"/>
          <p:cNvGraphicFramePr>
            <a:graphicFrameLocks noChangeAspect="1"/>
          </p:cNvGraphicFramePr>
          <p:nvPr/>
        </p:nvGraphicFramePr>
        <p:xfrm>
          <a:off x="3489325" y="3773488"/>
          <a:ext cx="1863725" cy="406400"/>
        </p:xfrm>
        <a:graphic>
          <a:graphicData uri="http://schemas.openxmlformats.org/presentationml/2006/ole">
            <mc:AlternateContent xmlns:mc="http://schemas.openxmlformats.org/markup-compatibility/2006">
              <mc:Choice xmlns:v="urn:schemas-microsoft-com:vml" Requires="v">
                <p:oleObj spid="_x0000_s32774" name="Equation" r:id="rId11" imgW="44196000" imgH="9448800" progId="Equation.DSMT4">
                  <p:embed/>
                </p:oleObj>
              </mc:Choice>
              <mc:Fallback>
                <p:oleObj name="Equation" r:id="rId11" imgW="44196000" imgH="9448800" progId="Equation.DSMT4">
                  <p:embed/>
                  <p:pic>
                    <p:nvPicPr>
                      <p:cNvPr id="0" name="图片 32773"/>
                      <p:cNvPicPr>
                        <a:picLocks noChangeAspect="1"/>
                      </p:cNvPicPr>
                      <p:nvPr/>
                    </p:nvPicPr>
                    <p:blipFill>
                      <a:blip r:embed="rId12"/>
                      <a:stretch>
                        <a:fillRect/>
                      </a:stretch>
                    </p:blipFill>
                    <p:spPr>
                      <a:xfrm>
                        <a:off x="3489325" y="3773488"/>
                        <a:ext cx="1863725" cy="4064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xEl>
                                              <p:pRg st="4294967295" end="4294967295"/>
                                            </p:txEl>
                                          </p:spTgt>
                                        </p:tgtEl>
                                        <p:attrNameLst>
                                          <p:attrName>style.visibility</p:attrName>
                                        </p:attrNameLst>
                                      </p:cBhvr>
                                      <p:to>
                                        <p:strVal val="visible"/>
                                      </p:to>
                                    </p:set>
                                    <p:animEffect transition="in" filter="wipe(left)">
                                      <p:cBhvr>
                                        <p:cTn id="7" dur="500"/>
                                        <p:tgtEl>
                                          <p:spTgt spid="15">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xEl>
                                              <p:pRg st="4294967295" end="4294967295"/>
                                            </p:txEl>
                                          </p:spTgt>
                                        </p:tgtEl>
                                        <p:attrNameLst>
                                          <p:attrName>style.visibility</p:attrName>
                                        </p:attrNameLst>
                                      </p:cBhvr>
                                      <p:to>
                                        <p:strVal val="visible"/>
                                      </p:to>
                                    </p:set>
                                    <p:animEffect transition="in" filter="wipe(left)">
                                      <p:cBhvr>
                                        <p:cTn id="12" dur="500"/>
                                        <p:tgtEl>
                                          <p:spTgt spid="15">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animEffect transition="in" filter="wipe(left)">
                                      <p:cBhvr>
                                        <p:cTn id="17" dur="500"/>
                                        <p:tgtEl>
                                          <p:spTgt spid="1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
                                            <p:txEl>
                                              <p:pRg st="4294967295" end="4294967295"/>
                                            </p:txEl>
                                          </p:spTgt>
                                        </p:tgtEl>
                                        <p:attrNameLst>
                                          <p:attrName>style.visibility</p:attrName>
                                        </p:attrNameLst>
                                      </p:cBhvr>
                                      <p:to>
                                        <p:strVal val="visible"/>
                                      </p:to>
                                    </p:set>
                                    <p:animEffect transition="in" filter="wipe(left)">
                                      <p:cBhvr>
                                        <p:cTn id="27" dur="500"/>
                                        <p:tgtEl>
                                          <p:spTgt spid="10">
                                            <p:txEl>
                                              <p:pRg st="4294967295" end="429496729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xEl>
                                              <p:pRg st="4294967295" end="4294967295"/>
                                            </p:txEl>
                                          </p:spTgt>
                                        </p:tgtEl>
                                        <p:attrNameLst>
                                          <p:attrName>style.visibility</p:attrName>
                                        </p:attrNameLst>
                                      </p:cBhvr>
                                      <p:to>
                                        <p:strVal val="visible"/>
                                      </p:to>
                                    </p:set>
                                    <p:animEffect transition="in" filter="wipe(left)">
                                      <p:cBhvr>
                                        <p:cTn id="32" dur="500"/>
                                        <p:tgtEl>
                                          <p:spTgt spid="10">
                                            <p:txEl>
                                              <p:pRg st="4294967295" end="429496729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
                                            <p:txEl>
                                              <p:pRg st="0" end="0"/>
                                            </p:txEl>
                                          </p:spTgt>
                                        </p:tgtEl>
                                        <p:attrNameLst>
                                          <p:attrName>style.visibility</p:attrName>
                                        </p:attrNameLst>
                                      </p:cBhvr>
                                      <p:to>
                                        <p:strVal val="visible"/>
                                      </p:to>
                                    </p:set>
                                    <p:animEffect transition="in" filter="wipe(left)">
                                      <p:cBhvr>
                                        <p:cTn id="37" dur="500"/>
                                        <p:tgtEl>
                                          <p:spTgt spid="10">
                                            <p:txEl>
                                              <p:pRg st="0" end="0"/>
                                            </p:txEl>
                                          </p:spTgt>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2">
                                            <p:txEl>
                                              <p:pRg st="4294967295" end="4294967295"/>
                                            </p:txEl>
                                          </p:spTgt>
                                        </p:tgtEl>
                                        <p:attrNameLst>
                                          <p:attrName>style.visibility</p:attrName>
                                        </p:attrNameLst>
                                      </p:cBhvr>
                                      <p:to>
                                        <p:strVal val="visible"/>
                                      </p:to>
                                    </p:set>
                                    <p:animEffect transition="in" filter="wipe(left)">
                                      <p:cBhvr>
                                        <p:cTn id="46" dur="500"/>
                                        <p:tgtEl>
                                          <p:spTgt spid="12">
                                            <p:txEl>
                                              <p:pRg st="4294967295" end="4294967295"/>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2">
                                            <p:txEl>
                                              <p:pRg st="4294967295" end="4294967295"/>
                                            </p:txEl>
                                          </p:spTgt>
                                        </p:tgtEl>
                                        <p:attrNameLst>
                                          <p:attrName>style.visibility</p:attrName>
                                        </p:attrNameLst>
                                      </p:cBhvr>
                                      <p:to>
                                        <p:strVal val="visible"/>
                                      </p:to>
                                    </p:set>
                                    <p:animEffect transition="in" filter="wipe(left)">
                                      <p:cBhvr>
                                        <p:cTn id="51" dur="500"/>
                                        <p:tgtEl>
                                          <p:spTgt spid="12">
                                            <p:txEl>
                                              <p:pRg st="4294967295" end="4294967295"/>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2">
                                            <p:txEl>
                                              <p:pRg st="0" end="0"/>
                                            </p:txEl>
                                          </p:spTgt>
                                        </p:tgtEl>
                                        <p:attrNameLst>
                                          <p:attrName>style.visibility</p:attrName>
                                        </p:attrNameLst>
                                      </p:cBhvr>
                                      <p:to>
                                        <p:strVal val="visible"/>
                                      </p:to>
                                    </p:set>
                                    <p:animEffect transition="in" filter="wipe(left)">
                                      <p:cBhvr>
                                        <p:cTn id="56" dur="500"/>
                                        <p:tgtEl>
                                          <p:spTgt spid="12">
                                            <p:txEl>
                                              <p:pRg st="0" end="0"/>
                                            </p:txEl>
                                          </p:spTgt>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wipe(left)">
                                      <p:cBhvr>
                                        <p:cTn id="60" dur="500"/>
                                        <p:tgtEl>
                                          <p:spTgt spid="1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6">
                                            <p:txEl>
                                              <p:pRg st="4294967295" end="4294967295"/>
                                            </p:txEl>
                                          </p:spTgt>
                                        </p:tgtEl>
                                        <p:attrNameLst>
                                          <p:attrName>style.visibility</p:attrName>
                                        </p:attrNameLst>
                                      </p:cBhvr>
                                      <p:to>
                                        <p:strVal val="visible"/>
                                      </p:to>
                                    </p:set>
                                    <p:animEffect transition="in" filter="wipe(left)">
                                      <p:cBhvr>
                                        <p:cTn id="65" dur="500"/>
                                        <p:tgtEl>
                                          <p:spTgt spid="16">
                                            <p:txEl>
                                              <p:pRg st="4294967295" end="4294967295"/>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6">
                                            <p:txEl>
                                              <p:pRg st="4294967295" end="4294967295"/>
                                            </p:txEl>
                                          </p:spTgt>
                                        </p:tgtEl>
                                        <p:attrNameLst>
                                          <p:attrName>style.visibility</p:attrName>
                                        </p:attrNameLst>
                                      </p:cBhvr>
                                      <p:to>
                                        <p:strVal val="visible"/>
                                      </p:to>
                                    </p:set>
                                    <p:animEffect transition="in" filter="wipe(left)">
                                      <p:cBhvr>
                                        <p:cTn id="70" dur="500"/>
                                        <p:tgtEl>
                                          <p:spTgt spid="16">
                                            <p:txEl>
                                              <p:pRg st="4294967295" end="4294967295"/>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6">
                                            <p:txEl>
                                              <p:pRg st="0" end="0"/>
                                            </p:txEl>
                                          </p:spTgt>
                                        </p:tgtEl>
                                        <p:attrNameLst>
                                          <p:attrName>style.visibility</p:attrName>
                                        </p:attrNameLst>
                                      </p:cBhvr>
                                      <p:to>
                                        <p:strVal val="visible"/>
                                      </p:to>
                                    </p:set>
                                    <p:animEffect transition="in" filter="wipe(left)">
                                      <p:cBhvr>
                                        <p:cTn id="75" dur="500"/>
                                        <p:tgtEl>
                                          <p:spTgt spid="16">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wipe(left)">
                                      <p:cBhvr>
                                        <p:cTn id="80" dur="500"/>
                                        <p:tgtEl>
                                          <p:spTgt spid="1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9">
                                            <p:txEl>
                                              <p:pRg st="4294967295" end="4294967295"/>
                                            </p:txEl>
                                          </p:spTgt>
                                        </p:tgtEl>
                                        <p:attrNameLst>
                                          <p:attrName>style.visibility</p:attrName>
                                        </p:attrNameLst>
                                      </p:cBhvr>
                                      <p:to>
                                        <p:strVal val="visible"/>
                                      </p:to>
                                    </p:set>
                                    <p:animEffect transition="in" filter="wipe(left)">
                                      <p:cBhvr>
                                        <p:cTn id="85" dur="500"/>
                                        <p:tgtEl>
                                          <p:spTgt spid="19">
                                            <p:txEl>
                                              <p:pRg st="4294967295" end="4294967295"/>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9">
                                            <p:txEl>
                                              <p:pRg st="4294967295" end="4294967295"/>
                                            </p:txEl>
                                          </p:spTgt>
                                        </p:tgtEl>
                                        <p:attrNameLst>
                                          <p:attrName>style.visibility</p:attrName>
                                        </p:attrNameLst>
                                      </p:cBhvr>
                                      <p:to>
                                        <p:strVal val="visible"/>
                                      </p:to>
                                    </p:set>
                                    <p:animEffect transition="in" filter="wipe(left)">
                                      <p:cBhvr>
                                        <p:cTn id="90" dur="500"/>
                                        <p:tgtEl>
                                          <p:spTgt spid="19">
                                            <p:txEl>
                                              <p:pRg st="4294967295" end="4294967295"/>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19">
                                            <p:txEl>
                                              <p:pRg st="0" end="0"/>
                                            </p:txEl>
                                          </p:spTgt>
                                        </p:tgtEl>
                                        <p:attrNameLst>
                                          <p:attrName>style.visibility</p:attrName>
                                        </p:attrNameLst>
                                      </p:cBhvr>
                                      <p:to>
                                        <p:strVal val="visible"/>
                                      </p:to>
                                    </p:set>
                                    <p:animEffect transition="in" filter="wipe(left)">
                                      <p:cBhvr>
                                        <p:cTn id="95" dur="500"/>
                                        <p:tgtEl>
                                          <p:spTgt spid="19">
                                            <p:txEl>
                                              <p:pRg st="0" end="0"/>
                                            </p:txEl>
                                          </p:spTgt>
                                        </p:tgtEl>
                                      </p:cBhvr>
                                    </p:animEffect>
                                  </p:childTnLst>
                                </p:cTn>
                              </p:par>
                            </p:childTnLst>
                          </p:cTn>
                        </p:par>
                        <p:par>
                          <p:cTn id="96" fill="hold">
                            <p:stCondLst>
                              <p:cond delay="500"/>
                            </p:stCondLst>
                            <p:childTnLst>
                              <p:par>
                                <p:cTn id="97" presetID="22" presetClass="entr" presetSubtype="8" fill="hold" nodeType="afterEffect">
                                  <p:stCondLst>
                                    <p:cond delay="0"/>
                                  </p:stCondLst>
                                  <p:childTnLst>
                                    <p:set>
                                      <p:cBhvr>
                                        <p:cTn id="98" dur="1" fill="hold">
                                          <p:stCondLst>
                                            <p:cond delay="0"/>
                                          </p:stCondLst>
                                        </p:cTn>
                                        <p:tgtEl>
                                          <p:spTgt spid="20"/>
                                        </p:tgtEl>
                                        <p:attrNameLst>
                                          <p:attrName>style.visibility</p:attrName>
                                        </p:attrNameLst>
                                      </p:cBhvr>
                                      <p:to>
                                        <p:strVal val="visible"/>
                                      </p:to>
                                    </p:set>
                                    <p:animEffect transition="in" filter="wipe(left)">
                                      <p:cBhvr>
                                        <p:cTn id="99" dur="500"/>
                                        <p:tgtEl>
                                          <p:spTgt spid="20"/>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22">
                                            <p:txEl>
                                              <p:pRg st="4294967295" end="4294967295"/>
                                            </p:txEl>
                                          </p:spTgt>
                                        </p:tgtEl>
                                        <p:attrNameLst>
                                          <p:attrName>style.visibility</p:attrName>
                                        </p:attrNameLst>
                                      </p:cBhvr>
                                      <p:to>
                                        <p:strVal val="visible"/>
                                      </p:to>
                                    </p:set>
                                    <p:animEffect transition="in" filter="wipe(left)">
                                      <p:cBhvr>
                                        <p:cTn id="104" dur="500"/>
                                        <p:tgtEl>
                                          <p:spTgt spid="22">
                                            <p:txEl>
                                              <p:pRg st="4294967295" end="4294967295"/>
                                            </p:txEl>
                                          </p:spTgt>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22">
                                            <p:txEl>
                                              <p:pRg st="0" end="0"/>
                                            </p:txEl>
                                          </p:spTgt>
                                        </p:tgtEl>
                                        <p:attrNameLst>
                                          <p:attrName>style.visibility</p:attrName>
                                        </p:attrNameLst>
                                      </p:cBhvr>
                                      <p:to>
                                        <p:strVal val="visible"/>
                                      </p:to>
                                    </p:set>
                                    <p:animEffect transition="in" filter="wipe(left)">
                                      <p:cBhvr>
                                        <p:cTn id="109" dur="500"/>
                                        <p:tgtEl>
                                          <p:spTgt spid="22">
                                            <p:txEl>
                                              <p:pRg st="0" end="0"/>
                                            </p:txEl>
                                          </p:spTgt>
                                        </p:tgtEl>
                                      </p:cBhvr>
                                    </p:animEffect>
                                  </p:childTnLst>
                                </p:cTn>
                              </p:par>
                            </p:childTnLst>
                          </p:cTn>
                        </p:par>
                        <p:par>
                          <p:cTn id="110" fill="hold">
                            <p:stCondLst>
                              <p:cond delay="500"/>
                            </p:stCondLst>
                            <p:childTnLst>
                              <p:par>
                                <p:cTn id="111" presetID="22" presetClass="entr" presetSubtype="8" fill="hold" nodeType="afterEffect">
                                  <p:stCondLst>
                                    <p:cond delay="0"/>
                                  </p:stCondLst>
                                  <p:childTnLst>
                                    <p:set>
                                      <p:cBhvr>
                                        <p:cTn id="112" dur="1" fill="hold">
                                          <p:stCondLst>
                                            <p:cond delay="0"/>
                                          </p:stCondLst>
                                        </p:cTn>
                                        <p:tgtEl>
                                          <p:spTgt spid="23"/>
                                        </p:tgtEl>
                                        <p:attrNameLst>
                                          <p:attrName>style.visibility</p:attrName>
                                        </p:attrNameLst>
                                      </p:cBhvr>
                                      <p:to>
                                        <p:strVal val="visible"/>
                                      </p:to>
                                    </p:set>
                                    <p:animEffect transition="in" filter="wipe(left)">
                                      <p:cBhvr>
                                        <p:cTn id="11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utoUpdateAnimBg="0" build="p"/>
      <p:bldP spid="12" grpId="0" autoUpdateAnimBg="0" build="p"/>
      <p:bldP spid="15" grpId="0" autoUpdateAnimBg="0" build="p"/>
      <p:bldP spid="16" grpId="0" autoUpdateAnimBg="0" build="p"/>
      <p:bldP spid="19" grpId="0" autoUpdateAnimBg="0" build="p"/>
      <p:bldP spid="22" grpId="0" autoUpdateAnimBg="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7216775" y="1854835"/>
            <a:ext cx="3098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pitchFamily="49" charset="-122"/>
                <a:cs typeface="Times New Roman" panose="02020603050405020304" pitchFamily="18" charset="0"/>
              </a:rPr>
              <a:t>时，哪些是收敛的？</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Text Box 8"/>
          <p:cNvSpPr txBox="1">
            <a:spLocks noChangeArrowheads="1"/>
          </p:cNvSpPr>
          <p:nvPr/>
        </p:nvSpPr>
        <p:spPr bwMode="auto">
          <a:xfrm>
            <a:off x="1708785" y="1852930"/>
            <a:ext cx="48133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下列几个图形中的</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在 </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Text Box 10">
            <a:hlinkClick r:id="rId1" action="ppaction://hlinksldjump"/>
          </p:cNvPr>
          <p:cNvSpPr txBox="1">
            <a:spLocks noChangeArrowheads="1"/>
          </p:cNvSpPr>
          <p:nvPr/>
        </p:nvSpPr>
        <p:spPr bwMode="auto">
          <a:xfrm>
            <a:off x="1708732" y="835267"/>
            <a:ext cx="434713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从函数的图像看，</a:t>
            </a:r>
            <a:r>
              <a:rPr lang="zh-CN" altLang="zh-CN" sz="2800" b="1" dirty="0" smtClean="0">
                <a:latin typeface="Times New Roman" panose="02020603050405020304" pitchFamily="18" charset="0"/>
                <a:ea typeface="黑体" panose="02010609060101010101" pitchFamily="49" charset="-122"/>
                <a:cs typeface="Times New Roman" panose="02020603050405020304" pitchFamily="18" charset="0"/>
              </a:rPr>
              <a:t>极限</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Text Box 11"/>
          <p:cNvSpPr txBox="1">
            <a:spLocks noChangeArrowheads="1"/>
          </p:cNvSpPr>
          <p:nvPr/>
        </p:nvSpPr>
        <p:spPr bwMode="auto">
          <a:xfrm>
            <a:off x="1120286" y="205123"/>
            <a:ext cx="3821773" cy="76835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zh-CN" sz="4400" b="1" dirty="0" smtClean="0">
                <a:gradFill>
                  <a:gsLst>
                    <a:gs pos="0">
                      <a:srgbClr val="7B32B2"/>
                    </a:gs>
                    <a:gs pos="100000">
                      <a:srgbClr val="401A5D"/>
                    </a:gs>
                  </a:gsLst>
                  <a:lin scaled="0"/>
                </a:gradFill>
                <a:latin typeface="隶书" panose="02010509060101010101" pitchFamily="49" charset="-122"/>
                <a:ea typeface="隶书" panose="02010509060101010101" pitchFamily="49" charset="-122"/>
                <a:cs typeface="+mj-cs"/>
              </a:rPr>
              <a:t>练习1.2.2</a:t>
            </a:r>
            <a:endParaRPr lang="zh-CN" altLang="zh-CN" sz="4400" b="1" dirty="0" smtClean="0">
              <a:gradFill>
                <a:gsLst>
                  <a:gs pos="0">
                    <a:srgbClr val="7B32B2"/>
                  </a:gs>
                  <a:gs pos="100000">
                    <a:srgbClr val="401A5D"/>
                  </a:gs>
                </a:gsLst>
                <a:lin scaled="0"/>
              </a:gradFill>
              <a:latin typeface="隶书" panose="02010509060101010101" pitchFamily="49" charset="-122"/>
              <a:ea typeface="隶书" panose="02010509060101010101" pitchFamily="49" charset="-122"/>
              <a:cs typeface="+mj-cs"/>
            </a:endParaRPr>
          </a:p>
        </p:txBody>
      </p:sp>
      <p:sp>
        <p:nvSpPr>
          <p:cNvPr id="6" name="Text Box 16"/>
          <p:cNvSpPr txBox="1">
            <a:spLocks noChangeArrowheads="1"/>
          </p:cNvSpPr>
          <p:nvPr/>
        </p:nvSpPr>
        <p:spPr bwMode="auto">
          <a:xfrm>
            <a:off x="1787208" y="5145405"/>
            <a:ext cx="1828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3.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设函数</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7" name="Object 17"/>
          <p:cNvGraphicFramePr>
            <a:graphicFrameLocks noChangeAspect="1"/>
          </p:cNvGraphicFramePr>
          <p:nvPr/>
        </p:nvGraphicFramePr>
        <p:xfrm>
          <a:off x="3369945" y="5197158"/>
          <a:ext cx="1025525" cy="400050"/>
        </p:xfrm>
        <a:graphic>
          <a:graphicData uri="http://schemas.openxmlformats.org/presentationml/2006/ole">
            <mc:AlternateContent xmlns:mc="http://schemas.openxmlformats.org/markup-compatibility/2006">
              <mc:Choice xmlns:v="urn:schemas-microsoft-com:vml" Requires="v">
                <p:oleObj spid="_x0000_s33793" name="Equation" r:id="rId2" imgW="24384000" imgH="9448800" progId="Equation.DSMT4">
                  <p:embed/>
                </p:oleObj>
              </mc:Choice>
              <mc:Fallback>
                <p:oleObj name="Equation" r:id="rId2" imgW="24384000" imgH="9448800" progId="Equation.DSMT4">
                  <p:embed/>
                  <p:pic>
                    <p:nvPicPr>
                      <p:cNvPr id="0" name="图片 33792"/>
                      <p:cNvPicPr>
                        <a:picLocks noChangeAspect="1"/>
                      </p:cNvPicPr>
                      <p:nvPr/>
                    </p:nvPicPr>
                    <p:blipFill>
                      <a:blip r:embed="rId3"/>
                      <a:stretch>
                        <a:fillRect/>
                      </a:stretch>
                    </p:blipFill>
                    <p:spPr>
                      <a:xfrm>
                        <a:off x="3369945" y="5197158"/>
                        <a:ext cx="1025525" cy="400050"/>
                      </a:xfrm>
                      <a:prstGeom prst="rect">
                        <a:avLst/>
                      </a:prstGeom>
                      <a:noFill/>
                      <a:ln w="9525">
                        <a:noFill/>
                      </a:ln>
                    </p:spPr>
                  </p:pic>
                </p:oleObj>
              </mc:Fallback>
            </mc:AlternateContent>
          </a:graphicData>
        </a:graphic>
      </p:graphicFrame>
      <p:sp>
        <p:nvSpPr>
          <p:cNvPr id="8" name="Text Box 18"/>
          <p:cNvSpPr txBox="1">
            <a:spLocks noChangeArrowheads="1"/>
          </p:cNvSpPr>
          <p:nvPr/>
        </p:nvSpPr>
        <p:spPr bwMode="auto">
          <a:xfrm>
            <a:off x="6537643" y="5075238"/>
            <a:ext cx="838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且</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9" name="Object 19"/>
          <p:cNvGraphicFramePr>
            <a:graphicFrameLocks noChangeAspect="1"/>
          </p:cNvGraphicFramePr>
          <p:nvPr/>
        </p:nvGraphicFramePr>
        <p:xfrm>
          <a:off x="7118033" y="5113020"/>
          <a:ext cx="1257300" cy="554038"/>
        </p:xfrm>
        <a:graphic>
          <a:graphicData uri="http://schemas.openxmlformats.org/presentationml/2006/ole">
            <mc:AlternateContent xmlns:mc="http://schemas.openxmlformats.org/markup-compatibility/2006">
              <mc:Choice xmlns:v="urn:schemas-microsoft-com:vml" Requires="v">
                <p:oleObj spid="_x0000_s33794" name="Equation" r:id="rId4" imgW="29870400" imgH="13106400" progId="Equation.DSMT4">
                  <p:embed/>
                </p:oleObj>
              </mc:Choice>
              <mc:Fallback>
                <p:oleObj name="Equation" r:id="rId4" imgW="29870400" imgH="13106400" progId="Equation.DSMT4">
                  <p:embed/>
                  <p:pic>
                    <p:nvPicPr>
                      <p:cNvPr id="0" name="图片 33793"/>
                      <p:cNvPicPr>
                        <a:picLocks noChangeAspect="1"/>
                      </p:cNvPicPr>
                      <p:nvPr/>
                    </p:nvPicPr>
                    <p:blipFill>
                      <a:blip r:embed="rId5"/>
                      <a:stretch>
                        <a:fillRect/>
                      </a:stretch>
                    </p:blipFill>
                    <p:spPr>
                      <a:xfrm>
                        <a:off x="7118033" y="5113020"/>
                        <a:ext cx="1257300" cy="554038"/>
                      </a:xfrm>
                      <a:prstGeom prst="rect">
                        <a:avLst/>
                      </a:prstGeom>
                      <a:noFill/>
                      <a:ln w="9525">
                        <a:noFill/>
                      </a:ln>
                    </p:spPr>
                  </p:pic>
                </p:oleObj>
              </mc:Fallback>
            </mc:AlternateContent>
          </a:graphicData>
        </a:graphic>
      </p:graphicFrame>
      <p:sp>
        <p:nvSpPr>
          <p:cNvPr id="10" name="Text Box 20"/>
          <p:cNvSpPr txBox="1">
            <a:spLocks noChangeArrowheads="1"/>
          </p:cNvSpPr>
          <p:nvPr/>
        </p:nvSpPr>
        <p:spPr bwMode="auto">
          <a:xfrm>
            <a:off x="8375333" y="5075555"/>
            <a:ext cx="1676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存在</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1" name="Object 21"/>
          <p:cNvGraphicFramePr>
            <a:graphicFrameLocks noChangeAspect="1"/>
          </p:cNvGraphicFramePr>
          <p:nvPr/>
        </p:nvGraphicFramePr>
        <p:xfrm>
          <a:off x="2266633" y="5846763"/>
          <a:ext cx="1649412" cy="406400"/>
        </p:xfrm>
        <a:graphic>
          <a:graphicData uri="http://schemas.openxmlformats.org/presentationml/2006/ole">
            <mc:AlternateContent xmlns:mc="http://schemas.openxmlformats.org/markup-compatibility/2006">
              <mc:Choice xmlns:v="urn:schemas-microsoft-com:vml" Requires="v">
                <p:oleObj spid="_x0000_s33795" name="Equation" r:id="rId6" imgW="39319200" imgH="9448800" progId="Equation.DSMT4">
                  <p:embed/>
                </p:oleObj>
              </mc:Choice>
              <mc:Fallback>
                <p:oleObj name="Equation" r:id="rId6" imgW="39319200" imgH="9448800" progId="Equation.DSMT4">
                  <p:embed/>
                  <p:pic>
                    <p:nvPicPr>
                      <p:cNvPr id="0" name="图片 33794"/>
                      <p:cNvPicPr>
                        <a:picLocks noChangeAspect="1"/>
                      </p:cNvPicPr>
                      <p:nvPr/>
                    </p:nvPicPr>
                    <p:blipFill>
                      <a:blip r:embed="rId7"/>
                      <a:stretch>
                        <a:fillRect/>
                      </a:stretch>
                    </p:blipFill>
                    <p:spPr>
                      <a:xfrm>
                        <a:off x="2266633" y="5846763"/>
                        <a:ext cx="1649412" cy="406400"/>
                      </a:xfrm>
                      <a:prstGeom prst="rect">
                        <a:avLst/>
                      </a:prstGeom>
                      <a:noFill/>
                      <a:ln w="9525">
                        <a:noFill/>
                      </a:ln>
                    </p:spPr>
                  </p:pic>
                </p:oleObj>
              </mc:Fallback>
            </mc:AlternateContent>
          </a:graphicData>
        </a:graphic>
      </p:graphicFrame>
      <p:graphicFrame>
        <p:nvGraphicFramePr>
          <p:cNvPr id="12" name="Object 22"/>
          <p:cNvGraphicFramePr>
            <a:graphicFrameLocks noChangeAspect="1"/>
          </p:cNvGraphicFramePr>
          <p:nvPr/>
        </p:nvGraphicFramePr>
        <p:xfrm>
          <a:off x="3041333" y="5529263"/>
          <a:ext cx="574675" cy="911225"/>
        </p:xfrm>
        <a:graphic>
          <a:graphicData uri="http://schemas.openxmlformats.org/presentationml/2006/ole">
            <mc:AlternateContent xmlns:mc="http://schemas.openxmlformats.org/markup-compatibility/2006">
              <mc:Choice xmlns:v="urn:schemas-microsoft-com:vml" Requires="v">
                <p:oleObj spid="_x0000_s33796" name="Equation" r:id="rId8" imgW="4572000" imgH="7620000" progId="Equation.DSMT4">
                  <p:embed/>
                </p:oleObj>
              </mc:Choice>
              <mc:Fallback>
                <p:oleObj name="Equation" r:id="rId8" imgW="4572000" imgH="7620000" progId="Equation.DSMT4">
                  <p:embed/>
                  <p:pic>
                    <p:nvPicPr>
                      <p:cNvPr id="0" name="图片 33795"/>
                      <p:cNvPicPr>
                        <a:picLocks noChangeAspect="1"/>
                      </p:cNvPicPr>
                      <p:nvPr/>
                    </p:nvPicPr>
                    <p:blipFill>
                      <a:blip r:embed="rId9"/>
                      <a:stretch>
                        <a:fillRect/>
                      </a:stretch>
                    </p:blipFill>
                    <p:spPr>
                      <a:xfrm>
                        <a:off x="3041333" y="5529263"/>
                        <a:ext cx="574675" cy="911225"/>
                      </a:xfrm>
                      <a:prstGeom prst="rect">
                        <a:avLst/>
                      </a:prstGeom>
                      <a:noFill/>
                      <a:ln w="9525">
                        <a:noFill/>
                      </a:ln>
                    </p:spPr>
                  </p:pic>
                </p:oleObj>
              </mc:Fallback>
            </mc:AlternateContent>
          </a:graphicData>
        </a:graphic>
      </p:graphicFrame>
      <p:sp>
        <p:nvSpPr>
          <p:cNvPr id="14" name="AutoShape 25"/>
          <p:cNvSpPr/>
          <p:nvPr/>
        </p:nvSpPr>
        <p:spPr bwMode="auto">
          <a:xfrm>
            <a:off x="4395153" y="5010785"/>
            <a:ext cx="152400" cy="762000"/>
          </a:xfrm>
          <a:prstGeom prst="leftBrace">
            <a:avLst>
              <a:gd name="adj1" fmla="val 41667"/>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5" name="Object 26"/>
          <p:cNvGraphicFramePr>
            <a:graphicFrameLocks noChangeAspect="1"/>
          </p:cNvGraphicFramePr>
          <p:nvPr/>
        </p:nvGraphicFramePr>
        <p:xfrm>
          <a:off x="4644708" y="4840605"/>
          <a:ext cx="1682750" cy="1000125"/>
        </p:xfrm>
        <a:graphic>
          <a:graphicData uri="http://schemas.openxmlformats.org/presentationml/2006/ole">
            <mc:AlternateContent xmlns:mc="http://schemas.openxmlformats.org/markup-compatibility/2006">
              <mc:Choice xmlns:v="urn:schemas-microsoft-com:vml" Requires="v">
                <p:oleObj spid="_x0000_s33797" name="Equation" r:id="rId10" imgW="40233600" imgH="23774400" progId="Equation.DSMT4">
                  <p:embed/>
                </p:oleObj>
              </mc:Choice>
              <mc:Fallback>
                <p:oleObj name="Equation" r:id="rId10" imgW="40233600" imgH="23774400" progId="Equation.DSMT4">
                  <p:embed/>
                  <p:pic>
                    <p:nvPicPr>
                      <p:cNvPr id="0" name="图片 33796"/>
                      <p:cNvPicPr>
                        <a:picLocks noChangeAspect="1"/>
                      </p:cNvPicPr>
                      <p:nvPr/>
                    </p:nvPicPr>
                    <p:blipFill>
                      <a:blip r:embed="rId11"/>
                      <a:stretch>
                        <a:fillRect/>
                      </a:stretch>
                    </p:blipFill>
                    <p:spPr>
                      <a:xfrm>
                        <a:off x="4644708" y="4840605"/>
                        <a:ext cx="1682750" cy="1000125"/>
                      </a:xfrm>
                      <a:prstGeom prst="rect">
                        <a:avLst/>
                      </a:prstGeom>
                      <a:noFill/>
                      <a:ln w="9525">
                        <a:noFill/>
                      </a:ln>
                    </p:spPr>
                  </p:pic>
                </p:oleObj>
              </mc:Fallback>
            </mc:AlternateContent>
          </a:graphicData>
        </a:graphic>
      </p:graphicFrame>
      <p:sp>
        <p:nvSpPr>
          <p:cNvPr id="16" name="Rectangle 48"/>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7" name="对象 2"/>
          <p:cNvGraphicFramePr>
            <a:graphicFrameLocks noChangeAspect="1"/>
          </p:cNvGraphicFramePr>
          <p:nvPr/>
        </p:nvGraphicFramePr>
        <p:xfrm>
          <a:off x="5761936" y="881622"/>
          <a:ext cx="1638300" cy="552450"/>
        </p:xfrm>
        <a:graphic>
          <a:graphicData uri="http://schemas.openxmlformats.org/presentationml/2006/ole">
            <mc:AlternateContent xmlns:mc="http://schemas.openxmlformats.org/markup-compatibility/2006">
              <mc:Choice xmlns:v="urn:schemas-microsoft-com:vml" Requires="v">
                <p:oleObj spid="_x0000_s33798" name="Equation" r:id="rId12" imgW="39319200" imgH="13106400" progId="Equation.DSMT4">
                  <p:embed/>
                </p:oleObj>
              </mc:Choice>
              <mc:Fallback>
                <p:oleObj name="Equation" r:id="rId12" imgW="39319200" imgH="13106400" progId="Equation.DSMT4">
                  <p:embed/>
                  <p:pic>
                    <p:nvPicPr>
                      <p:cNvPr id="0" name="图片 33797"/>
                      <p:cNvPicPr>
                        <a:picLocks noChangeAspect="1"/>
                      </p:cNvPicPr>
                      <p:nvPr/>
                    </p:nvPicPr>
                    <p:blipFill>
                      <a:blip r:embed="rId13"/>
                      <a:stretch>
                        <a:fillRect/>
                      </a:stretch>
                    </p:blipFill>
                    <p:spPr>
                      <a:xfrm>
                        <a:off x="5761936" y="881622"/>
                        <a:ext cx="1638300" cy="552450"/>
                      </a:xfrm>
                      <a:prstGeom prst="rect">
                        <a:avLst/>
                      </a:prstGeom>
                      <a:noFill/>
                      <a:ln w="9525">
                        <a:noFill/>
                      </a:ln>
                    </p:spPr>
                  </p:pic>
                </p:oleObj>
              </mc:Fallback>
            </mc:AlternateContent>
          </a:graphicData>
        </a:graphic>
      </p:graphicFrame>
      <p:graphicFrame>
        <p:nvGraphicFramePr>
          <p:cNvPr id="18" name="对象 17"/>
          <p:cNvGraphicFramePr>
            <a:graphicFrameLocks noChangeAspect="1"/>
          </p:cNvGraphicFramePr>
          <p:nvPr/>
        </p:nvGraphicFramePr>
        <p:xfrm>
          <a:off x="4988193" y="1907967"/>
          <a:ext cx="774360" cy="393480"/>
        </p:xfrm>
        <a:graphic>
          <a:graphicData uri="http://schemas.openxmlformats.org/presentationml/2006/ole">
            <mc:AlternateContent xmlns:mc="http://schemas.openxmlformats.org/markup-compatibility/2006">
              <mc:Choice xmlns:v="urn:schemas-microsoft-com:vml" Requires="v">
                <p:oleObj spid="_x0000_s33799" name="Equation" r:id="rId14" imgW="18592800" imgH="9448800" progId="Equation.DSMT4">
                  <p:embed/>
                </p:oleObj>
              </mc:Choice>
              <mc:Fallback>
                <p:oleObj name="Equation" r:id="rId14" imgW="18592800" imgH="9448800" progId="Equation.DSMT4">
                  <p:embed/>
                  <p:pic>
                    <p:nvPicPr>
                      <p:cNvPr id="0" name="图片 33798"/>
                      <p:cNvPicPr>
                        <a:picLocks noChangeAspect="1"/>
                      </p:cNvPicPr>
                      <p:nvPr/>
                    </p:nvPicPr>
                    <p:blipFill>
                      <a:blip r:embed="rId15"/>
                      <a:stretch>
                        <a:fillRect/>
                      </a:stretch>
                    </p:blipFill>
                    <p:spPr>
                      <a:xfrm>
                        <a:off x="4988193" y="1907967"/>
                        <a:ext cx="774360" cy="393480"/>
                      </a:xfrm>
                      <a:prstGeom prst="rect">
                        <a:avLst/>
                      </a:prstGeom>
                      <a:noFill/>
                      <a:ln w="9525">
                        <a:noFill/>
                      </a:ln>
                    </p:spPr>
                  </p:pic>
                </p:oleObj>
              </mc:Fallback>
            </mc:AlternateContent>
          </a:graphicData>
        </a:graphic>
      </p:graphicFrame>
      <p:graphicFrame>
        <p:nvGraphicFramePr>
          <p:cNvPr id="19" name="对象 18"/>
          <p:cNvGraphicFramePr>
            <a:graphicFrameLocks noChangeAspect="1"/>
          </p:cNvGraphicFramePr>
          <p:nvPr/>
        </p:nvGraphicFramePr>
        <p:xfrm>
          <a:off x="6328023" y="1907967"/>
          <a:ext cx="888840" cy="393480"/>
        </p:xfrm>
        <a:graphic>
          <a:graphicData uri="http://schemas.openxmlformats.org/presentationml/2006/ole">
            <mc:AlternateContent xmlns:mc="http://schemas.openxmlformats.org/markup-compatibility/2006">
              <mc:Choice xmlns:v="urn:schemas-microsoft-com:vml" Requires="v">
                <p:oleObj spid="_x0000_s33800" name="Equation" r:id="rId16" imgW="21336000" imgH="9448800" progId="Equation.DSMT4">
                  <p:embed/>
                </p:oleObj>
              </mc:Choice>
              <mc:Fallback>
                <p:oleObj name="Equation" r:id="rId16" imgW="21336000" imgH="9448800" progId="Equation.DSMT4">
                  <p:embed/>
                  <p:pic>
                    <p:nvPicPr>
                      <p:cNvPr id="0" name="图片 33799"/>
                      <p:cNvPicPr>
                        <a:picLocks noChangeAspect="1"/>
                      </p:cNvPicPr>
                      <p:nvPr/>
                    </p:nvPicPr>
                    <p:blipFill>
                      <a:blip r:embed="rId17">
                        <a:biLevel thresh="50000"/>
                        <a:grayscl/>
                      </a:blip>
                      <a:stretch>
                        <a:fillRect/>
                      </a:stretch>
                    </p:blipFill>
                    <p:spPr>
                      <a:xfrm>
                        <a:off x="6328023" y="1907967"/>
                        <a:ext cx="888840" cy="393480"/>
                      </a:xfrm>
                      <a:prstGeom prst="rect">
                        <a:avLst/>
                      </a:prstGeom>
                      <a:noFill/>
                      <a:ln w="9525">
                        <a:noFill/>
                      </a:ln>
                    </p:spPr>
                  </p:pic>
                </p:oleObj>
              </mc:Fallback>
            </mc:AlternateContent>
          </a:graphicData>
        </a:graphic>
      </p:graphicFrame>
      <p:pic>
        <p:nvPicPr>
          <p:cNvPr id="20" name="Picture 51"/>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1925219" y="2460663"/>
            <a:ext cx="8867080" cy="2456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p:nvSpPr>
        <p:spPr>
          <a:xfrm>
            <a:off x="2786063" y="1357554"/>
            <a:ext cx="1255395" cy="521970"/>
          </a:xfrm>
          <a:prstGeom prst="rect">
            <a:avLst/>
          </a:prstGeom>
          <a:noFill/>
        </p:spPr>
        <p:txBody>
          <a:bodyPr wrap="none" rtlCol="0">
            <a:spAutoFit/>
          </a:bodyPr>
          <a:lstStyle/>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答案：</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1" name="TextBox 20"/>
          <p:cNvSpPr txBox="1"/>
          <p:nvPr/>
        </p:nvSpPr>
        <p:spPr>
          <a:xfrm>
            <a:off x="3843841" y="1357554"/>
            <a:ext cx="1255395" cy="521970"/>
          </a:xfrm>
          <a:prstGeom prst="rect">
            <a:avLst/>
          </a:prstGeom>
          <a:noFill/>
        </p:spPr>
        <p:txBody>
          <a:bodyPr wrap="none" rtlCol="0">
            <a:spAutoFit/>
          </a:bodyPr>
          <a:lstStyle/>
          <a:p>
            <a:r>
              <a:rPr lang="zh-CN" altLang="en-US"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不存在</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2" name="TextBox 21"/>
          <p:cNvSpPr txBox="1"/>
          <p:nvPr/>
        </p:nvSpPr>
        <p:spPr>
          <a:xfrm>
            <a:off x="4884474" y="1371524"/>
            <a:ext cx="4830445" cy="521970"/>
          </a:xfrm>
          <a:prstGeom prst="rect">
            <a:avLst/>
          </a:prstGeom>
          <a:noFill/>
        </p:spPr>
        <p:txBody>
          <a:bodyPr wrap="none" rtlCol="0">
            <a:spAutoFit/>
          </a:bodyPr>
          <a:lstStyle/>
          <a:p>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（左右极限均存在但不相等）</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TextBox 22"/>
          <p:cNvSpPr txBox="1"/>
          <p:nvPr/>
        </p:nvSpPr>
        <p:spPr>
          <a:xfrm>
            <a:off x="8702658" y="4591070"/>
            <a:ext cx="1255395" cy="521970"/>
          </a:xfrm>
          <a:prstGeom prst="rect">
            <a:avLst/>
          </a:prstGeom>
          <a:noFill/>
        </p:spPr>
        <p:txBody>
          <a:bodyPr wrap="none" rtlCol="0">
            <a:spAutoFit/>
          </a:bodyPr>
          <a:lstStyle/>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答案：</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4" name="TextBox 23"/>
          <p:cNvSpPr txBox="1"/>
          <p:nvPr/>
        </p:nvSpPr>
        <p:spPr>
          <a:xfrm>
            <a:off x="9845526" y="4553605"/>
            <a:ext cx="2346474" cy="521970"/>
          </a:xfrm>
          <a:prstGeom prst="rect">
            <a:avLst/>
          </a:prstGeom>
          <a:noFill/>
        </p:spPr>
        <p:txBody>
          <a:bodyPr wrap="square" rtlCol="0">
            <a:spAutoFit/>
          </a:bodyPr>
          <a:lstStyle/>
          <a:p>
            <a:r>
              <a:rPr lang="en-US"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(B)  (E)</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 name="TextBox 24"/>
          <p:cNvSpPr txBox="1"/>
          <p:nvPr/>
        </p:nvSpPr>
        <p:spPr>
          <a:xfrm>
            <a:off x="7464152" y="835267"/>
            <a:ext cx="1612900" cy="521970"/>
          </a:xfrm>
          <a:prstGeom prst="rect">
            <a:avLst/>
          </a:prstGeom>
          <a:noFill/>
        </p:spPr>
        <p:txBody>
          <a:bodyPr wrap="none" rtlCol="0">
            <a:spAutoFit/>
          </a:bodyPr>
          <a:lstStyle/>
          <a:p>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存在吗？</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6" name="任意多边形 25"/>
          <p:cNvSpPr/>
          <p:nvPr/>
        </p:nvSpPr>
        <p:spPr>
          <a:xfrm>
            <a:off x="3293312" y="3110942"/>
            <a:ext cx="1909187" cy="1518708"/>
          </a:xfrm>
          <a:custGeom>
            <a:avLst/>
            <a:gdLst>
              <a:gd name="connsiteX0" fmla="*/ 0 w 1909187"/>
              <a:gd name="connsiteY0" fmla="*/ 1145512 h 1518708"/>
              <a:gd name="connsiteX1" fmla="*/ 532563 w 1909187"/>
              <a:gd name="connsiteY1" fmla="*/ 1507253 h 1518708"/>
              <a:gd name="connsiteX2" fmla="*/ 1115367 w 1909187"/>
              <a:gd name="connsiteY2" fmla="*/ 763674 h 1518708"/>
              <a:gd name="connsiteX3" fmla="*/ 1909187 w 1909187"/>
              <a:gd name="connsiteY3" fmla="*/ 0 h 1518708"/>
            </a:gdLst>
            <a:ahLst/>
            <a:cxnLst>
              <a:cxn ang="0">
                <a:pos x="connsiteX0" y="connsiteY0"/>
              </a:cxn>
              <a:cxn ang="0">
                <a:pos x="connsiteX1" y="connsiteY1"/>
              </a:cxn>
              <a:cxn ang="0">
                <a:pos x="connsiteX2" y="connsiteY2"/>
              </a:cxn>
              <a:cxn ang="0">
                <a:pos x="connsiteX3" y="connsiteY3"/>
              </a:cxn>
            </a:cxnLst>
            <a:rect l="l" t="t" r="r" b="b"/>
            <a:pathLst>
              <a:path w="1909187" h="1518708">
                <a:moveTo>
                  <a:pt x="0" y="1145512"/>
                </a:moveTo>
                <a:cubicBezTo>
                  <a:pt x="173334" y="1358202"/>
                  <a:pt x="346668" y="1570893"/>
                  <a:pt x="532563" y="1507253"/>
                </a:cubicBezTo>
                <a:cubicBezTo>
                  <a:pt x="718458" y="1443613"/>
                  <a:pt x="885930" y="1014883"/>
                  <a:pt x="1115367" y="763674"/>
                </a:cubicBezTo>
                <a:cubicBezTo>
                  <a:pt x="1344804" y="512465"/>
                  <a:pt x="1626995" y="256232"/>
                  <a:pt x="1909187" y="0"/>
                </a:cubicBezTo>
              </a:path>
            </a:pathLst>
          </a:cu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任意多边形 26"/>
          <p:cNvSpPr/>
          <p:nvPr/>
        </p:nvSpPr>
        <p:spPr>
          <a:xfrm>
            <a:off x="8940937" y="3085096"/>
            <a:ext cx="1909187" cy="1518708"/>
          </a:xfrm>
          <a:custGeom>
            <a:avLst/>
            <a:gdLst>
              <a:gd name="connsiteX0" fmla="*/ 0 w 1909187"/>
              <a:gd name="connsiteY0" fmla="*/ 1145512 h 1518708"/>
              <a:gd name="connsiteX1" fmla="*/ 532563 w 1909187"/>
              <a:gd name="connsiteY1" fmla="*/ 1507253 h 1518708"/>
              <a:gd name="connsiteX2" fmla="*/ 1115367 w 1909187"/>
              <a:gd name="connsiteY2" fmla="*/ 763674 h 1518708"/>
              <a:gd name="connsiteX3" fmla="*/ 1909187 w 1909187"/>
              <a:gd name="connsiteY3" fmla="*/ 0 h 1518708"/>
            </a:gdLst>
            <a:ahLst/>
            <a:cxnLst>
              <a:cxn ang="0">
                <a:pos x="connsiteX0" y="connsiteY0"/>
              </a:cxn>
              <a:cxn ang="0">
                <a:pos x="connsiteX1" y="connsiteY1"/>
              </a:cxn>
              <a:cxn ang="0">
                <a:pos x="connsiteX2" y="connsiteY2"/>
              </a:cxn>
              <a:cxn ang="0">
                <a:pos x="connsiteX3" y="connsiteY3"/>
              </a:cxn>
            </a:cxnLst>
            <a:rect l="l" t="t" r="r" b="b"/>
            <a:pathLst>
              <a:path w="1909187" h="1518708">
                <a:moveTo>
                  <a:pt x="0" y="1145512"/>
                </a:moveTo>
                <a:cubicBezTo>
                  <a:pt x="173334" y="1358202"/>
                  <a:pt x="346668" y="1570893"/>
                  <a:pt x="532563" y="1507253"/>
                </a:cubicBezTo>
                <a:cubicBezTo>
                  <a:pt x="718458" y="1443613"/>
                  <a:pt x="885930" y="1014883"/>
                  <a:pt x="1115367" y="763674"/>
                </a:cubicBezTo>
                <a:cubicBezTo>
                  <a:pt x="1344804" y="512465"/>
                  <a:pt x="1626995" y="256232"/>
                  <a:pt x="1909187" y="0"/>
                </a:cubicBezTo>
              </a:path>
            </a:pathLst>
          </a:cu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9" name="直接箭头连接符 28"/>
          <p:cNvCxnSpPr/>
          <p:nvPr/>
        </p:nvCxnSpPr>
        <p:spPr>
          <a:xfrm>
            <a:off x="7752184" y="692696"/>
            <a:ext cx="273722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flipV="1">
            <a:off x="9120794" y="184666"/>
            <a:ext cx="0" cy="91221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7762875" y="493792"/>
            <a:ext cx="2713038" cy="387271"/>
            <a:chOff x="6238875" y="493792"/>
            <a:chExt cx="2713038" cy="387271"/>
          </a:xfrm>
        </p:grpSpPr>
        <p:sp>
          <p:nvSpPr>
            <p:cNvPr id="43" name="任意多边形 42"/>
            <p:cNvSpPr/>
            <p:nvPr/>
          </p:nvSpPr>
          <p:spPr>
            <a:xfrm>
              <a:off x="6238875" y="690563"/>
              <a:ext cx="1357313" cy="190500"/>
            </a:xfrm>
            <a:custGeom>
              <a:avLst/>
              <a:gdLst>
                <a:gd name="connsiteX0" fmla="*/ 0 w 1357313"/>
                <a:gd name="connsiteY0" fmla="*/ 190500 h 190500"/>
                <a:gd name="connsiteX1" fmla="*/ 1123950 w 1357313"/>
                <a:gd name="connsiteY1" fmla="*/ 171450 h 190500"/>
                <a:gd name="connsiteX2" fmla="*/ 1357313 w 1357313"/>
                <a:gd name="connsiteY2" fmla="*/ 0 h 190500"/>
              </a:gdLst>
              <a:ahLst/>
              <a:cxnLst>
                <a:cxn ang="0">
                  <a:pos x="connsiteX0" y="connsiteY0"/>
                </a:cxn>
                <a:cxn ang="0">
                  <a:pos x="connsiteX1" y="connsiteY1"/>
                </a:cxn>
                <a:cxn ang="0">
                  <a:pos x="connsiteX2" y="connsiteY2"/>
                </a:cxn>
              </a:cxnLst>
              <a:rect l="l" t="t" r="r" b="b"/>
              <a:pathLst>
                <a:path w="1357313" h="190500">
                  <a:moveTo>
                    <a:pt x="0" y="190500"/>
                  </a:moveTo>
                  <a:lnTo>
                    <a:pt x="1123950" y="171450"/>
                  </a:lnTo>
                  <a:cubicBezTo>
                    <a:pt x="1350169" y="139700"/>
                    <a:pt x="1353741" y="69850"/>
                    <a:pt x="1357313" y="0"/>
                  </a:cubicBezTo>
                </a:path>
              </a:pathLst>
            </a:custGeom>
            <a:ln w="28575">
              <a:solidFill>
                <a:srgbClr val="0070C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44" name="任意多边形 43"/>
            <p:cNvSpPr/>
            <p:nvPr/>
          </p:nvSpPr>
          <p:spPr>
            <a:xfrm flipH="1" flipV="1">
              <a:off x="7594600" y="493792"/>
              <a:ext cx="1357313" cy="190500"/>
            </a:xfrm>
            <a:custGeom>
              <a:avLst/>
              <a:gdLst>
                <a:gd name="connsiteX0" fmla="*/ 0 w 1357313"/>
                <a:gd name="connsiteY0" fmla="*/ 190500 h 190500"/>
                <a:gd name="connsiteX1" fmla="*/ 1123950 w 1357313"/>
                <a:gd name="connsiteY1" fmla="*/ 171450 h 190500"/>
                <a:gd name="connsiteX2" fmla="*/ 1357313 w 1357313"/>
                <a:gd name="connsiteY2" fmla="*/ 0 h 190500"/>
              </a:gdLst>
              <a:ahLst/>
              <a:cxnLst>
                <a:cxn ang="0">
                  <a:pos x="connsiteX0" y="connsiteY0"/>
                </a:cxn>
                <a:cxn ang="0">
                  <a:pos x="connsiteX1" y="connsiteY1"/>
                </a:cxn>
                <a:cxn ang="0">
                  <a:pos x="connsiteX2" y="connsiteY2"/>
                </a:cxn>
              </a:cxnLst>
              <a:rect l="l" t="t" r="r" b="b"/>
              <a:pathLst>
                <a:path w="1357313" h="190500">
                  <a:moveTo>
                    <a:pt x="0" y="190500"/>
                  </a:moveTo>
                  <a:lnTo>
                    <a:pt x="1123950" y="171450"/>
                  </a:lnTo>
                  <a:cubicBezTo>
                    <a:pt x="1350169" y="139700"/>
                    <a:pt x="1353741" y="69850"/>
                    <a:pt x="1357313" y="0"/>
                  </a:cubicBezTo>
                </a:path>
              </a:pathLst>
            </a:custGeom>
            <a:ln w="28575">
              <a:solidFill>
                <a:srgbClr val="0070C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left)">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down)">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5"/>
                                        </p:tgtEl>
                                        <p:attrNameLst>
                                          <p:attrName>style.visibility</p:attrName>
                                        </p:attrNameLst>
                                      </p:cBhvr>
                                      <p:to>
                                        <p:strVal val="visible"/>
                                      </p:to>
                                    </p:set>
                                    <p:animEffect transition="in" filter="wipe(down)">
                                      <p:cBhvr>
                                        <p:cTn id="37" dur="500"/>
                                        <p:tgtEl>
                                          <p:spTgt spid="4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left)">
                                      <p:cBhvr>
                                        <p:cTn id="42" dur="500"/>
                                        <p:tgtEl>
                                          <p:spTgt spid="2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left)">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left)">
                                      <p:cBhvr>
                                        <p:cTn id="52" dur="500"/>
                                        <p:tgtEl>
                                          <p:spTgt spid="3"/>
                                        </p:tgtEl>
                                      </p:cBhvr>
                                    </p:animEffect>
                                  </p:childTnLst>
                                </p:cTn>
                              </p:par>
                            </p:childTnLst>
                          </p:cTn>
                        </p:par>
                        <p:par>
                          <p:cTn id="53" fill="hold">
                            <p:stCondLst>
                              <p:cond delay="500"/>
                            </p:stCondLst>
                            <p:childTnLst>
                              <p:par>
                                <p:cTn id="54" presetID="22" presetClass="entr" presetSubtype="8" fill="hold" nodeType="after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left)">
                                      <p:cBhvr>
                                        <p:cTn id="56" dur="500"/>
                                        <p:tgtEl>
                                          <p:spTgt spid="18"/>
                                        </p:tgtEl>
                                      </p:cBhvr>
                                    </p:animEffect>
                                  </p:childTnLst>
                                </p:cTn>
                              </p:par>
                            </p:childTnLst>
                          </p:cTn>
                        </p:par>
                        <p:par>
                          <p:cTn id="57" fill="hold">
                            <p:stCondLst>
                              <p:cond delay="1000"/>
                            </p:stCondLst>
                            <p:childTnLst>
                              <p:par>
                                <p:cTn id="58" presetID="22" presetClass="entr" presetSubtype="8" fill="hold" grpId="0" nodeType="after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wipe(left)">
                                      <p:cBhvr>
                                        <p:cTn id="60" dur="500"/>
                                        <p:tgtEl>
                                          <p:spTgt spid="2"/>
                                        </p:tgtEl>
                                      </p:cBhvr>
                                    </p:animEffect>
                                  </p:childTnLst>
                                </p:cTn>
                              </p:par>
                            </p:childTnLst>
                          </p:cTn>
                        </p:par>
                        <p:par>
                          <p:cTn id="61" fill="hold">
                            <p:stCondLst>
                              <p:cond delay="1500"/>
                            </p:stCondLst>
                            <p:childTnLst>
                              <p:par>
                                <p:cTn id="62" presetID="22" presetClass="entr" presetSubtype="8" fill="hold"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500"/>
                                        <p:tgtEl>
                                          <p:spTgt spid="1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20"/>
                                        </p:tgtEl>
                                        <p:attrNameLst>
                                          <p:attrName>style.visibility</p:attrName>
                                        </p:attrNameLst>
                                      </p:cBhvr>
                                      <p:to>
                                        <p:strVal val="visible"/>
                                      </p:to>
                                    </p:set>
                                    <p:animEffect transition="in" filter="wipe(down)">
                                      <p:cBhvr>
                                        <p:cTn id="69" dur="500"/>
                                        <p:tgtEl>
                                          <p:spTgt spid="20"/>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wipe(down)">
                                      <p:cBhvr>
                                        <p:cTn id="74" dur="500"/>
                                        <p:tgtEl>
                                          <p:spTgt spid="23"/>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24"/>
                                        </p:tgtEl>
                                        <p:attrNameLst>
                                          <p:attrName>style.visibility</p:attrName>
                                        </p:attrNameLst>
                                      </p:cBhvr>
                                      <p:to>
                                        <p:strVal val="visible"/>
                                      </p:to>
                                    </p:set>
                                    <p:animEffect transition="in" filter="wipe(down)">
                                      <p:cBhvr>
                                        <p:cTn id="87" dur="500"/>
                                        <p:tgtEl>
                                          <p:spTgt spid="2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6"/>
                                        </p:tgtEl>
                                        <p:attrNameLst>
                                          <p:attrName>style.visibility</p:attrName>
                                        </p:attrNameLst>
                                      </p:cBhvr>
                                      <p:to>
                                        <p:strVal val="visible"/>
                                      </p:to>
                                    </p:set>
                                    <p:animEffect transition="in" filter="wipe(left)">
                                      <p:cBhvr>
                                        <p:cTn id="92" dur="500"/>
                                        <p:tgtEl>
                                          <p:spTgt spid="6"/>
                                        </p:tgtEl>
                                      </p:cBhvr>
                                    </p:animEffect>
                                  </p:childTnLst>
                                </p:cTn>
                              </p:par>
                              <p:par>
                                <p:cTn id="93" presetID="22" presetClass="entr" presetSubtype="8" fill="hold" nodeType="withEffect">
                                  <p:stCondLst>
                                    <p:cond delay="0"/>
                                  </p:stCondLst>
                                  <p:childTnLst>
                                    <p:set>
                                      <p:cBhvr>
                                        <p:cTn id="94" dur="1" fill="hold">
                                          <p:stCondLst>
                                            <p:cond delay="0"/>
                                          </p:stCondLst>
                                        </p:cTn>
                                        <p:tgtEl>
                                          <p:spTgt spid="7"/>
                                        </p:tgtEl>
                                        <p:attrNameLst>
                                          <p:attrName>style.visibility</p:attrName>
                                        </p:attrNameLst>
                                      </p:cBhvr>
                                      <p:to>
                                        <p:strVal val="visible"/>
                                      </p:to>
                                    </p:set>
                                    <p:animEffect transition="in" filter="wipe(left)">
                                      <p:cBhvr>
                                        <p:cTn id="95" dur="500"/>
                                        <p:tgtEl>
                                          <p:spTgt spid="7"/>
                                        </p:tgtEl>
                                      </p:cBhvr>
                                    </p:animEffect>
                                  </p:childTnLst>
                                </p:cTn>
                              </p:par>
                              <p:par>
                                <p:cTn id="96" presetID="22" presetClass="entr" presetSubtype="8" fill="hold" grpId="0" nodeType="withEffect">
                                  <p:stCondLst>
                                    <p:cond delay="0"/>
                                  </p:stCondLst>
                                  <p:childTnLst>
                                    <p:set>
                                      <p:cBhvr>
                                        <p:cTn id="97" dur="1" fill="hold">
                                          <p:stCondLst>
                                            <p:cond delay="0"/>
                                          </p:stCondLst>
                                        </p:cTn>
                                        <p:tgtEl>
                                          <p:spTgt spid="8"/>
                                        </p:tgtEl>
                                        <p:attrNameLst>
                                          <p:attrName>style.visibility</p:attrName>
                                        </p:attrNameLst>
                                      </p:cBhvr>
                                      <p:to>
                                        <p:strVal val="visible"/>
                                      </p:to>
                                    </p:set>
                                    <p:animEffect transition="in" filter="wipe(left)">
                                      <p:cBhvr>
                                        <p:cTn id="98" dur="500"/>
                                        <p:tgtEl>
                                          <p:spTgt spid="8"/>
                                        </p:tgtEl>
                                      </p:cBhvr>
                                    </p:animEffect>
                                  </p:childTnLst>
                                </p:cTn>
                              </p:par>
                              <p:par>
                                <p:cTn id="99" presetID="22" presetClass="entr" presetSubtype="8" fill="hold" nodeType="withEffect">
                                  <p:stCondLst>
                                    <p:cond delay="0"/>
                                  </p:stCondLst>
                                  <p:childTnLst>
                                    <p:set>
                                      <p:cBhvr>
                                        <p:cTn id="100" dur="1" fill="hold">
                                          <p:stCondLst>
                                            <p:cond delay="0"/>
                                          </p:stCondLst>
                                        </p:cTn>
                                        <p:tgtEl>
                                          <p:spTgt spid="9"/>
                                        </p:tgtEl>
                                        <p:attrNameLst>
                                          <p:attrName>style.visibility</p:attrName>
                                        </p:attrNameLst>
                                      </p:cBhvr>
                                      <p:to>
                                        <p:strVal val="visible"/>
                                      </p:to>
                                    </p:set>
                                    <p:animEffect transition="in" filter="wipe(left)">
                                      <p:cBhvr>
                                        <p:cTn id="101" dur="500"/>
                                        <p:tgtEl>
                                          <p:spTgt spid="9"/>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10"/>
                                        </p:tgtEl>
                                        <p:attrNameLst>
                                          <p:attrName>style.visibility</p:attrName>
                                        </p:attrNameLst>
                                      </p:cBhvr>
                                      <p:to>
                                        <p:strVal val="visible"/>
                                      </p:to>
                                    </p:set>
                                    <p:animEffect transition="in" filter="wipe(left)">
                                      <p:cBhvr>
                                        <p:cTn id="104" dur="500"/>
                                        <p:tgtEl>
                                          <p:spTgt spid="10"/>
                                        </p:tgtEl>
                                      </p:cBhvr>
                                    </p:animEffect>
                                  </p:childTnLst>
                                </p:cTn>
                              </p:par>
                              <p:par>
                                <p:cTn id="105" presetID="22" presetClass="entr" presetSubtype="8" fill="hold" grpId="0" nodeType="withEffect">
                                  <p:stCondLst>
                                    <p:cond delay="0"/>
                                  </p:stCondLst>
                                  <p:childTnLst>
                                    <p:set>
                                      <p:cBhvr>
                                        <p:cTn id="106" dur="1" fill="hold">
                                          <p:stCondLst>
                                            <p:cond delay="0"/>
                                          </p:stCondLst>
                                        </p:cTn>
                                        <p:tgtEl>
                                          <p:spTgt spid="14"/>
                                        </p:tgtEl>
                                        <p:attrNameLst>
                                          <p:attrName>style.visibility</p:attrName>
                                        </p:attrNameLst>
                                      </p:cBhvr>
                                      <p:to>
                                        <p:strVal val="visible"/>
                                      </p:to>
                                    </p:set>
                                    <p:animEffect transition="in" filter="wipe(left)">
                                      <p:cBhvr>
                                        <p:cTn id="107" dur="500"/>
                                        <p:tgtEl>
                                          <p:spTgt spid="14"/>
                                        </p:tgtEl>
                                      </p:cBhvr>
                                    </p:animEffect>
                                  </p:childTnLst>
                                </p:cTn>
                              </p:par>
                              <p:par>
                                <p:cTn id="108" presetID="22" presetClass="entr" presetSubtype="8" fill="hold" nodeType="withEffect">
                                  <p:stCondLst>
                                    <p:cond delay="0"/>
                                  </p:stCondLst>
                                  <p:childTnLst>
                                    <p:set>
                                      <p:cBhvr>
                                        <p:cTn id="109" dur="1" fill="hold">
                                          <p:stCondLst>
                                            <p:cond delay="0"/>
                                          </p:stCondLst>
                                        </p:cTn>
                                        <p:tgtEl>
                                          <p:spTgt spid="15"/>
                                        </p:tgtEl>
                                        <p:attrNameLst>
                                          <p:attrName>style.visibility</p:attrName>
                                        </p:attrNameLst>
                                      </p:cBhvr>
                                      <p:to>
                                        <p:strVal val="visible"/>
                                      </p:to>
                                    </p:set>
                                    <p:animEffect transition="in" filter="wipe(left)">
                                      <p:cBhvr>
                                        <p:cTn id="110" dur="500"/>
                                        <p:tgtEl>
                                          <p:spTgt spid="15"/>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nodeType="clickEffect">
                                  <p:stCondLst>
                                    <p:cond delay="0"/>
                                  </p:stCondLst>
                                  <p:childTnLst>
                                    <p:set>
                                      <p:cBhvr>
                                        <p:cTn id="114" dur="1" fill="hold">
                                          <p:stCondLst>
                                            <p:cond delay="0"/>
                                          </p:stCondLst>
                                        </p:cTn>
                                        <p:tgtEl>
                                          <p:spTgt spid="11"/>
                                        </p:tgtEl>
                                        <p:attrNameLst>
                                          <p:attrName>style.visibility</p:attrName>
                                        </p:attrNameLst>
                                      </p:cBhvr>
                                      <p:to>
                                        <p:strVal val="visible"/>
                                      </p:to>
                                    </p:set>
                                    <p:animEffect transition="in" filter="wipe(left)">
                                      <p:cBhvr>
                                        <p:cTn id="115" dur="500"/>
                                        <p:tgtEl>
                                          <p:spTgt spid="11"/>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nodeType="clickEffect">
                                  <p:stCondLst>
                                    <p:cond delay="0"/>
                                  </p:stCondLst>
                                  <p:childTnLst>
                                    <p:set>
                                      <p:cBhvr>
                                        <p:cTn id="119" dur="1" fill="hold">
                                          <p:stCondLst>
                                            <p:cond delay="0"/>
                                          </p:stCondLst>
                                        </p:cTn>
                                        <p:tgtEl>
                                          <p:spTgt spid="12"/>
                                        </p:tgtEl>
                                        <p:attrNameLst>
                                          <p:attrName>style.visibility</p:attrName>
                                        </p:attrNameLst>
                                      </p:cBhvr>
                                      <p:to>
                                        <p:strVal val="visible"/>
                                      </p:to>
                                    </p:set>
                                    <p:animEffect transition="in" filter="wipe(down)">
                                      <p:cBhvr>
                                        <p:cTn id="1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autoUpdateAnimBg="0"/>
      <p:bldP spid="3" grpId="0" bldLvl="0" animBg="1" autoUpdateAnimBg="0"/>
      <p:bldP spid="4" grpId="0" bldLvl="0" animBg="1" autoUpdateAnimBg="0"/>
      <p:bldP spid="6" grpId="0" bldLvl="0" animBg="1"/>
      <p:bldP spid="8" grpId="0" bldLvl="0" animBg="1"/>
      <p:bldP spid="10" grpId="0" bldLvl="0" animBg="1"/>
      <p:bldP spid="14" grpId="0" bldLvl="0" animBg="1"/>
      <p:bldP spid="13" grpId="0"/>
      <p:bldP spid="21" grpId="0"/>
      <p:bldP spid="22" grpId="0"/>
      <p:bldP spid="23" grpId="0"/>
      <p:bldP spid="24" grpId="0"/>
      <p:bldP spid="25" grpId="0"/>
      <p:bldP spid="26" grpId="0" bldLvl="0" animBg="1"/>
      <p:bldP spid="27"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a:spLocks noChangeArrowheads="1"/>
          </p:cNvSpPr>
          <p:nvPr/>
        </p:nvSpPr>
        <p:spPr bwMode="auto">
          <a:xfrm>
            <a:off x="1919288" y="260350"/>
            <a:ext cx="820896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Times New Roman" panose="02020603050405020304" pitchFamily="18" charset="0"/>
                <a:ea typeface="黑体" panose="02010609060101010101" pitchFamily="49" charset="-122"/>
                <a:cs typeface="Times New Roman" panose="02020603050405020304" pitchFamily="18" charset="0"/>
              </a:rPr>
              <a:t>4.</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判断下列函数极限值（方法不限，只求结果）</a:t>
            </a:r>
            <a:endParaRPr lang="zh-CN"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TextBox 2"/>
          <p:cNvSpPr txBox="1">
            <a:spLocks noChangeArrowheads="1"/>
          </p:cNvSpPr>
          <p:nvPr/>
        </p:nvSpPr>
        <p:spPr bwMode="auto">
          <a:xfrm>
            <a:off x="1919288" y="1341438"/>
            <a:ext cx="9366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1</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zh-CN" altLang="en-US" sz="2800" b="1">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TextBox 5"/>
          <p:cNvSpPr txBox="1">
            <a:spLocks noChangeArrowheads="1"/>
          </p:cNvSpPr>
          <p:nvPr/>
        </p:nvSpPr>
        <p:spPr bwMode="auto">
          <a:xfrm>
            <a:off x="6456363" y="4437063"/>
            <a:ext cx="9350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6</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zh-CN" altLang="en-US" sz="2800" b="1">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TextBox 6"/>
          <p:cNvSpPr txBox="1">
            <a:spLocks noChangeArrowheads="1"/>
          </p:cNvSpPr>
          <p:nvPr/>
        </p:nvSpPr>
        <p:spPr bwMode="auto">
          <a:xfrm>
            <a:off x="1919288" y="4660900"/>
            <a:ext cx="9366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5</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zh-CN" altLang="en-US" sz="2800" b="1">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TextBox 7"/>
          <p:cNvSpPr txBox="1">
            <a:spLocks noChangeArrowheads="1"/>
          </p:cNvSpPr>
          <p:nvPr/>
        </p:nvSpPr>
        <p:spPr bwMode="auto">
          <a:xfrm>
            <a:off x="1919288" y="2944813"/>
            <a:ext cx="9366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3</a:t>
            </a: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kumimoji="1" lang="zh-CN" altLang="en-US" sz="2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TextBox 8"/>
          <p:cNvSpPr txBox="1">
            <a:spLocks noChangeArrowheads="1"/>
          </p:cNvSpPr>
          <p:nvPr/>
        </p:nvSpPr>
        <p:spPr bwMode="auto">
          <a:xfrm>
            <a:off x="6456363" y="2924175"/>
            <a:ext cx="9350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4</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zh-CN" altLang="en-US" sz="2800" b="1">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TextBox 9"/>
          <p:cNvSpPr txBox="1">
            <a:spLocks noChangeArrowheads="1"/>
          </p:cNvSpPr>
          <p:nvPr/>
        </p:nvSpPr>
        <p:spPr bwMode="auto">
          <a:xfrm>
            <a:off x="6456363" y="1341438"/>
            <a:ext cx="9350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2</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zh-CN" altLang="en-US" sz="2800" b="1">
              <a:solidFill>
                <a:schemeClr val="tx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Rectangle 2"/>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0" name="对象 11"/>
          <p:cNvGraphicFramePr>
            <a:graphicFrameLocks noChangeAspect="1"/>
          </p:cNvGraphicFramePr>
          <p:nvPr/>
        </p:nvGraphicFramePr>
        <p:xfrm>
          <a:off x="2997200" y="1179513"/>
          <a:ext cx="1214438" cy="846137"/>
        </p:xfrm>
        <a:graphic>
          <a:graphicData uri="http://schemas.openxmlformats.org/presentationml/2006/ole">
            <mc:AlternateContent xmlns:mc="http://schemas.openxmlformats.org/markup-compatibility/2006">
              <mc:Choice xmlns:v="urn:schemas-microsoft-com:vml" Requires="v">
                <p:oleObj spid="_x0000_s34817" name="Equation" r:id="rId1" imgW="28956000" imgH="20116800" progId="Equation.DSMT4">
                  <p:embed/>
                </p:oleObj>
              </mc:Choice>
              <mc:Fallback>
                <p:oleObj name="Equation" r:id="rId1" imgW="28956000" imgH="20116800" progId="Equation.DSMT4">
                  <p:embed/>
                  <p:pic>
                    <p:nvPicPr>
                      <p:cNvPr id="0" name="图片 34816"/>
                      <p:cNvPicPr>
                        <a:picLocks noChangeAspect="1"/>
                      </p:cNvPicPr>
                      <p:nvPr/>
                    </p:nvPicPr>
                    <p:blipFill>
                      <a:blip r:embed="rId2"/>
                      <a:stretch>
                        <a:fillRect/>
                      </a:stretch>
                    </p:blipFill>
                    <p:spPr>
                      <a:xfrm>
                        <a:off x="2997200" y="1179513"/>
                        <a:ext cx="1214438" cy="846137"/>
                      </a:xfrm>
                      <a:prstGeom prst="rect">
                        <a:avLst/>
                      </a:prstGeom>
                      <a:noFill/>
                      <a:ln w="9525">
                        <a:noFill/>
                      </a:ln>
                    </p:spPr>
                  </p:pic>
                </p:oleObj>
              </mc:Fallback>
            </mc:AlternateContent>
          </a:graphicData>
        </a:graphic>
      </p:graphicFrame>
      <p:sp>
        <p:nvSpPr>
          <p:cNvPr id="11" name="Rectangle 4"/>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2" name="对象 13"/>
          <p:cNvGraphicFramePr>
            <a:graphicFrameLocks noChangeAspect="1"/>
          </p:cNvGraphicFramePr>
          <p:nvPr/>
        </p:nvGraphicFramePr>
        <p:xfrm>
          <a:off x="7610475" y="1179513"/>
          <a:ext cx="1198563" cy="846137"/>
        </p:xfrm>
        <a:graphic>
          <a:graphicData uri="http://schemas.openxmlformats.org/presentationml/2006/ole">
            <mc:AlternateContent xmlns:mc="http://schemas.openxmlformats.org/markup-compatibility/2006">
              <mc:Choice xmlns:v="urn:schemas-microsoft-com:vml" Requires="v">
                <p:oleObj spid="_x0000_s34818" name="Equation" r:id="rId3" imgW="28956000" imgH="20116800" progId="Equation.DSMT4">
                  <p:embed/>
                </p:oleObj>
              </mc:Choice>
              <mc:Fallback>
                <p:oleObj name="Equation" r:id="rId3" imgW="28956000" imgH="20116800" progId="Equation.DSMT4">
                  <p:embed/>
                  <p:pic>
                    <p:nvPicPr>
                      <p:cNvPr id="0" name="图片 34817"/>
                      <p:cNvPicPr>
                        <a:picLocks noChangeAspect="1"/>
                      </p:cNvPicPr>
                      <p:nvPr/>
                    </p:nvPicPr>
                    <p:blipFill>
                      <a:blip r:embed="rId4"/>
                      <a:stretch>
                        <a:fillRect/>
                      </a:stretch>
                    </p:blipFill>
                    <p:spPr>
                      <a:xfrm>
                        <a:off x="7610475" y="1179513"/>
                        <a:ext cx="1198563" cy="846137"/>
                      </a:xfrm>
                      <a:prstGeom prst="rect">
                        <a:avLst/>
                      </a:prstGeom>
                      <a:noFill/>
                      <a:ln w="9525">
                        <a:noFill/>
                      </a:ln>
                    </p:spPr>
                  </p:pic>
                </p:oleObj>
              </mc:Fallback>
            </mc:AlternateContent>
          </a:graphicData>
        </a:graphic>
      </p:graphicFrame>
      <p:sp>
        <p:nvSpPr>
          <p:cNvPr id="13" name="Rectangle 6"/>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4" name="对象 15"/>
          <p:cNvGraphicFramePr>
            <a:graphicFrameLocks noChangeAspect="1"/>
          </p:cNvGraphicFramePr>
          <p:nvPr/>
        </p:nvGraphicFramePr>
        <p:xfrm>
          <a:off x="2997200" y="2673350"/>
          <a:ext cx="1198563" cy="846138"/>
        </p:xfrm>
        <a:graphic>
          <a:graphicData uri="http://schemas.openxmlformats.org/presentationml/2006/ole">
            <mc:AlternateContent xmlns:mc="http://schemas.openxmlformats.org/markup-compatibility/2006">
              <mc:Choice xmlns:v="urn:schemas-microsoft-com:vml" Requires="v">
                <p:oleObj spid="_x0000_s34819" name="Equation" r:id="rId5" imgW="28956000" imgH="20116800" progId="Equation.DSMT4">
                  <p:embed/>
                </p:oleObj>
              </mc:Choice>
              <mc:Fallback>
                <p:oleObj name="Equation" r:id="rId5" imgW="28956000" imgH="20116800" progId="Equation.DSMT4">
                  <p:embed/>
                  <p:pic>
                    <p:nvPicPr>
                      <p:cNvPr id="0" name="图片 34818"/>
                      <p:cNvPicPr>
                        <a:picLocks noChangeAspect="1"/>
                      </p:cNvPicPr>
                      <p:nvPr/>
                    </p:nvPicPr>
                    <p:blipFill>
                      <a:blip r:embed="rId6"/>
                      <a:stretch>
                        <a:fillRect/>
                      </a:stretch>
                    </p:blipFill>
                    <p:spPr>
                      <a:xfrm>
                        <a:off x="2997200" y="2673350"/>
                        <a:ext cx="1198563" cy="846138"/>
                      </a:xfrm>
                      <a:prstGeom prst="rect">
                        <a:avLst/>
                      </a:prstGeom>
                      <a:noFill/>
                      <a:ln w="9525">
                        <a:noFill/>
                      </a:ln>
                    </p:spPr>
                  </p:pic>
                </p:oleObj>
              </mc:Fallback>
            </mc:AlternateContent>
          </a:graphicData>
        </a:graphic>
      </p:graphicFrame>
      <p:sp>
        <p:nvSpPr>
          <p:cNvPr id="15" name="Rectangle 8"/>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6" name="对象 17"/>
          <p:cNvGraphicFramePr>
            <a:graphicFrameLocks noChangeAspect="1"/>
          </p:cNvGraphicFramePr>
          <p:nvPr/>
        </p:nvGraphicFramePr>
        <p:xfrm>
          <a:off x="7610475" y="2760663"/>
          <a:ext cx="1430338" cy="889000"/>
        </p:xfrm>
        <a:graphic>
          <a:graphicData uri="http://schemas.openxmlformats.org/presentationml/2006/ole">
            <mc:AlternateContent xmlns:mc="http://schemas.openxmlformats.org/markup-compatibility/2006">
              <mc:Choice xmlns:v="urn:schemas-microsoft-com:vml" Requires="v">
                <p:oleObj spid="_x0000_s34820" name="Equation" r:id="rId7" imgW="34137600" imgH="21336000" progId="Equation.DSMT4">
                  <p:embed/>
                </p:oleObj>
              </mc:Choice>
              <mc:Fallback>
                <p:oleObj name="Equation" r:id="rId7" imgW="34137600" imgH="21336000" progId="Equation.DSMT4">
                  <p:embed/>
                  <p:pic>
                    <p:nvPicPr>
                      <p:cNvPr id="0" name="图片 34819"/>
                      <p:cNvPicPr>
                        <a:picLocks noChangeAspect="1"/>
                      </p:cNvPicPr>
                      <p:nvPr/>
                    </p:nvPicPr>
                    <p:blipFill>
                      <a:blip r:embed="rId8"/>
                      <a:stretch>
                        <a:fillRect/>
                      </a:stretch>
                    </p:blipFill>
                    <p:spPr>
                      <a:xfrm>
                        <a:off x="7610475" y="2760663"/>
                        <a:ext cx="1430338" cy="889000"/>
                      </a:xfrm>
                      <a:prstGeom prst="rect">
                        <a:avLst/>
                      </a:prstGeom>
                      <a:noFill/>
                      <a:ln w="9525">
                        <a:noFill/>
                      </a:ln>
                    </p:spPr>
                  </p:pic>
                </p:oleObj>
              </mc:Fallback>
            </mc:AlternateContent>
          </a:graphicData>
        </a:graphic>
      </p:graphicFrame>
      <p:sp>
        <p:nvSpPr>
          <p:cNvPr id="17" name="Rectangle 10"/>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8" name="对象 19"/>
          <p:cNvGraphicFramePr>
            <a:graphicFrameLocks noChangeAspect="1"/>
          </p:cNvGraphicFramePr>
          <p:nvPr/>
        </p:nvGraphicFramePr>
        <p:xfrm>
          <a:off x="2997200" y="4427538"/>
          <a:ext cx="1041400" cy="831850"/>
        </p:xfrm>
        <a:graphic>
          <a:graphicData uri="http://schemas.openxmlformats.org/presentationml/2006/ole">
            <mc:AlternateContent xmlns:mc="http://schemas.openxmlformats.org/markup-compatibility/2006">
              <mc:Choice xmlns:v="urn:schemas-microsoft-com:vml" Requires="v">
                <p:oleObj spid="_x0000_s34821" name="Equation" r:id="rId9" imgW="24993600" imgH="19812000" progId="Equation.DSMT4">
                  <p:embed/>
                </p:oleObj>
              </mc:Choice>
              <mc:Fallback>
                <p:oleObj name="Equation" r:id="rId9" imgW="24993600" imgH="19812000" progId="Equation.DSMT4">
                  <p:embed/>
                  <p:pic>
                    <p:nvPicPr>
                      <p:cNvPr id="0" name="图片 34820"/>
                      <p:cNvPicPr>
                        <a:picLocks noChangeAspect="1"/>
                      </p:cNvPicPr>
                      <p:nvPr/>
                    </p:nvPicPr>
                    <p:blipFill>
                      <a:blip r:embed="rId10"/>
                      <a:stretch>
                        <a:fillRect/>
                      </a:stretch>
                    </p:blipFill>
                    <p:spPr>
                      <a:xfrm>
                        <a:off x="2997200" y="4427538"/>
                        <a:ext cx="1041400" cy="831850"/>
                      </a:xfrm>
                      <a:prstGeom prst="rect">
                        <a:avLst/>
                      </a:prstGeom>
                      <a:noFill/>
                      <a:ln w="9525">
                        <a:noFill/>
                      </a:ln>
                    </p:spPr>
                  </p:pic>
                </p:oleObj>
              </mc:Fallback>
            </mc:AlternateContent>
          </a:graphicData>
        </a:graphic>
      </p:graphicFrame>
      <p:sp>
        <p:nvSpPr>
          <p:cNvPr id="19" name="Rectangle 12"/>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0" name="对象 21"/>
          <p:cNvGraphicFramePr>
            <a:graphicFrameLocks noChangeAspect="1"/>
          </p:cNvGraphicFramePr>
          <p:nvPr/>
        </p:nvGraphicFramePr>
        <p:xfrm>
          <a:off x="7610475" y="4351338"/>
          <a:ext cx="1350963" cy="831850"/>
        </p:xfrm>
        <a:graphic>
          <a:graphicData uri="http://schemas.openxmlformats.org/presentationml/2006/ole">
            <mc:AlternateContent xmlns:mc="http://schemas.openxmlformats.org/markup-compatibility/2006">
              <mc:Choice xmlns:v="urn:schemas-microsoft-com:vml" Requires="v">
                <p:oleObj spid="_x0000_s34822" name="Equation" r:id="rId11" imgW="32613600" imgH="19812000" progId="Equation.DSMT4">
                  <p:embed/>
                </p:oleObj>
              </mc:Choice>
              <mc:Fallback>
                <p:oleObj name="Equation" r:id="rId11" imgW="32613600" imgH="19812000" progId="Equation.DSMT4">
                  <p:embed/>
                  <p:pic>
                    <p:nvPicPr>
                      <p:cNvPr id="0" name="图片 34821"/>
                      <p:cNvPicPr>
                        <a:picLocks noChangeAspect="1"/>
                      </p:cNvPicPr>
                      <p:nvPr/>
                    </p:nvPicPr>
                    <p:blipFill>
                      <a:blip r:embed="rId12"/>
                      <a:stretch>
                        <a:fillRect/>
                      </a:stretch>
                    </p:blipFill>
                    <p:spPr>
                      <a:xfrm>
                        <a:off x="7610475" y="4351338"/>
                        <a:ext cx="1350963" cy="831850"/>
                      </a:xfrm>
                      <a:prstGeom prst="rect">
                        <a:avLst/>
                      </a:prstGeom>
                      <a:noFill/>
                      <a:ln w="9525">
                        <a:noFill/>
                      </a:ln>
                    </p:spPr>
                  </p:pic>
                </p:oleObj>
              </mc:Fallback>
            </mc:AlternateContent>
          </a:graphicData>
        </a:graphic>
      </p:graphicFrame>
      <p:sp>
        <p:nvSpPr>
          <p:cNvPr id="22" name="TextBox 21"/>
          <p:cNvSpPr txBox="1"/>
          <p:nvPr/>
        </p:nvSpPr>
        <p:spPr>
          <a:xfrm>
            <a:off x="4655840" y="1405573"/>
            <a:ext cx="360680" cy="521970"/>
          </a:xfrm>
          <a:prstGeom prst="rect">
            <a:avLst/>
          </a:prstGeom>
          <a:noFill/>
        </p:spPr>
        <p:txBody>
          <a:bodyPr wrap="none" rtlCol="0">
            <a:spAutoFit/>
          </a:bodyPr>
          <a:lstStyle/>
          <a:p>
            <a:r>
              <a:rPr lang="en-US"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TextBox 22"/>
          <p:cNvSpPr txBox="1"/>
          <p:nvPr/>
        </p:nvSpPr>
        <p:spPr>
          <a:xfrm>
            <a:off x="9401307" y="1405573"/>
            <a:ext cx="360680" cy="521970"/>
          </a:xfrm>
          <a:prstGeom prst="rect">
            <a:avLst/>
          </a:prstGeom>
          <a:noFill/>
        </p:spPr>
        <p:txBody>
          <a:bodyPr wrap="none" rtlCol="0">
            <a:spAutoFit/>
          </a:bodyPr>
          <a:lstStyle/>
          <a:p>
            <a:r>
              <a:rPr lang="en-US"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0</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 name="TextBox 24"/>
          <p:cNvSpPr txBox="1"/>
          <p:nvPr/>
        </p:nvSpPr>
        <p:spPr>
          <a:xfrm>
            <a:off x="9401307" y="2944813"/>
            <a:ext cx="360680" cy="521970"/>
          </a:xfrm>
          <a:prstGeom prst="rect">
            <a:avLst/>
          </a:prstGeom>
          <a:noFill/>
        </p:spPr>
        <p:txBody>
          <a:bodyPr wrap="none" rtlCol="0">
            <a:spAutoFit/>
          </a:bodyPr>
          <a:lstStyle/>
          <a:p>
            <a:r>
              <a:rPr lang="en-US"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4</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6" name="TextBox 25"/>
          <p:cNvSpPr txBox="1"/>
          <p:nvPr/>
        </p:nvSpPr>
        <p:spPr>
          <a:xfrm>
            <a:off x="4655840" y="4581128"/>
            <a:ext cx="360680" cy="521970"/>
          </a:xfrm>
          <a:prstGeom prst="rect">
            <a:avLst/>
          </a:prstGeom>
          <a:noFill/>
        </p:spPr>
        <p:txBody>
          <a:bodyPr wrap="none" rtlCol="0">
            <a:spAutoFit/>
          </a:bodyPr>
          <a:lstStyle/>
          <a:p>
            <a:r>
              <a:rPr lang="en-US"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0</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 name="TextBox 26"/>
          <p:cNvSpPr txBox="1"/>
          <p:nvPr/>
        </p:nvSpPr>
        <p:spPr>
          <a:xfrm>
            <a:off x="9401307" y="4581128"/>
            <a:ext cx="1255395" cy="521970"/>
          </a:xfrm>
          <a:prstGeom prst="rect">
            <a:avLst/>
          </a:prstGeom>
          <a:noFill/>
        </p:spPr>
        <p:txBody>
          <a:bodyPr wrap="none" rtlCol="0">
            <a:spAutoFit/>
          </a:bodyPr>
          <a:lstStyle/>
          <a:p>
            <a:r>
              <a:rPr lang="zh-CN" altLang="en-US"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不存在</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8" name="TextBox 21"/>
          <p:cNvSpPr txBox="1"/>
          <p:nvPr/>
        </p:nvSpPr>
        <p:spPr>
          <a:xfrm>
            <a:off x="4528205" y="2835593"/>
            <a:ext cx="637540" cy="521970"/>
          </a:xfrm>
          <a:prstGeom prst="rect">
            <a:avLst/>
          </a:prstGeom>
          <a:noFill/>
        </p:spPr>
        <p:txBody>
          <a:bodyPr wrap="none" rtlCol="0">
            <a:spAutoFit/>
          </a:bodyPr>
          <a:p>
            <a:r>
              <a:rPr lang="en-US"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1/2</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1000"/>
                                        <p:tgtEl>
                                          <p:spTgt spid="23"/>
                                        </p:tgtEl>
                                      </p:cBhvr>
                                    </p:animEffect>
                                    <p:anim calcmode="lin" valueType="num">
                                      <p:cBhvr>
                                        <p:cTn id="15" dur="1000" fill="hold"/>
                                        <p:tgtEl>
                                          <p:spTgt spid="23"/>
                                        </p:tgtEl>
                                        <p:attrNameLst>
                                          <p:attrName>ppt_x</p:attrName>
                                        </p:attrNameLst>
                                      </p:cBhvr>
                                      <p:tavLst>
                                        <p:tav tm="0">
                                          <p:val>
                                            <p:strVal val="#ppt_x"/>
                                          </p:val>
                                        </p:tav>
                                        <p:tav tm="100000">
                                          <p:val>
                                            <p:strVal val="#ppt_x"/>
                                          </p:val>
                                        </p:tav>
                                      </p:tavLst>
                                    </p:anim>
                                    <p:anim calcmode="lin" valueType="num">
                                      <p:cBhvr>
                                        <p:cTn id="1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1000"/>
                                        <p:tgtEl>
                                          <p:spTgt spid="28"/>
                                        </p:tgtEl>
                                      </p:cBhvr>
                                    </p:animEffect>
                                    <p:anim calcmode="lin" valueType="num">
                                      <p:cBhvr>
                                        <p:cTn id="22" dur="1000" fill="hold"/>
                                        <p:tgtEl>
                                          <p:spTgt spid="28"/>
                                        </p:tgtEl>
                                        <p:attrNameLst>
                                          <p:attrName>ppt_x</p:attrName>
                                        </p:attrNameLst>
                                      </p:cBhvr>
                                      <p:tavLst>
                                        <p:tav tm="0">
                                          <p:val>
                                            <p:strVal val="#ppt_x"/>
                                          </p:val>
                                        </p:tav>
                                        <p:tav tm="100000">
                                          <p:val>
                                            <p:strVal val="#ppt_x"/>
                                          </p:val>
                                        </p:tav>
                                      </p:tavLst>
                                    </p:anim>
                                    <p:anim calcmode="lin" valueType="num">
                                      <p:cBhvr>
                                        <p:cTn id="23"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1000"/>
                                        <p:tgtEl>
                                          <p:spTgt spid="25"/>
                                        </p:tgtEl>
                                      </p:cBhvr>
                                    </p:animEffect>
                                    <p:anim calcmode="lin" valueType="num">
                                      <p:cBhvr>
                                        <p:cTn id="29" dur="1000" fill="hold"/>
                                        <p:tgtEl>
                                          <p:spTgt spid="25"/>
                                        </p:tgtEl>
                                        <p:attrNameLst>
                                          <p:attrName>ppt_x</p:attrName>
                                        </p:attrNameLst>
                                      </p:cBhvr>
                                      <p:tavLst>
                                        <p:tav tm="0">
                                          <p:val>
                                            <p:strVal val="#ppt_x"/>
                                          </p:val>
                                        </p:tav>
                                        <p:tav tm="100000">
                                          <p:val>
                                            <p:strVal val="#ppt_x"/>
                                          </p:val>
                                        </p:tav>
                                      </p:tavLst>
                                    </p:anim>
                                    <p:anim calcmode="lin" valueType="num">
                                      <p:cBhvr>
                                        <p:cTn id="3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1000"/>
                                        <p:tgtEl>
                                          <p:spTgt spid="26"/>
                                        </p:tgtEl>
                                      </p:cBhvr>
                                    </p:animEffect>
                                    <p:anim calcmode="lin" valueType="num">
                                      <p:cBhvr>
                                        <p:cTn id="36" dur="1000" fill="hold"/>
                                        <p:tgtEl>
                                          <p:spTgt spid="26"/>
                                        </p:tgtEl>
                                        <p:attrNameLst>
                                          <p:attrName>ppt_x</p:attrName>
                                        </p:attrNameLst>
                                      </p:cBhvr>
                                      <p:tavLst>
                                        <p:tav tm="0">
                                          <p:val>
                                            <p:strVal val="#ppt_x"/>
                                          </p:val>
                                        </p:tav>
                                        <p:tav tm="100000">
                                          <p:val>
                                            <p:strVal val="#ppt_x"/>
                                          </p:val>
                                        </p:tav>
                                      </p:tavLst>
                                    </p:anim>
                                    <p:anim calcmode="lin" valueType="num">
                                      <p:cBhvr>
                                        <p:cTn id="37"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1000"/>
                                        <p:tgtEl>
                                          <p:spTgt spid="27"/>
                                        </p:tgtEl>
                                      </p:cBhvr>
                                    </p:animEffect>
                                    <p:anim calcmode="lin" valueType="num">
                                      <p:cBhvr>
                                        <p:cTn id="43" dur="1000" fill="hold"/>
                                        <p:tgtEl>
                                          <p:spTgt spid="27"/>
                                        </p:tgtEl>
                                        <p:attrNameLst>
                                          <p:attrName>ppt_x</p:attrName>
                                        </p:attrNameLst>
                                      </p:cBhvr>
                                      <p:tavLst>
                                        <p:tav tm="0">
                                          <p:val>
                                            <p:strVal val="#ppt_x"/>
                                          </p:val>
                                        </p:tav>
                                        <p:tav tm="100000">
                                          <p:val>
                                            <p:strVal val="#ppt_x"/>
                                          </p:val>
                                        </p:tav>
                                      </p:tavLst>
                                    </p:anim>
                                    <p:anim calcmode="lin" valueType="num">
                                      <p:cBhvr>
                                        <p:cTn id="4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5" grpId="0"/>
      <p:bldP spid="26" grpId="0"/>
      <p:bldP spid="27" grpId="0"/>
      <p:bldP spid="2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825625" y="581025"/>
            <a:ext cx="854075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4000" b="1" dirty="0">
                <a:gradFill>
                  <a:gsLst>
                    <a:gs pos="0">
                      <a:srgbClr val="7B32B2"/>
                    </a:gs>
                    <a:gs pos="100000">
                      <a:srgbClr val="401A5D"/>
                    </a:gs>
                  </a:gsLst>
                  <a:lin scaled="0"/>
                </a:gradFill>
                <a:effectLst>
                  <a:outerShdw blurRad="38100" dist="38100" dir="2700000">
                    <a:srgbClr val="000000"/>
                  </a:outerShdw>
                </a:effectLst>
                <a:uFillTx/>
                <a:latin typeface="微软雅黑" panose="020B0503020204020204" charset="-122"/>
                <a:ea typeface="微软雅黑" panose="020B0503020204020204" charset="-122"/>
                <a:cs typeface="+mn-cs"/>
              </a:rPr>
              <a:t>1.2.3 无穷小量与无穷大量</a:t>
            </a:r>
            <a:endParaRPr lang="en-US" altLang="zh-CN" sz="4000" b="1" dirty="0">
              <a:gradFill>
                <a:gsLst>
                  <a:gs pos="0">
                    <a:srgbClr val="7B32B2"/>
                  </a:gs>
                  <a:gs pos="100000">
                    <a:srgbClr val="401A5D"/>
                  </a:gs>
                </a:gsLst>
                <a:lin scaled="0"/>
              </a:gradFill>
              <a:effectLst>
                <a:outerShdw blurRad="38100" dist="38100" dir="2700000">
                  <a:srgbClr val="000000"/>
                </a:outerShdw>
              </a:effectLst>
              <a:uFillTx/>
              <a:latin typeface="微软雅黑" panose="020B0503020204020204" charset="-122"/>
              <a:ea typeface="微软雅黑" panose="020B0503020204020204" charset="-122"/>
              <a:cs typeface="+mn-cs"/>
            </a:endParaRPr>
          </a:p>
        </p:txBody>
      </p:sp>
      <p:sp>
        <p:nvSpPr>
          <p:cNvPr id="3" name="Text Box 11">
            <a:hlinkClick r:id="rId1" action="ppaction://hlinksldjump"/>
          </p:cNvPr>
          <p:cNvSpPr txBox="1">
            <a:spLocks noChangeArrowheads="1"/>
          </p:cNvSpPr>
          <p:nvPr/>
        </p:nvSpPr>
        <p:spPr bwMode="auto">
          <a:xfrm>
            <a:off x="3287078" y="2371725"/>
            <a:ext cx="5616575" cy="583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rPr>
              <a:t>一、无穷小量</a:t>
            </a:r>
            <a:endPar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endParaRPr>
          </a:p>
        </p:txBody>
      </p:sp>
      <p:sp>
        <p:nvSpPr>
          <p:cNvPr id="4" name="Text Box 16">
            <a:hlinkClick r:id="" action="ppaction://noaction"/>
          </p:cNvPr>
          <p:cNvSpPr txBox="1">
            <a:spLocks noChangeArrowheads="1"/>
          </p:cNvSpPr>
          <p:nvPr/>
        </p:nvSpPr>
        <p:spPr bwMode="auto">
          <a:xfrm>
            <a:off x="3287152" y="3137287"/>
            <a:ext cx="576897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09600" indent="-6096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rPr>
              <a:t>二、无穷大量</a:t>
            </a:r>
            <a:endParaRPr lang="zh-CN" altLang="en-US" sz="3200" b="1" dirty="0">
              <a:solidFill>
                <a:schemeClr val="accent6">
                  <a:lumMod val="50000"/>
                </a:schemeClr>
              </a:solidFill>
              <a:latin typeface="黑体" panose="02010609060101010101" pitchFamily="49" charset="-122"/>
              <a:ea typeface="黑体" panose="02010609060101010101" pitchFamily="49" charset="-122"/>
            </a:endParaRPr>
          </a:p>
        </p:txBody>
      </p:sp>
      <p:sp>
        <p:nvSpPr>
          <p:cNvPr id="5" name="Text Box 18">
            <a:hlinkClick r:id="" action="ppaction://noaction"/>
          </p:cNvPr>
          <p:cNvSpPr txBox="1">
            <a:spLocks noChangeArrowheads="1"/>
          </p:cNvSpPr>
          <p:nvPr/>
        </p:nvSpPr>
        <p:spPr bwMode="auto">
          <a:xfrm>
            <a:off x="3287152" y="3903630"/>
            <a:ext cx="5768975"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09600" indent="-6096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rPr>
              <a:t>三、无穷小与无穷大的关系</a:t>
            </a:r>
            <a:endPar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endParaRPr>
          </a:p>
        </p:txBody>
      </p:sp>
      <p:sp>
        <p:nvSpPr>
          <p:cNvPr id="6" name="TextBox 5"/>
          <p:cNvSpPr txBox="1"/>
          <p:nvPr/>
        </p:nvSpPr>
        <p:spPr>
          <a:xfrm>
            <a:off x="2360737" y="1724308"/>
            <a:ext cx="3960440" cy="583565"/>
          </a:xfrm>
          <a:prstGeom prst="rect">
            <a:avLst/>
          </a:prstGeom>
          <a:noFill/>
        </p:spPr>
        <p:txBody>
          <a:bodyPr wrap="square" rtlCol="0">
            <a:spAutoFit/>
          </a:bodyPr>
          <a:lstStyle/>
          <a:p>
            <a:r>
              <a:rPr lang="zh-CN" altLang="en-US" sz="3200" b="1" dirty="0" smtClean="0">
                <a:latin typeface="+mn-ea"/>
              </a:rPr>
              <a:t>本小节内容提要：</a:t>
            </a:r>
            <a:endParaRPr lang="zh-CN" altLang="en-US" sz="3600" dirty="0">
              <a:latin typeface="华文琥珀" panose="02010800040101010101" pitchFamily="2" charset="-122"/>
              <a:ea typeface="华文琥珀" panose="02010800040101010101" pitchFamily="2" charset="-122"/>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5029200" y="4305300"/>
            <a:ext cx="609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Rectangle 3"/>
          <p:cNvSpPr txBox="1">
            <a:spLocks noChangeArrowheads="1"/>
          </p:cNvSpPr>
          <p:nvPr/>
        </p:nvSpPr>
        <p:spPr>
          <a:xfrm>
            <a:off x="1600200" y="506095"/>
            <a:ext cx="3276600" cy="609600"/>
          </a:xfrm>
          <a:prstGeom prst="rect">
            <a:avLst/>
          </a:prstGeom>
          <a:extLst>
            <a:ext uri="{909E8E84-426E-40DD-AFC4-6F175D3DCCD1}">
              <a14:hiddenFill xmlns:a14="http://schemas.microsoft.com/office/drawing/2010/main">
                <a:solidFill>
                  <a:srgbClr val="0033CC"/>
                </a:solidFill>
              </a14:hiddenFill>
            </a:ext>
          </a:extLst>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cs typeface="+mn-cs"/>
              </a:rPr>
              <a:t>无穷小量</a:t>
            </a:r>
            <a:endPar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cs typeface="+mn-cs"/>
            </a:endParaRPr>
          </a:p>
        </p:txBody>
      </p:sp>
      <p:sp>
        <p:nvSpPr>
          <p:cNvPr id="4" name="Text Box 4"/>
          <p:cNvSpPr txBox="1">
            <a:spLocks noChangeArrowheads="1"/>
          </p:cNvSpPr>
          <p:nvPr/>
        </p:nvSpPr>
        <p:spPr bwMode="auto">
          <a:xfrm>
            <a:off x="1600200" y="1202373"/>
            <a:ext cx="2514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定义</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1.2.5.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若</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 name="Object 5"/>
          <p:cNvGraphicFramePr>
            <a:graphicFrameLocks noChangeAspect="1"/>
          </p:cNvGraphicFramePr>
          <p:nvPr/>
        </p:nvGraphicFramePr>
        <p:xfrm>
          <a:off x="3662045" y="1244600"/>
          <a:ext cx="1047750" cy="438150"/>
        </p:xfrm>
        <a:graphic>
          <a:graphicData uri="http://schemas.openxmlformats.org/presentationml/2006/ole">
            <mc:AlternateContent xmlns:mc="http://schemas.openxmlformats.org/markup-compatibility/2006">
              <mc:Choice xmlns:v="urn:schemas-microsoft-com:vml" Requires="v">
                <p:oleObj spid="_x0000_s35841" name="Equation" r:id="rId1" imgW="24993600" imgH="10363200" progId="Equation.DSMT4">
                  <p:embed/>
                </p:oleObj>
              </mc:Choice>
              <mc:Fallback>
                <p:oleObj name="Equation" r:id="rId1" imgW="24993600" imgH="10363200" progId="Equation.DSMT4">
                  <p:embed/>
                  <p:pic>
                    <p:nvPicPr>
                      <p:cNvPr id="0" name="图片 35840"/>
                      <p:cNvPicPr>
                        <a:picLocks noChangeAspect="1"/>
                      </p:cNvPicPr>
                      <p:nvPr/>
                    </p:nvPicPr>
                    <p:blipFill>
                      <a:blip r:embed="rId2">
                        <a:biLevel thresh="50000"/>
                        <a:grayscl/>
                      </a:blip>
                      <a:stretch>
                        <a:fillRect/>
                      </a:stretch>
                    </p:blipFill>
                    <p:spPr>
                      <a:xfrm>
                        <a:off x="3662045" y="1244600"/>
                        <a:ext cx="1047750" cy="438150"/>
                      </a:xfrm>
                      <a:prstGeom prst="rect">
                        <a:avLst/>
                      </a:prstGeom>
                      <a:noFill/>
                      <a:ln w="9525">
                        <a:noFill/>
                      </a:ln>
                    </p:spPr>
                  </p:pic>
                </p:oleObj>
              </mc:Fallback>
            </mc:AlternateContent>
          </a:graphicData>
        </a:graphic>
      </p:graphicFrame>
      <p:sp>
        <p:nvSpPr>
          <p:cNvPr id="6" name="Text Box 6"/>
          <p:cNvSpPr txBox="1">
            <a:spLocks noChangeArrowheads="1"/>
          </p:cNvSpPr>
          <p:nvPr/>
        </p:nvSpPr>
        <p:spPr bwMode="auto">
          <a:xfrm>
            <a:off x="4665980" y="1202373"/>
            <a:ext cx="1905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函数</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7" name="Object 7"/>
          <p:cNvGraphicFramePr>
            <a:graphicFrameLocks noChangeAspect="1"/>
          </p:cNvGraphicFramePr>
          <p:nvPr/>
        </p:nvGraphicFramePr>
        <p:xfrm>
          <a:off x="6155373" y="1263650"/>
          <a:ext cx="1481137" cy="400050"/>
        </p:xfrm>
        <a:graphic>
          <a:graphicData uri="http://schemas.openxmlformats.org/presentationml/2006/ole">
            <mc:AlternateContent xmlns:mc="http://schemas.openxmlformats.org/markup-compatibility/2006">
              <mc:Choice xmlns:v="urn:schemas-microsoft-com:vml" Requires="v">
                <p:oleObj spid="_x0000_s35842" name="Equation" r:id="rId3" imgW="35356800" imgH="9448800" progId="Equation.DSMT4">
                  <p:embed/>
                </p:oleObj>
              </mc:Choice>
              <mc:Fallback>
                <p:oleObj name="Equation" r:id="rId3" imgW="35356800" imgH="9448800" progId="Equation.DSMT4">
                  <p:embed/>
                  <p:pic>
                    <p:nvPicPr>
                      <p:cNvPr id="0" name="图片 35841"/>
                      <p:cNvPicPr>
                        <a:picLocks noChangeAspect="1"/>
                      </p:cNvPicPr>
                      <p:nvPr/>
                    </p:nvPicPr>
                    <p:blipFill>
                      <a:blip r:embed="rId4">
                        <a:biLevel thresh="50000"/>
                        <a:grayscl/>
                      </a:blip>
                      <a:stretch>
                        <a:fillRect/>
                      </a:stretch>
                    </p:blipFill>
                    <p:spPr>
                      <a:xfrm>
                        <a:off x="6155373" y="1263650"/>
                        <a:ext cx="1481137" cy="400050"/>
                      </a:xfrm>
                      <a:prstGeom prst="rect">
                        <a:avLst/>
                      </a:prstGeom>
                      <a:noFill/>
                      <a:ln w="9525">
                        <a:noFill/>
                      </a:ln>
                    </p:spPr>
                  </p:pic>
                </p:oleObj>
              </mc:Fallback>
            </mc:AlternateContent>
          </a:graphicData>
        </a:graphic>
      </p:graphicFrame>
      <p:sp>
        <p:nvSpPr>
          <p:cNvPr id="8" name="Text Box 8"/>
          <p:cNvSpPr txBox="1">
            <a:spLocks noChangeArrowheads="1"/>
          </p:cNvSpPr>
          <p:nvPr/>
        </p:nvSpPr>
        <p:spPr bwMode="auto">
          <a:xfrm>
            <a:off x="7696200" y="1160780"/>
            <a:ext cx="2057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则称函数</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9" name="Object 9"/>
          <p:cNvGraphicFramePr>
            <a:graphicFrameLocks noChangeAspect="1"/>
          </p:cNvGraphicFramePr>
          <p:nvPr/>
        </p:nvGraphicFramePr>
        <p:xfrm>
          <a:off x="9284335" y="1221740"/>
          <a:ext cx="750888" cy="400050"/>
        </p:xfrm>
        <a:graphic>
          <a:graphicData uri="http://schemas.openxmlformats.org/presentationml/2006/ole">
            <mc:AlternateContent xmlns:mc="http://schemas.openxmlformats.org/markup-compatibility/2006">
              <mc:Choice xmlns:v="urn:schemas-microsoft-com:vml" Requires="v">
                <p:oleObj spid="_x0000_s35843" name="Equation" r:id="rId5" imgW="17678400" imgH="9448800" progId="Equation.DSMT4">
                  <p:embed/>
                </p:oleObj>
              </mc:Choice>
              <mc:Fallback>
                <p:oleObj name="Equation" r:id="rId5" imgW="17678400" imgH="9448800" progId="Equation.DSMT4">
                  <p:embed/>
                  <p:pic>
                    <p:nvPicPr>
                      <p:cNvPr id="0" name="图片 35842"/>
                      <p:cNvPicPr>
                        <a:picLocks noChangeAspect="1"/>
                      </p:cNvPicPr>
                      <p:nvPr/>
                    </p:nvPicPr>
                    <p:blipFill>
                      <a:blip r:embed="rId6">
                        <a:biLevel thresh="50000"/>
                        <a:grayscl/>
                      </a:blip>
                      <a:stretch>
                        <a:fillRect/>
                      </a:stretch>
                    </p:blipFill>
                    <p:spPr>
                      <a:xfrm>
                        <a:off x="9284335" y="1221740"/>
                        <a:ext cx="750888" cy="400050"/>
                      </a:xfrm>
                      <a:prstGeom prst="rect">
                        <a:avLst/>
                      </a:prstGeom>
                      <a:noFill/>
                      <a:ln w="9525">
                        <a:noFill/>
                      </a:ln>
                    </p:spPr>
                  </p:pic>
                </p:oleObj>
              </mc:Fallback>
            </mc:AlternateContent>
          </a:graphicData>
        </a:graphic>
      </p:graphicFrame>
      <p:graphicFrame>
        <p:nvGraphicFramePr>
          <p:cNvPr id="10" name="Object 10"/>
          <p:cNvGraphicFramePr>
            <a:graphicFrameLocks noChangeAspect="1"/>
          </p:cNvGraphicFramePr>
          <p:nvPr/>
        </p:nvGraphicFramePr>
        <p:xfrm>
          <a:off x="2173288" y="2261235"/>
          <a:ext cx="1047750" cy="438150"/>
        </p:xfrm>
        <a:graphic>
          <a:graphicData uri="http://schemas.openxmlformats.org/presentationml/2006/ole">
            <mc:AlternateContent xmlns:mc="http://schemas.openxmlformats.org/markup-compatibility/2006">
              <mc:Choice xmlns:v="urn:schemas-microsoft-com:vml" Requires="v">
                <p:oleObj spid="_x0000_s35844" name="Equation" r:id="rId7" imgW="24993600" imgH="10363200" progId="Equation.DSMT4">
                  <p:embed/>
                </p:oleObj>
              </mc:Choice>
              <mc:Fallback>
                <p:oleObj name="Equation" r:id="rId7" imgW="24993600" imgH="10363200" progId="Equation.DSMT4">
                  <p:embed/>
                  <p:pic>
                    <p:nvPicPr>
                      <p:cNvPr id="0" name="图片 35843"/>
                      <p:cNvPicPr>
                        <a:picLocks noChangeAspect="1"/>
                      </p:cNvPicPr>
                      <p:nvPr/>
                    </p:nvPicPr>
                    <p:blipFill>
                      <a:blip r:embed="rId8">
                        <a:biLevel thresh="50000"/>
                        <a:grayscl/>
                      </a:blip>
                      <a:stretch>
                        <a:fillRect/>
                      </a:stretch>
                    </p:blipFill>
                    <p:spPr>
                      <a:xfrm>
                        <a:off x="2173288" y="2261235"/>
                        <a:ext cx="1047750" cy="438150"/>
                      </a:xfrm>
                      <a:prstGeom prst="rect">
                        <a:avLst/>
                      </a:prstGeom>
                      <a:noFill/>
                      <a:ln w="9525">
                        <a:noFill/>
                      </a:ln>
                    </p:spPr>
                  </p:pic>
                </p:oleObj>
              </mc:Fallback>
            </mc:AlternateContent>
          </a:graphicData>
        </a:graphic>
      </p:graphicFrame>
      <p:sp>
        <p:nvSpPr>
          <p:cNvPr id="11" name="Text Box 11"/>
          <p:cNvSpPr txBox="1">
            <a:spLocks noChangeArrowheads="1"/>
          </p:cNvSpPr>
          <p:nvPr/>
        </p:nvSpPr>
        <p:spPr bwMode="auto">
          <a:xfrm>
            <a:off x="1201420" y="3430270"/>
            <a:ext cx="1219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rPr>
              <a:t>例如 </a:t>
            </a:r>
            <a:r>
              <a:rPr kumimoji="1" lang="en-US" altLang="zh-CN" sz="2800" b="1">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2" name="Object 12"/>
          <p:cNvGraphicFramePr>
            <a:graphicFrameLocks noChangeAspect="1"/>
          </p:cNvGraphicFramePr>
          <p:nvPr/>
        </p:nvGraphicFramePr>
        <p:xfrm>
          <a:off x="2420620" y="3478530"/>
          <a:ext cx="2055813" cy="595313"/>
        </p:xfrm>
        <a:graphic>
          <a:graphicData uri="http://schemas.openxmlformats.org/presentationml/2006/ole">
            <mc:AlternateContent xmlns:mc="http://schemas.openxmlformats.org/markup-compatibility/2006">
              <mc:Choice xmlns:v="urn:schemas-microsoft-com:vml" Requires="v">
                <p:oleObj spid="_x0000_s35845" name="Equation" r:id="rId9" imgW="49072800" imgH="14020800" progId="Equation.DSMT4">
                  <p:embed/>
                </p:oleObj>
              </mc:Choice>
              <mc:Fallback>
                <p:oleObj name="Equation" r:id="rId9" imgW="49072800" imgH="14020800" progId="Equation.DSMT4">
                  <p:embed/>
                  <p:pic>
                    <p:nvPicPr>
                      <p:cNvPr id="0" name="图片 35844"/>
                      <p:cNvPicPr>
                        <a:picLocks noChangeAspect="1"/>
                      </p:cNvPicPr>
                      <p:nvPr/>
                    </p:nvPicPr>
                    <p:blipFill>
                      <a:blip r:embed="rId10">
                        <a:biLevel thresh="50000"/>
                        <a:grayscl/>
                      </a:blip>
                      <a:stretch>
                        <a:fillRect/>
                      </a:stretch>
                    </p:blipFill>
                    <p:spPr>
                      <a:xfrm>
                        <a:off x="2420620" y="3478530"/>
                        <a:ext cx="2055813" cy="595313"/>
                      </a:xfrm>
                      <a:prstGeom prst="rect">
                        <a:avLst/>
                      </a:prstGeom>
                      <a:noFill/>
                      <a:ln w="9525">
                        <a:noFill/>
                      </a:ln>
                    </p:spPr>
                  </p:pic>
                </p:oleObj>
              </mc:Fallback>
            </mc:AlternateContent>
          </a:graphicData>
        </a:graphic>
      </p:graphicFrame>
      <p:sp>
        <p:nvSpPr>
          <p:cNvPr id="13" name="Text Box 13"/>
          <p:cNvSpPr txBox="1">
            <a:spLocks noChangeArrowheads="1"/>
          </p:cNvSpPr>
          <p:nvPr/>
        </p:nvSpPr>
        <p:spPr bwMode="auto">
          <a:xfrm>
            <a:off x="4476750" y="3450273"/>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函数 </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4" name="Object 14"/>
          <p:cNvGraphicFramePr>
            <a:graphicFrameLocks noChangeAspect="1"/>
          </p:cNvGraphicFramePr>
          <p:nvPr/>
        </p:nvGraphicFramePr>
        <p:xfrm>
          <a:off x="5377180" y="3521393"/>
          <a:ext cx="666750" cy="411162"/>
        </p:xfrm>
        <a:graphic>
          <a:graphicData uri="http://schemas.openxmlformats.org/presentationml/2006/ole">
            <mc:AlternateContent xmlns:mc="http://schemas.openxmlformats.org/markup-compatibility/2006">
              <mc:Choice xmlns:v="urn:schemas-microsoft-com:vml" Requires="v">
                <p:oleObj spid="_x0000_s35846" name="Equation" r:id="rId11" imgW="15849600" imgH="9448800" progId="Equation.DSMT4">
                  <p:embed/>
                </p:oleObj>
              </mc:Choice>
              <mc:Fallback>
                <p:oleObj name="Equation" r:id="rId11" imgW="15849600" imgH="9448800" progId="Equation.DSMT4">
                  <p:embed/>
                  <p:pic>
                    <p:nvPicPr>
                      <p:cNvPr id="0" name="图片 35845"/>
                      <p:cNvPicPr>
                        <a:picLocks noChangeAspect="1"/>
                      </p:cNvPicPr>
                      <p:nvPr/>
                    </p:nvPicPr>
                    <p:blipFill>
                      <a:blip r:embed="rId12">
                        <a:biLevel thresh="50000"/>
                        <a:grayscl/>
                      </a:blip>
                      <a:stretch>
                        <a:fillRect/>
                      </a:stretch>
                    </p:blipFill>
                    <p:spPr>
                      <a:xfrm>
                        <a:off x="5377180" y="3521393"/>
                        <a:ext cx="666750" cy="411162"/>
                      </a:xfrm>
                      <a:prstGeom prst="rect">
                        <a:avLst/>
                      </a:prstGeom>
                      <a:noFill/>
                      <a:ln w="9525">
                        <a:noFill/>
                      </a:ln>
                    </p:spPr>
                  </p:pic>
                </p:oleObj>
              </mc:Fallback>
            </mc:AlternateContent>
          </a:graphicData>
        </a:graphic>
      </p:graphicFrame>
      <p:sp>
        <p:nvSpPr>
          <p:cNvPr id="15" name="Text Box 15"/>
          <p:cNvSpPr txBox="1">
            <a:spLocks noChangeArrowheads="1"/>
          </p:cNvSpPr>
          <p:nvPr/>
        </p:nvSpPr>
        <p:spPr bwMode="auto">
          <a:xfrm>
            <a:off x="6043930" y="3432175"/>
            <a:ext cx="762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6" name="Object 16"/>
          <p:cNvGraphicFramePr>
            <a:graphicFrameLocks noChangeAspect="1"/>
          </p:cNvGraphicFramePr>
          <p:nvPr/>
        </p:nvGraphicFramePr>
        <p:xfrm>
          <a:off x="6638925" y="3520123"/>
          <a:ext cx="842963" cy="411162"/>
        </p:xfrm>
        <a:graphic>
          <a:graphicData uri="http://schemas.openxmlformats.org/presentationml/2006/ole">
            <mc:AlternateContent xmlns:mc="http://schemas.openxmlformats.org/markup-compatibility/2006">
              <mc:Choice xmlns:v="urn:schemas-microsoft-com:vml" Requires="v">
                <p:oleObj spid="_x0000_s35847" name="Equation" r:id="rId13" imgW="20116800" imgH="9448800" progId="Equation.DSMT4">
                  <p:embed/>
                </p:oleObj>
              </mc:Choice>
              <mc:Fallback>
                <p:oleObj name="Equation" r:id="rId13" imgW="20116800" imgH="9448800" progId="Equation.DSMT4">
                  <p:embed/>
                  <p:pic>
                    <p:nvPicPr>
                      <p:cNvPr id="0" name="图片 35846"/>
                      <p:cNvPicPr>
                        <a:picLocks noChangeAspect="1"/>
                      </p:cNvPicPr>
                      <p:nvPr/>
                    </p:nvPicPr>
                    <p:blipFill>
                      <a:blip r:embed="rId14">
                        <a:biLevel thresh="50000"/>
                        <a:grayscl/>
                      </a:blip>
                      <a:stretch>
                        <a:fillRect/>
                      </a:stretch>
                    </p:blipFill>
                    <p:spPr>
                      <a:xfrm>
                        <a:off x="6638925" y="3520123"/>
                        <a:ext cx="842963" cy="411162"/>
                      </a:xfrm>
                      <a:prstGeom prst="rect">
                        <a:avLst/>
                      </a:prstGeom>
                      <a:noFill/>
                      <a:ln w="9525">
                        <a:noFill/>
                      </a:ln>
                    </p:spPr>
                  </p:pic>
                </p:oleObj>
              </mc:Fallback>
            </mc:AlternateContent>
          </a:graphicData>
        </a:graphic>
      </p:graphicFrame>
      <p:sp>
        <p:nvSpPr>
          <p:cNvPr id="17" name="Text Box 17"/>
          <p:cNvSpPr txBox="1">
            <a:spLocks noChangeArrowheads="1"/>
          </p:cNvSpPr>
          <p:nvPr/>
        </p:nvSpPr>
        <p:spPr bwMode="auto">
          <a:xfrm>
            <a:off x="7482205" y="3431858"/>
            <a:ext cx="2209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时为无穷小</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8" name="Object 18"/>
          <p:cNvGraphicFramePr>
            <a:graphicFrameLocks noChangeAspect="1"/>
          </p:cNvGraphicFramePr>
          <p:nvPr/>
        </p:nvGraphicFramePr>
        <p:xfrm>
          <a:off x="2420620" y="4141788"/>
          <a:ext cx="1420813" cy="847725"/>
        </p:xfrm>
        <a:graphic>
          <a:graphicData uri="http://schemas.openxmlformats.org/presentationml/2006/ole">
            <mc:AlternateContent xmlns:mc="http://schemas.openxmlformats.org/markup-compatibility/2006">
              <mc:Choice xmlns:v="urn:schemas-microsoft-com:vml" Requires="v">
                <p:oleObj spid="_x0000_s35848" name="Equation" r:id="rId15" imgW="33832800" imgH="20116800" progId="Equation.DSMT4">
                  <p:embed/>
                </p:oleObj>
              </mc:Choice>
              <mc:Fallback>
                <p:oleObj name="Equation" r:id="rId15" imgW="33832800" imgH="20116800" progId="Equation.DSMT4">
                  <p:embed/>
                  <p:pic>
                    <p:nvPicPr>
                      <p:cNvPr id="0" name="图片 35847"/>
                      <p:cNvPicPr>
                        <a:picLocks noChangeAspect="1"/>
                      </p:cNvPicPr>
                      <p:nvPr/>
                    </p:nvPicPr>
                    <p:blipFill>
                      <a:blip r:embed="rId16">
                        <a:biLevel thresh="50000"/>
                        <a:grayscl/>
                      </a:blip>
                      <a:stretch>
                        <a:fillRect/>
                      </a:stretch>
                    </p:blipFill>
                    <p:spPr>
                      <a:xfrm>
                        <a:off x="2420620" y="4141788"/>
                        <a:ext cx="1420813" cy="847725"/>
                      </a:xfrm>
                      <a:prstGeom prst="rect">
                        <a:avLst/>
                      </a:prstGeom>
                      <a:noFill/>
                      <a:ln w="9525">
                        <a:noFill/>
                      </a:ln>
                    </p:spPr>
                  </p:pic>
                </p:oleObj>
              </mc:Fallback>
            </mc:AlternateContent>
          </a:graphicData>
        </a:graphic>
      </p:graphicFrame>
      <p:sp>
        <p:nvSpPr>
          <p:cNvPr id="19" name="Text Box 19"/>
          <p:cNvSpPr txBox="1">
            <a:spLocks noChangeArrowheads="1"/>
          </p:cNvSpPr>
          <p:nvPr/>
        </p:nvSpPr>
        <p:spPr bwMode="auto">
          <a:xfrm>
            <a:off x="3869055" y="4311650"/>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函数 </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0" name="Object 20"/>
          <p:cNvGraphicFramePr>
            <a:graphicFrameLocks noChangeAspect="1"/>
          </p:cNvGraphicFramePr>
          <p:nvPr/>
        </p:nvGraphicFramePr>
        <p:xfrm>
          <a:off x="4728845" y="4147185"/>
          <a:ext cx="300038" cy="850900"/>
        </p:xfrm>
        <a:graphic>
          <a:graphicData uri="http://schemas.openxmlformats.org/presentationml/2006/ole">
            <mc:AlternateContent xmlns:mc="http://schemas.openxmlformats.org/markup-compatibility/2006">
              <mc:Choice xmlns:v="urn:schemas-microsoft-com:vml" Requires="v">
                <p:oleObj spid="_x0000_s35849" name="Equation" r:id="rId17" imgW="7010400" imgH="20116800" progId="Equation.DSMT4">
                  <p:embed/>
                </p:oleObj>
              </mc:Choice>
              <mc:Fallback>
                <p:oleObj name="Equation" r:id="rId17" imgW="7010400" imgH="20116800" progId="Equation.DSMT4">
                  <p:embed/>
                  <p:pic>
                    <p:nvPicPr>
                      <p:cNvPr id="0" name="图片 35848"/>
                      <p:cNvPicPr>
                        <a:picLocks noChangeAspect="1"/>
                      </p:cNvPicPr>
                      <p:nvPr/>
                    </p:nvPicPr>
                    <p:blipFill>
                      <a:blip r:embed="rId18">
                        <a:biLevel thresh="50000"/>
                        <a:grayscl/>
                      </a:blip>
                      <a:stretch>
                        <a:fillRect/>
                      </a:stretch>
                    </p:blipFill>
                    <p:spPr>
                      <a:xfrm>
                        <a:off x="4728845" y="4147185"/>
                        <a:ext cx="300038" cy="850900"/>
                      </a:xfrm>
                      <a:prstGeom prst="rect">
                        <a:avLst/>
                      </a:prstGeom>
                      <a:noFill/>
                      <a:ln w="9525">
                        <a:noFill/>
                      </a:ln>
                    </p:spPr>
                  </p:pic>
                </p:oleObj>
              </mc:Fallback>
            </mc:AlternateContent>
          </a:graphicData>
        </a:graphic>
      </p:graphicFrame>
      <p:graphicFrame>
        <p:nvGraphicFramePr>
          <p:cNvPr id="21" name="Object 21"/>
          <p:cNvGraphicFramePr>
            <a:graphicFrameLocks noChangeAspect="1"/>
          </p:cNvGraphicFramePr>
          <p:nvPr/>
        </p:nvGraphicFramePr>
        <p:xfrm>
          <a:off x="5549900" y="4457700"/>
          <a:ext cx="1003300" cy="325438"/>
        </p:xfrm>
        <a:graphic>
          <a:graphicData uri="http://schemas.openxmlformats.org/presentationml/2006/ole">
            <mc:AlternateContent xmlns:mc="http://schemas.openxmlformats.org/markup-compatibility/2006">
              <mc:Choice xmlns:v="urn:schemas-microsoft-com:vml" Requires="v">
                <p:oleObj spid="_x0000_s35850" name="Equation" r:id="rId19" imgW="23774400" imgH="7620000" progId="Equation.DSMT4">
                  <p:embed/>
                </p:oleObj>
              </mc:Choice>
              <mc:Fallback>
                <p:oleObj name="Equation" r:id="rId19" imgW="23774400" imgH="7620000" progId="Equation.DSMT4">
                  <p:embed/>
                  <p:pic>
                    <p:nvPicPr>
                      <p:cNvPr id="0" name="图片 35849"/>
                      <p:cNvPicPr>
                        <a:picLocks noChangeAspect="1"/>
                      </p:cNvPicPr>
                      <p:nvPr/>
                    </p:nvPicPr>
                    <p:blipFill>
                      <a:blip r:embed="rId20">
                        <a:biLevel thresh="50000"/>
                        <a:grayscl/>
                      </a:blip>
                      <a:stretch>
                        <a:fillRect/>
                      </a:stretch>
                    </p:blipFill>
                    <p:spPr>
                      <a:xfrm>
                        <a:off x="5549900" y="4457700"/>
                        <a:ext cx="1003300" cy="325438"/>
                      </a:xfrm>
                      <a:prstGeom prst="rect">
                        <a:avLst/>
                      </a:prstGeom>
                      <a:noFill/>
                      <a:ln w="9525">
                        <a:noFill/>
                      </a:ln>
                    </p:spPr>
                  </p:pic>
                </p:oleObj>
              </mc:Fallback>
            </mc:AlternateContent>
          </a:graphicData>
        </a:graphic>
      </p:graphicFrame>
      <p:sp>
        <p:nvSpPr>
          <p:cNvPr id="22" name="Text Box 22"/>
          <p:cNvSpPr txBox="1">
            <a:spLocks noChangeArrowheads="1"/>
          </p:cNvSpPr>
          <p:nvPr/>
        </p:nvSpPr>
        <p:spPr bwMode="auto">
          <a:xfrm>
            <a:off x="6553200" y="4305300"/>
            <a:ext cx="2438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时为无穷小</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3" name="Object 23"/>
          <p:cNvGraphicFramePr>
            <a:graphicFrameLocks noChangeAspect="1"/>
          </p:cNvGraphicFramePr>
          <p:nvPr/>
        </p:nvGraphicFramePr>
        <p:xfrm>
          <a:off x="2348865" y="5172710"/>
          <a:ext cx="2379663" cy="973138"/>
        </p:xfrm>
        <a:graphic>
          <a:graphicData uri="http://schemas.openxmlformats.org/presentationml/2006/ole">
            <mc:AlternateContent xmlns:mc="http://schemas.openxmlformats.org/markup-compatibility/2006">
              <mc:Choice xmlns:v="urn:schemas-microsoft-com:vml" Requires="v">
                <p:oleObj spid="_x0000_s35851" name="Equation" r:id="rId21" imgW="56997600" imgH="23164800" progId="Equation.DSMT4">
                  <p:embed/>
                </p:oleObj>
              </mc:Choice>
              <mc:Fallback>
                <p:oleObj name="Equation" r:id="rId21" imgW="56997600" imgH="23164800" progId="Equation.DSMT4">
                  <p:embed/>
                  <p:pic>
                    <p:nvPicPr>
                      <p:cNvPr id="0" name="图片 35850"/>
                      <p:cNvPicPr>
                        <a:picLocks noChangeAspect="1"/>
                      </p:cNvPicPr>
                      <p:nvPr/>
                    </p:nvPicPr>
                    <p:blipFill>
                      <a:blip r:embed="rId22">
                        <a:biLevel thresh="50000"/>
                        <a:grayscl/>
                      </a:blip>
                      <a:stretch>
                        <a:fillRect/>
                      </a:stretch>
                    </p:blipFill>
                    <p:spPr>
                      <a:xfrm>
                        <a:off x="2348865" y="5172710"/>
                        <a:ext cx="2379663" cy="973138"/>
                      </a:xfrm>
                      <a:prstGeom prst="rect">
                        <a:avLst/>
                      </a:prstGeom>
                      <a:noFill/>
                      <a:ln w="9525">
                        <a:noFill/>
                      </a:ln>
                    </p:spPr>
                  </p:pic>
                </p:oleObj>
              </mc:Fallback>
            </mc:AlternateContent>
          </a:graphicData>
        </a:graphic>
      </p:graphicFrame>
      <p:sp>
        <p:nvSpPr>
          <p:cNvPr id="24" name="Text Box 24"/>
          <p:cNvSpPr txBox="1">
            <a:spLocks noChangeArrowheads="1"/>
          </p:cNvSpPr>
          <p:nvPr/>
        </p:nvSpPr>
        <p:spPr bwMode="auto">
          <a:xfrm>
            <a:off x="4686300" y="5355908"/>
            <a:ext cx="1295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函数 </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5" name="Object 25"/>
          <p:cNvGraphicFramePr>
            <a:graphicFrameLocks noChangeAspect="1"/>
          </p:cNvGraphicFramePr>
          <p:nvPr/>
        </p:nvGraphicFramePr>
        <p:xfrm>
          <a:off x="5543233" y="5173980"/>
          <a:ext cx="987425" cy="895350"/>
        </p:xfrm>
        <a:graphic>
          <a:graphicData uri="http://schemas.openxmlformats.org/presentationml/2006/ole">
            <mc:AlternateContent xmlns:mc="http://schemas.openxmlformats.org/markup-compatibility/2006">
              <mc:Choice xmlns:v="urn:schemas-microsoft-com:vml" Requires="v">
                <p:oleObj spid="_x0000_s35852" name="Equation" r:id="rId23" imgW="23469600" imgH="21336000" progId="Equation.DSMT4">
                  <p:embed/>
                </p:oleObj>
              </mc:Choice>
              <mc:Fallback>
                <p:oleObj name="Equation" r:id="rId23" imgW="23469600" imgH="21336000" progId="Equation.DSMT4">
                  <p:embed/>
                  <p:pic>
                    <p:nvPicPr>
                      <p:cNvPr id="0" name="图片 35851"/>
                      <p:cNvPicPr>
                        <a:picLocks noChangeAspect="1"/>
                      </p:cNvPicPr>
                      <p:nvPr/>
                    </p:nvPicPr>
                    <p:blipFill>
                      <a:blip r:embed="rId24">
                        <a:biLevel thresh="50000"/>
                        <a:grayscl/>
                      </a:blip>
                      <a:stretch>
                        <a:fillRect/>
                      </a:stretch>
                    </p:blipFill>
                    <p:spPr>
                      <a:xfrm>
                        <a:off x="5543233" y="5173980"/>
                        <a:ext cx="987425" cy="895350"/>
                      </a:xfrm>
                      <a:prstGeom prst="rect">
                        <a:avLst/>
                      </a:prstGeom>
                      <a:noFill/>
                      <a:ln w="9525">
                        <a:noFill/>
                      </a:ln>
                    </p:spPr>
                  </p:pic>
                </p:oleObj>
              </mc:Fallback>
            </mc:AlternateContent>
          </a:graphicData>
        </a:graphic>
      </p:graphicFrame>
      <p:sp>
        <p:nvSpPr>
          <p:cNvPr id="26" name="Text Box 26"/>
          <p:cNvSpPr txBox="1">
            <a:spLocks noChangeArrowheads="1"/>
          </p:cNvSpPr>
          <p:nvPr/>
        </p:nvSpPr>
        <p:spPr bwMode="auto">
          <a:xfrm>
            <a:off x="6553200" y="5325745"/>
            <a:ext cx="685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7" name="Object 27"/>
          <p:cNvGraphicFramePr>
            <a:graphicFrameLocks noChangeAspect="1"/>
          </p:cNvGraphicFramePr>
          <p:nvPr/>
        </p:nvGraphicFramePr>
        <p:xfrm>
          <a:off x="7114858" y="5496560"/>
          <a:ext cx="1190625" cy="325438"/>
        </p:xfrm>
        <a:graphic>
          <a:graphicData uri="http://schemas.openxmlformats.org/presentationml/2006/ole">
            <mc:AlternateContent xmlns:mc="http://schemas.openxmlformats.org/markup-compatibility/2006">
              <mc:Choice xmlns:v="urn:schemas-microsoft-com:vml" Requires="v">
                <p:oleObj spid="_x0000_s35853" name="Equation" r:id="rId25" imgW="28346400" imgH="7620000" progId="Equation.DSMT4">
                  <p:embed/>
                </p:oleObj>
              </mc:Choice>
              <mc:Fallback>
                <p:oleObj name="Equation" r:id="rId25" imgW="28346400" imgH="7620000" progId="Equation.DSMT4">
                  <p:embed/>
                  <p:pic>
                    <p:nvPicPr>
                      <p:cNvPr id="0" name="图片 35852"/>
                      <p:cNvPicPr>
                        <a:picLocks noChangeAspect="1"/>
                      </p:cNvPicPr>
                      <p:nvPr/>
                    </p:nvPicPr>
                    <p:blipFill>
                      <a:blip r:embed="rId26">
                        <a:biLevel thresh="50000"/>
                        <a:grayscl/>
                      </a:blip>
                      <a:stretch>
                        <a:fillRect/>
                      </a:stretch>
                    </p:blipFill>
                    <p:spPr>
                      <a:xfrm>
                        <a:off x="7114858" y="5496560"/>
                        <a:ext cx="1190625" cy="325438"/>
                      </a:xfrm>
                      <a:prstGeom prst="rect">
                        <a:avLst/>
                      </a:prstGeom>
                      <a:noFill/>
                      <a:ln w="9525">
                        <a:noFill/>
                      </a:ln>
                    </p:spPr>
                  </p:pic>
                </p:oleObj>
              </mc:Fallback>
            </mc:AlternateContent>
          </a:graphicData>
        </a:graphic>
      </p:graphicFrame>
      <p:graphicFrame>
        <p:nvGraphicFramePr>
          <p:cNvPr id="28" name="Object 28"/>
          <p:cNvGraphicFramePr>
            <a:graphicFrameLocks noChangeAspect="1"/>
          </p:cNvGraphicFramePr>
          <p:nvPr/>
        </p:nvGraphicFramePr>
        <p:xfrm>
          <a:off x="3525704" y="1656105"/>
          <a:ext cx="1321321" cy="497696"/>
        </p:xfrm>
        <a:graphic>
          <a:graphicData uri="http://schemas.openxmlformats.org/presentationml/2006/ole">
            <mc:AlternateContent xmlns:mc="http://schemas.openxmlformats.org/markup-compatibility/2006">
              <mc:Choice xmlns:v="urn:schemas-microsoft-com:vml" Requires="v">
                <p:oleObj spid="_x0000_s35854" name="Equation" r:id="rId27" imgW="13411200" imgH="4876800" progId="Equation.DSMT4">
                  <p:embed/>
                </p:oleObj>
              </mc:Choice>
              <mc:Fallback>
                <p:oleObj name="Equation" r:id="rId27" imgW="13411200" imgH="4876800" progId="Equation.DSMT4">
                  <p:embed/>
                  <p:pic>
                    <p:nvPicPr>
                      <p:cNvPr id="0" name="图片 35853"/>
                      <p:cNvPicPr>
                        <a:picLocks noChangeAspect="1"/>
                      </p:cNvPicPr>
                      <p:nvPr/>
                    </p:nvPicPr>
                    <p:blipFill>
                      <a:blip r:embed="rId28"/>
                      <a:stretch>
                        <a:fillRect/>
                      </a:stretch>
                    </p:blipFill>
                    <p:spPr>
                      <a:xfrm>
                        <a:off x="3525704" y="1656105"/>
                        <a:ext cx="1321321" cy="497696"/>
                      </a:xfrm>
                      <a:prstGeom prst="rect">
                        <a:avLst/>
                      </a:prstGeom>
                      <a:noFill/>
                      <a:ln w="9525">
                        <a:noFill/>
                      </a:ln>
                    </p:spPr>
                  </p:pic>
                </p:oleObj>
              </mc:Fallback>
            </mc:AlternateContent>
          </a:graphicData>
        </a:graphic>
      </p:graphicFrame>
      <p:sp>
        <p:nvSpPr>
          <p:cNvPr id="29" name="Text Box 29"/>
          <p:cNvSpPr txBox="1">
            <a:spLocks noChangeArrowheads="1"/>
          </p:cNvSpPr>
          <p:nvPr/>
        </p:nvSpPr>
        <p:spPr bwMode="auto">
          <a:xfrm>
            <a:off x="1676400" y="2219325"/>
            <a:ext cx="609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为</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 name="Text Box 30"/>
          <p:cNvSpPr txBox="1">
            <a:spLocks noChangeArrowheads="1"/>
          </p:cNvSpPr>
          <p:nvPr/>
        </p:nvSpPr>
        <p:spPr bwMode="auto">
          <a:xfrm>
            <a:off x="3221355" y="2238058"/>
            <a:ext cx="2362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时的</a:t>
            </a:r>
            <a:r>
              <a:rPr kumimoji="1" lang="zh-CN" altLang="en-US" sz="2800" b="1">
                <a:solidFill>
                  <a:schemeClr val="accent5">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无穷小</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1" name="Text Box 31"/>
          <p:cNvSpPr txBox="1">
            <a:spLocks noChangeArrowheads="1"/>
          </p:cNvSpPr>
          <p:nvPr/>
        </p:nvSpPr>
        <p:spPr bwMode="auto">
          <a:xfrm>
            <a:off x="8305800" y="5360353"/>
            <a:ext cx="205930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时为无穷小</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2" name="Object 32"/>
          <p:cNvGraphicFramePr>
            <a:graphicFrameLocks noChangeAspect="1"/>
          </p:cNvGraphicFramePr>
          <p:nvPr/>
        </p:nvGraphicFramePr>
        <p:xfrm>
          <a:off x="2036629" y="2743225"/>
          <a:ext cx="1321321" cy="497696"/>
        </p:xfrm>
        <a:graphic>
          <a:graphicData uri="http://schemas.openxmlformats.org/presentationml/2006/ole">
            <mc:AlternateContent xmlns:mc="http://schemas.openxmlformats.org/markup-compatibility/2006">
              <mc:Choice xmlns:v="urn:schemas-microsoft-com:vml" Requires="v">
                <p:oleObj spid="_x0000_s35855" name="Equation" r:id="rId29" imgW="13411200" imgH="4876800" progId="Equation.DSMT4">
                  <p:embed/>
                </p:oleObj>
              </mc:Choice>
              <mc:Fallback>
                <p:oleObj name="Equation" r:id="rId29" imgW="13411200" imgH="4876800" progId="Equation.DSMT4">
                  <p:embed/>
                  <p:pic>
                    <p:nvPicPr>
                      <p:cNvPr id="0" name="图片 35854"/>
                      <p:cNvPicPr>
                        <a:picLocks noChangeAspect="1"/>
                      </p:cNvPicPr>
                      <p:nvPr/>
                    </p:nvPicPr>
                    <p:blipFill>
                      <a:blip r:embed="rId30"/>
                      <a:stretch>
                        <a:fillRect/>
                      </a:stretch>
                    </p:blipFill>
                    <p:spPr>
                      <a:xfrm>
                        <a:off x="2036629" y="2743225"/>
                        <a:ext cx="1321321" cy="497696"/>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childTnLst>
                          </p:cTn>
                        </p:par>
                        <p:par>
                          <p:cTn id="25" fill="hold">
                            <p:stCondLst>
                              <p:cond delay="500"/>
                            </p:stCondLst>
                            <p:childTnLst>
                              <p:par>
                                <p:cTn id="26" presetID="22" presetClass="entr" presetSubtype="8" fill="hold"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wipe(left)">
                                      <p:cBhvr>
                                        <p:cTn id="33" dur="500"/>
                                        <p:tgtEl>
                                          <p:spTgt spid="29"/>
                                        </p:tgtEl>
                                      </p:cBhvr>
                                    </p:animEffect>
                                  </p:childTnLst>
                                </p:cTn>
                              </p:par>
                            </p:childTnLst>
                          </p:cTn>
                        </p:par>
                        <p:par>
                          <p:cTn id="34" fill="hold">
                            <p:stCondLst>
                              <p:cond delay="500"/>
                            </p:stCondLst>
                            <p:childTnLst>
                              <p:par>
                                <p:cTn id="35" presetID="22" presetClass="entr" presetSubtype="8" fill="hold"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wipe(left)">
                                      <p:cBhvr>
                                        <p:cTn id="41" dur="500"/>
                                        <p:tgtEl>
                                          <p:spTgt spid="3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wipe(left)">
                                      <p:cBhvr>
                                        <p:cTn id="46" dur="500"/>
                                        <p:tgtEl>
                                          <p:spTgt spid="2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wipe(left)">
                                      <p:cBhvr>
                                        <p:cTn id="51" dur="500"/>
                                        <p:tgtEl>
                                          <p:spTgt spid="3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wipe(left)">
                                      <p:cBhvr>
                                        <p:cTn id="56" dur="500"/>
                                        <p:tgtEl>
                                          <p:spTgt spid="1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left)">
                                      <p:cBhvr>
                                        <p:cTn id="61" dur="500"/>
                                        <p:tgtEl>
                                          <p:spTgt spid="1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wipe(left)">
                                      <p:cBhvr>
                                        <p:cTn id="66" dur="500"/>
                                        <p:tgtEl>
                                          <p:spTgt spid="13"/>
                                        </p:tgtEl>
                                      </p:cBhvr>
                                    </p:animEffect>
                                  </p:childTnLst>
                                </p:cTn>
                              </p:par>
                            </p:childTnLst>
                          </p:cTn>
                        </p:par>
                        <p:par>
                          <p:cTn id="67" fill="hold">
                            <p:stCondLst>
                              <p:cond delay="500"/>
                            </p:stCondLst>
                            <p:childTnLst>
                              <p:par>
                                <p:cTn id="68" presetID="22" presetClass="entr" presetSubtype="8" fill="hold" nodeType="after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wipe(left)">
                                      <p:cBhvr>
                                        <p:cTn id="70" dur="500"/>
                                        <p:tgtEl>
                                          <p:spTgt spid="14"/>
                                        </p:tgtEl>
                                      </p:cBhvr>
                                    </p:animEffect>
                                  </p:childTnLst>
                                </p:cTn>
                              </p:par>
                            </p:childTnLst>
                          </p:cTn>
                        </p:par>
                        <p:par>
                          <p:cTn id="71" fill="hold">
                            <p:stCondLst>
                              <p:cond delay="1000"/>
                            </p:stCondLst>
                            <p:childTnLst>
                              <p:par>
                                <p:cTn id="72" presetID="22" presetClass="entr" presetSubtype="8" fill="hold" grpId="0" nodeType="afterEffect">
                                  <p:stCondLst>
                                    <p:cond delay="0"/>
                                  </p:stCondLst>
                                  <p:childTnLst>
                                    <p:set>
                                      <p:cBhvr>
                                        <p:cTn id="73" dur="1" fill="hold">
                                          <p:stCondLst>
                                            <p:cond delay="0"/>
                                          </p:stCondLst>
                                        </p:cTn>
                                        <p:tgtEl>
                                          <p:spTgt spid="15"/>
                                        </p:tgtEl>
                                        <p:attrNameLst>
                                          <p:attrName>style.visibility</p:attrName>
                                        </p:attrNameLst>
                                      </p:cBhvr>
                                      <p:to>
                                        <p:strVal val="visible"/>
                                      </p:to>
                                    </p:set>
                                    <p:animEffect transition="in" filter="wipe(left)">
                                      <p:cBhvr>
                                        <p:cTn id="74" dur="500"/>
                                        <p:tgtEl>
                                          <p:spTgt spid="15"/>
                                        </p:tgtEl>
                                      </p:cBhvr>
                                    </p:animEffect>
                                  </p:childTnLst>
                                </p:cTn>
                              </p:par>
                            </p:childTnLst>
                          </p:cTn>
                        </p:par>
                        <p:par>
                          <p:cTn id="75" fill="hold">
                            <p:stCondLst>
                              <p:cond delay="1500"/>
                            </p:stCondLst>
                            <p:childTnLst>
                              <p:par>
                                <p:cTn id="76" presetID="22" presetClass="entr" presetSubtype="8" fill="hold" nodeType="after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wipe(left)">
                                      <p:cBhvr>
                                        <p:cTn id="78" dur="500"/>
                                        <p:tgtEl>
                                          <p:spTgt spid="16"/>
                                        </p:tgtEl>
                                      </p:cBhvr>
                                    </p:animEffect>
                                  </p:childTnLst>
                                </p:cTn>
                              </p:par>
                            </p:childTnLst>
                          </p:cTn>
                        </p:par>
                        <p:par>
                          <p:cTn id="79" fill="hold">
                            <p:stCondLst>
                              <p:cond delay="2000"/>
                            </p:stCondLst>
                            <p:childTnLst>
                              <p:par>
                                <p:cTn id="80" presetID="22" presetClass="entr" presetSubtype="8" fill="hold" grpId="0" nodeType="afterEffect">
                                  <p:stCondLst>
                                    <p:cond delay="0"/>
                                  </p:stCondLst>
                                  <p:childTnLst>
                                    <p:set>
                                      <p:cBhvr>
                                        <p:cTn id="81" dur="1" fill="hold">
                                          <p:stCondLst>
                                            <p:cond delay="0"/>
                                          </p:stCondLst>
                                        </p:cTn>
                                        <p:tgtEl>
                                          <p:spTgt spid="17"/>
                                        </p:tgtEl>
                                        <p:attrNameLst>
                                          <p:attrName>style.visibility</p:attrName>
                                        </p:attrNameLst>
                                      </p:cBhvr>
                                      <p:to>
                                        <p:strVal val="visible"/>
                                      </p:to>
                                    </p:set>
                                    <p:animEffect transition="in" filter="wipe(left)">
                                      <p:cBhvr>
                                        <p:cTn id="82" dur="500"/>
                                        <p:tgtEl>
                                          <p:spTgt spid="17"/>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8"/>
                                        </p:tgtEl>
                                        <p:attrNameLst>
                                          <p:attrName>style.visibility</p:attrName>
                                        </p:attrNameLst>
                                      </p:cBhvr>
                                      <p:to>
                                        <p:strVal val="visible"/>
                                      </p:to>
                                    </p:set>
                                    <p:animEffect transition="in" filter="wipe(left)">
                                      <p:cBhvr>
                                        <p:cTn id="87" dur="500"/>
                                        <p:tgtEl>
                                          <p:spTgt spid="18"/>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9"/>
                                        </p:tgtEl>
                                        <p:attrNameLst>
                                          <p:attrName>style.visibility</p:attrName>
                                        </p:attrNameLst>
                                      </p:cBhvr>
                                      <p:to>
                                        <p:strVal val="visible"/>
                                      </p:to>
                                    </p:set>
                                    <p:animEffect transition="in" filter="wipe(left)">
                                      <p:cBhvr>
                                        <p:cTn id="92" dur="500"/>
                                        <p:tgtEl>
                                          <p:spTgt spid="19"/>
                                        </p:tgtEl>
                                      </p:cBhvr>
                                    </p:animEffect>
                                  </p:childTnLst>
                                </p:cTn>
                              </p:par>
                            </p:childTnLst>
                          </p:cTn>
                        </p:par>
                        <p:par>
                          <p:cTn id="93" fill="hold">
                            <p:stCondLst>
                              <p:cond delay="500"/>
                            </p:stCondLst>
                            <p:childTnLst>
                              <p:par>
                                <p:cTn id="94" presetID="22" presetClass="entr" presetSubtype="8" fill="hold" nodeType="after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wipe(left)">
                                      <p:cBhvr>
                                        <p:cTn id="96" dur="500"/>
                                        <p:tgtEl>
                                          <p:spTgt spid="20"/>
                                        </p:tgtEl>
                                      </p:cBhvr>
                                    </p:animEffect>
                                  </p:childTnLst>
                                </p:cTn>
                              </p:par>
                            </p:childTnLst>
                          </p:cTn>
                        </p:par>
                        <p:par>
                          <p:cTn id="97" fill="hold">
                            <p:stCondLst>
                              <p:cond delay="1000"/>
                            </p:stCondLst>
                            <p:childTnLst>
                              <p:par>
                                <p:cTn id="98" presetID="22" presetClass="entr" presetSubtype="8" fill="hold" grpId="0" nodeType="afterEffect">
                                  <p:stCondLst>
                                    <p:cond delay="0"/>
                                  </p:stCondLst>
                                  <p:childTnLst>
                                    <p:set>
                                      <p:cBhvr>
                                        <p:cTn id="99" dur="1" fill="hold">
                                          <p:stCondLst>
                                            <p:cond delay="0"/>
                                          </p:stCondLst>
                                        </p:cTn>
                                        <p:tgtEl>
                                          <p:spTgt spid="2"/>
                                        </p:tgtEl>
                                        <p:attrNameLst>
                                          <p:attrName>style.visibility</p:attrName>
                                        </p:attrNameLst>
                                      </p:cBhvr>
                                      <p:to>
                                        <p:strVal val="visible"/>
                                      </p:to>
                                    </p:set>
                                    <p:animEffect transition="in" filter="wipe(left)">
                                      <p:cBhvr>
                                        <p:cTn id="100" dur="500"/>
                                        <p:tgtEl>
                                          <p:spTgt spid="2"/>
                                        </p:tgtEl>
                                      </p:cBhvr>
                                    </p:animEffect>
                                  </p:childTnLst>
                                </p:cTn>
                              </p:par>
                            </p:childTnLst>
                          </p:cTn>
                        </p:par>
                        <p:par>
                          <p:cTn id="101" fill="hold">
                            <p:stCondLst>
                              <p:cond delay="1500"/>
                            </p:stCondLst>
                            <p:childTnLst>
                              <p:par>
                                <p:cTn id="102" presetID="22" presetClass="entr" presetSubtype="8" fill="hold" nodeType="afterEffect">
                                  <p:stCondLst>
                                    <p:cond delay="0"/>
                                  </p:stCondLst>
                                  <p:childTnLst>
                                    <p:set>
                                      <p:cBhvr>
                                        <p:cTn id="103" dur="1" fill="hold">
                                          <p:stCondLst>
                                            <p:cond delay="0"/>
                                          </p:stCondLst>
                                        </p:cTn>
                                        <p:tgtEl>
                                          <p:spTgt spid="21"/>
                                        </p:tgtEl>
                                        <p:attrNameLst>
                                          <p:attrName>style.visibility</p:attrName>
                                        </p:attrNameLst>
                                      </p:cBhvr>
                                      <p:to>
                                        <p:strVal val="visible"/>
                                      </p:to>
                                    </p:set>
                                    <p:animEffect transition="in" filter="wipe(left)">
                                      <p:cBhvr>
                                        <p:cTn id="104" dur="500"/>
                                        <p:tgtEl>
                                          <p:spTgt spid="21"/>
                                        </p:tgtEl>
                                      </p:cBhvr>
                                    </p:animEffect>
                                  </p:childTnLst>
                                </p:cTn>
                              </p:par>
                            </p:childTnLst>
                          </p:cTn>
                        </p:par>
                        <p:par>
                          <p:cTn id="105" fill="hold">
                            <p:stCondLst>
                              <p:cond delay="2000"/>
                            </p:stCondLst>
                            <p:childTnLst>
                              <p:par>
                                <p:cTn id="106" presetID="22" presetClass="entr" presetSubtype="8" fill="hold" grpId="0" nodeType="afterEffect">
                                  <p:stCondLst>
                                    <p:cond delay="0"/>
                                  </p:stCondLst>
                                  <p:childTnLst>
                                    <p:set>
                                      <p:cBhvr>
                                        <p:cTn id="107" dur="1" fill="hold">
                                          <p:stCondLst>
                                            <p:cond delay="0"/>
                                          </p:stCondLst>
                                        </p:cTn>
                                        <p:tgtEl>
                                          <p:spTgt spid="22"/>
                                        </p:tgtEl>
                                        <p:attrNameLst>
                                          <p:attrName>style.visibility</p:attrName>
                                        </p:attrNameLst>
                                      </p:cBhvr>
                                      <p:to>
                                        <p:strVal val="visible"/>
                                      </p:to>
                                    </p:set>
                                    <p:animEffect transition="in" filter="wipe(left)">
                                      <p:cBhvr>
                                        <p:cTn id="108" dur="500"/>
                                        <p:tgtEl>
                                          <p:spTgt spid="22"/>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23"/>
                                        </p:tgtEl>
                                        <p:attrNameLst>
                                          <p:attrName>style.visibility</p:attrName>
                                        </p:attrNameLst>
                                      </p:cBhvr>
                                      <p:to>
                                        <p:strVal val="visible"/>
                                      </p:to>
                                    </p:set>
                                    <p:animEffect transition="in" filter="wipe(left)">
                                      <p:cBhvr>
                                        <p:cTn id="113" dur="500"/>
                                        <p:tgtEl>
                                          <p:spTgt spid="23"/>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24"/>
                                        </p:tgtEl>
                                        <p:attrNameLst>
                                          <p:attrName>style.visibility</p:attrName>
                                        </p:attrNameLst>
                                      </p:cBhvr>
                                      <p:to>
                                        <p:strVal val="visible"/>
                                      </p:to>
                                    </p:set>
                                    <p:animEffect transition="in" filter="wipe(left)">
                                      <p:cBhvr>
                                        <p:cTn id="118" dur="500"/>
                                        <p:tgtEl>
                                          <p:spTgt spid="24"/>
                                        </p:tgtEl>
                                      </p:cBhvr>
                                    </p:animEffect>
                                  </p:childTnLst>
                                </p:cTn>
                              </p:par>
                            </p:childTnLst>
                          </p:cTn>
                        </p:par>
                        <p:par>
                          <p:cTn id="119" fill="hold">
                            <p:stCondLst>
                              <p:cond delay="500"/>
                            </p:stCondLst>
                            <p:childTnLst>
                              <p:par>
                                <p:cTn id="120" presetID="22" presetClass="entr" presetSubtype="8" fill="hold" nodeType="afterEffect">
                                  <p:stCondLst>
                                    <p:cond delay="0"/>
                                  </p:stCondLst>
                                  <p:childTnLst>
                                    <p:set>
                                      <p:cBhvr>
                                        <p:cTn id="121" dur="1" fill="hold">
                                          <p:stCondLst>
                                            <p:cond delay="0"/>
                                          </p:stCondLst>
                                        </p:cTn>
                                        <p:tgtEl>
                                          <p:spTgt spid="25"/>
                                        </p:tgtEl>
                                        <p:attrNameLst>
                                          <p:attrName>style.visibility</p:attrName>
                                        </p:attrNameLst>
                                      </p:cBhvr>
                                      <p:to>
                                        <p:strVal val="visible"/>
                                      </p:to>
                                    </p:set>
                                    <p:animEffect transition="in" filter="wipe(left)">
                                      <p:cBhvr>
                                        <p:cTn id="122" dur="500"/>
                                        <p:tgtEl>
                                          <p:spTgt spid="25"/>
                                        </p:tgtEl>
                                      </p:cBhvr>
                                    </p:animEffect>
                                  </p:childTnLst>
                                </p:cTn>
                              </p:par>
                            </p:childTnLst>
                          </p:cTn>
                        </p:par>
                        <p:par>
                          <p:cTn id="123" fill="hold">
                            <p:stCondLst>
                              <p:cond delay="1000"/>
                            </p:stCondLst>
                            <p:childTnLst>
                              <p:par>
                                <p:cTn id="124" presetID="22" presetClass="entr" presetSubtype="8" fill="hold" grpId="0" nodeType="afterEffect">
                                  <p:stCondLst>
                                    <p:cond delay="0"/>
                                  </p:stCondLst>
                                  <p:childTnLst>
                                    <p:set>
                                      <p:cBhvr>
                                        <p:cTn id="125" dur="1" fill="hold">
                                          <p:stCondLst>
                                            <p:cond delay="0"/>
                                          </p:stCondLst>
                                        </p:cTn>
                                        <p:tgtEl>
                                          <p:spTgt spid="26"/>
                                        </p:tgtEl>
                                        <p:attrNameLst>
                                          <p:attrName>style.visibility</p:attrName>
                                        </p:attrNameLst>
                                      </p:cBhvr>
                                      <p:to>
                                        <p:strVal val="visible"/>
                                      </p:to>
                                    </p:set>
                                    <p:animEffect transition="in" filter="wipe(left)">
                                      <p:cBhvr>
                                        <p:cTn id="126" dur="500"/>
                                        <p:tgtEl>
                                          <p:spTgt spid="26"/>
                                        </p:tgtEl>
                                      </p:cBhvr>
                                    </p:animEffect>
                                  </p:childTnLst>
                                </p:cTn>
                              </p:par>
                            </p:childTnLst>
                          </p:cTn>
                        </p:par>
                        <p:par>
                          <p:cTn id="127" fill="hold">
                            <p:stCondLst>
                              <p:cond delay="1500"/>
                            </p:stCondLst>
                            <p:childTnLst>
                              <p:par>
                                <p:cTn id="128" presetID="22" presetClass="entr" presetSubtype="8" fill="hold" nodeType="afterEffect">
                                  <p:stCondLst>
                                    <p:cond delay="0"/>
                                  </p:stCondLst>
                                  <p:childTnLst>
                                    <p:set>
                                      <p:cBhvr>
                                        <p:cTn id="129" dur="1" fill="hold">
                                          <p:stCondLst>
                                            <p:cond delay="0"/>
                                          </p:stCondLst>
                                        </p:cTn>
                                        <p:tgtEl>
                                          <p:spTgt spid="27"/>
                                        </p:tgtEl>
                                        <p:attrNameLst>
                                          <p:attrName>style.visibility</p:attrName>
                                        </p:attrNameLst>
                                      </p:cBhvr>
                                      <p:to>
                                        <p:strVal val="visible"/>
                                      </p:to>
                                    </p:set>
                                    <p:animEffect transition="in" filter="wipe(left)">
                                      <p:cBhvr>
                                        <p:cTn id="130" dur="500"/>
                                        <p:tgtEl>
                                          <p:spTgt spid="27"/>
                                        </p:tgtEl>
                                      </p:cBhvr>
                                    </p:animEffect>
                                  </p:childTnLst>
                                </p:cTn>
                              </p:par>
                            </p:childTnLst>
                          </p:cTn>
                        </p:par>
                        <p:par>
                          <p:cTn id="131" fill="hold">
                            <p:stCondLst>
                              <p:cond delay="2000"/>
                            </p:stCondLst>
                            <p:childTnLst>
                              <p:par>
                                <p:cTn id="132" presetID="22" presetClass="entr" presetSubtype="8" fill="hold" grpId="0" nodeType="afterEffect">
                                  <p:stCondLst>
                                    <p:cond delay="0"/>
                                  </p:stCondLst>
                                  <p:childTnLst>
                                    <p:set>
                                      <p:cBhvr>
                                        <p:cTn id="133" dur="1" fill="hold">
                                          <p:stCondLst>
                                            <p:cond delay="0"/>
                                          </p:stCondLst>
                                        </p:cTn>
                                        <p:tgtEl>
                                          <p:spTgt spid="31">
                                            <p:txEl>
                                              <p:pRg st="4294967295" end="4294967295"/>
                                            </p:txEl>
                                          </p:spTgt>
                                        </p:tgtEl>
                                        <p:attrNameLst>
                                          <p:attrName>style.visibility</p:attrName>
                                        </p:attrNameLst>
                                      </p:cBhvr>
                                      <p:to>
                                        <p:strVal val="visible"/>
                                      </p:to>
                                    </p:set>
                                    <p:animEffect transition="in" filter="wipe(left)">
                                      <p:cBhvr>
                                        <p:cTn id="134" dur="500"/>
                                        <p:tgtEl>
                                          <p:spTgt spid="31">
                                            <p:txEl>
                                              <p:pRg st="4294967295" end="4294967295"/>
                                            </p:txEl>
                                          </p:spTgt>
                                        </p:tgtEl>
                                      </p:cBhvr>
                                    </p:animEffect>
                                  </p:childTnLst>
                                </p:cTn>
                              </p:par>
                            </p:childTnLst>
                          </p:cTn>
                        </p:par>
                        <p:par>
                          <p:cTn id="135" fill="hold">
                            <p:stCondLst>
                              <p:cond delay="2500"/>
                            </p:stCondLst>
                            <p:childTnLst>
                              <p:par>
                                <p:cTn id="136" presetID="22" presetClass="entr" presetSubtype="8" fill="hold" grpId="0" nodeType="afterEffect">
                                  <p:stCondLst>
                                    <p:cond delay="0"/>
                                  </p:stCondLst>
                                  <p:childTnLst>
                                    <p:set>
                                      <p:cBhvr>
                                        <p:cTn id="137" dur="1" fill="hold">
                                          <p:stCondLst>
                                            <p:cond delay="0"/>
                                          </p:stCondLst>
                                        </p:cTn>
                                        <p:tgtEl>
                                          <p:spTgt spid="31">
                                            <p:txEl>
                                              <p:pRg st="4294967295" end="4294967295"/>
                                            </p:txEl>
                                          </p:spTgt>
                                        </p:tgtEl>
                                        <p:attrNameLst>
                                          <p:attrName>style.visibility</p:attrName>
                                        </p:attrNameLst>
                                      </p:cBhvr>
                                      <p:to>
                                        <p:strVal val="visible"/>
                                      </p:to>
                                    </p:set>
                                    <p:animEffect transition="in" filter="wipe(left)">
                                      <p:cBhvr>
                                        <p:cTn id="138" dur="500"/>
                                        <p:tgtEl>
                                          <p:spTgt spid="31">
                                            <p:txEl>
                                              <p:pRg st="4294967295" end="4294967295"/>
                                            </p:txEl>
                                          </p:spTgt>
                                        </p:tgtEl>
                                      </p:cBhvr>
                                    </p:animEffect>
                                  </p:childTnLst>
                                </p:cTn>
                              </p:par>
                            </p:childTnLst>
                          </p:cTn>
                        </p:par>
                        <p:par>
                          <p:cTn id="139" fill="hold">
                            <p:stCondLst>
                              <p:cond delay="3000"/>
                            </p:stCondLst>
                            <p:childTnLst>
                              <p:par>
                                <p:cTn id="140" presetID="22" presetClass="entr" presetSubtype="8" fill="hold" grpId="0" nodeType="afterEffect">
                                  <p:stCondLst>
                                    <p:cond delay="0"/>
                                  </p:stCondLst>
                                  <p:childTnLst>
                                    <p:set>
                                      <p:cBhvr>
                                        <p:cTn id="141" dur="1" fill="hold">
                                          <p:stCondLst>
                                            <p:cond delay="0"/>
                                          </p:stCondLst>
                                        </p:cTn>
                                        <p:tgtEl>
                                          <p:spTgt spid="31">
                                            <p:txEl>
                                              <p:pRg st="0" end="0"/>
                                            </p:txEl>
                                          </p:spTgt>
                                        </p:tgtEl>
                                        <p:attrNameLst>
                                          <p:attrName>style.visibility</p:attrName>
                                        </p:attrNameLst>
                                      </p:cBhvr>
                                      <p:to>
                                        <p:strVal val="visible"/>
                                      </p:to>
                                    </p:set>
                                    <p:animEffect transition="in" filter="wipe(left)">
                                      <p:cBhvr>
                                        <p:cTn id="142" dur="500"/>
                                        <p:tgtEl>
                                          <p:spTgt spid="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autoUpdateAnimBg="0"/>
      <p:bldP spid="4" grpId="0" bldLvl="0" animBg="1" autoUpdateAnimBg="0"/>
      <p:bldP spid="6" grpId="0" bldLvl="0" animBg="1" autoUpdateAnimBg="0"/>
      <p:bldP spid="8" grpId="0" bldLvl="0" animBg="1" autoUpdateAnimBg="0"/>
      <p:bldP spid="11" grpId="0" bldLvl="0" animBg="1" autoUpdateAnimBg="0"/>
      <p:bldP spid="13" grpId="0" bldLvl="0" animBg="1" autoUpdateAnimBg="0"/>
      <p:bldP spid="15" grpId="0" bldLvl="0" animBg="1" autoUpdateAnimBg="0"/>
      <p:bldP spid="17" grpId="0" bldLvl="0" animBg="1" autoUpdateAnimBg="0"/>
      <p:bldP spid="19" grpId="0" bldLvl="0" animBg="1" autoUpdateAnimBg="0"/>
      <p:bldP spid="22" grpId="0" bldLvl="0" animBg="1" autoUpdateAnimBg="0"/>
      <p:bldP spid="24" grpId="0" bldLvl="0" animBg="1" autoUpdateAnimBg="0"/>
      <p:bldP spid="26" grpId="0" bldLvl="0" animBg="1" autoUpdateAnimBg="0"/>
      <p:bldP spid="29" grpId="0" bldLvl="0" animBg="1" autoUpdateAnimBg="0"/>
      <p:bldP spid="30" grpId="0" bldLvl="0" animBg="1" autoUpdateAnimBg="0"/>
      <p:bldP spid="31" grpId="0" advAuto="0" autoUpdateAnimBg="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992630" y="1168311"/>
            <a:ext cx="144780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注意</a:t>
            </a:r>
            <a:r>
              <a:rPr lang="en-US" altLang="zh-CN" sz="3200" b="1">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3200" b="1">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Text Box 3"/>
          <p:cNvSpPr txBox="1">
            <a:spLocks noChangeArrowheads="1"/>
          </p:cNvSpPr>
          <p:nvPr/>
        </p:nvSpPr>
        <p:spPr bwMode="auto">
          <a:xfrm>
            <a:off x="1992313" y="2045256"/>
            <a:ext cx="6705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1.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说无穷小时，必须指明状态</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 </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Line 14"/>
          <p:cNvSpPr>
            <a:spLocks noChangeShapeType="1"/>
          </p:cNvSpPr>
          <p:nvPr/>
        </p:nvSpPr>
        <p:spPr bwMode="auto">
          <a:xfrm>
            <a:off x="1824990" y="913676"/>
            <a:ext cx="8686800" cy="0"/>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Text Box 21"/>
          <p:cNvSpPr txBox="1">
            <a:spLocks noChangeArrowheads="1"/>
          </p:cNvSpPr>
          <p:nvPr/>
        </p:nvSpPr>
        <p:spPr bwMode="auto">
          <a:xfrm>
            <a:off x="1992313" y="3020933"/>
            <a:ext cx="83518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2.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无穷小不是很小的数</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它是描述函数的一种状态</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Text Box 22"/>
          <p:cNvSpPr txBox="1">
            <a:spLocks noChangeArrowheads="1"/>
          </p:cNvSpPr>
          <p:nvPr/>
        </p:nvSpPr>
        <p:spPr bwMode="auto">
          <a:xfrm>
            <a:off x="1992313" y="3995976"/>
            <a:ext cx="69929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3.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除 </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0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以外任何</a:t>
            </a:r>
            <a:r>
              <a:rPr kumimoji="1" lang="zh-CN" altLang="en-US" sz="2800" b="1" dirty="0">
                <a:solidFill>
                  <a:schemeClr val="accent5">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很小的常数</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都</a:t>
            </a:r>
            <a:r>
              <a:rPr kumimoji="1" lang="zh-CN" altLang="en-US" sz="2800" b="1" dirty="0">
                <a:solidFill>
                  <a:schemeClr val="accent5">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不是无穷小</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7" name="Object 23"/>
          <p:cNvGraphicFramePr>
            <a:graphicFrameLocks noChangeAspect="1"/>
          </p:cNvGraphicFramePr>
          <p:nvPr/>
        </p:nvGraphicFramePr>
        <p:xfrm>
          <a:off x="7209889" y="2110978"/>
          <a:ext cx="876300" cy="390525"/>
        </p:xfrm>
        <a:graphic>
          <a:graphicData uri="http://schemas.openxmlformats.org/presentationml/2006/ole">
            <mc:AlternateContent xmlns:mc="http://schemas.openxmlformats.org/markup-compatibility/2006">
              <mc:Choice xmlns:v="urn:schemas-microsoft-com:vml" Requires="v">
                <p:oleObj spid="_x0000_s36865" name="Equation" r:id="rId1" imgW="21031200" imgH="9448800" progId="Equation.DSMT4">
                  <p:embed/>
                </p:oleObj>
              </mc:Choice>
              <mc:Fallback>
                <p:oleObj name="Equation" r:id="rId1" imgW="21031200" imgH="9448800" progId="Equation.DSMT4">
                  <p:embed/>
                  <p:pic>
                    <p:nvPicPr>
                      <p:cNvPr id="0" name="图片 36864"/>
                      <p:cNvPicPr>
                        <a:picLocks noChangeAspect="1"/>
                      </p:cNvPicPr>
                      <p:nvPr/>
                    </p:nvPicPr>
                    <p:blipFill>
                      <a:blip r:embed="rId2">
                        <a:biLevel thresh="50000"/>
                        <a:grayscl/>
                      </a:blip>
                      <a:stretch>
                        <a:fillRect/>
                      </a:stretch>
                    </p:blipFill>
                    <p:spPr>
                      <a:xfrm>
                        <a:off x="7209889" y="2110978"/>
                        <a:ext cx="876300" cy="39052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autoUpdateAnimBg="0"/>
      <p:bldP spid="5" grpId="0" bldLvl="0" animBg="1" autoUpdateAnimBg="0"/>
      <p:bldP spid="6" grpId="0" bldLvl="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7662863" y="1141730"/>
            <a:ext cx="18621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其中</a:t>
            </a:r>
            <a:r>
              <a:rPr kumimoji="1" lang="zh-CN" altLang="en-US" sz="2800" b="1" i="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kumimoji="1" lang="zh-CN" altLang="en-US" sz="2800" b="1"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为</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 name="Object 3"/>
          <p:cNvGraphicFramePr>
            <a:graphicFrameLocks noChangeAspect="1"/>
          </p:cNvGraphicFramePr>
          <p:nvPr/>
        </p:nvGraphicFramePr>
        <p:xfrm>
          <a:off x="9197658" y="1144905"/>
          <a:ext cx="1012825" cy="531813"/>
        </p:xfrm>
        <a:graphic>
          <a:graphicData uri="http://schemas.openxmlformats.org/presentationml/2006/ole">
            <mc:AlternateContent xmlns:mc="http://schemas.openxmlformats.org/markup-compatibility/2006">
              <mc:Choice xmlns:v="urn:schemas-microsoft-com:vml" Requires="v">
                <p:oleObj spid="_x0000_s37889" name="Equation" r:id="rId1" imgW="10972800" imgH="5486400" progId="Equation.DSMT4">
                  <p:embed/>
                </p:oleObj>
              </mc:Choice>
              <mc:Fallback>
                <p:oleObj name="Equation" r:id="rId1" imgW="10972800" imgH="5486400" progId="Equation.DSMT4">
                  <p:embed/>
                  <p:pic>
                    <p:nvPicPr>
                      <p:cNvPr id="0" name="图片 37888"/>
                      <p:cNvPicPr>
                        <a:picLocks noChangeAspect="1"/>
                      </p:cNvPicPr>
                      <p:nvPr/>
                    </p:nvPicPr>
                    <p:blipFill>
                      <a:blip r:embed="rId2"/>
                      <a:stretch>
                        <a:fillRect/>
                      </a:stretch>
                    </p:blipFill>
                    <p:spPr>
                      <a:xfrm>
                        <a:off x="9197658" y="1144905"/>
                        <a:ext cx="1012825" cy="531813"/>
                      </a:xfrm>
                      <a:prstGeom prst="rect">
                        <a:avLst/>
                      </a:prstGeom>
                      <a:noFill/>
                      <a:ln w="9525">
                        <a:noFill/>
                      </a:ln>
                    </p:spPr>
                  </p:pic>
                </p:oleObj>
              </mc:Fallback>
            </mc:AlternateContent>
          </a:graphicData>
        </a:graphic>
      </p:graphicFrame>
      <p:sp>
        <p:nvSpPr>
          <p:cNvPr id="4" name="Text Box 4"/>
          <p:cNvSpPr txBox="1">
            <a:spLocks noChangeArrowheads="1"/>
          </p:cNvSpPr>
          <p:nvPr/>
        </p:nvSpPr>
        <p:spPr bwMode="auto">
          <a:xfrm>
            <a:off x="5530850" y="1766253"/>
            <a:ext cx="2895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时的无穷小量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Rectangle 5"/>
          <p:cNvSpPr txBox="1">
            <a:spLocks noChangeArrowheads="1"/>
          </p:cNvSpPr>
          <p:nvPr/>
        </p:nvSpPr>
        <p:spPr>
          <a:xfrm>
            <a:off x="1703388" y="535305"/>
            <a:ext cx="6602412"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定理 </a:t>
            </a:r>
            <a:r>
              <a:rPr lang="en-US"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1.2.8 </a:t>
            </a:r>
            <a:r>
              <a:rPr lang="en-US" altLang="zh-CN" sz="2800" b="1" dirty="0" smtClean="0">
                <a:solidFill>
                  <a:schemeClr val="accent5">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smtClean="0">
                <a:solidFill>
                  <a:schemeClr val="accent5">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无穷小与函数极限的关系</a:t>
            </a:r>
            <a:r>
              <a:rPr lang="en-US" altLang="zh-CN" sz="2800" b="1" dirty="0" smtClean="0">
                <a:solidFill>
                  <a:schemeClr val="accent5">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800" b="1" dirty="0" smtClean="0">
              <a:solidFill>
                <a:schemeClr val="accent5">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6" name="Object 6"/>
          <p:cNvGraphicFramePr>
            <a:graphicFrameLocks noChangeAspect="1"/>
          </p:cNvGraphicFramePr>
          <p:nvPr/>
        </p:nvGraphicFramePr>
        <p:xfrm>
          <a:off x="2286000" y="1263343"/>
          <a:ext cx="1879560" cy="596880"/>
        </p:xfrm>
        <a:graphic>
          <a:graphicData uri="http://schemas.openxmlformats.org/presentationml/2006/ole">
            <mc:AlternateContent xmlns:mc="http://schemas.openxmlformats.org/markup-compatibility/2006">
              <mc:Choice xmlns:v="urn:schemas-microsoft-com:vml" Requires="v">
                <p:oleObj spid="_x0000_s37890" name="Equation" r:id="rId3" imgW="45110400" imgH="14325600" progId="Equation.DSMT4">
                  <p:embed/>
                </p:oleObj>
              </mc:Choice>
              <mc:Fallback>
                <p:oleObj name="Equation" r:id="rId3" imgW="45110400" imgH="14325600" progId="Equation.DSMT4">
                  <p:embed/>
                  <p:pic>
                    <p:nvPicPr>
                      <p:cNvPr id="0" name="图片 37889"/>
                      <p:cNvPicPr>
                        <a:picLocks noChangeAspect="1"/>
                      </p:cNvPicPr>
                      <p:nvPr/>
                    </p:nvPicPr>
                    <p:blipFill>
                      <a:blip r:embed="rId4"/>
                      <a:stretch>
                        <a:fillRect/>
                      </a:stretch>
                    </p:blipFill>
                    <p:spPr>
                      <a:xfrm>
                        <a:off x="2286000" y="1263343"/>
                        <a:ext cx="1879560" cy="596880"/>
                      </a:xfrm>
                      <a:prstGeom prst="rect">
                        <a:avLst/>
                      </a:prstGeom>
                      <a:noFill/>
                      <a:ln w="9525">
                        <a:noFill/>
                      </a:ln>
                    </p:spPr>
                  </p:pic>
                </p:oleObj>
              </mc:Fallback>
            </mc:AlternateContent>
          </a:graphicData>
        </a:graphic>
      </p:graphicFrame>
      <p:sp>
        <p:nvSpPr>
          <p:cNvPr id="7" name="Line 7"/>
          <p:cNvSpPr>
            <a:spLocks noChangeShapeType="1"/>
          </p:cNvSpPr>
          <p:nvPr/>
        </p:nvSpPr>
        <p:spPr bwMode="auto">
          <a:xfrm>
            <a:off x="4214813" y="1428750"/>
            <a:ext cx="1066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Line 8"/>
          <p:cNvSpPr>
            <a:spLocks noChangeShapeType="1"/>
          </p:cNvSpPr>
          <p:nvPr/>
        </p:nvSpPr>
        <p:spPr bwMode="auto">
          <a:xfrm flipH="1">
            <a:off x="4214813" y="1545908"/>
            <a:ext cx="1066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9" name="Object 9"/>
          <p:cNvGraphicFramePr>
            <a:graphicFrameLocks noChangeAspect="1"/>
          </p:cNvGraphicFramePr>
          <p:nvPr/>
        </p:nvGraphicFramePr>
        <p:xfrm>
          <a:off x="5530980" y="1269903"/>
          <a:ext cx="1587240" cy="393480"/>
        </p:xfrm>
        <a:graphic>
          <a:graphicData uri="http://schemas.openxmlformats.org/presentationml/2006/ole">
            <mc:AlternateContent xmlns:mc="http://schemas.openxmlformats.org/markup-compatibility/2006">
              <mc:Choice xmlns:v="urn:schemas-microsoft-com:vml" Requires="v">
                <p:oleObj spid="_x0000_s37891" name="Equation" r:id="rId5" imgW="38100000" imgH="9448800" progId="Equation.DSMT4">
                  <p:embed/>
                </p:oleObj>
              </mc:Choice>
              <mc:Fallback>
                <p:oleObj name="Equation" r:id="rId5" imgW="38100000" imgH="9448800" progId="Equation.DSMT4">
                  <p:embed/>
                  <p:pic>
                    <p:nvPicPr>
                      <p:cNvPr id="0" name="图片 37890"/>
                      <p:cNvPicPr>
                        <a:picLocks noChangeAspect="1"/>
                      </p:cNvPicPr>
                      <p:nvPr/>
                    </p:nvPicPr>
                    <p:blipFill>
                      <a:blip r:embed="rId6"/>
                      <a:stretch>
                        <a:fillRect/>
                      </a:stretch>
                    </p:blipFill>
                    <p:spPr>
                      <a:xfrm>
                        <a:off x="5530980" y="1269903"/>
                        <a:ext cx="1587240" cy="393480"/>
                      </a:xfrm>
                      <a:prstGeom prst="rect">
                        <a:avLst/>
                      </a:prstGeom>
                      <a:noFill/>
                      <a:ln w="9525">
                        <a:noFill/>
                      </a:ln>
                    </p:spPr>
                  </p:pic>
                </p:oleObj>
              </mc:Fallback>
            </mc:AlternateContent>
          </a:graphicData>
        </a:graphic>
      </p:graphicFrame>
      <p:graphicFrame>
        <p:nvGraphicFramePr>
          <p:cNvPr id="10" name="Object 10"/>
          <p:cNvGraphicFramePr>
            <a:graphicFrameLocks noChangeAspect="1"/>
          </p:cNvGraphicFramePr>
          <p:nvPr/>
        </p:nvGraphicFramePr>
        <p:xfrm>
          <a:off x="7174628" y="1346688"/>
          <a:ext cx="431800" cy="317500"/>
        </p:xfrm>
        <a:graphic>
          <a:graphicData uri="http://schemas.openxmlformats.org/presentationml/2006/ole">
            <mc:AlternateContent xmlns:mc="http://schemas.openxmlformats.org/markup-compatibility/2006">
              <mc:Choice xmlns:v="urn:schemas-microsoft-com:vml" Requires="v">
                <p:oleObj spid="_x0000_s37892" name="Equation" r:id="rId7" imgW="10363200" imgH="7620000" progId="Equation.DSMT4">
                  <p:embed/>
                </p:oleObj>
              </mc:Choice>
              <mc:Fallback>
                <p:oleObj name="Equation" r:id="rId7" imgW="10363200" imgH="7620000" progId="Equation.DSMT4">
                  <p:embed/>
                  <p:pic>
                    <p:nvPicPr>
                      <p:cNvPr id="0" name="图片 37891"/>
                      <p:cNvPicPr>
                        <a:picLocks noChangeAspect="1"/>
                      </p:cNvPicPr>
                      <p:nvPr/>
                    </p:nvPicPr>
                    <p:blipFill>
                      <a:blip r:embed="rId8"/>
                      <a:stretch>
                        <a:fillRect/>
                      </a:stretch>
                    </p:blipFill>
                    <p:spPr>
                      <a:xfrm>
                        <a:off x="7174628" y="1346688"/>
                        <a:ext cx="431800" cy="317500"/>
                      </a:xfrm>
                      <a:prstGeom prst="rect">
                        <a:avLst/>
                      </a:prstGeom>
                      <a:noFill/>
                      <a:ln w="9525">
                        <a:noFill/>
                      </a:ln>
                    </p:spPr>
                  </p:pic>
                </p:oleObj>
              </mc:Fallback>
            </mc:AlternateContent>
          </a:graphicData>
        </a:graphic>
      </p:graphicFrame>
      <p:sp>
        <p:nvSpPr>
          <p:cNvPr id="11" name="Text Box 11"/>
          <p:cNvSpPr txBox="1">
            <a:spLocks noChangeArrowheads="1"/>
          </p:cNvSpPr>
          <p:nvPr/>
        </p:nvSpPr>
        <p:spPr bwMode="auto">
          <a:xfrm>
            <a:off x="1773238" y="2288540"/>
            <a:ext cx="838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证</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Line 13"/>
          <p:cNvSpPr>
            <a:spLocks noChangeShapeType="1"/>
          </p:cNvSpPr>
          <p:nvPr/>
        </p:nvSpPr>
        <p:spPr bwMode="auto">
          <a:xfrm>
            <a:off x="2667000" y="3317875"/>
            <a:ext cx="10668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4" name="Object 14"/>
          <p:cNvGraphicFramePr>
            <a:graphicFrameLocks noChangeAspect="1"/>
          </p:cNvGraphicFramePr>
          <p:nvPr/>
        </p:nvGraphicFramePr>
        <p:xfrm>
          <a:off x="3893454" y="3179079"/>
          <a:ext cx="2222280" cy="393480"/>
        </p:xfrm>
        <a:graphic>
          <a:graphicData uri="http://schemas.openxmlformats.org/presentationml/2006/ole">
            <mc:AlternateContent xmlns:mc="http://schemas.openxmlformats.org/markup-compatibility/2006">
              <mc:Choice xmlns:v="urn:schemas-microsoft-com:vml" Requires="v">
                <p:oleObj spid="_x0000_s37893" name="Equation" r:id="rId9" imgW="53340000" imgH="9448800" progId="Equation.DSMT4">
                  <p:embed/>
                </p:oleObj>
              </mc:Choice>
              <mc:Fallback>
                <p:oleObj name="Equation" r:id="rId9" imgW="53340000" imgH="9448800" progId="Equation.DSMT4">
                  <p:embed/>
                  <p:pic>
                    <p:nvPicPr>
                      <p:cNvPr id="0" name="图片 37892"/>
                      <p:cNvPicPr>
                        <a:picLocks noChangeAspect="1"/>
                      </p:cNvPicPr>
                      <p:nvPr/>
                    </p:nvPicPr>
                    <p:blipFill>
                      <a:blip r:embed="rId10"/>
                      <a:stretch>
                        <a:fillRect/>
                      </a:stretch>
                    </p:blipFill>
                    <p:spPr>
                      <a:xfrm>
                        <a:off x="3893454" y="3179079"/>
                        <a:ext cx="2222280" cy="393480"/>
                      </a:xfrm>
                      <a:prstGeom prst="rect">
                        <a:avLst/>
                      </a:prstGeom>
                      <a:noFill/>
                      <a:ln w="9525">
                        <a:noFill/>
                      </a:ln>
                    </p:spPr>
                  </p:pic>
                </p:oleObj>
              </mc:Fallback>
            </mc:AlternateContent>
          </a:graphicData>
        </a:graphic>
      </p:graphicFrame>
      <p:sp>
        <p:nvSpPr>
          <p:cNvPr id="15" name="Text Box 15"/>
          <p:cNvSpPr txBox="1">
            <a:spLocks noChangeArrowheads="1"/>
          </p:cNvSpPr>
          <p:nvPr/>
        </p:nvSpPr>
        <p:spPr bwMode="auto">
          <a:xfrm>
            <a:off x="6324600" y="3100388"/>
            <a:ext cx="685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6" name="Object 16"/>
          <p:cNvGraphicFramePr>
            <a:graphicFrameLocks noChangeAspect="1"/>
          </p:cNvGraphicFramePr>
          <p:nvPr/>
        </p:nvGraphicFramePr>
        <p:xfrm>
          <a:off x="6866890" y="3129798"/>
          <a:ext cx="2044440" cy="482400"/>
        </p:xfrm>
        <a:graphic>
          <a:graphicData uri="http://schemas.openxmlformats.org/presentationml/2006/ole">
            <mc:AlternateContent xmlns:mc="http://schemas.openxmlformats.org/markup-compatibility/2006">
              <mc:Choice xmlns:v="urn:schemas-microsoft-com:vml" Requires="v">
                <p:oleObj spid="_x0000_s37894" name="Equation" r:id="rId11" imgW="49072800" imgH="11582400" progId="Equation.DSMT4">
                  <p:embed/>
                </p:oleObj>
              </mc:Choice>
              <mc:Fallback>
                <p:oleObj name="Equation" r:id="rId11" imgW="49072800" imgH="11582400" progId="Equation.DSMT4">
                  <p:embed/>
                  <p:pic>
                    <p:nvPicPr>
                      <p:cNvPr id="0" name="图片 37893"/>
                      <p:cNvPicPr>
                        <a:picLocks noChangeAspect="1"/>
                      </p:cNvPicPr>
                      <p:nvPr/>
                    </p:nvPicPr>
                    <p:blipFill>
                      <a:blip r:embed="rId12"/>
                      <a:stretch>
                        <a:fillRect/>
                      </a:stretch>
                    </p:blipFill>
                    <p:spPr>
                      <a:xfrm>
                        <a:off x="6866890" y="3129798"/>
                        <a:ext cx="2044440" cy="482400"/>
                      </a:xfrm>
                      <a:prstGeom prst="rect">
                        <a:avLst/>
                      </a:prstGeom>
                      <a:noFill/>
                      <a:ln w="9525">
                        <a:noFill/>
                      </a:ln>
                    </p:spPr>
                  </p:pic>
                </p:oleObj>
              </mc:Fallback>
            </mc:AlternateContent>
          </a:graphicData>
        </a:graphic>
      </p:graphicFrame>
      <p:sp>
        <p:nvSpPr>
          <p:cNvPr id="17" name="Text Box 17"/>
          <p:cNvSpPr txBox="1">
            <a:spLocks noChangeArrowheads="1"/>
          </p:cNvSpPr>
          <p:nvPr/>
        </p:nvSpPr>
        <p:spPr bwMode="auto">
          <a:xfrm>
            <a:off x="8980805" y="3100705"/>
            <a:ext cx="1143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有</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8" name="Object 18"/>
          <p:cNvGraphicFramePr>
            <a:graphicFrameLocks noChangeAspect="1"/>
          </p:cNvGraphicFramePr>
          <p:nvPr/>
        </p:nvGraphicFramePr>
        <p:xfrm>
          <a:off x="5159896" y="3789040"/>
          <a:ext cx="1981080" cy="482400"/>
        </p:xfrm>
        <a:graphic>
          <a:graphicData uri="http://schemas.openxmlformats.org/presentationml/2006/ole">
            <mc:AlternateContent xmlns:mc="http://schemas.openxmlformats.org/markup-compatibility/2006">
              <mc:Choice xmlns:v="urn:schemas-microsoft-com:vml" Requires="v">
                <p:oleObj spid="_x0000_s37895" name="Equation" r:id="rId13" imgW="47548800" imgH="11582400" progId="Equation.DSMT4">
                  <p:embed/>
                </p:oleObj>
              </mc:Choice>
              <mc:Fallback>
                <p:oleObj name="Equation" r:id="rId13" imgW="47548800" imgH="11582400" progId="Equation.DSMT4">
                  <p:embed/>
                  <p:pic>
                    <p:nvPicPr>
                      <p:cNvPr id="0" name="图片 37894"/>
                      <p:cNvPicPr>
                        <a:picLocks noChangeAspect="1"/>
                      </p:cNvPicPr>
                      <p:nvPr/>
                    </p:nvPicPr>
                    <p:blipFill>
                      <a:blip r:embed="rId14"/>
                      <a:stretch>
                        <a:fillRect/>
                      </a:stretch>
                    </p:blipFill>
                    <p:spPr>
                      <a:xfrm>
                        <a:off x="5159896" y="3789040"/>
                        <a:ext cx="1981080" cy="482400"/>
                      </a:xfrm>
                      <a:prstGeom prst="rect">
                        <a:avLst/>
                      </a:prstGeom>
                      <a:noFill/>
                      <a:ln w="9525">
                        <a:noFill/>
                      </a:ln>
                    </p:spPr>
                  </p:pic>
                </p:oleObj>
              </mc:Fallback>
            </mc:AlternateContent>
          </a:graphicData>
        </a:graphic>
      </p:graphicFrame>
      <p:graphicFrame>
        <p:nvGraphicFramePr>
          <p:cNvPr id="19" name="Object 19"/>
          <p:cNvGraphicFramePr>
            <a:graphicFrameLocks noChangeAspect="1"/>
          </p:cNvGraphicFramePr>
          <p:nvPr/>
        </p:nvGraphicFramePr>
        <p:xfrm>
          <a:off x="2873375" y="4430713"/>
          <a:ext cx="1858963" cy="498475"/>
        </p:xfrm>
        <a:graphic>
          <a:graphicData uri="http://schemas.openxmlformats.org/presentationml/2006/ole">
            <mc:AlternateContent xmlns:mc="http://schemas.openxmlformats.org/markup-compatibility/2006">
              <mc:Choice xmlns:v="urn:schemas-microsoft-com:vml" Requires="v">
                <p:oleObj spid="_x0000_s37896" name="Equation" r:id="rId15" imgW="19812000" imgH="4876800" progId="Equation.DSMT4">
                  <p:embed/>
                </p:oleObj>
              </mc:Choice>
              <mc:Fallback>
                <p:oleObj name="Equation" r:id="rId15" imgW="19812000" imgH="4876800" progId="Equation.DSMT4">
                  <p:embed/>
                  <p:pic>
                    <p:nvPicPr>
                      <p:cNvPr id="0" name="图片 37895"/>
                      <p:cNvPicPr>
                        <a:picLocks noChangeAspect="1"/>
                      </p:cNvPicPr>
                      <p:nvPr/>
                    </p:nvPicPr>
                    <p:blipFill>
                      <a:blip r:embed="rId16"/>
                      <a:stretch>
                        <a:fillRect/>
                      </a:stretch>
                    </p:blipFill>
                    <p:spPr>
                      <a:xfrm>
                        <a:off x="2873375" y="4430713"/>
                        <a:ext cx="1858963" cy="498475"/>
                      </a:xfrm>
                      <a:prstGeom prst="rect">
                        <a:avLst/>
                      </a:prstGeom>
                      <a:noFill/>
                      <a:ln w="9525">
                        <a:noFill/>
                      </a:ln>
                    </p:spPr>
                  </p:pic>
                </p:oleObj>
              </mc:Fallback>
            </mc:AlternateContent>
          </a:graphicData>
        </a:graphic>
      </p:graphicFrame>
      <p:sp>
        <p:nvSpPr>
          <p:cNvPr id="20" name="Line 20"/>
          <p:cNvSpPr>
            <a:spLocks noChangeShapeType="1"/>
          </p:cNvSpPr>
          <p:nvPr/>
        </p:nvSpPr>
        <p:spPr bwMode="auto">
          <a:xfrm>
            <a:off x="2738438" y="4891088"/>
            <a:ext cx="2057400" cy="0"/>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1" name="Object 21"/>
          <p:cNvGraphicFramePr>
            <a:graphicFrameLocks noChangeAspect="1"/>
          </p:cNvGraphicFramePr>
          <p:nvPr/>
        </p:nvGraphicFramePr>
        <p:xfrm>
          <a:off x="5100320" y="4711710"/>
          <a:ext cx="1371600" cy="596880"/>
        </p:xfrm>
        <a:graphic>
          <a:graphicData uri="http://schemas.openxmlformats.org/presentationml/2006/ole">
            <mc:AlternateContent xmlns:mc="http://schemas.openxmlformats.org/markup-compatibility/2006">
              <mc:Choice xmlns:v="urn:schemas-microsoft-com:vml" Requires="v">
                <p:oleObj spid="_x0000_s37897" name="Equation" r:id="rId17" imgW="32918400" imgH="14325600" progId="Equation.DSMT4">
                  <p:embed/>
                </p:oleObj>
              </mc:Choice>
              <mc:Fallback>
                <p:oleObj name="Equation" r:id="rId17" imgW="32918400" imgH="14325600" progId="Equation.DSMT4">
                  <p:embed/>
                  <p:pic>
                    <p:nvPicPr>
                      <p:cNvPr id="0" name="图片 37896"/>
                      <p:cNvPicPr>
                        <a:picLocks noChangeAspect="1"/>
                      </p:cNvPicPr>
                      <p:nvPr/>
                    </p:nvPicPr>
                    <p:blipFill>
                      <a:blip r:embed="rId18"/>
                      <a:stretch>
                        <a:fillRect/>
                      </a:stretch>
                    </p:blipFill>
                    <p:spPr>
                      <a:xfrm>
                        <a:off x="5100320" y="4711710"/>
                        <a:ext cx="1371600" cy="596880"/>
                      </a:xfrm>
                      <a:prstGeom prst="rect">
                        <a:avLst/>
                      </a:prstGeom>
                      <a:noFill/>
                      <a:ln w="9525">
                        <a:noFill/>
                      </a:ln>
                    </p:spPr>
                  </p:pic>
                </p:oleObj>
              </mc:Fallback>
            </mc:AlternateContent>
          </a:graphicData>
        </a:graphic>
      </p:graphicFrame>
      <p:sp>
        <p:nvSpPr>
          <p:cNvPr id="22" name="Text Box 22"/>
          <p:cNvSpPr txBox="1">
            <a:spLocks noChangeArrowheads="1"/>
          </p:cNvSpPr>
          <p:nvPr/>
        </p:nvSpPr>
        <p:spPr bwMode="auto">
          <a:xfrm>
            <a:off x="2286000" y="5490845"/>
            <a:ext cx="6019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对自变量的其它变化过程类似可证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Line 23"/>
          <p:cNvSpPr>
            <a:spLocks noChangeShapeType="1"/>
          </p:cNvSpPr>
          <p:nvPr/>
        </p:nvSpPr>
        <p:spPr bwMode="auto">
          <a:xfrm>
            <a:off x="2667000" y="3434715"/>
            <a:ext cx="1066800" cy="0"/>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4" name="Line 24"/>
          <p:cNvSpPr>
            <a:spLocks noChangeShapeType="1"/>
          </p:cNvSpPr>
          <p:nvPr/>
        </p:nvSpPr>
        <p:spPr bwMode="auto">
          <a:xfrm>
            <a:off x="2738438" y="5010150"/>
            <a:ext cx="2057400" cy="0"/>
          </a:xfrm>
          <a:prstGeom prst="line">
            <a:avLst/>
          </a:prstGeom>
          <a:noFill/>
          <a:ln w="9525">
            <a:solidFill>
              <a:schemeClr val="tx1"/>
            </a:solidFill>
            <a:round/>
            <a:head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5" name="对象 24"/>
          <p:cNvGraphicFramePr>
            <a:graphicFrameLocks noChangeAspect="1"/>
          </p:cNvGraphicFramePr>
          <p:nvPr/>
        </p:nvGraphicFramePr>
        <p:xfrm>
          <a:off x="2551589" y="2290445"/>
          <a:ext cx="1879600" cy="596900"/>
        </p:xfrm>
        <a:graphic>
          <a:graphicData uri="http://schemas.openxmlformats.org/presentationml/2006/ole">
            <mc:AlternateContent xmlns:mc="http://schemas.openxmlformats.org/markup-compatibility/2006">
              <mc:Choice xmlns:v="urn:schemas-microsoft-com:vml" Requires="v">
                <p:oleObj spid="_x0000_s37898" name="Equation" r:id="rId19" imgW="45110400" imgH="14325600" progId="Equation.DSMT4">
                  <p:embed/>
                </p:oleObj>
              </mc:Choice>
              <mc:Fallback>
                <p:oleObj name="Equation" r:id="rId19" imgW="45110400" imgH="14325600" progId="Equation.DSMT4">
                  <p:embed/>
                  <p:pic>
                    <p:nvPicPr>
                      <p:cNvPr id="0" name="图片 37897"/>
                      <p:cNvPicPr>
                        <a:picLocks noChangeAspect="1"/>
                      </p:cNvPicPr>
                      <p:nvPr/>
                    </p:nvPicPr>
                    <p:blipFill>
                      <a:blip r:embed="rId4"/>
                      <a:stretch>
                        <a:fillRect/>
                      </a:stretch>
                    </p:blipFill>
                    <p:spPr>
                      <a:xfrm>
                        <a:off x="2551589" y="2290445"/>
                        <a:ext cx="1879600" cy="5969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par>
                          <p:cTn id="13" fill="hold">
                            <p:stCondLst>
                              <p:cond delay="500"/>
                            </p:stCondLst>
                            <p:childTnLst>
                              <p:par>
                                <p:cTn id="14" presetID="22" presetClass="entr" presetSubtype="2"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right)">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21" dur="500"/>
                                        <p:tgtEl>
                                          <p:spTgt spid="9"/>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wipe(left)">
                                      <p:cBhvr>
                                        <p:cTn id="30" dur="500"/>
                                        <p:tgtEl>
                                          <p:spTgt spid="2"/>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left)">
                                      <p:cBhvr>
                                        <p:cTn id="34" dur="500"/>
                                        <p:tgtEl>
                                          <p:spTgt spid="3"/>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left)">
                                      <p:cBhvr>
                                        <p:cTn id="38" dur="50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
                                            <p:txEl>
                                              <p:pRg st="4294967295" end="4294967295"/>
                                            </p:txEl>
                                          </p:spTgt>
                                        </p:tgtEl>
                                        <p:attrNameLst>
                                          <p:attrName>style.visibility</p:attrName>
                                        </p:attrNameLst>
                                      </p:cBhvr>
                                      <p:to>
                                        <p:strVal val="visible"/>
                                      </p:to>
                                    </p:set>
                                    <p:animEffect transition="in" filter="wipe(left)">
                                      <p:cBhvr>
                                        <p:cTn id="43" dur="500"/>
                                        <p:tgtEl>
                                          <p:spTgt spid="11">
                                            <p:txEl>
                                              <p:pRg st="4294967295" end="4294967295"/>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1">
                                            <p:txEl>
                                              <p:pRg st="4294967295" end="4294967295"/>
                                            </p:txEl>
                                          </p:spTgt>
                                        </p:tgtEl>
                                        <p:attrNameLst>
                                          <p:attrName>style.visibility</p:attrName>
                                        </p:attrNameLst>
                                      </p:cBhvr>
                                      <p:to>
                                        <p:strVal val="visible"/>
                                      </p:to>
                                    </p:set>
                                    <p:animEffect transition="in" filter="wipe(left)">
                                      <p:cBhvr>
                                        <p:cTn id="48" dur="500"/>
                                        <p:tgtEl>
                                          <p:spTgt spid="11">
                                            <p:txEl>
                                              <p:pRg st="4294967295" end="4294967295"/>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1">
                                            <p:txEl>
                                              <p:pRg st="0" end="0"/>
                                            </p:txEl>
                                          </p:spTgt>
                                        </p:tgtEl>
                                        <p:attrNameLst>
                                          <p:attrName>style.visibility</p:attrName>
                                        </p:attrNameLst>
                                      </p:cBhvr>
                                      <p:to>
                                        <p:strVal val="visible"/>
                                      </p:to>
                                    </p:set>
                                    <p:animEffect transition="in" filter="wipe(left)">
                                      <p:cBhvr>
                                        <p:cTn id="53" dur="500"/>
                                        <p:tgtEl>
                                          <p:spTgt spid="11">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wipe(left)">
                                      <p:cBhvr>
                                        <p:cTn id="58" dur="500"/>
                                        <p:tgtEl>
                                          <p:spTgt spid="25"/>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wipe(left)">
                                      <p:cBhvr>
                                        <p:cTn id="63" dur="500"/>
                                        <p:tgtEl>
                                          <p:spTgt spid="13"/>
                                        </p:tgtEl>
                                      </p:cBhvr>
                                    </p:animEffect>
                                  </p:childTnLst>
                                </p:cTn>
                              </p:par>
                            </p:childTnLst>
                          </p:cTn>
                        </p:par>
                        <p:par>
                          <p:cTn id="64" fill="hold">
                            <p:stCondLst>
                              <p:cond delay="500"/>
                            </p:stCondLst>
                            <p:childTnLst>
                              <p:par>
                                <p:cTn id="65" presetID="22" presetClass="entr" presetSubtype="2" fill="hold" grpId="0" nodeType="after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wipe(right)">
                                      <p:cBhvr>
                                        <p:cTn id="67" dur="500"/>
                                        <p:tgtEl>
                                          <p:spTgt spid="2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wipe(left)">
                                      <p:cBhvr>
                                        <p:cTn id="72" dur="500"/>
                                        <p:tgtEl>
                                          <p:spTgt spid="14"/>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5">
                                            <p:txEl>
                                              <p:pRg st="4294967295" end="4294967295"/>
                                            </p:txEl>
                                          </p:spTgt>
                                        </p:tgtEl>
                                        <p:attrNameLst>
                                          <p:attrName>style.visibility</p:attrName>
                                        </p:attrNameLst>
                                      </p:cBhvr>
                                      <p:to>
                                        <p:strVal val="visible"/>
                                      </p:to>
                                    </p:set>
                                    <p:animEffect transition="in" filter="wipe(left)">
                                      <p:cBhvr>
                                        <p:cTn id="77" dur="500"/>
                                        <p:tgtEl>
                                          <p:spTgt spid="15">
                                            <p:txEl>
                                              <p:pRg st="4294967295" end="429496729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5">
                                            <p:txEl>
                                              <p:pRg st="0" end="0"/>
                                            </p:txEl>
                                          </p:spTgt>
                                        </p:tgtEl>
                                        <p:attrNameLst>
                                          <p:attrName>style.visibility</p:attrName>
                                        </p:attrNameLst>
                                      </p:cBhvr>
                                      <p:to>
                                        <p:strVal val="visible"/>
                                      </p:to>
                                    </p:set>
                                    <p:animEffect transition="in" filter="wipe(left)">
                                      <p:cBhvr>
                                        <p:cTn id="82" dur="500"/>
                                        <p:tgtEl>
                                          <p:spTgt spid="15">
                                            <p:txEl>
                                              <p:pRg st="0" end="0"/>
                                            </p:txEl>
                                          </p:spTgt>
                                        </p:tgtEl>
                                      </p:cBhvr>
                                    </p:animEffect>
                                  </p:childTnLst>
                                </p:cTn>
                              </p:par>
                            </p:childTnLst>
                          </p:cTn>
                        </p:par>
                        <p:par>
                          <p:cTn id="83" fill="hold">
                            <p:stCondLst>
                              <p:cond delay="500"/>
                            </p:stCondLst>
                            <p:childTnLst>
                              <p:par>
                                <p:cTn id="84" presetID="22" presetClass="entr" presetSubtype="8" fill="hold" nodeType="afterEffect">
                                  <p:stCondLst>
                                    <p:cond delay="0"/>
                                  </p:stCondLst>
                                  <p:childTnLst>
                                    <p:set>
                                      <p:cBhvr>
                                        <p:cTn id="85" dur="1" fill="hold">
                                          <p:stCondLst>
                                            <p:cond delay="0"/>
                                          </p:stCondLst>
                                        </p:cTn>
                                        <p:tgtEl>
                                          <p:spTgt spid="16"/>
                                        </p:tgtEl>
                                        <p:attrNameLst>
                                          <p:attrName>style.visibility</p:attrName>
                                        </p:attrNameLst>
                                      </p:cBhvr>
                                      <p:to>
                                        <p:strVal val="visible"/>
                                      </p:to>
                                    </p:set>
                                    <p:animEffect transition="in" filter="wipe(left)">
                                      <p:cBhvr>
                                        <p:cTn id="86" dur="500"/>
                                        <p:tgtEl>
                                          <p:spTgt spid="16"/>
                                        </p:tgtEl>
                                      </p:cBhvr>
                                    </p:animEffect>
                                  </p:childTnLst>
                                </p:cTn>
                              </p:par>
                            </p:childTnLst>
                          </p:cTn>
                        </p:par>
                        <p:par>
                          <p:cTn id="87" fill="hold">
                            <p:stCondLst>
                              <p:cond delay="1000"/>
                            </p:stCondLst>
                            <p:childTnLst>
                              <p:par>
                                <p:cTn id="88" presetID="22" presetClass="entr" presetSubtype="8" fill="hold" grpId="0" nodeType="afterEffect">
                                  <p:stCondLst>
                                    <p:cond delay="0"/>
                                  </p:stCondLst>
                                  <p:childTnLst>
                                    <p:set>
                                      <p:cBhvr>
                                        <p:cTn id="89" dur="1" fill="hold">
                                          <p:stCondLst>
                                            <p:cond delay="0"/>
                                          </p:stCondLst>
                                        </p:cTn>
                                        <p:tgtEl>
                                          <p:spTgt spid="17">
                                            <p:txEl>
                                              <p:pRg st="4294967295" end="4294967295"/>
                                            </p:txEl>
                                          </p:spTgt>
                                        </p:tgtEl>
                                        <p:attrNameLst>
                                          <p:attrName>style.visibility</p:attrName>
                                        </p:attrNameLst>
                                      </p:cBhvr>
                                      <p:to>
                                        <p:strVal val="visible"/>
                                      </p:to>
                                    </p:set>
                                    <p:animEffect transition="in" filter="wipe(left)">
                                      <p:cBhvr>
                                        <p:cTn id="90" dur="500"/>
                                        <p:tgtEl>
                                          <p:spTgt spid="17">
                                            <p:txEl>
                                              <p:pRg st="4294967295" end="4294967295"/>
                                            </p:txEl>
                                          </p:spTgt>
                                        </p:tgtEl>
                                      </p:cBhvr>
                                    </p:animEffect>
                                  </p:childTnLst>
                                </p:cTn>
                              </p:par>
                            </p:childTnLst>
                          </p:cTn>
                        </p:par>
                        <p:par>
                          <p:cTn id="91" fill="hold">
                            <p:stCondLst>
                              <p:cond delay="1500"/>
                            </p:stCondLst>
                            <p:childTnLst>
                              <p:par>
                                <p:cTn id="92" presetID="22" presetClass="entr" presetSubtype="8" fill="hold" grpId="0" nodeType="afterEffect">
                                  <p:stCondLst>
                                    <p:cond delay="0"/>
                                  </p:stCondLst>
                                  <p:childTnLst>
                                    <p:set>
                                      <p:cBhvr>
                                        <p:cTn id="93" dur="1" fill="hold">
                                          <p:stCondLst>
                                            <p:cond delay="0"/>
                                          </p:stCondLst>
                                        </p:cTn>
                                        <p:tgtEl>
                                          <p:spTgt spid="17">
                                            <p:txEl>
                                              <p:pRg st="4294967295" end="4294967295"/>
                                            </p:txEl>
                                          </p:spTgt>
                                        </p:tgtEl>
                                        <p:attrNameLst>
                                          <p:attrName>style.visibility</p:attrName>
                                        </p:attrNameLst>
                                      </p:cBhvr>
                                      <p:to>
                                        <p:strVal val="visible"/>
                                      </p:to>
                                    </p:set>
                                    <p:animEffect transition="in" filter="wipe(left)">
                                      <p:cBhvr>
                                        <p:cTn id="94" dur="500"/>
                                        <p:tgtEl>
                                          <p:spTgt spid="17">
                                            <p:txEl>
                                              <p:pRg st="4294967295" end="4294967295"/>
                                            </p:txEl>
                                          </p:spTgt>
                                        </p:tgtEl>
                                      </p:cBhvr>
                                    </p:animEffect>
                                  </p:childTnLst>
                                </p:cTn>
                              </p:par>
                            </p:childTnLst>
                          </p:cTn>
                        </p:par>
                        <p:par>
                          <p:cTn id="95" fill="hold">
                            <p:stCondLst>
                              <p:cond delay="2000"/>
                            </p:stCondLst>
                            <p:childTnLst>
                              <p:par>
                                <p:cTn id="96" presetID="22" presetClass="entr" presetSubtype="8" fill="hold" grpId="0" nodeType="afterEffect">
                                  <p:stCondLst>
                                    <p:cond delay="0"/>
                                  </p:stCondLst>
                                  <p:childTnLst>
                                    <p:set>
                                      <p:cBhvr>
                                        <p:cTn id="97" dur="1" fill="hold">
                                          <p:stCondLst>
                                            <p:cond delay="0"/>
                                          </p:stCondLst>
                                        </p:cTn>
                                        <p:tgtEl>
                                          <p:spTgt spid="17">
                                            <p:txEl>
                                              <p:pRg st="0" end="0"/>
                                            </p:txEl>
                                          </p:spTgt>
                                        </p:tgtEl>
                                        <p:attrNameLst>
                                          <p:attrName>style.visibility</p:attrName>
                                        </p:attrNameLst>
                                      </p:cBhvr>
                                      <p:to>
                                        <p:strVal val="visible"/>
                                      </p:to>
                                    </p:set>
                                    <p:animEffect transition="in" filter="wipe(left)">
                                      <p:cBhvr>
                                        <p:cTn id="98" dur="500"/>
                                        <p:tgtEl>
                                          <p:spTgt spid="17">
                                            <p:txEl>
                                              <p:pRg st="0" end="0"/>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18"/>
                                        </p:tgtEl>
                                        <p:attrNameLst>
                                          <p:attrName>style.visibility</p:attrName>
                                        </p:attrNameLst>
                                      </p:cBhvr>
                                      <p:to>
                                        <p:strVal val="visible"/>
                                      </p:to>
                                    </p:set>
                                    <p:animEffect transition="in" filter="wipe(left)">
                                      <p:cBhvr>
                                        <p:cTn id="103" dur="500"/>
                                        <p:tgtEl>
                                          <p:spTgt spid="18"/>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19"/>
                                        </p:tgtEl>
                                        <p:attrNameLst>
                                          <p:attrName>style.visibility</p:attrName>
                                        </p:attrNameLst>
                                      </p:cBhvr>
                                      <p:to>
                                        <p:strVal val="visible"/>
                                      </p:to>
                                    </p:set>
                                    <p:animEffect transition="in" filter="wipe(left)">
                                      <p:cBhvr>
                                        <p:cTn id="108" dur="500"/>
                                        <p:tgtEl>
                                          <p:spTgt spid="19"/>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20"/>
                                        </p:tgtEl>
                                        <p:attrNameLst>
                                          <p:attrName>style.visibility</p:attrName>
                                        </p:attrNameLst>
                                      </p:cBhvr>
                                      <p:to>
                                        <p:strVal val="visible"/>
                                      </p:to>
                                    </p:set>
                                    <p:animEffect transition="in" filter="wipe(left)">
                                      <p:cBhvr>
                                        <p:cTn id="113" dur="500"/>
                                        <p:tgtEl>
                                          <p:spTgt spid="20"/>
                                        </p:tgtEl>
                                      </p:cBhvr>
                                    </p:animEffect>
                                  </p:childTnLst>
                                </p:cTn>
                              </p:par>
                            </p:childTnLst>
                          </p:cTn>
                        </p:par>
                        <p:par>
                          <p:cTn id="114" fill="hold">
                            <p:stCondLst>
                              <p:cond delay="500"/>
                            </p:stCondLst>
                            <p:childTnLst>
                              <p:par>
                                <p:cTn id="115" presetID="22" presetClass="entr" presetSubtype="2" fill="hold" grpId="0" nodeType="afterEffect">
                                  <p:stCondLst>
                                    <p:cond delay="0"/>
                                  </p:stCondLst>
                                  <p:childTnLst>
                                    <p:set>
                                      <p:cBhvr>
                                        <p:cTn id="116" dur="1" fill="hold">
                                          <p:stCondLst>
                                            <p:cond delay="0"/>
                                          </p:stCondLst>
                                        </p:cTn>
                                        <p:tgtEl>
                                          <p:spTgt spid="24"/>
                                        </p:tgtEl>
                                        <p:attrNameLst>
                                          <p:attrName>style.visibility</p:attrName>
                                        </p:attrNameLst>
                                      </p:cBhvr>
                                      <p:to>
                                        <p:strVal val="visible"/>
                                      </p:to>
                                    </p:set>
                                    <p:animEffect transition="in" filter="wipe(right)">
                                      <p:cBhvr>
                                        <p:cTn id="117" dur="500"/>
                                        <p:tgtEl>
                                          <p:spTgt spid="24"/>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21"/>
                                        </p:tgtEl>
                                        <p:attrNameLst>
                                          <p:attrName>style.visibility</p:attrName>
                                        </p:attrNameLst>
                                      </p:cBhvr>
                                      <p:to>
                                        <p:strVal val="visible"/>
                                      </p:to>
                                    </p:set>
                                    <p:animEffect transition="in" filter="wipe(left)">
                                      <p:cBhvr>
                                        <p:cTn id="122" dur="500"/>
                                        <p:tgtEl>
                                          <p:spTgt spid="21"/>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22">
                                            <p:txEl>
                                              <p:pRg st="4294967295" end="4294967295"/>
                                            </p:txEl>
                                          </p:spTgt>
                                        </p:tgtEl>
                                        <p:attrNameLst>
                                          <p:attrName>style.visibility</p:attrName>
                                        </p:attrNameLst>
                                      </p:cBhvr>
                                      <p:to>
                                        <p:strVal val="visible"/>
                                      </p:to>
                                    </p:set>
                                    <p:animEffect transition="in" filter="wipe(left)">
                                      <p:cBhvr>
                                        <p:cTn id="127" dur="500"/>
                                        <p:tgtEl>
                                          <p:spTgt spid="22">
                                            <p:txEl>
                                              <p:pRg st="4294967295" end="4294967295"/>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22">
                                            <p:txEl>
                                              <p:pRg st="4294967295" end="4294967295"/>
                                            </p:txEl>
                                          </p:spTgt>
                                        </p:tgtEl>
                                        <p:attrNameLst>
                                          <p:attrName>style.visibility</p:attrName>
                                        </p:attrNameLst>
                                      </p:cBhvr>
                                      <p:to>
                                        <p:strVal val="visible"/>
                                      </p:to>
                                    </p:set>
                                    <p:animEffect transition="in" filter="wipe(left)">
                                      <p:cBhvr>
                                        <p:cTn id="132" dur="500"/>
                                        <p:tgtEl>
                                          <p:spTgt spid="22">
                                            <p:txEl>
                                              <p:pRg st="4294967295" end="4294967295"/>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22">
                                            <p:txEl>
                                              <p:pRg st="0" end="0"/>
                                            </p:txEl>
                                          </p:spTgt>
                                        </p:tgtEl>
                                        <p:attrNameLst>
                                          <p:attrName>style.visibility</p:attrName>
                                        </p:attrNameLst>
                                      </p:cBhvr>
                                      <p:to>
                                        <p:strVal val="visible"/>
                                      </p:to>
                                    </p:set>
                                    <p:animEffect transition="in" filter="wipe(left)">
                                      <p:cBhvr>
                                        <p:cTn id="137"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autoUpdateAnimBg="0"/>
      <p:bldP spid="4" grpId="0" bldLvl="0" animBg="1" autoUpdateAnimBg="0"/>
      <p:bldP spid="7" grpId="0" bldLvl="0" animBg="1"/>
      <p:bldP spid="8" grpId="0" bldLvl="0" animBg="1"/>
      <p:bldP spid="11" grpId="0" autoUpdateAnimBg="0" uiExpand="1" build="p"/>
      <p:bldP spid="13" grpId="0" bldLvl="0" animBg="1"/>
      <p:bldP spid="15" grpId="0" autoUpdateAnimBg="0" build="p"/>
      <p:bldP spid="17" grpId="0" advAuto="0" autoUpdateAnimBg="0" uiExpand="1" build="p"/>
      <p:bldP spid="20" grpId="0" bldLvl="0" animBg="1"/>
      <p:bldP spid="22" grpId="0" autoUpdateAnimBg="0" uiExpand="1" build="p"/>
      <p:bldP spid="23" grpId="0" bldLvl="0" animBg="1"/>
      <p:bldP spid="24"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txBox="1">
            <a:spLocks noChangeArrowheads="1"/>
          </p:cNvSpPr>
          <p:nvPr/>
        </p:nvSpPr>
        <p:spPr>
          <a:xfrm>
            <a:off x="1751013" y="646430"/>
            <a:ext cx="7129462"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定理 </a:t>
            </a:r>
            <a:r>
              <a:rPr lang="en-US"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1 .2.9   </a:t>
            </a:r>
            <a:r>
              <a:rPr lang="zh-CN" altLang="zh-CN" sz="2800" b="1" dirty="0" smtClean="0">
                <a:latin typeface="Times New Roman" panose="02020603050405020304" pitchFamily="18" charset="0"/>
                <a:ea typeface="黑体" panose="02010609060101010101" pitchFamily="49" charset="-122"/>
                <a:cs typeface="Times New Roman" panose="02020603050405020304" pitchFamily="18" charset="0"/>
              </a:rPr>
              <a:t>在自变量的同一个变化过程中，</a:t>
            </a:r>
            <a:endParaRPr lang="en-US" altLang="zh-CN" sz="2800" b="1" dirty="0" smtClean="0">
              <a:solidFill>
                <a:schemeClr val="accent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Rectangle 5"/>
          <p:cNvSpPr txBox="1">
            <a:spLocks noChangeArrowheads="1"/>
          </p:cNvSpPr>
          <p:nvPr/>
        </p:nvSpPr>
        <p:spPr bwMode="auto">
          <a:xfrm>
            <a:off x="1914525" y="1275715"/>
            <a:ext cx="875347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1</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无穷小量乘有界变量法则</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有界变量与无穷小量的乘积是无穷小量；</a:t>
            </a:r>
            <a:endParaRPr lang="zh-CN"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Rectangle 5"/>
          <p:cNvSpPr txBox="1">
            <a:spLocks noChangeArrowheads="1"/>
          </p:cNvSpPr>
          <p:nvPr/>
        </p:nvSpPr>
        <p:spPr bwMode="auto">
          <a:xfrm>
            <a:off x="1914525" y="2133600"/>
            <a:ext cx="8753475" cy="98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2</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）有限多个无穷小量之和为无穷小量</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lang="zh-CN"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Text Box 11"/>
          <p:cNvSpPr txBox="1">
            <a:spLocks noChangeArrowheads="1"/>
          </p:cNvSpPr>
          <p:nvPr/>
        </p:nvSpPr>
        <p:spPr bwMode="auto">
          <a:xfrm>
            <a:off x="1914525" y="2999423"/>
            <a:ext cx="838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证</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Text Box 9"/>
          <p:cNvSpPr txBox="1">
            <a:spLocks noChangeArrowheads="1"/>
          </p:cNvSpPr>
          <p:nvPr/>
        </p:nvSpPr>
        <p:spPr bwMode="auto">
          <a:xfrm>
            <a:off x="2425700" y="3009583"/>
            <a:ext cx="1754188"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1</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）设</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Rectangle 6"/>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8" name="对象 7"/>
          <p:cNvGraphicFramePr>
            <a:graphicFrameLocks noChangeAspect="1"/>
          </p:cNvGraphicFramePr>
          <p:nvPr/>
        </p:nvGraphicFramePr>
        <p:xfrm>
          <a:off x="3912117" y="3010120"/>
          <a:ext cx="1854000" cy="622080"/>
        </p:xfrm>
        <a:graphic>
          <a:graphicData uri="http://schemas.openxmlformats.org/presentationml/2006/ole">
            <mc:AlternateContent xmlns:mc="http://schemas.openxmlformats.org/markup-compatibility/2006">
              <mc:Choice xmlns:v="urn:schemas-microsoft-com:vml" Requires="v">
                <p:oleObj spid="_x0000_s38913" name="Equation" r:id="rId1" imgW="44500800" imgH="14935200" progId="Equation.DSMT4">
                  <p:embed/>
                </p:oleObj>
              </mc:Choice>
              <mc:Fallback>
                <p:oleObj name="Equation" r:id="rId1" imgW="44500800" imgH="14935200" progId="Equation.DSMT4">
                  <p:embed/>
                  <p:pic>
                    <p:nvPicPr>
                      <p:cNvPr id="0" name="图片 38912"/>
                      <p:cNvPicPr>
                        <a:picLocks noChangeAspect="1"/>
                      </p:cNvPicPr>
                      <p:nvPr/>
                    </p:nvPicPr>
                    <p:blipFill>
                      <a:blip r:embed="rId2"/>
                      <a:stretch>
                        <a:fillRect/>
                      </a:stretch>
                    </p:blipFill>
                    <p:spPr>
                      <a:xfrm>
                        <a:off x="3912117" y="3010120"/>
                        <a:ext cx="1854000" cy="622080"/>
                      </a:xfrm>
                      <a:prstGeom prst="rect">
                        <a:avLst/>
                      </a:prstGeom>
                      <a:noFill/>
                      <a:ln w="9525">
                        <a:noFill/>
                      </a:ln>
                    </p:spPr>
                  </p:pic>
                </p:oleObj>
              </mc:Fallback>
            </mc:AlternateContent>
          </a:graphicData>
        </a:graphic>
      </p:graphicFrame>
      <p:graphicFrame>
        <p:nvGraphicFramePr>
          <p:cNvPr id="9" name="对象 8"/>
          <p:cNvGraphicFramePr>
            <a:graphicFrameLocks noChangeAspect="1"/>
          </p:cNvGraphicFramePr>
          <p:nvPr/>
        </p:nvGraphicFramePr>
        <p:xfrm>
          <a:off x="5064125" y="5141595"/>
          <a:ext cx="1471930" cy="562610"/>
        </p:xfrm>
        <a:graphic>
          <a:graphicData uri="http://schemas.openxmlformats.org/presentationml/2006/ole">
            <mc:AlternateContent xmlns:mc="http://schemas.openxmlformats.org/markup-compatibility/2006">
              <mc:Choice xmlns:v="urn:schemas-microsoft-com:vml" Requires="v">
                <p:oleObj spid="_x0000_s38914" name="Equation" r:id="rId3" imgW="38404800" imgH="13411200" progId="Equation.DSMT4">
                  <p:embed/>
                </p:oleObj>
              </mc:Choice>
              <mc:Fallback>
                <p:oleObj name="Equation" r:id="rId3" imgW="38404800" imgH="13411200" progId="Equation.DSMT4">
                  <p:embed/>
                  <p:pic>
                    <p:nvPicPr>
                      <p:cNvPr id="0" name="图片 38913"/>
                      <p:cNvPicPr>
                        <a:picLocks noChangeAspect="1"/>
                      </p:cNvPicPr>
                      <p:nvPr/>
                    </p:nvPicPr>
                    <p:blipFill>
                      <a:blip r:embed="rId4"/>
                      <a:stretch>
                        <a:fillRect/>
                      </a:stretch>
                    </p:blipFill>
                    <p:spPr>
                      <a:xfrm>
                        <a:off x="5064125" y="5141595"/>
                        <a:ext cx="1471930" cy="562610"/>
                      </a:xfrm>
                      <a:prstGeom prst="rect">
                        <a:avLst/>
                      </a:prstGeom>
                      <a:noFill/>
                      <a:ln w="9525">
                        <a:noFill/>
                      </a:ln>
                    </p:spPr>
                  </p:pic>
                </p:oleObj>
              </mc:Fallback>
            </mc:AlternateContent>
          </a:graphicData>
        </a:graphic>
      </p:graphicFrame>
      <p:sp>
        <p:nvSpPr>
          <p:cNvPr id="10" name="Text Box 9"/>
          <p:cNvSpPr txBox="1">
            <a:spLocks noChangeArrowheads="1"/>
          </p:cNvSpPr>
          <p:nvPr/>
        </p:nvSpPr>
        <p:spPr bwMode="auto">
          <a:xfrm>
            <a:off x="4477276" y="5159760"/>
            <a:ext cx="24479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使                   ，</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Text Box 9"/>
          <p:cNvSpPr txBox="1">
            <a:spLocks noChangeArrowheads="1"/>
          </p:cNvSpPr>
          <p:nvPr/>
        </p:nvSpPr>
        <p:spPr bwMode="auto">
          <a:xfrm>
            <a:off x="2605088" y="3633629"/>
            <a:ext cx="44672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则对于任给</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&gt;0,</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存在</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&gt;0,</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当</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2" name="对象 11"/>
          <p:cNvGraphicFramePr>
            <a:graphicFrameLocks noChangeAspect="1"/>
          </p:cNvGraphicFramePr>
          <p:nvPr/>
        </p:nvGraphicFramePr>
        <p:xfrm>
          <a:off x="6925310" y="3643630"/>
          <a:ext cx="2246313" cy="544513"/>
        </p:xfrm>
        <a:graphic>
          <a:graphicData uri="http://schemas.openxmlformats.org/presentationml/2006/ole">
            <mc:AlternateContent xmlns:mc="http://schemas.openxmlformats.org/markup-compatibility/2006">
              <mc:Choice xmlns:v="urn:schemas-microsoft-com:vml" Requires="v">
                <p:oleObj spid="_x0000_s38915" name="Equation" r:id="rId5" imgW="49072800" imgH="11582400" progId="Equation.DSMT4">
                  <p:embed/>
                </p:oleObj>
              </mc:Choice>
              <mc:Fallback>
                <p:oleObj name="Equation" r:id="rId5" imgW="49072800" imgH="11582400" progId="Equation.DSMT4">
                  <p:embed/>
                  <p:pic>
                    <p:nvPicPr>
                      <p:cNvPr id="0" name="图片 38914"/>
                      <p:cNvPicPr>
                        <a:picLocks noChangeAspect="1"/>
                      </p:cNvPicPr>
                      <p:nvPr/>
                    </p:nvPicPr>
                    <p:blipFill>
                      <a:blip r:embed="rId6"/>
                      <a:stretch>
                        <a:fillRect/>
                      </a:stretch>
                    </p:blipFill>
                    <p:spPr>
                      <a:xfrm>
                        <a:off x="6925310" y="3643630"/>
                        <a:ext cx="2246313" cy="544513"/>
                      </a:xfrm>
                      <a:prstGeom prst="rect">
                        <a:avLst/>
                      </a:prstGeom>
                      <a:noFill/>
                      <a:ln w="9525">
                        <a:noFill/>
                      </a:ln>
                    </p:spPr>
                  </p:pic>
                </p:oleObj>
              </mc:Fallback>
            </mc:AlternateContent>
          </a:graphicData>
        </a:graphic>
      </p:graphicFrame>
      <p:sp>
        <p:nvSpPr>
          <p:cNvPr id="13" name="Text Box 9"/>
          <p:cNvSpPr txBox="1">
            <a:spLocks noChangeArrowheads="1"/>
          </p:cNvSpPr>
          <p:nvPr/>
        </p:nvSpPr>
        <p:spPr bwMode="auto">
          <a:xfrm>
            <a:off x="9171623" y="3643630"/>
            <a:ext cx="175418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4" name="对象 13"/>
          <p:cNvGraphicFramePr>
            <a:graphicFrameLocks noChangeAspect="1"/>
          </p:cNvGraphicFramePr>
          <p:nvPr/>
        </p:nvGraphicFramePr>
        <p:xfrm>
          <a:off x="4944110" y="4197033"/>
          <a:ext cx="1819275" cy="931862"/>
        </p:xfrm>
        <a:graphic>
          <a:graphicData uri="http://schemas.openxmlformats.org/presentationml/2006/ole">
            <mc:AlternateContent xmlns:mc="http://schemas.openxmlformats.org/markup-compatibility/2006">
              <mc:Choice xmlns:v="urn:schemas-microsoft-com:vml" Requires="v">
                <p:oleObj spid="_x0000_s38916" name="Equation" r:id="rId7" imgW="39624000" imgH="19812000" progId="Equation.DSMT4">
                  <p:embed/>
                </p:oleObj>
              </mc:Choice>
              <mc:Fallback>
                <p:oleObj name="Equation" r:id="rId7" imgW="39624000" imgH="19812000" progId="Equation.DSMT4">
                  <p:embed/>
                  <p:pic>
                    <p:nvPicPr>
                      <p:cNvPr id="0" name="图片 38915"/>
                      <p:cNvPicPr>
                        <a:picLocks noChangeAspect="1"/>
                      </p:cNvPicPr>
                      <p:nvPr/>
                    </p:nvPicPr>
                    <p:blipFill>
                      <a:blip r:embed="rId8"/>
                      <a:stretch>
                        <a:fillRect/>
                      </a:stretch>
                    </p:blipFill>
                    <p:spPr>
                      <a:xfrm>
                        <a:off x="4944110" y="4197033"/>
                        <a:ext cx="1819275" cy="931862"/>
                      </a:xfrm>
                      <a:prstGeom prst="rect">
                        <a:avLst/>
                      </a:prstGeom>
                      <a:noFill/>
                      <a:ln w="9525">
                        <a:noFill/>
                      </a:ln>
                    </p:spPr>
                  </p:pic>
                </p:oleObj>
              </mc:Fallback>
            </mc:AlternateContent>
          </a:graphicData>
        </a:graphic>
      </p:graphicFrame>
      <p:graphicFrame>
        <p:nvGraphicFramePr>
          <p:cNvPr id="15" name="对象 14"/>
          <p:cNvGraphicFramePr>
            <a:graphicFrameLocks noChangeAspect="1"/>
          </p:cNvGraphicFramePr>
          <p:nvPr/>
        </p:nvGraphicFramePr>
        <p:xfrm>
          <a:off x="2083118" y="5177530"/>
          <a:ext cx="2439094" cy="504000"/>
        </p:xfrm>
        <a:graphic>
          <a:graphicData uri="http://schemas.openxmlformats.org/presentationml/2006/ole">
            <mc:AlternateContent xmlns:mc="http://schemas.openxmlformats.org/markup-compatibility/2006">
              <mc:Choice xmlns:v="urn:schemas-microsoft-com:vml" Requires="v">
                <p:oleObj spid="_x0000_s38917" name="Equation" r:id="rId9" imgW="54254400" imgH="10668000" progId="Equation.DSMT4">
                  <p:embed/>
                </p:oleObj>
              </mc:Choice>
              <mc:Fallback>
                <p:oleObj name="Equation" r:id="rId9" imgW="54254400" imgH="10668000" progId="Equation.DSMT4">
                  <p:embed/>
                  <p:pic>
                    <p:nvPicPr>
                      <p:cNvPr id="0" name="图片 38916"/>
                      <p:cNvPicPr>
                        <a:picLocks noChangeAspect="1"/>
                      </p:cNvPicPr>
                      <p:nvPr/>
                    </p:nvPicPr>
                    <p:blipFill>
                      <a:blip r:embed="rId10"/>
                      <a:stretch>
                        <a:fillRect/>
                      </a:stretch>
                    </p:blipFill>
                    <p:spPr>
                      <a:xfrm>
                        <a:off x="2083118" y="5177530"/>
                        <a:ext cx="2439094" cy="504000"/>
                      </a:xfrm>
                      <a:prstGeom prst="rect">
                        <a:avLst/>
                      </a:prstGeom>
                      <a:noFill/>
                      <a:ln w="9525">
                        <a:noFill/>
                      </a:ln>
                    </p:spPr>
                  </p:pic>
                </p:oleObj>
              </mc:Fallback>
            </mc:AlternateContent>
          </a:graphicData>
        </a:graphic>
      </p:graphicFrame>
      <p:graphicFrame>
        <p:nvGraphicFramePr>
          <p:cNvPr id="16" name="对象 15"/>
          <p:cNvGraphicFramePr>
            <a:graphicFrameLocks noChangeAspect="1"/>
          </p:cNvGraphicFramePr>
          <p:nvPr/>
        </p:nvGraphicFramePr>
        <p:xfrm>
          <a:off x="7655153" y="5151019"/>
          <a:ext cx="2257425" cy="557213"/>
        </p:xfrm>
        <a:graphic>
          <a:graphicData uri="http://schemas.openxmlformats.org/presentationml/2006/ole">
            <mc:AlternateContent xmlns:mc="http://schemas.openxmlformats.org/markup-compatibility/2006">
              <mc:Choice xmlns:v="urn:schemas-microsoft-com:vml" Requires="v">
                <p:oleObj spid="_x0000_s38918" name="Equation" r:id="rId11" imgW="49072800" imgH="11582400" progId="Equation.DSMT4">
                  <p:embed/>
                </p:oleObj>
              </mc:Choice>
              <mc:Fallback>
                <p:oleObj name="Equation" r:id="rId11" imgW="49072800" imgH="11582400" progId="Equation.DSMT4">
                  <p:embed/>
                  <p:pic>
                    <p:nvPicPr>
                      <p:cNvPr id="0" name="图片 38917"/>
                      <p:cNvPicPr>
                        <a:picLocks noChangeAspect="1"/>
                      </p:cNvPicPr>
                      <p:nvPr/>
                    </p:nvPicPr>
                    <p:blipFill>
                      <a:blip r:embed="rId12"/>
                      <a:stretch>
                        <a:fillRect/>
                      </a:stretch>
                    </p:blipFill>
                    <p:spPr>
                      <a:xfrm>
                        <a:off x="7655153" y="5151019"/>
                        <a:ext cx="2257425" cy="557213"/>
                      </a:xfrm>
                      <a:prstGeom prst="rect">
                        <a:avLst/>
                      </a:prstGeom>
                      <a:noFill/>
                      <a:ln w="9525">
                        <a:noFill/>
                      </a:ln>
                    </p:spPr>
                  </p:pic>
                </p:oleObj>
              </mc:Fallback>
            </mc:AlternateContent>
          </a:graphicData>
        </a:graphic>
      </p:graphicFrame>
      <p:sp>
        <p:nvSpPr>
          <p:cNvPr id="17" name="Text Box 9"/>
          <p:cNvSpPr txBox="1">
            <a:spLocks noChangeArrowheads="1"/>
          </p:cNvSpPr>
          <p:nvPr/>
        </p:nvSpPr>
        <p:spPr bwMode="auto">
          <a:xfrm>
            <a:off x="6850380" y="5161915"/>
            <a:ext cx="41560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故当                         </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sym typeface="Symbol" panose="05050102010706020507" pitchFamily="18" charset="2"/>
              </a:rPr>
              <a:t>时</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8" name="对象 17"/>
          <p:cNvGraphicFramePr>
            <a:graphicFrameLocks noChangeAspect="1"/>
          </p:cNvGraphicFramePr>
          <p:nvPr/>
        </p:nvGraphicFramePr>
        <p:xfrm>
          <a:off x="3972243" y="5716588"/>
          <a:ext cx="5016500" cy="725487"/>
        </p:xfrm>
        <a:graphic>
          <a:graphicData uri="http://schemas.openxmlformats.org/presentationml/2006/ole">
            <mc:AlternateContent xmlns:mc="http://schemas.openxmlformats.org/markup-compatibility/2006">
              <mc:Choice xmlns:v="urn:schemas-microsoft-com:vml" Requires="v">
                <p:oleObj spid="_x0000_s38919" name="Equation" r:id="rId13" imgW="140817600" imgH="19812000" progId="Equation.DSMT4">
                  <p:embed/>
                </p:oleObj>
              </mc:Choice>
              <mc:Fallback>
                <p:oleObj name="Equation" r:id="rId13" imgW="140817600" imgH="19812000" progId="Equation.DSMT4">
                  <p:embed/>
                  <p:pic>
                    <p:nvPicPr>
                      <p:cNvPr id="0" name="图片 38918"/>
                      <p:cNvPicPr>
                        <a:picLocks noChangeAspect="1"/>
                      </p:cNvPicPr>
                      <p:nvPr/>
                    </p:nvPicPr>
                    <p:blipFill>
                      <a:blip r:embed="rId14"/>
                      <a:stretch>
                        <a:fillRect/>
                      </a:stretch>
                    </p:blipFill>
                    <p:spPr>
                      <a:xfrm>
                        <a:off x="3972243" y="5716588"/>
                        <a:ext cx="5016500" cy="725487"/>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4294967295" end="4294967295"/>
                                            </p:txEl>
                                          </p:spTgt>
                                        </p:tgtEl>
                                        <p:attrNameLst>
                                          <p:attrName>style.visibility</p:attrName>
                                        </p:attrNameLst>
                                      </p:cBhvr>
                                      <p:to>
                                        <p:strVal val="visible"/>
                                      </p:to>
                                    </p:set>
                                    <p:animEffect transition="in" filter="wipe(left)">
                                      <p:cBhvr>
                                        <p:cTn id="7" dur="500"/>
                                        <p:tgtEl>
                                          <p:spTgt spid="5">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4294967295" end="4294967295"/>
                                            </p:txEl>
                                          </p:spTgt>
                                        </p:tgtEl>
                                        <p:attrNameLst>
                                          <p:attrName>style.visibility</p:attrName>
                                        </p:attrNameLst>
                                      </p:cBhvr>
                                      <p:to>
                                        <p:strVal val="visible"/>
                                      </p:to>
                                    </p:set>
                                    <p:animEffect transition="in" filter="wipe(left)">
                                      <p:cBhvr>
                                        <p:cTn id="12" dur="500"/>
                                        <p:tgtEl>
                                          <p:spTgt spid="5">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left)">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left)">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left)">
                                      <p:cBhvr>
                                        <p:cTn id="57" dur="5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wipe(left)">
                                      <p:cBhvr>
                                        <p:cTn id="62" dur="500"/>
                                        <p:tgtEl>
                                          <p:spTgt spid="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animEffect transition="in" filter="wipe(left)">
                                      <p:cBhvr>
                                        <p:cTn id="67" dur="500"/>
                                        <p:tgtEl>
                                          <p:spTgt spid="1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6"/>
                                        </p:tgtEl>
                                        <p:attrNameLst>
                                          <p:attrName>style.visibility</p:attrName>
                                        </p:attrNameLst>
                                      </p:cBhvr>
                                      <p:to>
                                        <p:strVal val="visible"/>
                                      </p:to>
                                    </p:set>
                                    <p:animEffect transition="in" filter="wipe(left)">
                                      <p:cBhvr>
                                        <p:cTn id="72" dur="500"/>
                                        <p:tgtEl>
                                          <p:spTgt spid="16"/>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wipe(left)">
                                      <p:cBhvr>
                                        <p:cTn id="7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uiExpand="1" build="p"/>
      <p:bldP spid="6" grpId="0" bldLvl="0" animBg="1" autoUpdateAnimBg="0"/>
      <p:bldP spid="10" grpId="0" bldLvl="0" animBg="1" autoUpdateAnimBg="0"/>
      <p:bldP spid="11" grpId="0" bldLvl="0" animBg="1" autoUpdateAnimBg="0"/>
      <p:bldP spid="13" grpId="0" bldLvl="0" animBg="1" autoUpdateAnimBg="0"/>
      <p:bldP spid="17" grpId="0" bldLvl="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7990306" y="3250156"/>
            <a:ext cx="1509119"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b="1">
                <a:latin typeface="黑体" panose="02010609060101010101" pitchFamily="49" charset="-122"/>
                <a:ea typeface="黑体" panose="02010609060101010101" pitchFamily="49" charset="-122"/>
              </a:rPr>
              <a:t>时</a:t>
            </a:r>
            <a:r>
              <a:rPr kumimoji="1" lang="en-US" altLang="zh-CN" sz="2800" b="1">
                <a:latin typeface="黑体" panose="02010609060101010101" pitchFamily="49" charset="-122"/>
                <a:ea typeface="黑体" panose="02010609060101010101" pitchFamily="49" charset="-122"/>
              </a:rPr>
              <a:t>, </a:t>
            </a:r>
            <a:r>
              <a:rPr kumimoji="1" lang="zh-CN" altLang="en-US" sz="2800" b="1">
                <a:latin typeface="黑体" panose="02010609060101010101" pitchFamily="49" charset="-122"/>
                <a:ea typeface="黑体" panose="02010609060101010101" pitchFamily="49" charset="-122"/>
              </a:rPr>
              <a:t>有</a:t>
            </a:r>
            <a:endParaRPr kumimoji="1" lang="zh-CN" altLang="en-US" sz="2800" b="1">
              <a:latin typeface="黑体" panose="02010609060101010101" pitchFamily="49" charset="-122"/>
              <a:ea typeface="黑体" panose="02010609060101010101" pitchFamily="49" charset="-122"/>
            </a:endParaRPr>
          </a:p>
        </p:txBody>
      </p:sp>
      <p:graphicFrame>
        <p:nvGraphicFramePr>
          <p:cNvPr id="3" name="Object 3"/>
          <p:cNvGraphicFramePr>
            <a:graphicFrameLocks noChangeAspect="1"/>
          </p:cNvGraphicFramePr>
          <p:nvPr/>
        </p:nvGraphicFramePr>
        <p:xfrm>
          <a:off x="2224460" y="3213082"/>
          <a:ext cx="2711183" cy="603457"/>
        </p:xfrm>
        <a:graphic>
          <a:graphicData uri="http://schemas.openxmlformats.org/presentationml/2006/ole">
            <mc:AlternateContent xmlns:mc="http://schemas.openxmlformats.org/markup-compatibility/2006">
              <mc:Choice xmlns:v="urn:schemas-microsoft-com:vml" Requires="v">
                <p:oleObj spid="_x0000_s39937" name="Equation" r:id="rId1" imgW="27736800" imgH="6096000" progId="Equation.DSMT4">
                  <p:embed/>
                </p:oleObj>
              </mc:Choice>
              <mc:Fallback>
                <p:oleObj name="Equation" r:id="rId1" imgW="27736800" imgH="6096000" progId="Equation.DSMT4">
                  <p:embed/>
                  <p:pic>
                    <p:nvPicPr>
                      <p:cNvPr id="0" name="图片 39936"/>
                      <p:cNvPicPr>
                        <a:picLocks noChangeAspect="1"/>
                      </p:cNvPicPr>
                      <p:nvPr/>
                    </p:nvPicPr>
                    <p:blipFill>
                      <a:blip r:embed="rId2"/>
                      <a:stretch>
                        <a:fillRect/>
                      </a:stretch>
                    </p:blipFill>
                    <p:spPr>
                      <a:xfrm>
                        <a:off x="2224460" y="3213082"/>
                        <a:ext cx="2711183" cy="603457"/>
                      </a:xfrm>
                      <a:prstGeom prst="rect">
                        <a:avLst/>
                      </a:prstGeom>
                      <a:noFill/>
                      <a:ln w="9525">
                        <a:noFill/>
                      </a:ln>
                    </p:spPr>
                  </p:pic>
                </p:oleObj>
              </mc:Fallback>
            </mc:AlternateContent>
          </a:graphicData>
        </a:graphic>
      </p:graphicFrame>
      <p:graphicFrame>
        <p:nvGraphicFramePr>
          <p:cNvPr id="6" name="Object 8"/>
          <p:cNvGraphicFramePr>
            <a:graphicFrameLocks noChangeAspect="1"/>
          </p:cNvGraphicFramePr>
          <p:nvPr/>
        </p:nvGraphicFramePr>
        <p:xfrm>
          <a:off x="3588385" y="1170305"/>
          <a:ext cx="1993900" cy="622300"/>
        </p:xfrm>
        <a:graphic>
          <a:graphicData uri="http://schemas.openxmlformats.org/presentationml/2006/ole">
            <mc:AlternateContent xmlns:mc="http://schemas.openxmlformats.org/markup-compatibility/2006">
              <mc:Choice xmlns:v="urn:schemas-microsoft-com:vml" Requires="v">
                <p:oleObj spid="_x0000_s39938" name="Equation" r:id="rId3" imgW="47853600" imgH="14935200" progId="Equation.DSMT4">
                  <p:embed/>
                </p:oleObj>
              </mc:Choice>
              <mc:Fallback>
                <p:oleObj name="Equation" r:id="rId3" imgW="47853600" imgH="14935200" progId="Equation.DSMT4">
                  <p:embed/>
                  <p:pic>
                    <p:nvPicPr>
                      <p:cNvPr id="0" name="图片 39937"/>
                      <p:cNvPicPr>
                        <a:picLocks noChangeAspect="1"/>
                      </p:cNvPicPr>
                      <p:nvPr/>
                    </p:nvPicPr>
                    <p:blipFill>
                      <a:blip r:embed="rId4">
                        <a:biLevel thresh="50000"/>
                        <a:grayscl/>
                      </a:blip>
                      <a:stretch>
                        <a:fillRect/>
                      </a:stretch>
                    </p:blipFill>
                    <p:spPr>
                      <a:xfrm>
                        <a:off x="3588385" y="1170305"/>
                        <a:ext cx="1993900" cy="622300"/>
                      </a:xfrm>
                      <a:prstGeom prst="rect">
                        <a:avLst/>
                      </a:prstGeom>
                      <a:noFill/>
                      <a:ln w="9525">
                        <a:noFill/>
                      </a:ln>
                    </p:spPr>
                  </p:pic>
                </p:oleObj>
              </mc:Fallback>
            </mc:AlternateContent>
          </a:graphicData>
        </a:graphic>
      </p:graphicFrame>
      <p:graphicFrame>
        <p:nvGraphicFramePr>
          <p:cNvPr id="7" name="Object 9"/>
          <p:cNvGraphicFramePr>
            <a:graphicFrameLocks noChangeAspect="1"/>
          </p:cNvGraphicFramePr>
          <p:nvPr/>
        </p:nvGraphicFramePr>
        <p:xfrm>
          <a:off x="5750243" y="1159828"/>
          <a:ext cx="2006600" cy="622300"/>
        </p:xfrm>
        <a:graphic>
          <a:graphicData uri="http://schemas.openxmlformats.org/presentationml/2006/ole">
            <mc:AlternateContent xmlns:mc="http://schemas.openxmlformats.org/markup-compatibility/2006">
              <mc:Choice xmlns:v="urn:schemas-microsoft-com:vml" Requires="v">
                <p:oleObj spid="_x0000_s39939" name="Equation" r:id="rId5" imgW="48158400" imgH="14935200" progId="Equation.DSMT4">
                  <p:embed/>
                </p:oleObj>
              </mc:Choice>
              <mc:Fallback>
                <p:oleObj name="Equation" r:id="rId5" imgW="48158400" imgH="14935200" progId="Equation.DSMT4">
                  <p:embed/>
                  <p:pic>
                    <p:nvPicPr>
                      <p:cNvPr id="0" name="图片 39938"/>
                      <p:cNvPicPr>
                        <a:picLocks noChangeAspect="1"/>
                      </p:cNvPicPr>
                      <p:nvPr/>
                    </p:nvPicPr>
                    <p:blipFill>
                      <a:blip r:embed="rId6">
                        <a:biLevel thresh="50000"/>
                        <a:grayscl/>
                      </a:blip>
                      <a:stretch>
                        <a:fillRect/>
                      </a:stretch>
                    </p:blipFill>
                    <p:spPr>
                      <a:xfrm>
                        <a:off x="5750243" y="1159828"/>
                        <a:ext cx="2006600" cy="622300"/>
                      </a:xfrm>
                      <a:prstGeom prst="rect">
                        <a:avLst/>
                      </a:prstGeom>
                      <a:noFill/>
                      <a:ln w="9525">
                        <a:noFill/>
                      </a:ln>
                    </p:spPr>
                  </p:pic>
                </p:oleObj>
              </mc:Fallback>
            </mc:AlternateContent>
          </a:graphicData>
        </a:graphic>
      </p:graphicFrame>
      <p:graphicFrame>
        <p:nvGraphicFramePr>
          <p:cNvPr id="8" name="Object 10"/>
          <p:cNvGraphicFramePr>
            <a:graphicFrameLocks noChangeAspect="1"/>
          </p:cNvGraphicFramePr>
          <p:nvPr/>
        </p:nvGraphicFramePr>
        <p:xfrm>
          <a:off x="1847528" y="1916832"/>
          <a:ext cx="1263760" cy="494134"/>
        </p:xfrm>
        <a:graphic>
          <a:graphicData uri="http://schemas.openxmlformats.org/presentationml/2006/ole">
            <mc:AlternateContent xmlns:mc="http://schemas.openxmlformats.org/markup-compatibility/2006">
              <mc:Choice xmlns:v="urn:schemas-microsoft-com:vml" Requires="v">
                <p:oleObj spid="_x0000_s39940" name="Equation" r:id="rId7" imgW="12801600" imgH="4876800" progId="Equation.DSMT4">
                  <p:embed/>
                </p:oleObj>
              </mc:Choice>
              <mc:Fallback>
                <p:oleObj name="Equation" r:id="rId7" imgW="12801600" imgH="4876800" progId="Equation.DSMT4">
                  <p:embed/>
                  <p:pic>
                    <p:nvPicPr>
                      <p:cNvPr id="0" name="图片 39939"/>
                      <p:cNvPicPr>
                        <a:picLocks noChangeAspect="1"/>
                      </p:cNvPicPr>
                      <p:nvPr/>
                    </p:nvPicPr>
                    <p:blipFill>
                      <a:blip r:embed="rId8"/>
                      <a:stretch>
                        <a:fillRect/>
                      </a:stretch>
                    </p:blipFill>
                    <p:spPr>
                      <a:xfrm>
                        <a:off x="1847528" y="1916832"/>
                        <a:ext cx="1263760" cy="494134"/>
                      </a:xfrm>
                      <a:prstGeom prst="rect">
                        <a:avLst/>
                      </a:prstGeom>
                      <a:noFill/>
                      <a:ln w="9525">
                        <a:noFill/>
                      </a:ln>
                    </p:spPr>
                  </p:pic>
                </p:oleObj>
              </mc:Fallback>
            </mc:AlternateContent>
          </a:graphicData>
        </a:graphic>
      </p:graphicFrame>
      <p:graphicFrame>
        <p:nvGraphicFramePr>
          <p:cNvPr id="9" name="Object 11"/>
          <p:cNvGraphicFramePr>
            <a:graphicFrameLocks noChangeAspect="1"/>
          </p:cNvGraphicFramePr>
          <p:nvPr/>
        </p:nvGraphicFramePr>
        <p:xfrm>
          <a:off x="3252788" y="1965325"/>
          <a:ext cx="1168400" cy="431800"/>
        </p:xfrm>
        <a:graphic>
          <a:graphicData uri="http://schemas.openxmlformats.org/presentationml/2006/ole">
            <mc:AlternateContent xmlns:mc="http://schemas.openxmlformats.org/markup-compatibility/2006">
              <mc:Choice xmlns:v="urn:schemas-microsoft-com:vml" Requires="v">
                <p:oleObj spid="_x0000_s39941" name="Equation" r:id="rId9" imgW="28041600" imgH="10363200" progId="Equation.DSMT4">
                  <p:embed/>
                </p:oleObj>
              </mc:Choice>
              <mc:Fallback>
                <p:oleObj name="Equation" r:id="rId9" imgW="28041600" imgH="10363200" progId="Equation.DSMT4">
                  <p:embed/>
                  <p:pic>
                    <p:nvPicPr>
                      <p:cNvPr id="0" name="图片 39940"/>
                      <p:cNvPicPr>
                        <a:picLocks noChangeAspect="1"/>
                      </p:cNvPicPr>
                      <p:nvPr/>
                    </p:nvPicPr>
                    <p:blipFill>
                      <a:blip r:embed="rId10">
                        <a:biLevel thresh="50000"/>
                        <a:grayscl/>
                      </a:blip>
                      <a:stretch>
                        <a:fillRect/>
                      </a:stretch>
                    </p:blipFill>
                    <p:spPr>
                      <a:xfrm>
                        <a:off x="3252788" y="1965325"/>
                        <a:ext cx="1168400" cy="431800"/>
                      </a:xfrm>
                      <a:prstGeom prst="rect">
                        <a:avLst/>
                      </a:prstGeom>
                      <a:noFill/>
                      <a:ln w="9525">
                        <a:noFill/>
                      </a:ln>
                    </p:spPr>
                  </p:pic>
                </p:oleObj>
              </mc:Fallback>
            </mc:AlternateContent>
          </a:graphicData>
        </a:graphic>
      </p:graphicFrame>
      <p:sp>
        <p:nvSpPr>
          <p:cNvPr id="10" name="Text Box 12"/>
          <p:cNvSpPr txBox="1">
            <a:spLocks noChangeArrowheads="1"/>
          </p:cNvSpPr>
          <p:nvPr/>
        </p:nvSpPr>
        <p:spPr bwMode="auto">
          <a:xfrm>
            <a:off x="4388270" y="1884271"/>
            <a:ext cx="70326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a:latin typeface="黑体" panose="02010609060101010101" pitchFamily="49" charset="-122"/>
                <a:ea typeface="黑体" panose="02010609060101010101" pitchFamily="49" charset="-122"/>
              </a:rPr>
              <a:t>当</a:t>
            </a:r>
            <a:endParaRPr kumimoji="1" lang="zh-CN" altLang="en-US" sz="2800" b="1">
              <a:latin typeface="黑体" panose="02010609060101010101" pitchFamily="49" charset="-122"/>
              <a:ea typeface="黑体" panose="02010609060101010101" pitchFamily="49" charset="-122"/>
            </a:endParaRPr>
          </a:p>
        </p:txBody>
      </p:sp>
      <p:graphicFrame>
        <p:nvGraphicFramePr>
          <p:cNvPr id="11" name="Object 13"/>
          <p:cNvGraphicFramePr>
            <a:graphicFrameLocks noChangeAspect="1"/>
          </p:cNvGraphicFramePr>
          <p:nvPr/>
        </p:nvGraphicFramePr>
        <p:xfrm>
          <a:off x="4935538" y="1924050"/>
          <a:ext cx="2070100" cy="482600"/>
        </p:xfrm>
        <a:graphic>
          <a:graphicData uri="http://schemas.openxmlformats.org/presentationml/2006/ole">
            <mc:AlternateContent xmlns:mc="http://schemas.openxmlformats.org/markup-compatibility/2006">
              <mc:Choice xmlns:v="urn:schemas-microsoft-com:vml" Requires="v">
                <p:oleObj spid="_x0000_s39942" name="Equation" r:id="rId11" imgW="49682400" imgH="11582400" progId="Equation.DSMT4">
                  <p:embed/>
                </p:oleObj>
              </mc:Choice>
              <mc:Fallback>
                <p:oleObj name="Equation" r:id="rId11" imgW="49682400" imgH="11582400" progId="Equation.DSMT4">
                  <p:embed/>
                  <p:pic>
                    <p:nvPicPr>
                      <p:cNvPr id="0" name="图片 39941"/>
                      <p:cNvPicPr>
                        <a:picLocks noChangeAspect="1"/>
                      </p:cNvPicPr>
                      <p:nvPr/>
                    </p:nvPicPr>
                    <p:blipFill>
                      <a:blip r:embed="rId12">
                        <a:biLevel thresh="50000"/>
                        <a:grayscl/>
                      </a:blip>
                      <a:stretch>
                        <a:fillRect/>
                      </a:stretch>
                    </p:blipFill>
                    <p:spPr>
                      <a:xfrm>
                        <a:off x="4935538" y="1924050"/>
                        <a:ext cx="2070100" cy="482600"/>
                      </a:xfrm>
                      <a:prstGeom prst="rect">
                        <a:avLst/>
                      </a:prstGeom>
                      <a:noFill/>
                      <a:ln w="9525">
                        <a:noFill/>
                      </a:ln>
                    </p:spPr>
                  </p:pic>
                </p:oleObj>
              </mc:Fallback>
            </mc:AlternateContent>
          </a:graphicData>
        </a:graphic>
      </p:graphicFrame>
      <p:sp>
        <p:nvSpPr>
          <p:cNvPr id="12" name="Text Box 14"/>
          <p:cNvSpPr txBox="1">
            <a:spLocks noChangeArrowheads="1"/>
          </p:cNvSpPr>
          <p:nvPr/>
        </p:nvSpPr>
        <p:spPr bwMode="auto">
          <a:xfrm>
            <a:off x="7044157" y="1909354"/>
            <a:ext cx="1447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a:latin typeface="黑体" panose="02010609060101010101" pitchFamily="49" charset="-122"/>
                <a:ea typeface="黑体" panose="02010609060101010101" pitchFamily="49" charset="-122"/>
              </a:rPr>
              <a:t>时 </a:t>
            </a:r>
            <a:r>
              <a:rPr kumimoji="1" lang="en-US" altLang="zh-CN" sz="2800" b="1">
                <a:latin typeface="黑体" panose="02010609060101010101" pitchFamily="49" charset="-122"/>
                <a:ea typeface="黑体" panose="02010609060101010101" pitchFamily="49" charset="-122"/>
              </a:rPr>
              <a:t>, </a:t>
            </a:r>
            <a:r>
              <a:rPr kumimoji="1" lang="zh-CN" altLang="en-US" sz="2800" b="1">
                <a:latin typeface="黑体" panose="02010609060101010101" pitchFamily="49" charset="-122"/>
                <a:ea typeface="黑体" panose="02010609060101010101" pitchFamily="49" charset="-122"/>
              </a:rPr>
              <a:t>有</a:t>
            </a:r>
            <a:endParaRPr kumimoji="1" lang="zh-CN" altLang="en-US" sz="2800" b="1">
              <a:latin typeface="黑体" panose="02010609060101010101" pitchFamily="49" charset="-122"/>
              <a:ea typeface="黑体" panose="02010609060101010101" pitchFamily="49" charset="-122"/>
            </a:endParaRPr>
          </a:p>
        </p:txBody>
      </p:sp>
      <p:graphicFrame>
        <p:nvGraphicFramePr>
          <p:cNvPr id="13" name="Object 15"/>
          <p:cNvGraphicFramePr>
            <a:graphicFrameLocks noChangeAspect="1"/>
          </p:cNvGraphicFramePr>
          <p:nvPr/>
        </p:nvGraphicFramePr>
        <p:xfrm>
          <a:off x="8529691" y="1890145"/>
          <a:ext cx="1511300" cy="558800"/>
        </p:xfrm>
        <a:graphic>
          <a:graphicData uri="http://schemas.openxmlformats.org/presentationml/2006/ole">
            <mc:AlternateContent xmlns:mc="http://schemas.openxmlformats.org/markup-compatibility/2006">
              <mc:Choice xmlns:v="urn:schemas-microsoft-com:vml" Requires="v">
                <p:oleObj spid="_x0000_s39943" name="Equation" r:id="rId13" imgW="36271200" imgH="13411200" progId="Equation.DSMT4">
                  <p:embed/>
                </p:oleObj>
              </mc:Choice>
              <mc:Fallback>
                <p:oleObj name="Equation" r:id="rId13" imgW="36271200" imgH="13411200" progId="Equation.DSMT4">
                  <p:embed/>
                  <p:pic>
                    <p:nvPicPr>
                      <p:cNvPr id="0" name="图片 39942"/>
                      <p:cNvPicPr>
                        <a:picLocks noChangeAspect="1"/>
                      </p:cNvPicPr>
                      <p:nvPr/>
                    </p:nvPicPr>
                    <p:blipFill>
                      <a:blip r:embed="rId14">
                        <a:biLevel thresh="50000"/>
                        <a:grayscl/>
                      </a:blip>
                      <a:stretch>
                        <a:fillRect/>
                      </a:stretch>
                    </p:blipFill>
                    <p:spPr>
                      <a:xfrm>
                        <a:off x="8529691" y="1890145"/>
                        <a:ext cx="1511300" cy="558800"/>
                      </a:xfrm>
                      <a:prstGeom prst="rect">
                        <a:avLst/>
                      </a:prstGeom>
                      <a:noFill/>
                      <a:ln w="9525">
                        <a:noFill/>
                      </a:ln>
                    </p:spPr>
                  </p:pic>
                </p:oleObj>
              </mc:Fallback>
            </mc:AlternateContent>
          </a:graphicData>
        </a:graphic>
      </p:graphicFrame>
      <p:graphicFrame>
        <p:nvGraphicFramePr>
          <p:cNvPr id="14" name="Object 16"/>
          <p:cNvGraphicFramePr>
            <a:graphicFrameLocks noChangeAspect="1"/>
          </p:cNvGraphicFramePr>
          <p:nvPr/>
        </p:nvGraphicFramePr>
        <p:xfrm>
          <a:off x="3221038" y="2698750"/>
          <a:ext cx="1181100" cy="431800"/>
        </p:xfrm>
        <a:graphic>
          <a:graphicData uri="http://schemas.openxmlformats.org/presentationml/2006/ole">
            <mc:AlternateContent xmlns:mc="http://schemas.openxmlformats.org/markup-compatibility/2006">
              <mc:Choice xmlns:v="urn:schemas-microsoft-com:vml" Requires="v">
                <p:oleObj spid="_x0000_s39944" name="Equation" r:id="rId15" imgW="28346400" imgH="10363200" progId="Equation.DSMT4">
                  <p:embed/>
                </p:oleObj>
              </mc:Choice>
              <mc:Fallback>
                <p:oleObj name="Equation" r:id="rId15" imgW="28346400" imgH="10363200" progId="Equation.DSMT4">
                  <p:embed/>
                  <p:pic>
                    <p:nvPicPr>
                      <p:cNvPr id="0" name="图片 39943"/>
                      <p:cNvPicPr>
                        <a:picLocks noChangeAspect="1"/>
                      </p:cNvPicPr>
                      <p:nvPr/>
                    </p:nvPicPr>
                    <p:blipFill>
                      <a:blip r:embed="rId16">
                        <a:biLevel thresh="50000"/>
                        <a:grayscl/>
                      </a:blip>
                      <a:stretch>
                        <a:fillRect/>
                      </a:stretch>
                    </p:blipFill>
                    <p:spPr>
                      <a:xfrm>
                        <a:off x="3221038" y="2698750"/>
                        <a:ext cx="1181100" cy="431800"/>
                      </a:xfrm>
                      <a:prstGeom prst="rect">
                        <a:avLst/>
                      </a:prstGeom>
                      <a:noFill/>
                      <a:ln w="9525">
                        <a:noFill/>
                      </a:ln>
                    </p:spPr>
                  </p:pic>
                </p:oleObj>
              </mc:Fallback>
            </mc:AlternateContent>
          </a:graphicData>
        </a:graphic>
      </p:graphicFrame>
      <p:sp>
        <p:nvSpPr>
          <p:cNvPr id="15" name="Text Box 17"/>
          <p:cNvSpPr txBox="1">
            <a:spLocks noChangeArrowheads="1"/>
          </p:cNvSpPr>
          <p:nvPr/>
        </p:nvSpPr>
        <p:spPr bwMode="auto">
          <a:xfrm>
            <a:off x="4362870" y="2604996"/>
            <a:ext cx="1219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a:latin typeface="黑体" panose="02010609060101010101" pitchFamily="49" charset="-122"/>
                <a:ea typeface="黑体" panose="02010609060101010101" pitchFamily="49" charset="-122"/>
              </a:rPr>
              <a:t>当</a:t>
            </a:r>
            <a:endParaRPr kumimoji="1" lang="zh-CN" altLang="en-US" sz="2800" b="1">
              <a:latin typeface="黑体" panose="02010609060101010101" pitchFamily="49" charset="-122"/>
              <a:ea typeface="黑体" panose="02010609060101010101" pitchFamily="49" charset="-122"/>
            </a:endParaRPr>
          </a:p>
        </p:txBody>
      </p:sp>
      <p:graphicFrame>
        <p:nvGraphicFramePr>
          <p:cNvPr id="16" name="Object 18"/>
          <p:cNvGraphicFramePr>
            <a:graphicFrameLocks noChangeAspect="1"/>
          </p:cNvGraphicFramePr>
          <p:nvPr/>
        </p:nvGraphicFramePr>
        <p:xfrm>
          <a:off x="4935538" y="2632075"/>
          <a:ext cx="2108200" cy="482600"/>
        </p:xfrm>
        <a:graphic>
          <a:graphicData uri="http://schemas.openxmlformats.org/presentationml/2006/ole">
            <mc:AlternateContent xmlns:mc="http://schemas.openxmlformats.org/markup-compatibility/2006">
              <mc:Choice xmlns:v="urn:schemas-microsoft-com:vml" Requires="v">
                <p:oleObj spid="_x0000_s39945" name="Equation" r:id="rId17" imgW="50596800" imgH="11582400" progId="Equation.DSMT4">
                  <p:embed/>
                </p:oleObj>
              </mc:Choice>
              <mc:Fallback>
                <p:oleObj name="Equation" r:id="rId17" imgW="50596800" imgH="11582400" progId="Equation.DSMT4">
                  <p:embed/>
                  <p:pic>
                    <p:nvPicPr>
                      <p:cNvPr id="0" name="图片 39944"/>
                      <p:cNvPicPr>
                        <a:picLocks noChangeAspect="1"/>
                      </p:cNvPicPr>
                      <p:nvPr/>
                    </p:nvPicPr>
                    <p:blipFill>
                      <a:blip r:embed="rId18">
                        <a:biLevel thresh="50000"/>
                        <a:grayscl/>
                      </a:blip>
                      <a:stretch>
                        <a:fillRect/>
                      </a:stretch>
                    </p:blipFill>
                    <p:spPr>
                      <a:xfrm>
                        <a:off x="4935538" y="2632075"/>
                        <a:ext cx="2108200" cy="482600"/>
                      </a:xfrm>
                      <a:prstGeom prst="rect">
                        <a:avLst/>
                      </a:prstGeom>
                      <a:noFill/>
                      <a:ln w="9525">
                        <a:noFill/>
                      </a:ln>
                    </p:spPr>
                  </p:pic>
                </p:oleObj>
              </mc:Fallback>
            </mc:AlternateContent>
          </a:graphicData>
        </a:graphic>
      </p:graphicFrame>
      <p:sp>
        <p:nvSpPr>
          <p:cNvPr id="17" name="Text Box 19"/>
          <p:cNvSpPr txBox="1">
            <a:spLocks noChangeArrowheads="1"/>
          </p:cNvSpPr>
          <p:nvPr/>
        </p:nvSpPr>
        <p:spPr bwMode="auto">
          <a:xfrm>
            <a:off x="7044157" y="2631984"/>
            <a:ext cx="1447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a:latin typeface="黑体" panose="02010609060101010101" pitchFamily="49" charset="-122"/>
                <a:ea typeface="黑体" panose="02010609060101010101" pitchFamily="49" charset="-122"/>
              </a:rPr>
              <a:t>时 </a:t>
            </a:r>
            <a:r>
              <a:rPr kumimoji="1" lang="en-US" altLang="zh-CN" sz="2800" b="1">
                <a:latin typeface="黑体" panose="02010609060101010101" pitchFamily="49" charset="-122"/>
                <a:ea typeface="黑体" panose="02010609060101010101" pitchFamily="49" charset="-122"/>
              </a:rPr>
              <a:t>, </a:t>
            </a:r>
            <a:r>
              <a:rPr kumimoji="1" lang="zh-CN" altLang="en-US" sz="2800" b="1">
                <a:latin typeface="黑体" panose="02010609060101010101" pitchFamily="49" charset="-122"/>
                <a:ea typeface="黑体" panose="02010609060101010101" pitchFamily="49" charset="-122"/>
              </a:rPr>
              <a:t>有</a:t>
            </a:r>
            <a:endParaRPr kumimoji="1" lang="zh-CN" altLang="en-US" sz="2800" b="1">
              <a:latin typeface="黑体" panose="02010609060101010101" pitchFamily="49" charset="-122"/>
              <a:ea typeface="黑体" panose="02010609060101010101" pitchFamily="49" charset="-122"/>
            </a:endParaRPr>
          </a:p>
        </p:txBody>
      </p:sp>
      <p:graphicFrame>
        <p:nvGraphicFramePr>
          <p:cNvPr id="18" name="Object 20"/>
          <p:cNvGraphicFramePr>
            <a:graphicFrameLocks noChangeAspect="1"/>
          </p:cNvGraphicFramePr>
          <p:nvPr/>
        </p:nvGraphicFramePr>
        <p:xfrm>
          <a:off x="8542757" y="2593884"/>
          <a:ext cx="1524000" cy="558800"/>
        </p:xfrm>
        <a:graphic>
          <a:graphicData uri="http://schemas.openxmlformats.org/presentationml/2006/ole">
            <mc:AlternateContent xmlns:mc="http://schemas.openxmlformats.org/markup-compatibility/2006">
              <mc:Choice xmlns:v="urn:schemas-microsoft-com:vml" Requires="v">
                <p:oleObj spid="_x0000_s39946" name="Equation" r:id="rId19" imgW="36576000" imgH="13411200" progId="Equation.DSMT4">
                  <p:embed/>
                </p:oleObj>
              </mc:Choice>
              <mc:Fallback>
                <p:oleObj name="Equation" r:id="rId19" imgW="36576000" imgH="13411200" progId="Equation.DSMT4">
                  <p:embed/>
                  <p:pic>
                    <p:nvPicPr>
                      <p:cNvPr id="0" name="图片 39945"/>
                      <p:cNvPicPr>
                        <a:picLocks noChangeAspect="1"/>
                      </p:cNvPicPr>
                      <p:nvPr/>
                    </p:nvPicPr>
                    <p:blipFill>
                      <a:blip r:embed="rId20">
                        <a:biLevel thresh="50000"/>
                        <a:grayscl/>
                      </a:blip>
                      <a:stretch>
                        <a:fillRect/>
                      </a:stretch>
                    </p:blipFill>
                    <p:spPr>
                      <a:xfrm>
                        <a:off x="8542757" y="2593884"/>
                        <a:ext cx="1524000" cy="558800"/>
                      </a:xfrm>
                      <a:prstGeom prst="rect">
                        <a:avLst/>
                      </a:prstGeom>
                      <a:noFill/>
                      <a:ln w="9525">
                        <a:noFill/>
                      </a:ln>
                    </p:spPr>
                  </p:pic>
                </p:oleObj>
              </mc:Fallback>
            </mc:AlternateContent>
          </a:graphicData>
        </a:graphic>
      </p:graphicFrame>
      <p:sp>
        <p:nvSpPr>
          <p:cNvPr id="19" name="Text Box 21"/>
          <p:cNvSpPr txBox="1">
            <a:spLocks noChangeArrowheads="1"/>
          </p:cNvSpPr>
          <p:nvPr/>
        </p:nvSpPr>
        <p:spPr bwMode="auto">
          <a:xfrm>
            <a:off x="1773340" y="3213326"/>
            <a:ext cx="1219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a:latin typeface="黑体" panose="02010609060101010101" pitchFamily="49" charset="-122"/>
                <a:ea typeface="黑体" panose="02010609060101010101" pitchFamily="49" charset="-122"/>
              </a:rPr>
              <a:t>取</a:t>
            </a:r>
            <a:endParaRPr kumimoji="1" lang="zh-CN" altLang="en-US" sz="2800" b="1">
              <a:latin typeface="黑体" panose="02010609060101010101" pitchFamily="49" charset="-122"/>
              <a:ea typeface="黑体" panose="02010609060101010101" pitchFamily="49" charset="-122"/>
            </a:endParaRPr>
          </a:p>
        </p:txBody>
      </p:sp>
      <p:sp>
        <p:nvSpPr>
          <p:cNvPr id="20" name="Text Box 22"/>
          <p:cNvSpPr txBox="1">
            <a:spLocks noChangeArrowheads="1"/>
          </p:cNvSpPr>
          <p:nvPr/>
        </p:nvSpPr>
        <p:spPr bwMode="auto">
          <a:xfrm>
            <a:off x="4836897" y="3253966"/>
            <a:ext cx="990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a:latin typeface="黑体" panose="02010609060101010101" pitchFamily="49" charset="-122"/>
                <a:ea typeface="黑体" panose="02010609060101010101" pitchFamily="49" charset="-122"/>
              </a:rPr>
              <a:t>则当</a:t>
            </a:r>
            <a:endParaRPr kumimoji="1" lang="zh-CN" altLang="en-US" sz="2800" b="1">
              <a:latin typeface="黑体" panose="02010609060101010101" pitchFamily="49" charset="-122"/>
              <a:ea typeface="黑体" panose="02010609060101010101" pitchFamily="49" charset="-122"/>
            </a:endParaRPr>
          </a:p>
        </p:txBody>
      </p:sp>
      <p:graphicFrame>
        <p:nvGraphicFramePr>
          <p:cNvPr id="21" name="Object 23"/>
          <p:cNvGraphicFramePr>
            <a:graphicFrameLocks noChangeAspect="1"/>
          </p:cNvGraphicFramePr>
          <p:nvPr/>
        </p:nvGraphicFramePr>
        <p:xfrm>
          <a:off x="5777373" y="3223947"/>
          <a:ext cx="2212678" cy="607832"/>
        </p:xfrm>
        <a:graphic>
          <a:graphicData uri="http://schemas.openxmlformats.org/presentationml/2006/ole">
            <mc:AlternateContent xmlns:mc="http://schemas.openxmlformats.org/markup-compatibility/2006">
              <mc:Choice xmlns:v="urn:schemas-microsoft-com:vml" Requires="v">
                <p:oleObj spid="_x0000_s39947" name="Equation" r:id="rId21" imgW="22555200" imgH="6096000" progId="Equation.DSMT4">
                  <p:embed/>
                </p:oleObj>
              </mc:Choice>
              <mc:Fallback>
                <p:oleObj name="Equation" r:id="rId21" imgW="22555200" imgH="6096000" progId="Equation.DSMT4">
                  <p:embed/>
                  <p:pic>
                    <p:nvPicPr>
                      <p:cNvPr id="0" name="图片 39946"/>
                      <p:cNvPicPr>
                        <a:picLocks noChangeAspect="1"/>
                      </p:cNvPicPr>
                      <p:nvPr/>
                    </p:nvPicPr>
                    <p:blipFill>
                      <a:blip r:embed="rId22"/>
                      <a:stretch>
                        <a:fillRect/>
                      </a:stretch>
                    </p:blipFill>
                    <p:spPr>
                      <a:xfrm>
                        <a:off x="5777373" y="3223947"/>
                        <a:ext cx="2212678" cy="607832"/>
                      </a:xfrm>
                      <a:prstGeom prst="rect">
                        <a:avLst/>
                      </a:prstGeom>
                      <a:noFill/>
                      <a:ln w="9525">
                        <a:noFill/>
                      </a:ln>
                    </p:spPr>
                  </p:pic>
                </p:oleObj>
              </mc:Fallback>
            </mc:AlternateContent>
          </a:graphicData>
        </a:graphic>
      </p:graphicFrame>
      <p:sp>
        <p:nvSpPr>
          <p:cNvPr id="25" name="Text Box 27"/>
          <p:cNvSpPr txBox="1">
            <a:spLocks noChangeArrowheads="1"/>
          </p:cNvSpPr>
          <p:nvPr/>
        </p:nvSpPr>
        <p:spPr bwMode="auto">
          <a:xfrm>
            <a:off x="1774927" y="4632234"/>
            <a:ext cx="14097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a:latin typeface="黑体" panose="02010609060101010101" pitchFamily="49" charset="-122"/>
                <a:ea typeface="黑体" panose="02010609060101010101" pitchFamily="49" charset="-122"/>
              </a:rPr>
              <a:t>因此</a:t>
            </a:r>
            <a:endParaRPr kumimoji="1" lang="zh-CN" altLang="en-US" sz="2800" b="1">
              <a:latin typeface="黑体" panose="02010609060101010101" pitchFamily="49" charset="-122"/>
              <a:ea typeface="黑体" panose="02010609060101010101" pitchFamily="49" charset="-122"/>
            </a:endParaRPr>
          </a:p>
        </p:txBody>
      </p:sp>
      <p:sp>
        <p:nvSpPr>
          <p:cNvPr id="27" name="Rectangle 5"/>
          <p:cNvSpPr txBox="1">
            <a:spLocks noChangeArrowheads="1"/>
          </p:cNvSpPr>
          <p:nvPr/>
        </p:nvSpPr>
        <p:spPr bwMode="auto">
          <a:xfrm>
            <a:off x="1489075" y="350203"/>
            <a:ext cx="875347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）只需对两个无穷小量之和进行证明</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设</a:t>
            </a:r>
            <a:endParaRPr lang="zh-CN"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8" name="对象 27"/>
          <p:cNvGraphicFramePr>
            <a:graphicFrameLocks noChangeAspect="1"/>
          </p:cNvGraphicFramePr>
          <p:nvPr/>
        </p:nvGraphicFramePr>
        <p:xfrm>
          <a:off x="3253011" y="4036616"/>
          <a:ext cx="5683250" cy="512762"/>
        </p:xfrm>
        <a:graphic>
          <a:graphicData uri="http://schemas.openxmlformats.org/presentationml/2006/ole">
            <mc:AlternateContent xmlns:mc="http://schemas.openxmlformats.org/markup-compatibility/2006">
              <mc:Choice xmlns:v="urn:schemas-microsoft-com:vml" Requires="v">
                <p:oleObj spid="_x0000_s39948" name="Equation" r:id="rId23" imgW="135331200" imgH="11582400" progId="Equation.DSMT4">
                  <p:embed/>
                </p:oleObj>
              </mc:Choice>
              <mc:Fallback>
                <p:oleObj name="Equation" r:id="rId23" imgW="135331200" imgH="11582400" progId="Equation.DSMT4">
                  <p:embed/>
                  <p:pic>
                    <p:nvPicPr>
                      <p:cNvPr id="0" name="图片 39947"/>
                      <p:cNvPicPr>
                        <a:picLocks noChangeAspect="1"/>
                      </p:cNvPicPr>
                      <p:nvPr/>
                    </p:nvPicPr>
                    <p:blipFill>
                      <a:blip r:embed="rId24">
                        <a:biLevel thresh="50000"/>
                        <a:grayscl/>
                      </a:blip>
                      <a:stretch>
                        <a:fillRect/>
                      </a:stretch>
                    </p:blipFill>
                    <p:spPr>
                      <a:xfrm>
                        <a:off x="3253011" y="4036616"/>
                        <a:ext cx="5683250" cy="512762"/>
                      </a:xfrm>
                      <a:prstGeom prst="rect">
                        <a:avLst/>
                      </a:prstGeom>
                      <a:noFill/>
                      <a:ln w="9525">
                        <a:noFill/>
                      </a:ln>
                    </p:spPr>
                  </p:pic>
                </p:oleObj>
              </mc:Fallback>
            </mc:AlternateContent>
          </a:graphicData>
        </a:graphic>
      </p:graphicFrame>
      <p:graphicFrame>
        <p:nvGraphicFramePr>
          <p:cNvPr id="29" name="对象 28"/>
          <p:cNvGraphicFramePr>
            <a:graphicFrameLocks noChangeAspect="1"/>
          </p:cNvGraphicFramePr>
          <p:nvPr/>
        </p:nvGraphicFramePr>
        <p:xfrm>
          <a:off x="4270058" y="5037138"/>
          <a:ext cx="3190875" cy="715962"/>
        </p:xfrm>
        <a:graphic>
          <a:graphicData uri="http://schemas.openxmlformats.org/presentationml/2006/ole">
            <mc:AlternateContent xmlns:mc="http://schemas.openxmlformats.org/markup-compatibility/2006">
              <mc:Choice xmlns:v="urn:schemas-microsoft-com:vml" Requires="v">
                <p:oleObj spid="_x0000_s39949" name="Equation" r:id="rId25" imgW="75590400" imgH="15849600" progId="Equation.DSMT4">
                  <p:embed/>
                </p:oleObj>
              </mc:Choice>
              <mc:Fallback>
                <p:oleObj name="Equation" r:id="rId25" imgW="75590400" imgH="15849600" progId="Equation.DSMT4">
                  <p:embed/>
                  <p:pic>
                    <p:nvPicPr>
                      <p:cNvPr id="0" name="图片 39948"/>
                      <p:cNvPicPr>
                        <a:picLocks noChangeAspect="1"/>
                      </p:cNvPicPr>
                      <p:nvPr/>
                    </p:nvPicPr>
                    <p:blipFill>
                      <a:blip r:embed="rId26">
                        <a:biLevel thresh="50000"/>
                        <a:grayscl/>
                      </a:blip>
                      <a:stretch>
                        <a:fillRect/>
                      </a:stretch>
                    </p:blipFill>
                    <p:spPr>
                      <a:xfrm>
                        <a:off x="4270058" y="5037138"/>
                        <a:ext cx="3190875" cy="715962"/>
                      </a:xfrm>
                      <a:prstGeom prst="rect">
                        <a:avLst/>
                      </a:prstGeom>
                      <a:noFill/>
                      <a:ln w="9525">
                        <a:noFill/>
                      </a:ln>
                    </p:spPr>
                  </p:pic>
                </p:oleObj>
              </mc:Fallback>
            </mc:AlternateContent>
          </a:graphicData>
        </a:graphic>
      </p:graphicFrame>
      <p:sp>
        <p:nvSpPr>
          <p:cNvPr id="30" name="Text Box 9"/>
          <p:cNvSpPr txBox="1">
            <a:spLocks noChangeArrowheads="1"/>
          </p:cNvSpPr>
          <p:nvPr/>
        </p:nvSpPr>
        <p:spPr bwMode="auto">
          <a:xfrm>
            <a:off x="1773238" y="5876925"/>
            <a:ext cx="108426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证毕</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left)">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childTnLst>
                          </p:cTn>
                        </p:par>
                        <p:par>
                          <p:cTn id="34" fill="hold">
                            <p:stCondLst>
                              <p:cond delay="1500"/>
                            </p:stCondLst>
                            <p:childTnLst>
                              <p:par>
                                <p:cTn id="35" presetID="22" presetClass="entr" presetSubtype="8"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500"/>
                                        <p:tgtEl>
                                          <p:spTgt spid="15"/>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1" dur="500"/>
                                        <p:tgtEl>
                                          <p:spTgt spid="16"/>
                                        </p:tgtEl>
                                      </p:cBhvr>
                                    </p:animEffect>
                                  </p:childTnLst>
                                </p:cTn>
                              </p:par>
                            </p:childTnLst>
                          </p:cTn>
                        </p:par>
                        <p:par>
                          <p:cTn id="52" fill="hold">
                            <p:stCondLst>
                              <p:cond delay="1000"/>
                            </p:stCondLst>
                            <p:childTnLst>
                              <p:par>
                                <p:cTn id="53" presetID="22" presetClass="entr" presetSubtype="8"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wipe(left)">
                                      <p:cBhvr>
                                        <p:cTn id="55" dur="500"/>
                                        <p:tgtEl>
                                          <p:spTgt spid="17"/>
                                        </p:tgtEl>
                                      </p:cBhvr>
                                    </p:animEffect>
                                  </p:childTnLst>
                                </p:cTn>
                              </p:par>
                            </p:childTnLst>
                          </p:cTn>
                        </p:par>
                        <p:par>
                          <p:cTn id="56" fill="hold">
                            <p:stCondLst>
                              <p:cond delay="1500"/>
                            </p:stCondLst>
                            <p:childTnLst>
                              <p:par>
                                <p:cTn id="57" presetID="22" presetClass="entr" presetSubtype="8" fill="hold" nodeType="afterEffect">
                                  <p:stCondLst>
                                    <p:cond delay="0"/>
                                  </p:stCondLst>
                                  <p:childTnLst>
                                    <p:set>
                                      <p:cBhvr>
                                        <p:cTn id="58" dur="1" fill="hold">
                                          <p:stCondLst>
                                            <p:cond delay="0"/>
                                          </p:stCondLst>
                                        </p:cTn>
                                        <p:tgtEl>
                                          <p:spTgt spid="18"/>
                                        </p:tgtEl>
                                        <p:attrNameLst>
                                          <p:attrName>style.visibility</p:attrName>
                                        </p:attrNameLst>
                                      </p:cBhvr>
                                      <p:to>
                                        <p:strVal val="visible"/>
                                      </p:to>
                                    </p:set>
                                    <p:animEffect transition="in" filter="wipe(left)">
                                      <p:cBhvr>
                                        <p:cTn id="59" dur="5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500"/>
                                        <p:tgtEl>
                                          <p:spTgt spid="19"/>
                                        </p:tgtEl>
                                      </p:cBhvr>
                                    </p:animEffec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wipe(left)">
                                      <p:cBhvr>
                                        <p:cTn id="68" dur="500"/>
                                        <p:tgtEl>
                                          <p:spTgt spid="3"/>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wipe(left)">
                                      <p:cBhvr>
                                        <p:cTn id="73" dur="500"/>
                                        <p:tgtEl>
                                          <p:spTgt spid="20"/>
                                        </p:tgtEl>
                                      </p:cBhvr>
                                    </p:animEffect>
                                  </p:childTnLst>
                                </p:cTn>
                              </p:par>
                            </p:childTnLst>
                          </p:cTn>
                        </p:par>
                        <p:par>
                          <p:cTn id="74" fill="hold">
                            <p:stCondLst>
                              <p:cond delay="500"/>
                            </p:stCondLst>
                            <p:childTnLst>
                              <p:par>
                                <p:cTn id="75" presetID="22" presetClass="entr" presetSubtype="8" fill="hold" nodeType="after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wipe(left)">
                                      <p:cBhvr>
                                        <p:cTn id="77" dur="500"/>
                                        <p:tgtEl>
                                          <p:spTgt spid="21"/>
                                        </p:tgtEl>
                                      </p:cBhvr>
                                    </p:animEffect>
                                  </p:childTnLst>
                                </p:cTn>
                              </p:par>
                            </p:childTnLst>
                          </p:cTn>
                        </p:par>
                        <p:par>
                          <p:cTn id="78" fill="hold">
                            <p:stCondLst>
                              <p:cond delay="1000"/>
                            </p:stCondLst>
                            <p:childTnLst>
                              <p:par>
                                <p:cTn id="79" presetID="22" presetClass="entr" presetSubtype="8" fill="hold" grpId="0" nodeType="afterEffect">
                                  <p:stCondLst>
                                    <p:cond delay="0"/>
                                  </p:stCondLst>
                                  <p:childTnLst>
                                    <p:set>
                                      <p:cBhvr>
                                        <p:cTn id="80" dur="1" fill="hold">
                                          <p:stCondLst>
                                            <p:cond delay="0"/>
                                          </p:stCondLst>
                                        </p:cTn>
                                        <p:tgtEl>
                                          <p:spTgt spid="2"/>
                                        </p:tgtEl>
                                        <p:attrNameLst>
                                          <p:attrName>style.visibility</p:attrName>
                                        </p:attrNameLst>
                                      </p:cBhvr>
                                      <p:to>
                                        <p:strVal val="visible"/>
                                      </p:to>
                                    </p:set>
                                    <p:animEffect transition="in" filter="wipe(left)">
                                      <p:cBhvr>
                                        <p:cTn id="81" dur="500"/>
                                        <p:tgtEl>
                                          <p:spTgt spid="2"/>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wipe(left)">
                                      <p:cBhvr>
                                        <p:cTn id="86" dur="500"/>
                                        <p:tgtEl>
                                          <p:spTgt spid="25"/>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wipe(left)">
                                      <p:cBhvr>
                                        <p:cTn id="91" dur="500"/>
                                        <p:tgtEl>
                                          <p:spTgt spid="28"/>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29"/>
                                        </p:tgtEl>
                                        <p:attrNameLst>
                                          <p:attrName>style.visibility</p:attrName>
                                        </p:attrNameLst>
                                      </p:cBhvr>
                                      <p:to>
                                        <p:strVal val="visible"/>
                                      </p:to>
                                    </p:set>
                                    <p:animEffect transition="in" filter="wipe(left)">
                                      <p:cBhvr>
                                        <p:cTn id="96" dur="500"/>
                                        <p:tgtEl>
                                          <p:spTgt spid="29"/>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30"/>
                                        </p:tgtEl>
                                        <p:attrNameLst>
                                          <p:attrName>style.visibility</p:attrName>
                                        </p:attrNameLst>
                                      </p:cBhvr>
                                      <p:to>
                                        <p:strVal val="visible"/>
                                      </p:to>
                                    </p:set>
                                    <p:animEffect transition="in" filter="wipe(left)">
                                      <p:cBhvr>
                                        <p:cTn id="10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autoUpdateAnimBg="0"/>
      <p:bldP spid="10" grpId="0" bldLvl="0" animBg="1" autoUpdateAnimBg="0"/>
      <p:bldP spid="12" grpId="0" bldLvl="0" animBg="1" autoUpdateAnimBg="0"/>
      <p:bldP spid="15" grpId="0" bldLvl="0" animBg="1" autoUpdateAnimBg="0"/>
      <p:bldP spid="17" grpId="0" bldLvl="0" animBg="1" autoUpdateAnimBg="0"/>
      <p:bldP spid="19" grpId="0" bldLvl="0" animBg="1" autoUpdateAnimBg="0"/>
      <p:bldP spid="20" grpId="0" bldLvl="0" animBg="1" autoUpdateAnimBg="0"/>
      <p:bldP spid="25" grpId="0" bldLvl="0" animBg="1" autoUpdateAnimBg="0"/>
      <p:bldP spid="30" grpId="0" bldLvl="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1771650" y="676910"/>
            <a:ext cx="7772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dirty="0">
                <a:solidFill>
                  <a:schemeClr val="accent5">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说明</a:t>
            </a:r>
            <a:r>
              <a:rPr kumimoji="1" lang="en-US" altLang="zh-CN" sz="2800" b="1" dirty="0">
                <a:solidFill>
                  <a:schemeClr val="accent5">
                    <a:lumMod val="60000"/>
                    <a:lumOff val="40000"/>
                  </a:schemeClr>
                </a:solidFill>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a:t>
            </a:r>
            <a:r>
              <a:rPr kumimoji="1"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1</a:t>
            </a:r>
            <a:r>
              <a:rPr kumimoji="1"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）无限</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个无穷小之和不一定是无穷小 </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Text Box 3"/>
          <p:cNvSpPr txBox="1">
            <a:spLocks noChangeArrowheads="1"/>
          </p:cNvSpPr>
          <p:nvPr/>
        </p:nvSpPr>
        <p:spPr bwMode="auto">
          <a:xfrm>
            <a:off x="3288983" y="1786890"/>
            <a:ext cx="150177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zh-CN" altLang="en-US" sz="2800" b="1">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rPr>
              <a:t>例如</a:t>
            </a:r>
            <a:r>
              <a:rPr kumimoji="1" lang="en-US" altLang="zh-CN" sz="2800" b="1">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 name="Object 4"/>
          <p:cNvGraphicFramePr>
            <a:graphicFrameLocks noChangeAspect="1"/>
          </p:cNvGraphicFramePr>
          <p:nvPr/>
        </p:nvGraphicFramePr>
        <p:xfrm>
          <a:off x="4445635" y="1372235"/>
          <a:ext cx="4143375" cy="1365250"/>
        </p:xfrm>
        <a:graphic>
          <a:graphicData uri="http://schemas.openxmlformats.org/presentationml/2006/ole">
            <mc:AlternateContent xmlns:mc="http://schemas.openxmlformats.org/markup-compatibility/2006">
              <mc:Choice xmlns:v="urn:schemas-microsoft-com:vml" Requires="v">
                <p:oleObj spid="_x0000_s40961" name="Equation" r:id="rId1" imgW="31394400" imgH="10363200" progId="Equation.DSMT4">
                  <p:embed/>
                </p:oleObj>
              </mc:Choice>
              <mc:Fallback>
                <p:oleObj name="Equation" r:id="rId1" imgW="31394400" imgH="10363200" progId="Equation.DSMT4">
                  <p:embed/>
                  <p:pic>
                    <p:nvPicPr>
                      <p:cNvPr id="0" name="图片 40960"/>
                      <p:cNvPicPr>
                        <a:picLocks noChangeAspect="1"/>
                      </p:cNvPicPr>
                      <p:nvPr/>
                    </p:nvPicPr>
                    <p:blipFill>
                      <a:blip r:embed="rId2"/>
                      <a:stretch>
                        <a:fillRect/>
                      </a:stretch>
                    </p:blipFill>
                    <p:spPr>
                      <a:xfrm>
                        <a:off x="4445635" y="1372235"/>
                        <a:ext cx="4143375" cy="1365250"/>
                      </a:xfrm>
                      <a:prstGeom prst="rect">
                        <a:avLst/>
                      </a:prstGeom>
                      <a:noFill/>
                      <a:ln w="9525">
                        <a:noFill/>
                      </a:ln>
                    </p:spPr>
                  </p:pic>
                </p:oleObj>
              </mc:Fallback>
            </mc:AlternateContent>
          </a:graphicData>
        </a:graphic>
      </p:graphicFrame>
      <p:graphicFrame>
        <p:nvGraphicFramePr>
          <p:cNvPr id="5" name="Object 5"/>
          <p:cNvGraphicFramePr>
            <a:graphicFrameLocks noChangeAspect="1"/>
          </p:cNvGraphicFramePr>
          <p:nvPr/>
        </p:nvGraphicFramePr>
        <p:xfrm>
          <a:off x="8501698" y="1751013"/>
          <a:ext cx="666750" cy="606425"/>
        </p:xfrm>
        <a:graphic>
          <a:graphicData uri="http://schemas.openxmlformats.org/presentationml/2006/ole">
            <mc:AlternateContent xmlns:mc="http://schemas.openxmlformats.org/markup-compatibility/2006">
              <mc:Choice xmlns:v="urn:schemas-microsoft-com:vml" Requires="v">
                <p:oleObj spid="_x0000_s40962" name="Equation" r:id="rId3" imgW="10363200" imgH="9448800" progId="Equation.DSMT4">
                  <p:embed/>
                </p:oleObj>
              </mc:Choice>
              <mc:Fallback>
                <p:oleObj name="Equation" r:id="rId3" imgW="10363200" imgH="9448800" progId="Equation.DSMT4">
                  <p:embed/>
                  <p:pic>
                    <p:nvPicPr>
                      <p:cNvPr id="0" name="图片 40961"/>
                      <p:cNvPicPr>
                        <a:picLocks noChangeAspect="1"/>
                      </p:cNvPicPr>
                      <p:nvPr/>
                    </p:nvPicPr>
                    <p:blipFill>
                      <a:blip r:embed="rId4"/>
                      <a:stretch>
                        <a:fillRect/>
                      </a:stretch>
                    </p:blipFill>
                    <p:spPr>
                      <a:xfrm>
                        <a:off x="8501698" y="1751013"/>
                        <a:ext cx="666750" cy="606425"/>
                      </a:xfrm>
                      <a:prstGeom prst="rect">
                        <a:avLst/>
                      </a:prstGeom>
                      <a:noFill/>
                      <a:ln w="9525">
                        <a:noFill/>
                      </a:ln>
                    </p:spPr>
                  </p:pic>
                </p:oleObj>
              </mc:Fallback>
            </mc:AlternateContent>
          </a:graphicData>
        </a:graphic>
      </p:graphicFrame>
      <p:graphicFrame>
        <p:nvGraphicFramePr>
          <p:cNvPr id="6" name="Object 9"/>
          <p:cNvGraphicFramePr>
            <a:graphicFrameLocks noChangeAspect="1"/>
          </p:cNvGraphicFramePr>
          <p:nvPr/>
        </p:nvGraphicFramePr>
        <p:xfrm>
          <a:off x="2687955" y="3573463"/>
          <a:ext cx="1604963" cy="750887"/>
        </p:xfrm>
        <a:graphic>
          <a:graphicData uri="http://schemas.openxmlformats.org/presentationml/2006/ole">
            <mc:AlternateContent xmlns:mc="http://schemas.openxmlformats.org/markup-compatibility/2006">
              <mc:Choice xmlns:v="urn:schemas-microsoft-com:vml" Requires="v">
                <p:oleObj spid="_x0000_s40963" name="Equation" r:id="rId5" imgW="14325600" imgH="6705600" progId="Equation.DSMT4">
                  <p:embed/>
                </p:oleObj>
              </mc:Choice>
              <mc:Fallback>
                <p:oleObj name="Equation" r:id="rId5" imgW="14325600" imgH="6705600" progId="Equation.DSMT4">
                  <p:embed/>
                  <p:pic>
                    <p:nvPicPr>
                      <p:cNvPr id="0" name="图片 40962"/>
                      <p:cNvPicPr>
                        <a:picLocks noChangeAspect="1"/>
                      </p:cNvPicPr>
                      <p:nvPr/>
                    </p:nvPicPr>
                    <p:blipFill>
                      <a:blip r:embed="rId6">
                        <a:biLevel thresh="50000"/>
                        <a:grayscl/>
                      </a:blip>
                      <a:stretch>
                        <a:fillRect/>
                      </a:stretch>
                    </p:blipFill>
                    <p:spPr>
                      <a:xfrm>
                        <a:off x="2687955" y="3573463"/>
                        <a:ext cx="1604963" cy="750887"/>
                      </a:xfrm>
                      <a:prstGeom prst="rect">
                        <a:avLst/>
                      </a:prstGeom>
                      <a:noFill/>
                      <a:ln w="9525">
                        <a:noFill/>
                      </a:ln>
                    </p:spPr>
                  </p:pic>
                </p:oleObj>
              </mc:Fallback>
            </mc:AlternateContent>
          </a:graphicData>
        </a:graphic>
      </p:graphicFrame>
      <p:graphicFrame>
        <p:nvGraphicFramePr>
          <p:cNvPr id="7" name="Object 34"/>
          <p:cNvGraphicFramePr>
            <a:graphicFrameLocks noChangeAspect="1"/>
          </p:cNvGraphicFramePr>
          <p:nvPr/>
        </p:nvGraphicFramePr>
        <p:xfrm>
          <a:off x="4445635" y="3573463"/>
          <a:ext cx="1606550" cy="750887"/>
        </p:xfrm>
        <a:graphic>
          <a:graphicData uri="http://schemas.openxmlformats.org/presentationml/2006/ole">
            <mc:AlternateContent xmlns:mc="http://schemas.openxmlformats.org/markup-compatibility/2006">
              <mc:Choice xmlns:v="urn:schemas-microsoft-com:vml" Requires="v">
                <p:oleObj spid="_x0000_s40964" name="Equation" r:id="rId7" imgW="14325600" imgH="6705600" progId="Equation.DSMT4">
                  <p:embed/>
                </p:oleObj>
              </mc:Choice>
              <mc:Fallback>
                <p:oleObj name="Equation" r:id="rId7" imgW="14325600" imgH="6705600" progId="Equation.DSMT4">
                  <p:embed/>
                  <p:pic>
                    <p:nvPicPr>
                      <p:cNvPr id="0" name="图片 40963"/>
                      <p:cNvPicPr>
                        <a:picLocks noChangeAspect="1"/>
                      </p:cNvPicPr>
                      <p:nvPr/>
                    </p:nvPicPr>
                    <p:blipFill>
                      <a:blip r:embed="rId8">
                        <a:biLevel thresh="50000"/>
                        <a:grayscl/>
                      </a:blip>
                      <a:stretch>
                        <a:fillRect/>
                      </a:stretch>
                    </p:blipFill>
                    <p:spPr>
                      <a:xfrm>
                        <a:off x="4445635" y="3573463"/>
                        <a:ext cx="1606550" cy="750887"/>
                      </a:xfrm>
                      <a:prstGeom prst="rect">
                        <a:avLst/>
                      </a:prstGeom>
                      <a:noFill/>
                      <a:ln w="9525">
                        <a:noFill/>
                      </a:ln>
                    </p:spPr>
                  </p:pic>
                </p:oleObj>
              </mc:Fallback>
            </mc:AlternateContent>
          </a:graphicData>
        </a:graphic>
      </p:graphicFrame>
      <p:graphicFrame>
        <p:nvGraphicFramePr>
          <p:cNvPr id="8" name="Object 36"/>
          <p:cNvGraphicFramePr>
            <a:graphicFrameLocks noChangeAspect="1"/>
          </p:cNvGraphicFramePr>
          <p:nvPr/>
        </p:nvGraphicFramePr>
        <p:xfrm>
          <a:off x="6204810" y="3307609"/>
          <a:ext cx="1536700" cy="1057275"/>
        </p:xfrm>
        <a:graphic>
          <a:graphicData uri="http://schemas.openxmlformats.org/presentationml/2006/ole">
            <mc:AlternateContent xmlns:mc="http://schemas.openxmlformats.org/markup-compatibility/2006">
              <mc:Choice xmlns:v="urn:schemas-microsoft-com:vml" Requires="v">
                <p:oleObj spid="_x0000_s40965" name="Equation" r:id="rId9" imgW="13716000" imgH="9448800" progId="Equation.DSMT4">
                  <p:embed/>
                </p:oleObj>
              </mc:Choice>
              <mc:Fallback>
                <p:oleObj name="Equation" r:id="rId9" imgW="13716000" imgH="9448800" progId="Equation.DSMT4">
                  <p:embed/>
                  <p:pic>
                    <p:nvPicPr>
                      <p:cNvPr id="0" name="图片 40964"/>
                      <p:cNvPicPr>
                        <a:picLocks noChangeAspect="1"/>
                      </p:cNvPicPr>
                      <p:nvPr/>
                    </p:nvPicPr>
                    <p:blipFill>
                      <a:blip r:embed="rId10">
                        <a:biLevel thresh="50000"/>
                        <a:grayscl/>
                      </a:blip>
                      <a:stretch>
                        <a:fillRect/>
                      </a:stretch>
                    </p:blipFill>
                    <p:spPr>
                      <a:xfrm>
                        <a:off x="6204810" y="3307609"/>
                        <a:ext cx="1536700" cy="1057275"/>
                      </a:xfrm>
                      <a:prstGeom prst="rect">
                        <a:avLst/>
                      </a:prstGeom>
                      <a:noFill/>
                      <a:ln w="9525">
                        <a:noFill/>
                      </a:ln>
                    </p:spPr>
                  </p:pic>
                </p:oleObj>
              </mc:Fallback>
            </mc:AlternateContent>
          </a:graphicData>
        </a:graphic>
      </p:graphicFrame>
      <p:graphicFrame>
        <p:nvGraphicFramePr>
          <p:cNvPr id="9" name="Object 37"/>
          <p:cNvGraphicFramePr>
            <a:graphicFrameLocks noChangeAspect="1"/>
          </p:cNvGraphicFramePr>
          <p:nvPr/>
        </p:nvGraphicFramePr>
        <p:xfrm>
          <a:off x="8032591" y="3307609"/>
          <a:ext cx="1604962" cy="1057275"/>
        </p:xfrm>
        <a:graphic>
          <a:graphicData uri="http://schemas.openxmlformats.org/presentationml/2006/ole">
            <mc:AlternateContent xmlns:mc="http://schemas.openxmlformats.org/markup-compatibility/2006">
              <mc:Choice xmlns:v="urn:schemas-microsoft-com:vml" Requires="v">
                <p:oleObj spid="_x0000_s40966" name="Equation" r:id="rId11" imgW="14325600" imgH="9448800" progId="Equation.DSMT4">
                  <p:embed/>
                </p:oleObj>
              </mc:Choice>
              <mc:Fallback>
                <p:oleObj name="Equation" r:id="rId11" imgW="14325600" imgH="9448800" progId="Equation.DSMT4">
                  <p:embed/>
                  <p:pic>
                    <p:nvPicPr>
                      <p:cNvPr id="0" name="图片 40965"/>
                      <p:cNvPicPr>
                        <a:picLocks noChangeAspect="1"/>
                      </p:cNvPicPr>
                      <p:nvPr/>
                    </p:nvPicPr>
                    <p:blipFill>
                      <a:blip r:embed="rId12">
                        <a:biLevel thresh="50000"/>
                        <a:grayscl/>
                      </a:blip>
                      <a:stretch>
                        <a:fillRect/>
                      </a:stretch>
                    </p:blipFill>
                    <p:spPr>
                      <a:xfrm>
                        <a:off x="8032591" y="3307609"/>
                        <a:ext cx="1604962" cy="1057275"/>
                      </a:xfrm>
                      <a:prstGeom prst="rect">
                        <a:avLst/>
                      </a:prstGeom>
                      <a:noFill/>
                      <a:ln w="9525">
                        <a:noFill/>
                      </a:ln>
                    </p:spPr>
                  </p:pic>
                </p:oleObj>
              </mc:Fallback>
            </mc:AlternateContent>
          </a:graphicData>
        </a:graphic>
      </p:graphicFrame>
      <p:sp>
        <p:nvSpPr>
          <p:cNvPr id="10" name="Text Box 38"/>
          <p:cNvSpPr txBox="1">
            <a:spLocks noChangeArrowheads="1"/>
          </p:cNvSpPr>
          <p:nvPr/>
        </p:nvSpPr>
        <p:spPr bwMode="auto">
          <a:xfrm>
            <a:off x="2608505" y="4365104"/>
            <a:ext cx="123516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b="1" dirty="0" smtClean="0">
                <a:latin typeface="黑体" panose="02010609060101010101" pitchFamily="49" charset="-122"/>
                <a:ea typeface="黑体" panose="02010609060101010101" pitchFamily="49" charset="-122"/>
              </a:rPr>
              <a:t>但是：</a:t>
            </a:r>
            <a:endParaRPr kumimoji="1" lang="zh-CN" altLang="en-US" sz="2800" b="1" dirty="0">
              <a:latin typeface="黑体" panose="02010609060101010101" pitchFamily="49" charset="-122"/>
              <a:ea typeface="黑体" panose="02010609060101010101" pitchFamily="49" charset="-122"/>
            </a:endParaRPr>
          </a:p>
        </p:txBody>
      </p:sp>
      <p:sp>
        <p:nvSpPr>
          <p:cNvPr id="11" name="Text Box 2"/>
          <p:cNvSpPr txBox="1">
            <a:spLocks noChangeArrowheads="1"/>
          </p:cNvSpPr>
          <p:nvPr/>
        </p:nvSpPr>
        <p:spPr bwMode="auto">
          <a:xfrm>
            <a:off x="1771819" y="2894541"/>
            <a:ext cx="4822304"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a:t>
            </a:r>
            <a:r>
              <a:rPr kumimoji="1"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2</a:t>
            </a:r>
            <a:r>
              <a:rPr kumimoji="1"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）以下极限都不存在：</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2" name="对象 11"/>
          <p:cNvGraphicFramePr>
            <a:graphicFrameLocks noChangeAspect="1"/>
          </p:cNvGraphicFramePr>
          <p:nvPr/>
        </p:nvGraphicFramePr>
        <p:xfrm>
          <a:off x="3619096" y="4596867"/>
          <a:ext cx="2586037" cy="1108075"/>
        </p:xfrm>
        <a:graphic>
          <a:graphicData uri="http://schemas.openxmlformats.org/presentationml/2006/ole">
            <mc:AlternateContent xmlns:mc="http://schemas.openxmlformats.org/markup-compatibility/2006">
              <mc:Choice xmlns:v="urn:schemas-microsoft-com:vml" Requires="v">
                <p:oleObj spid="_x0000_s40967" name="Equation" r:id="rId13" imgW="22555200" imgH="9448800" progId="Equation.DSMT4">
                  <p:embed/>
                </p:oleObj>
              </mc:Choice>
              <mc:Fallback>
                <p:oleObj name="Equation" r:id="rId13" imgW="22555200" imgH="9448800" progId="Equation.DSMT4">
                  <p:embed/>
                  <p:pic>
                    <p:nvPicPr>
                      <p:cNvPr id="0" name="图片 40966"/>
                      <p:cNvPicPr>
                        <a:picLocks noChangeAspect="1"/>
                      </p:cNvPicPr>
                      <p:nvPr/>
                    </p:nvPicPr>
                    <p:blipFill>
                      <a:blip r:embed="rId14">
                        <a:biLevel thresh="50000"/>
                        <a:grayscl/>
                      </a:blip>
                      <a:stretch>
                        <a:fillRect/>
                      </a:stretch>
                    </p:blipFill>
                    <p:spPr>
                      <a:xfrm>
                        <a:off x="3619096" y="4596867"/>
                        <a:ext cx="2586037" cy="1108075"/>
                      </a:xfrm>
                      <a:prstGeom prst="rect">
                        <a:avLst/>
                      </a:prstGeom>
                      <a:noFill/>
                      <a:ln w="9525">
                        <a:noFill/>
                      </a:ln>
                    </p:spPr>
                  </p:pic>
                </p:oleObj>
              </mc:Fallback>
            </mc:AlternateContent>
          </a:graphicData>
        </a:graphic>
      </p:graphicFrame>
      <p:graphicFrame>
        <p:nvGraphicFramePr>
          <p:cNvPr id="14" name="对象 13"/>
          <p:cNvGraphicFramePr>
            <a:graphicFrameLocks noChangeAspect="1"/>
          </p:cNvGraphicFramePr>
          <p:nvPr/>
        </p:nvGraphicFramePr>
        <p:xfrm>
          <a:off x="7176698" y="4596750"/>
          <a:ext cx="2620963" cy="1108075"/>
        </p:xfrm>
        <a:graphic>
          <a:graphicData uri="http://schemas.openxmlformats.org/presentationml/2006/ole">
            <mc:AlternateContent xmlns:mc="http://schemas.openxmlformats.org/markup-compatibility/2006">
              <mc:Choice xmlns:v="urn:schemas-microsoft-com:vml" Requires="v">
                <p:oleObj spid="_x0000_s40968" name="Equation" r:id="rId15" imgW="22860000" imgH="9448800" progId="Equation.DSMT4">
                  <p:embed/>
                </p:oleObj>
              </mc:Choice>
              <mc:Fallback>
                <p:oleObj name="Equation" r:id="rId15" imgW="22860000" imgH="9448800" progId="Equation.DSMT4">
                  <p:embed/>
                  <p:pic>
                    <p:nvPicPr>
                      <p:cNvPr id="0" name="图片 40967"/>
                      <p:cNvPicPr>
                        <a:picLocks noChangeAspect="1"/>
                      </p:cNvPicPr>
                      <p:nvPr/>
                    </p:nvPicPr>
                    <p:blipFill>
                      <a:blip r:embed="rId16">
                        <a:biLevel thresh="50000"/>
                        <a:grayscl/>
                      </a:blip>
                      <a:stretch>
                        <a:fillRect/>
                      </a:stretch>
                    </p:blipFill>
                    <p:spPr>
                      <a:xfrm>
                        <a:off x="7176698" y="4596750"/>
                        <a:ext cx="2620963" cy="1108075"/>
                      </a:xfrm>
                      <a:prstGeom prst="rect">
                        <a:avLst/>
                      </a:prstGeom>
                      <a:noFill/>
                      <a:ln w="9525">
                        <a:noFill/>
                      </a:ln>
                    </p:spPr>
                  </p:pic>
                </p:oleObj>
              </mc:Fallback>
            </mc:AlternateContent>
          </a:graphicData>
        </a:graphic>
      </p:graphicFrame>
      <p:graphicFrame>
        <p:nvGraphicFramePr>
          <p:cNvPr id="15" name="对象 14"/>
          <p:cNvGraphicFramePr>
            <a:graphicFrameLocks noChangeAspect="1"/>
          </p:cNvGraphicFramePr>
          <p:nvPr/>
        </p:nvGraphicFramePr>
        <p:xfrm>
          <a:off x="3619096" y="5589240"/>
          <a:ext cx="2287587" cy="1057275"/>
        </p:xfrm>
        <a:graphic>
          <a:graphicData uri="http://schemas.openxmlformats.org/presentationml/2006/ole">
            <mc:AlternateContent xmlns:mc="http://schemas.openxmlformats.org/markup-compatibility/2006">
              <mc:Choice xmlns:v="urn:schemas-microsoft-com:vml" Requires="v">
                <p:oleObj spid="_x0000_s40969" name="Equation" r:id="rId17" imgW="20421600" imgH="9448800" progId="Equation.DSMT4">
                  <p:embed/>
                </p:oleObj>
              </mc:Choice>
              <mc:Fallback>
                <p:oleObj name="Equation" r:id="rId17" imgW="20421600" imgH="9448800" progId="Equation.DSMT4">
                  <p:embed/>
                  <p:pic>
                    <p:nvPicPr>
                      <p:cNvPr id="0" name="图片 40968"/>
                      <p:cNvPicPr>
                        <a:picLocks noChangeAspect="1"/>
                      </p:cNvPicPr>
                      <p:nvPr/>
                    </p:nvPicPr>
                    <p:blipFill>
                      <a:blip r:embed="rId18">
                        <a:biLevel thresh="50000"/>
                        <a:grayscl/>
                      </a:blip>
                      <a:stretch>
                        <a:fillRect/>
                      </a:stretch>
                    </p:blipFill>
                    <p:spPr>
                      <a:xfrm>
                        <a:off x="3619096" y="5589240"/>
                        <a:ext cx="2287587" cy="1057275"/>
                      </a:xfrm>
                      <a:prstGeom prst="rect">
                        <a:avLst/>
                      </a:prstGeom>
                      <a:noFill/>
                      <a:ln w="9525">
                        <a:noFill/>
                      </a:ln>
                    </p:spPr>
                  </p:pic>
                </p:oleObj>
              </mc:Fallback>
            </mc:AlternateContent>
          </a:graphicData>
        </a:graphic>
      </p:graphicFrame>
      <p:graphicFrame>
        <p:nvGraphicFramePr>
          <p:cNvPr id="16" name="对象 15"/>
          <p:cNvGraphicFramePr>
            <a:graphicFrameLocks noChangeAspect="1"/>
          </p:cNvGraphicFramePr>
          <p:nvPr/>
        </p:nvGraphicFramePr>
        <p:xfrm>
          <a:off x="7176698" y="5554191"/>
          <a:ext cx="2382838" cy="1092200"/>
        </p:xfrm>
        <a:graphic>
          <a:graphicData uri="http://schemas.openxmlformats.org/presentationml/2006/ole">
            <mc:AlternateContent xmlns:mc="http://schemas.openxmlformats.org/markup-compatibility/2006">
              <mc:Choice xmlns:v="urn:schemas-microsoft-com:vml" Requires="v">
                <p:oleObj spid="_x0000_s40970" name="Equation" r:id="rId19" imgW="21031200" imgH="9448800" progId="Equation.DSMT4">
                  <p:embed/>
                </p:oleObj>
              </mc:Choice>
              <mc:Fallback>
                <p:oleObj name="Equation" r:id="rId19" imgW="21031200" imgH="9448800" progId="Equation.DSMT4">
                  <p:embed/>
                  <p:pic>
                    <p:nvPicPr>
                      <p:cNvPr id="0" name="图片 40969"/>
                      <p:cNvPicPr>
                        <a:picLocks noChangeAspect="1"/>
                      </p:cNvPicPr>
                      <p:nvPr/>
                    </p:nvPicPr>
                    <p:blipFill>
                      <a:blip r:embed="rId20">
                        <a:biLevel thresh="50000"/>
                        <a:grayscl/>
                      </a:blip>
                      <a:stretch>
                        <a:fillRect/>
                      </a:stretch>
                    </p:blipFill>
                    <p:spPr>
                      <a:xfrm>
                        <a:off x="7176698" y="5554191"/>
                        <a:ext cx="2382838" cy="10922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lef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par>
                                <p:cTn id="38" presetID="3" presetClass="entr" presetSubtype="1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blinds(horizontal)">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wipe(left)">
                                      <p:cBhvr>
                                        <p:cTn id="45" dur="500"/>
                                        <p:tgtEl>
                                          <p:spTgt spid="10"/>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blinds(horizontal)">
                                      <p:cBhvr>
                                        <p:cTn id="50" dur="5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blinds(horizontal)">
                                      <p:cBhvr>
                                        <p:cTn id="55" dur="500"/>
                                        <p:tgtEl>
                                          <p:spTgt spid="14"/>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blinds(horizontal)">
                                      <p:cBhvr>
                                        <p:cTn id="60" dur="500"/>
                                        <p:tgtEl>
                                          <p:spTgt spid="15"/>
                                        </p:tgtEl>
                                      </p:cBhvr>
                                    </p:animEffect>
                                  </p:childTnLst>
                                </p:cTn>
                              </p:par>
                              <p:par>
                                <p:cTn id="61" presetID="3" presetClass="entr" presetSubtype="10" fill="hold"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blinds(horizontal)">
                                      <p:cBhvr>
                                        <p:cTn id="63"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autoUpdateAnimBg="0"/>
      <p:bldP spid="10" grpId="0" bldLvl="0" animBg="1" autoUpdateAnimBg="0"/>
      <p:bldP spid="11" grpId="0" bldLvl="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2146300" y="705803"/>
            <a:ext cx="1658938"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9</a:t>
            </a:r>
            <a:r>
              <a:rPr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计算</a:t>
            </a:r>
            <a:r>
              <a:rPr lang="zh-CN" altLang="en-US" sz="2800" b="1" u="sng"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800" b="1" u="sng"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 name="对象 2"/>
          <p:cNvGraphicFramePr>
            <a:graphicFrameLocks noChangeAspect="1"/>
          </p:cNvGraphicFramePr>
          <p:nvPr/>
        </p:nvGraphicFramePr>
        <p:xfrm>
          <a:off x="3805238" y="565468"/>
          <a:ext cx="3028950" cy="890587"/>
        </p:xfrm>
        <a:graphic>
          <a:graphicData uri="http://schemas.openxmlformats.org/presentationml/2006/ole">
            <mc:AlternateContent xmlns:mc="http://schemas.openxmlformats.org/markup-compatibility/2006">
              <mc:Choice xmlns:v="urn:schemas-microsoft-com:vml" Requires="v">
                <p:oleObj spid="_x0000_s41985" name="Equation" r:id="rId1" imgW="71932800" imgH="20116800" progId="Equation.DSMT4">
                  <p:embed/>
                </p:oleObj>
              </mc:Choice>
              <mc:Fallback>
                <p:oleObj name="Equation" r:id="rId1" imgW="71932800" imgH="20116800" progId="Equation.DSMT4">
                  <p:embed/>
                  <p:pic>
                    <p:nvPicPr>
                      <p:cNvPr id="0" name="图片 41984"/>
                      <p:cNvPicPr>
                        <a:picLocks noChangeAspect="1"/>
                      </p:cNvPicPr>
                      <p:nvPr/>
                    </p:nvPicPr>
                    <p:blipFill>
                      <a:blip r:embed="rId2">
                        <a:biLevel thresh="50000"/>
                        <a:grayscl/>
                      </a:blip>
                      <a:stretch>
                        <a:fillRect/>
                      </a:stretch>
                    </p:blipFill>
                    <p:spPr>
                      <a:xfrm>
                        <a:off x="3805238" y="565468"/>
                        <a:ext cx="3028950" cy="890587"/>
                      </a:xfrm>
                      <a:prstGeom prst="rect">
                        <a:avLst/>
                      </a:prstGeom>
                      <a:noFill/>
                      <a:ln w="9525">
                        <a:noFill/>
                      </a:ln>
                    </p:spPr>
                  </p:pic>
                </p:oleObj>
              </mc:Fallback>
            </mc:AlternateContent>
          </a:graphicData>
        </a:graphic>
      </p:graphicFrame>
      <p:sp>
        <p:nvSpPr>
          <p:cNvPr id="4" name="Text Box 4"/>
          <p:cNvSpPr txBox="1">
            <a:spLocks noChangeArrowheads="1"/>
          </p:cNvSpPr>
          <p:nvPr/>
        </p:nvSpPr>
        <p:spPr bwMode="auto">
          <a:xfrm>
            <a:off x="2218055" y="1567180"/>
            <a:ext cx="187325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解</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因为</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 name="对象 4"/>
          <p:cNvGraphicFramePr>
            <a:graphicFrameLocks noChangeAspect="1"/>
          </p:cNvGraphicFramePr>
          <p:nvPr/>
        </p:nvGraphicFramePr>
        <p:xfrm>
          <a:off x="3966845" y="1865313"/>
          <a:ext cx="2032000" cy="992187"/>
        </p:xfrm>
        <a:graphic>
          <a:graphicData uri="http://schemas.openxmlformats.org/presentationml/2006/ole">
            <mc:AlternateContent xmlns:mc="http://schemas.openxmlformats.org/markup-compatibility/2006">
              <mc:Choice xmlns:v="urn:schemas-microsoft-com:vml" Requires="v">
                <p:oleObj spid="_x0000_s41986" name="Equation" r:id="rId3" imgW="48158400" imgH="22555200" progId="Equation.DSMT4">
                  <p:embed/>
                </p:oleObj>
              </mc:Choice>
              <mc:Fallback>
                <p:oleObj name="Equation" r:id="rId3" imgW="48158400" imgH="22555200" progId="Equation.DSMT4">
                  <p:embed/>
                  <p:pic>
                    <p:nvPicPr>
                      <p:cNvPr id="0" name="图片 41985"/>
                      <p:cNvPicPr>
                        <a:picLocks noChangeAspect="1"/>
                      </p:cNvPicPr>
                      <p:nvPr/>
                    </p:nvPicPr>
                    <p:blipFill>
                      <a:blip r:embed="rId4">
                        <a:biLevel thresh="50000"/>
                        <a:grayscl/>
                      </a:blip>
                      <a:stretch>
                        <a:fillRect/>
                      </a:stretch>
                    </p:blipFill>
                    <p:spPr>
                      <a:xfrm>
                        <a:off x="3966845" y="1865313"/>
                        <a:ext cx="2032000" cy="992187"/>
                      </a:xfrm>
                      <a:prstGeom prst="rect">
                        <a:avLst/>
                      </a:prstGeom>
                      <a:noFill/>
                      <a:ln w="9525">
                        <a:noFill/>
                      </a:ln>
                    </p:spPr>
                  </p:pic>
                </p:oleObj>
              </mc:Fallback>
            </mc:AlternateContent>
          </a:graphicData>
        </a:graphic>
      </p:graphicFrame>
      <p:graphicFrame>
        <p:nvGraphicFramePr>
          <p:cNvPr id="6" name="对象 5"/>
          <p:cNvGraphicFramePr>
            <a:graphicFrameLocks noChangeAspect="1"/>
          </p:cNvGraphicFramePr>
          <p:nvPr/>
        </p:nvGraphicFramePr>
        <p:xfrm>
          <a:off x="3868420" y="3123248"/>
          <a:ext cx="2130425" cy="611187"/>
        </p:xfrm>
        <a:graphic>
          <a:graphicData uri="http://schemas.openxmlformats.org/presentationml/2006/ole">
            <mc:AlternateContent xmlns:mc="http://schemas.openxmlformats.org/markup-compatibility/2006">
              <mc:Choice xmlns:v="urn:schemas-microsoft-com:vml" Requires="v">
                <p:oleObj spid="_x0000_s41987" name="Equation" r:id="rId5" imgW="50596800" imgH="13716000" progId="Equation.DSMT4">
                  <p:embed/>
                </p:oleObj>
              </mc:Choice>
              <mc:Fallback>
                <p:oleObj name="Equation" r:id="rId5" imgW="50596800" imgH="13716000" progId="Equation.DSMT4">
                  <p:embed/>
                  <p:pic>
                    <p:nvPicPr>
                      <p:cNvPr id="0" name="图片 41986"/>
                      <p:cNvPicPr>
                        <a:picLocks noChangeAspect="1"/>
                      </p:cNvPicPr>
                      <p:nvPr/>
                    </p:nvPicPr>
                    <p:blipFill>
                      <a:blip r:embed="rId6">
                        <a:biLevel thresh="50000"/>
                        <a:grayscl/>
                      </a:blip>
                      <a:stretch>
                        <a:fillRect/>
                      </a:stretch>
                    </p:blipFill>
                    <p:spPr>
                      <a:xfrm>
                        <a:off x="3868420" y="3123248"/>
                        <a:ext cx="2130425" cy="611187"/>
                      </a:xfrm>
                      <a:prstGeom prst="rect">
                        <a:avLst/>
                      </a:prstGeom>
                      <a:noFill/>
                      <a:ln w="9525">
                        <a:noFill/>
                      </a:ln>
                    </p:spPr>
                  </p:pic>
                </p:oleObj>
              </mc:Fallback>
            </mc:AlternateContent>
          </a:graphicData>
        </a:graphic>
      </p:graphicFrame>
      <p:sp>
        <p:nvSpPr>
          <p:cNvPr id="7" name="Text Box 4"/>
          <p:cNvSpPr txBox="1">
            <a:spLocks noChangeArrowheads="1"/>
          </p:cNvSpPr>
          <p:nvPr/>
        </p:nvSpPr>
        <p:spPr bwMode="auto">
          <a:xfrm>
            <a:off x="2941320" y="3839210"/>
            <a:ext cx="619442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zh-CN" sz="2800" b="1">
                <a:latin typeface="Times New Roman" panose="02020603050405020304" pitchFamily="18" charset="0"/>
                <a:ea typeface="黑体" panose="02010609060101010101" pitchFamily="49" charset="-122"/>
                <a:cs typeface="Times New Roman" panose="02020603050405020304" pitchFamily="18" charset="0"/>
              </a:rPr>
              <a:t>根据无穷小量乘有界变量法则，有</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8" name="对象 7"/>
          <p:cNvGraphicFramePr>
            <a:graphicFrameLocks noChangeAspect="1"/>
          </p:cNvGraphicFramePr>
          <p:nvPr/>
        </p:nvGraphicFramePr>
        <p:xfrm>
          <a:off x="3868103" y="4465638"/>
          <a:ext cx="3470275" cy="898525"/>
        </p:xfrm>
        <a:graphic>
          <a:graphicData uri="http://schemas.openxmlformats.org/presentationml/2006/ole">
            <mc:AlternateContent xmlns:mc="http://schemas.openxmlformats.org/markup-compatibility/2006">
              <mc:Choice xmlns:v="urn:schemas-microsoft-com:vml" Requires="v">
                <p:oleObj spid="_x0000_s41988" name="Equation" r:id="rId7" imgW="82296000" imgH="20116800" progId="Equation.DSMT4">
                  <p:embed/>
                </p:oleObj>
              </mc:Choice>
              <mc:Fallback>
                <p:oleObj name="Equation" r:id="rId7" imgW="82296000" imgH="20116800" progId="Equation.DSMT4">
                  <p:embed/>
                  <p:pic>
                    <p:nvPicPr>
                      <p:cNvPr id="0" name="图片 41987"/>
                      <p:cNvPicPr>
                        <a:picLocks noChangeAspect="1"/>
                      </p:cNvPicPr>
                      <p:nvPr/>
                    </p:nvPicPr>
                    <p:blipFill>
                      <a:blip r:embed="rId8">
                        <a:biLevel thresh="50000"/>
                        <a:grayscl/>
                      </a:blip>
                      <a:stretch>
                        <a:fillRect/>
                      </a:stretch>
                    </p:blipFill>
                    <p:spPr>
                      <a:xfrm>
                        <a:off x="3868103" y="4465638"/>
                        <a:ext cx="3470275" cy="89852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autoUpdateAnimBg="0"/>
      <p:bldP spid="7" grpId="0" bldLvl="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ChangeAspect="1"/>
          </p:cNvGraphicFramePr>
          <p:nvPr/>
        </p:nvGraphicFramePr>
        <p:xfrm>
          <a:off x="4746625" y="2451100"/>
          <a:ext cx="1504950" cy="496888"/>
        </p:xfrm>
        <a:graphic>
          <a:graphicData uri="http://schemas.openxmlformats.org/presentationml/2006/ole">
            <mc:AlternateContent xmlns:mc="http://schemas.openxmlformats.org/markup-compatibility/2006">
              <mc:Choice xmlns:v="urn:schemas-microsoft-com:vml" Requires="v">
                <p:oleObj spid="_x0000_s43009" name="Equation" r:id="rId1" imgW="35966400" imgH="11582400" progId="Equation.DSMT4">
                  <p:embed/>
                </p:oleObj>
              </mc:Choice>
              <mc:Fallback>
                <p:oleObj name="Equation" r:id="rId1" imgW="35966400" imgH="11582400" progId="Equation.DSMT4">
                  <p:embed/>
                  <p:pic>
                    <p:nvPicPr>
                      <p:cNvPr id="0" name="图片 43008"/>
                      <p:cNvPicPr>
                        <a:picLocks noChangeAspect="1"/>
                      </p:cNvPicPr>
                      <p:nvPr/>
                    </p:nvPicPr>
                    <p:blipFill>
                      <a:blip r:embed="rId2">
                        <a:biLevel thresh="50000"/>
                        <a:grayscl/>
                      </a:blip>
                      <a:stretch>
                        <a:fillRect/>
                      </a:stretch>
                    </p:blipFill>
                    <p:spPr>
                      <a:xfrm>
                        <a:off x="4746625" y="2451100"/>
                        <a:ext cx="1504950" cy="496888"/>
                      </a:xfrm>
                      <a:prstGeom prst="rect">
                        <a:avLst/>
                      </a:prstGeom>
                      <a:noFill/>
                      <a:ln w="9525">
                        <a:noFill/>
                      </a:ln>
                    </p:spPr>
                  </p:pic>
                </p:oleObj>
              </mc:Fallback>
            </mc:AlternateContent>
          </a:graphicData>
        </a:graphic>
      </p:graphicFrame>
      <p:sp>
        <p:nvSpPr>
          <p:cNvPr id="3" name="Rectangle 3"/>
          <p:cNvSpPr txBox="1">
            <a:spLocks noChangeArrowheads="1"/>
          </p:cNvSpPr>
          <p:nvPr/>
        </p:nvSpPr>
        <p:spPr>
          <a:xfrm>
            <a:off x="1387475" y="500380"/>
            <a:ext cx="3024188" cy="5334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3200" b="1" dirty="0">
                <a:solidFill>
                  <a:schemeClr val="accent6">
                    <a:lumMod val="50000"/>
                  </a:schemeClr>
                </a:solidFill>
                <a:latin typeface="黑体" panose="02010609060101010101" pitchFamily="49" charset="-122"/>
                <a:ea typeface="黑体" panose="02010609060101010101" pitchFamily="49" charset="-122"/>
                <a:cs typeface="+mn-cs"/>
              </a:rPr>
              <a:t> </a:t>
            </a:r>
            <a: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cs typeface="+mn-cs"/>
              </a:rPr>
              <a:t>无穷大量</a:t>
            </a:r>
            <a:endParaRPr lang="zh-CN" altLang="en-US" sz="3200" b="1" dirty="0">
              <a:solidFill>
                <a:schemeClr val="accent6">
                  <a:lumMod val="50000"/>
                </a:schemeClr>
              </a:solidFill>
              <a:latin typeface="黑体" panose="02010609060101010101" pitchFamily="49" charset="-122"/>
              <a:ea typeface="黑体" panose="02010609060101010101" pitchFamily="49" charset="-122"/>
              <a:cs typeface="+mn-cs"/>
            </a:endParaRPr>
          </a:p>
        </p:txBody>
      </p:sp>
      <p:sp>
        <p:nvSpPr>
          <p:cNvPr id="4" name="Text Box 4"/>
          <p:cNvSpPr txBox="1">
            <a:spLocks noChangeArrowheads="1"/>
          </p:cNvSpPr>
          <p:nvPr/>
        </p:nvSpPr>
        <p:spPr bwMode="auto">
          <a:xfrm>
            <a:off x="1703388" y="1157288"/>
            <a:ext cx="417036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定义</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1.2 .6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若任给</a:t>
            </a:r>
            <a:r>
              <a:rPr kumimoji="1" lang="zh-CN" altLang="en-US" sz="2800" b="1" i="1" dirty="0">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i="1" dirty="0" smtClean="0">
                <a:latin typeface="Times New Roman" panose="02020603050405020304" pitchFamily="18" charset="0"/>
                <a:ea typeface="黑体" panose="02010609060101010101" pitchFamily="49" charset="-122"/>
                <a:cs typeface="Times New Roman" panose="02020603050405020304" pitchFamily="18" charset="0"/>
              </a:rPr>
              <a:t>G</a:t>
            </a:r>
            <a:r>
              <a:rPr kumimoji="1" lang="en-US" altLang="zh-CN" sz="2800" b="1" dirty="0" smtClean="0">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&gt; 0 ,</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5" name="Object 5"/>
          <p:cNvGraphicFramePr>
            <a:graphicFrameLocks noChangeAspect="1"/>
          </p:cNvGraphicFramePr>
          <p:nvPr/>
        </p:nvGraphicFramePr>
        <p:xfrm>
          <a:off x="6985080" y="1222158"/>
          <a:ext cx="787320" cy="393480"/>
        </p:xfrm>
        <a:graphic>
          <a:graphicData uri="http://schemas.openxmlformats.org/presentationml/2006/ole">
            <mc:AlternateContent xmlns:mc="http://schemas.openxmlformats.org/markup-compatibility/2006">
              <mc:Choice xmlns:v="urn:schemas-microsoft-com:vml" Requires="v">
                <p:oleObj spid="_x0000_s43010" name="Equation" r:id="rId3" imgW="18897600" imgH="9448800" progId="Equation.DSMT4">
                  <p:embed/>
                </p:oleObj>
              </mc:Choice>
              <mc:Fallback>
                <p:oleObj name="Equation" r:id="rId3" imgW="18897600" imgH="9448800" progId="Equation.DSMT4">
                  <p:embed/>
                  <p:pic>
                    <p:nvPicPr>
                      <p:cNvPr id="0" name="图片 43009"/>
                      <p:cNvPicPr>
                        <a:picLocks noChangeAspect="1"/>
                      </p:cNvPicPr>
                      <p:nvPr/>
                    </p:nvPicPr>
                    <p:blipFill>
                      <a:blip r:embed="rId4">
                        <a:biLevel thresh="50000"/>
                        <a:grayscl/>
                      </a:blip>
                      <a:stretch>
                        <a:fillRect/>
                      </a:stretch>
                    </p:blipFill>
                    <p:spPr>
                      <a:xfrm>
                        <a:off x="6985080" y="1222158"/>
                        <a:ext cx="787320" cy="393480"/>
                      </a:xfrm>
                      <a:prstGeom prst="rect">
                        <a:avLst/>
                      </a:prstGeom>
                      <a:noFill/>
                      <a:ln w="9525">
                        <a:noFill/>
                      </a:ln>
                    </p:spPr>
                  </p:pic>
                </p:oleObj>
              </mc:Fallback>
            </mc:AlternateContent>
          </a:graphicData>
        </a:graphic>
      </p:graphicFrame>
      <p:graphicFrame>
        <p:nvGraphicFramePr>
          <p:cNvPr id="6" name="Object 6"/>
          <p:cNvGraphicFramePr>
            <a:graphicFrameLocks noChangeAspect="1"/>
          </p:cNvGraphicFramePr>
          <p:nvPr/>
        </p:nvGraphicFramePr>
        <p:xfrm>
          <a:off x="4464050" y="1803400"/>
          <a:ext cx="2103438" cy="495300"/>
        </p:xfrm>
        <a:graphic>
          <a:graphicData uri="http://schemas.openxmlformats.org/presentationml/2006/ole">
            <mc:AlternateContent xmlns:mc="http://schemas.openxmlformats.org/markup-compatibility/2006">
              <mc:Choice xmlns:v="urn:schemas-microsoft-com:vml" Requires="v">
                <p:oleObj spid="_x0000_s43011" name="Equation" r:id="rId5" imgW="50292000" imgH="11582400" progId="Equation.DSMT4">
                  <p:embed/>
                </p:oleObj>
              </mc:Choice>
              <mc:Fallback>
                <p:oleObj name="Equation" r:id="rId5" imgW="50292000" imgH="11582400" progId="Equation.DSMT4">
                  <p:embed/>
                  <p:pic>
                    <p:nvPicPr>
                      <p:cNvPr id="0" name="图片 43010"/>
                      <p:cNvPicPr>
                        <a:picLocks noChangeAspect="1"/>
                      </p:cNvPicPr>
                      <p:nvPr/>
                    </p:nvPicPr>
                    <p:blipFill>
                      <a:blip r:embed="rId6">
                        <a:biLevel thresh="50000"/>
                        <a:grayscl/>
                      </a:blip>
                      <a:stretch>
                        <a:fillRect/>
                      </a:stretch>
                    </p:blipFill>
                    <p:spPr>
                      <a:xfrm>
                        <a:off x="4464050" y="1803400"/>
                        <a:ext cx="2103438" cy="495300"/>
                      </a:xfrm>
                      <a:prstGeom prst="rect">
                        <a:avLst/>
                      </a:prstGeom>
                      <a:noFill/>
                      <a:ln w="9525">
                        <a:noFill/>
                      </a:ln>
                    </p:spPr>
                  </p:pic>
                </p:oleObj>
              </mc:Fallback>
            </mc:AlternateContent>
          </a:graphicData>
        </a:graphic>
      </p:graphicFrame>
      <p:sp>
        <p:nvSpPr>
          <p:cNvPr id="7" name="Text Box 7"/>
          <p:cNvSpPr txBox="1">
            <a:spLocks noChangeArrowheads="1"/>
          </p:cNvSpPr>
          <p:nvPr/>
        </p:nvSpPr>
        <p:spPr bwMode="auto">
          <a:xfrm>
            <a:off x="1703388" y="1733550"/>
            <a:ext cx="296545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一切满足不等式</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Text Box 8"/>
          <p:cNvSpPr txBox="1">
            <a:spLocks noChangeArrowheads="1"/>
          </p:cNvSpPr>
          <p:nvPr/>
        </p:nvSpPr>
        <p:spPr bwMode="auto">
          <a:xfrm>
            <a:off x="8229600" y="1778000"/>
            <a:ext cx="2057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的</a:t>
            </a:r>
            <a:r>
              <a:rPr kumimoji="1" lang="zh-CN" altLang="en-US" sz="2800" b="1"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i="1" dirty="0">
                <a:latin typeface="Times New Roman" panose="02020603050405020304" pitchFamily="18" charset="0"/>
                <a:ea typeface="黑体" panose="02010609060101010101" pitchFamily="49" charset="-122"/>
                <a:cs typeface="Times New Roman" panose="02020603050405020304" pitchFamily="18" charset="0"/>
              </a:rPr>
              <a:t>x</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 ,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总有</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Text Box 9"/>
          <p:cNvSpPr txBox="1">
            <a:spLocks noChangeArrowheads="1"/>
          </p:cNvSpPr>
          <p:nvPr/>
        </p:nvSpPr>
        <p:spPr bwMode="auto">
          <a:xfrm>
            <a:off x="1703388" y="3008313"/>
            <a:ext cx="1981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则称函数</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0" name="Object 10"/>
          <p:cNvGraphicFramePr>
            <a:graphicFrameLocks noChangeAspect="1"/>
          </p:cNvGraphicFramePr>
          <p:nvPr/>
        </p:nvGraphicFramePr>
        <p:xfrm>
          <a:off x="3319015" y="3096529"/>
          <a:ext cx="736560" cy="393480"/>
        </p:xfrm>
        <a:graphic>
          <a:graphicData uri="http://schemas.openxmlformats.org/presentationml/2006/ole">
            <mc:AlternateContent xmlns:mc="http://schemas.openxmlformats.org/markup-compatibility/2006">
              <mc:Choice xmlns:v="urn:schemas-microsoft-com:vml" Requires="v">
                <p:oleObj spid="_x0000_s43012" name="Equation" r:id="rId7" imgW="17678400" imgH="9448800" progId="Equation.DSMT4">
                  <p:embed/>
                </p:oleObj>
              </mc:Choice>
              <mc:Fallback>
                <p:oleObj name="Equation" r:id="rId7" imgW="17678400" imgH="9448800" progId="Equation.DSMT4">
                  <p:embed/>
                  <p:pic>
                    <p:nvPicPr>
                      <p:cNvPr id="0" name="图片 43011"/>
                      <p:cNvPicPr>
                        <a:picLocks noChangeAspect="1"/>
                      </p:cNvPicPr>
                      <p:nvPr/>
                    </p:nvPicPr>
                    <p:blipFill>
                      <a:blip r:embed="rId8">
                        <a:biLevel thresh="50000"/>
                        <a:grayscl/>
                      </a:blip>
                      <a:stretch>
                        <a:fillRect/>
                      </a:stretch>
                    </p:blipFill>
                    <p:spPr>
                      <a:xfrm>
                        <a:off x="3319015" y="3096529"/>
                        <a:ext cx="736560" cy="393480"/>
                      </a:xfrm>
                      <a:prstGeom prst="rect">
                        <a:avLst/>
                      </a:prstGeom>
                      <a:noFill/>
                      <a:ln w="9525">
                        <a:noFill/>
                      </a:ln>
                    </p:spPr>
                  </p:pic>
                </p:oleObj>
              </mc:Fallback>
            </mc:AlternateContent>
          </a:graphicData>
        </a:graphic>
      </p:graphicFrame>
      <p:sp>
        <p:nvSpPr>
          <p:cNvPr id="11" name="Text Box 11"/>
          <p:cNvSpPr txBox="1">
            <a:spLocks noChangeArrowheads="1"/>
          </p:cNvSpPr>
          <p:nvPr/>
        </p:nvSpPr>
        <p:spPr bwMode="auto">
          <a:xfrm>
            <a:off x="4038600" y="3009900"/>
            <a:ext cx="762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当</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2" name="Object 12"/>
          <p:cNvGraphicFramePr>
            <a:graphicFrameLocks noChangeAspect="1"/>
          </p:cNvGraphicFramePr>
          <p:nvPr/>
        </p:nvGraphicFramePr>
        <p:xfrm>
          <a:off x="4632958" y="3052049"/>
          <a:ext cx="1041120" cy="431640"/>
        </p:xfrm>
        <a:graphic>
          <a:graphicData uri="http://schemas.openxmlformats.org/presentationml/2006/ole">
            <mc:AlternateContent xmlns:mc="http://schemas.openxmlformats.org/markup-compatibility/2006">
              <mc:Choice xmlns:v="urn:schemas-microsoft-com:vml" Requires="v">
                <p:oleObj spid="_x0000_s43013" name="Equation" r:id="rId9" imgW="24993600" imgH="10363200" progId="Equation.DSMT4">
                  <p:embed/>
                </p:oleObj>
              </mc:Choice>
              <mc:Fallback>
                <p:oleObj name="Equation" r:id="rId9" imgW="24993600" imgH="10363200" progId="Equation.DSMT4">
                  <p:embed/>
                  <p:pic>
                    <p:nvPicPr>
                      <p:cNvPr id="0" name="图片 43012"/>
                      <p:cNvPicPr>
                        <a:picLocks noChangeAspect="1"/>
                      </p:cNvPicPr>
                      <p:nvPr/>
                    </p:nvPicPr>
                    <p:blipFill>
                      <a:blip r:embed="rId10">
                        <a:biLevel thresh="50000"/>
                        <a:grayscl/>
                      </a:blip>
                      <a:stretch>
                        <a:fillRect/>
                      </a:stretch>
                    </p:blipFill>
                    <p:spPr>
                      <a:xfrm>
                        <a:off x="4632958" y="3052049"/>
                        <a:ext cx="1041120" cy="431640"/>
                      </a:xfrm>
                      <a:prstGeom prst="rect">
                        <a:avLst/>
                      </a:prstGeom>
                      <a:noFill/>
                      <a:ln w="9525">
                        <a:noFill/>
                      </a:ln>
                    </p:spPr>
                  </p:pic>
                </p:oleObj>
              </mc:Fallback>
            </mc:AlternateContent>
          </a:graphicData>
        </a:graphic>
      </p:graphicFrame>
      <p:sp>
        <p:nvSpPr>
          <p:cNvPr id="13" name="Text Box 13"/>
          <p:cNvSpPr txBox="1">
            <a:spLocks noChangeArrowheads="1"/>
          </p:cNvSpPr>
          <p:nvPr/>
        </p:nvSpPr>
        <p:spPr bwMode="auto">
          <a:xfrm>
            <a:off x="7086600" y="3033713"/>
            <a:ext cx="2209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时为无穷大</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 name="Text Box 14"/>
          <p:cNvSpPr txBox="1">
            <a:spLocks noChangeArrowheads="1"/>
          </p:cNvSpPr>
          <p:nvPr/>
        </p:nvSpPr>
        <p:spPr bwMode="auto">
          <a:xfrm>
            <a:off x="9296400" y="1157288"/>
            <a:ext cx="1143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使对</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5" name="Object 15"/>
          <p:cNvGraphicFramePr>
            <a:graphicFrameLocks noChangeAspect="1"/>
          </p:cNvGraphicFramePr>
          <p:nvPr/>
        </p:nvGraphicFramePr>
        <p:xfrm>
          <a:off x="3957638" y="3892550"/>
          <a:ext cx="1951037" cy="603250"/>
        </p:xfrm>
        <a:graphic>
          <a:graphicData uri="http://schemas.openxmlformats.org/presentationml/2006/ole">
            <mc:AlternateContent xmlns:mc="http://schemas.openxmlformats.org/markup-compatibility/2006">
              <mc:Choice xmlns:v="urn:schemas-microsoft-com:vml" Requires="v">
                <p:oleObj spid="_x0000_s43014" name="Equation" r:id="rId11" imgW="46634400" imgH="14325600" progId="Equation.DSMT4">
                  <p:embed/>
                </p:oleObj>
              </mc:Choice>
              <mc:Fallback>
                <p:oleObj name="Equation" r:id="rId11" imgW="46634400" imgH="14325600" progId="Equation.DSMT4">
                  <p:embed/>
                  <p:pic>
                    <p:nvPicPr>
                      <p:cNvPr id="0" name="图片 43013"/>
                      <p:cNvPicPr>
                        <a:picLocks noChangeAspect="1"/>
                      </p:cNvPicPr>
                      <p:nvPr/>
                    </p:nvPicPr>
                    <p:blipFill>
                      <a:blip r:embed="rId12">
                        <a:biLevel thresh="50000"/>
                        <a:grayscl/>
                      </a:blip>
                      <a:stretch>
                        <a:fillRect/>
                      </a:stretch>
                    </p:blipFill>
                    <p:spPr>
                      <a:xfrm>
                        <a:off x="3957638" y="3892550"/>
                        <a:ext cx="1951037" cy="603250"/>
                      </a:xfrm>
                      <a:prstGeom prst="rect">
                        <a:avLst/>
                      </a:prstGeom>
                      <a:noFill/>
                      <a:ln w="9525">
                        <a:noFill/>
                      </a:ln>
                    </p:spPr>
                  </p:pic>
                </p:oleObj>
              </mc:Fallback>
            </mc:AlternateContent>
          </a:graphicData>
        </a:graphic>
      </p:graphicFrame>
      <p:sp>
        <p:nvSpPr>
          <p:cNvPr id="16" name="Text Box 16"/>
          <p:cNvSpPr txBox="1">
            <a:spLocks noChangeArrowheads="1"/>
          </p:cNvSpPr>
          <p:nvPr/>
        </p:nvSpPr>
        <p:spPr bwMode="auto">
          <a:xfrm>
            <a:off x="2209800" y="4699318"/>
            <a:ext cx="4419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若在定义中将 ①式改为</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 name="Text Box 17"/>
          <p:cNvSpPr txBox="1">
            <a:spLocks noChangeArrowheads="1"/>
          </p:cNvSpPr>
          <p:nvPr/>
        </p:nvSpPr>
        <p:spPr bwMode="auto">
          <a:xfrm>
            <a:off x="7848600" y="2362200"/>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①</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8" name="Object 18"/>
          <p:cNvGraphicFramePr>
            <a:graphicFrameLocks noChangeAspect="1"/>
          </p:cNvGraphicFramePr>
          <p:nvPr/>
        </p:nvGraphicFramePr>
        <p:xfrm>
          <a:off x="6029960" y="4771024"/>
          <a:ext cx="1447560" cy="393480"/>
        </p:xfrm>
        <a:graphic>
          <a:graphicData uri="http://schemas.openxmlformats.org/presentationml/2006/ole">
            <mc:AlternateContent xmlns:mc="http://schemas.openxmlformats.org/markup-compatibility/2006">
              <mc:Choice xmlns:v="urn:schemas-microsoft-com:vml" Requires="v">
                <p:oleObj spid="_x0000_s43015" name="Equation" r:id="rId13" imgW="34747200" imgH="9448800" progId="Equation.DSMT4">
                  <p:embed/>
                </p:oleObj>
              </mc:Choice>
              <mc:Fallback>
                <p:oleObj name="Equation" r:id="rId13" imgW="34747200" imgH="9448800" progId="Equation.DSMT4">
                  <p:embed/>
                  <p:pic>
                    <p:nvPicPr>
                      <p:cNvPr id="0" name="图片 43014"/>
                      <p:cNvPicPr>
                        <a:picLocks noChangeAspect="1"/>
                      </p:cNvPicPr>
                      <p:nvPr/>
                    </p:nvPicPr>
                    <p:blipFill>
                      <a:blip r:embed="rId14">
                        <a:biLevel thresh="50000"/>
                        <a:grayscl/>
                      </a:blip>
                      <a:stretch>
                        <a:fillRect/>
                      </a:stretch>
                    </p:blipFill>
                    <p:spPr>
                      <a:xfrm>
                        <a:off x="6029960" y="4771024"/>
                        <a:ext cx="1447560" cy="393480"/>
                      </a:xfrm>
                      <a:prstGeom prst="rect">
                        <a:avLst/>
                      </a:prstGeom>
                      <a:noFill/>
                      <a:ln w="9525">
                        <a:noFill/>
                      </a:ln>
                    </p:spPr>
                  </p:pic>
                </p:oleObj>
              </mc:Fallback>
            </mc:AlternateContent>
          </a:graphicData>
        </a:graphic>
      </p:graphicFrame>
      <p:sp>
        <p:nvSpPr>
          <p:cNvPr id="19" name="Text Box 19"/>
          <p:cNvSpPr txBox="1">
            <a:spLocks noChangeArrowheads="1"/>
          </p:cNvSpPr>
          <p:nvPr/>
        </p:nvSpPr>
        <p:spPr bwMode="auto">
          <a:xfrm>
            <a:off x="1764348" y="5318760"/>
            <a:ext cx="1676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则记作</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0" name="Object 20"/>
          <p:cNvGraphicFramePr>
            <a:graphicFrameLocks noChangeAspect="1"/>
          </p:cNvGraphicFramePr>
          <p:nvPr/>
        </p:nvGraphicFramePr>
        <p:xfrm>
          <a:off x="3093403" y="5318760"/>
          <a:ext cx="2268537" cy="811213"/>
        </p:xfrm>
        <a:graphic>
          <a:graphicData uri="http://schemas.openxmlformats.org/presentationml/2006/ole">
            <mc:AlternateContent xmlns:mc="http://schemas.openxmlformats.org/markup-compatibility/2006">
              <mc:Choice xmlns:v="urn:schemas-microsoft-com:vml" Requires="v">
                <p:oleObj spid="_x0000_s43016" name="Equation" r:id="rId15" imgW="54254400" imgH="19202400" progId="Equation.DSMT4">
                  <p:embed/>
                </p:oleObj>
              </mc:Choice>
              <mc:Fallback>
                <p:oleObj name="Equation" r:id="rId15" imgW="54254400" imgH="19202400" progId="Equation.DSMT4">
                  <p:embed/>
                  <p:pic>
                    <p:nvPicPr>
                      <p:cNvPr id="0" name="图片 43015"/>
                      <p:cNvPicPr>
                        <a:picLocks noChangeAspect="1"/>
                      </p:cNvPicPr>
                      <p:nvPr/>
                    </p:nvPicPr>
                    <p:blipFill>
                      <a:blip r:embed="rId16">
                        <a:biLevel thresh="50000"/>
                        <a:grayscl/>
                      </a:blip>
                      <a:stretch>
                        <a:fillRect/>
                      </a:stretch>
                    </p:blipFill>
                    <p:spPr>
                      <a:xfrm>
                        <a:off x="3093403" y="5318760"/>
                        <a:ext cx="2268537" cy="811213"/>
                      </a:xfrm>
                      <a:prstGeom prst="rect">
                        <a:avLst/>
                      </a:prstGeom>
                      <a:noFill/>
                      <a:ln w="9525">
                        <a:noFill/>
                      </a:ln>
                    </p:spPr>
                  </p:pic>
                </p:oleObj>
              </mc:Fallback>
            </mc:AlternateContent>
          </a:graphicData>
        </a:graphic>
      </p:graphicFrame>
      <p:graphicFrame>
        <p:nvGraphicFramePr>
          <p:cNvPr id="21" name="Object 21"/>
          <p:cNvGraphicFramePr>
            <a:graphicFrameLocks noChangeAspect="1"/>
          </p:cNvGraphicFramePr>
          <p:nvPr/>
        </p:nvGraphicFramePr>
        <p:xfrm>
          <a:off x="5786755" y="5318760"/>
          <a:ext cx="2546350" cy="811213"/>
        </p:xfrm>
        <a:graphic>
          <a:graphicData uri="http://schemas.openxmlformats.org/presentationml/2006/ole">
            <mc:AlternateContent xmlns:mc="http://schemas.openxmlformats.org/markup-compatibility/2006">
              <mc:Choice xmlns:v="urn:schemas-microsoft-com:vml" Requires="v">
                <p:oleObj spid="_x0000_s43017" name="Equation" r:id="rId17" imgW="60960000" imgH="19202400" progId="Equation.DSMT4">
                  <p:embed/>
                </p:oleObj>
              </mc:Choice>
              <mc:Fallback>
                <p:oleObj name="Equation" r:id="rId17" imgW="60960000" imgH="19202400" progId="Equation.DSMT4">
                  <p:embed/>
                  <p:pic>
                    <p:nvPicPr>
                      <p:cNvPr id="0" name="图片 43016"/>
                      <p:cNvPicPr>
                        <a:picLocks noChangeAspect="1"/>
                      </p:cNvPicPr>
                      <p:nvPr/>
                    </p:nvPicPr>
                    <p:blipFill>
                      <a:blip r:embed="rId18"/>
                      <a:stretch>
                        <a:fillRect/>
                      </a:stretch>
                    </p:blipFill>
                    <p:spPr>
                      <a:xfrm>
                        <a:off x="5786755" y="5318760"/>
                        <a:ext cx="2546350" cy="811213"/>
                      </a:xfrm>
                      <a:prstGeom prst="rect">
                        <a:avLst/>
                      </a:prstGeom>
                      <a:noFill/>
                      <a:ln w="9525">
                        <a:noFill/>
                      </a:ln>
                    </p:spPr>
                  </p:pic>
                </p:oleObj>
              </mc:Fallback>
            </mc:AlternateContent>
          </a:graphicData>
        </a:graphic>
      </p:graphicFrame>
      <p:graphicFrame>
        <p:nvGraphicFramePr>
          <p:cNvPr id="22" name="Object 22"/>
          <p:cNvGraphicFramePr>
            <a:graphicFrameLocks noChangeAspect="1"/>
          </p:cNvGraphicFramePr>
          <p:nvPr/>
        </p:nvGraphicFramePr>
        <p:xfrm>
          <a:off x="6744072" y="1753169"/>
          <a:ext cx="1322164" cy="538660"/>
        </p:xfrm>
        <a:graphic>
          <a:graphicData uri="http://schemas.openxmlformats.org/presentationml/2006/ole">
            <mc:AlternateContent xmlns:mc="http://schemas.openxmlformats.org/markup-compatibility/2006">
              <mc:Choice xmlns:v="urn:schemas-microsoft-com:vml" Requires="v">
                <p:oleObj spid="_x0000_s43018" name="Equation" r:id="rId19" imgW="15544800" imgH="6096000" progId="Equation.DSMT4">
                  <p:embed/>
                </p:oleObj>
              </mc:Choice>
              <mc:Fallback>
                <p:oleObj name="Equation" r:id="rId19" imgW="15544800" imgH="6096000" progId="Equation.DSMT4">
                  <p:embed/>
                  <p:pic>
                    <p:nvPicPr>
                      <p:cNvPr id="0" name="图片 43017"/>
                      <p:cNvPicPr>
                        <a:picLocks noChangeAspect="1"/>
                      </p:cNvPicPr>
                      <p:nvPr/>
                    </p:nvPicPr>
                    <p:blipFill>
                      <a:blip r:embed="rId20"/>
                      <a:stretch>
                        <a:fillRect/>
                      </a:stretch>
                    </p:blipFill>
                    <p:spPr>
                      <a:xfrm>
                        <a:off x="6744072" y="1753169"/>
                        <a:ext cx="1322164" cy="538660"/>
                      </a:xfrm>
                      <a:prstGeom prst="rect">
                        <a:avLst/>
                      </a:prstGeom>
                      <a:noFill/>
                      <a:ln w="9525">
                        <a:noFill/>
                      </a:ln>
                    </p:spPr>
                  </p:pic>
                </p:oleObj>
              </mc:Fallback>
            </mc:AlternateContent>
          </a:graphicData>
        </a:graphic>
      </p:graphicFrame>
      <p:graphicFrame>
        <p:nvGraphicFramePr>
          <p:cNvPr id="23" name="Object 23"/>
          <p:cNvGraphicFramePr>
            <a:graphicFrameLocks noChangeAspect="1"/>
          </p:cNvGraphicFramePr>
          <p:nvPr/>
        </p:nvGraphicFramePr>
        <p:xfrm>
          <a:off x="5786438" y="3059113"/>
          <a:ext cx="1277937" cy="485775"/>
        </p:xfrm>
        <a:graphic>
          <a:graphicData uri="http://schemas.openxmlformats.org/presentationml/2006/ole">
            <mc:AlternateContent xmlns:mc="http://schemas.openxmlformats.org/markup-compatibility/2006">
              <mc:Choice xmlns:v="urn:schemas-microsoft-com:vml" Requires="v">
                <p:oleObj spid="_x0000_s43019" name="Equation" r:id="rId21" imgW="14020800" imgH="4876800" progId="Equation.DSMT4">
                  <p:embed/>
                </p:oleObj>
              </mc:Choice>
              <mc:Fallback>
                <p:oleObj name="Equation" r:id="rId21" imgW="14020800" imgH="4876800" progId="Equation.DSMT4">
                  <p:embed/>
                  <p:pic>
                    <p:nvPicPr>
                      <p:cNvPr id="0" name="图片 43018"/>
                      <p:cNvPicPr>
                        <a:picLocks noChangeAspect="1"/>
                      </p:cNvPicPr>
                      <p:nvPr/>
                    </p:nvPicPr>
                    <p:blipFill>
                      <a:blip r:embed="rId22"/>
                      <a:stretch>
                        <a:fillRect/>
                      </a:stretch>
                    </p:blipFill>
                    <p:spPr>
                      <a:xfrm>
                        <a:off x="5786438" y="3059113"/>
                        <a:ext cx="1277937" cy="485775"/>
                      </a:xfrm>
                      <a:prstGeom prst="rect">
                        <a:avLst/>
                      </a:prstGeom>
                      <a:noFill/>
                      <a:ln w="9525">
                        <a:noFill/>
                      </a:ln>
                    </p:spPr>
                  </p:pic>
                </p:oleObj>
              </mc:Fallback>
            </mc:AlternateContent>
          </a:graphicData>
        </a:graphic>
      </p:graphicFrame>
      <p:graphicFrame>
        <p:nvGraphicFramePr>
          <p:cNvPr id="24" name="Object 24"/>
          <p:cNvGraphicFramePr>
            <a:graphicFrameLocks noChangeAspect="1"/>
          </p:cNvGraphicFramePr>
          <p:nvPr/>
        </p:nvGraphicFramePr>
        <p:xfrm>
          <a:off x="7029822" y="3785010"/>
          <a:ext cx="1988894" cy="580094"/>
        </p:xfrm>
        <a:graphic>
          <a:graphicData uri="http://schemas.openxmlformats.org/presentationml/2006/ole">
            <mc:AlternateContent xmlns:mc="http://schemas.openxmlformats.org/markup-compatibility/2006">
              <mc:Choice xmlns:v="urn:schemas-microsoft-com:vml" Requires="v">
                <p:oleObj spid="_x0000_s43020" name="Equation" r:id="rId23" imgW="23469600" imgH="6705600" progId="Equation.DSMT4">
                  <p:embed/>
                </p:oleObj>
              </mc:Choice>
              <mc:Fallback>
                <p:oleObj name="Equation" r:id="rId23" imgW="23469600" imgH="6705600" progId="Equation.DSMT4">
                  <p:embed/>
                  <p:pic>
                    <p:nvPicPr>
                      <p:cNvPr id="0" name="图片 43019"/>
                      <p:cNvPicPr>
                        <a:picLocks noChangeAspect="1"/>
                      </p:cNvPicPr>
                      <p:nvPr/>
                    </p:nvPicPr>
                    <p:blipFill>
                      <a:blip r:embed="rId24"/>
                      <a:stretch>
                        <a:fillRect/>
                      </a:stretch>
                    </p:blipFill>
                    <p:spPr>
                      <a:xfrm>
                        <a:off x="7029822" y="3785010"/>
                        <a:ext cx="1988894" cy="580094"/>
                      </a:xfrm>
                      <a:prstGeom prst="rect">
                        <a:avLst/>
                      </a:prstGeom>
                      <a:noFill/>
                      <a:ln w="9525">
                        <a:noFill/>
                      </a:ln>
                    </p:spPr>
                  </p:pic>
                </p:oleObj>
              </mc:Fallback>
            </mc:AlternateContent>
          </a:graphicData>
        </a:graphic>
      </p:graphicFrame>
      <p:sp>
        <p:nvSpPr>
          <p:cNvPr id="25" name="Text Box 25"/>
          <p:cNvSpPr txBox="1">
            <a:spLocks noChangeArrowheads="1"/>
          </p:cNvSpPr>
          <p:nvPr/>
        </p:nvSpPr>
        <p:spPr bwMode="auto">
          <a:xfrm>
            <a:off x="7772400" y="1143000"/>
            <a:ext cx="1828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正数 </a:t>
            </a:r>
            <a:r>
              <a:rPr kumimoji="1" lang="en-US" altLang="zh-CN" sz="2800" b="1" i="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X</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 ,</a:t>
            </a:r>
            <a:endPar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6" name="Text Box 26"/>
          <p:cNvSpPr txBox="1">
            <a:spLocks noChangeArrowheads="1"/>
          </p:cNvSpPr>
          <p:nvPr/>
        </p:nvSpPr>
        <p:spPr bwMode="auto">
          <a:xfrm>
            <a:off x="9067800" y="3033713"/>
            <a:ext cx="1066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记作</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7" name="Object 27"/>
          <p:cNvGraphicFramePr>
            <a:graphicFrameLocks noChangeAspect="1"/>
          </p:cNvGraphicFramePr>
          <p:nvPr/>
        </p:nvGraphicFramePr>
        <p:xfrm>
          <a:off x="7640638" y="4764088"/>
          <a:ext cx="2005012" cy="400050"/>
        </p:xfrm>
        <a:graphic>
          <a:graphicData uri="http://schemas.openxmlformats.org/presentationml/2006/ole">
            <mc:AlternateContent xmlns:mc="http://schemas.openxmlformats.org/markup-compatibility/2006">
              <mc:Choice xmlns:v="urn:schemas-microsoft-com:vml" Requires="v">
                <p:oleObj spid="_x0000_s43021" name="Equation" r:id="rId25" imgW="47853600" imgH="9448800" progId="Equation.DSMT4">
                  <p:embed/>
                </p:oleObj>
              </mc:Choice>
              <mc:Fallback>
                <p:oleObj name="Equation" r:id="rId25" imgW="47853600" imgH="9448800" progId="Equation.DSMT4">
                  <p:embed/>
                  <p:pic>
                    <p:nvPicPr>
                      <p:cNvPr id="0" name="图片 43020"/>
                      <p:cNvPicPr>
                        <a:picLocks noChangeAspect="1"/>
                      </p:cNvPicPr>
                      <p:nvPr/>
                    </p:nvPicPr>
                    <p:blipFill>
                      <a:blip r:embed="rId26"/>
                      <a:stretch>
                        <a:fillRect/>
                      </a:stretch>
                    </p:blipFill>
                    <p:spPr>
                      <a:xfrm>
                        <a:off x="7640638" y="4764088"/>
                        <a:ext cx="2005012" cy="400050"/>
                      </a:xfrm>
                      <a:prstGeom prst="rect">
                        <a:avLst/>
                      </a:prstGeom>
                      <a:noFill/>
                      <a:ln w="9525">
                        <a:noFill/>
                      </a:ln>
                    </p:spPr>
                  </p:pic>
                </p:oleObj>
              </mc:Fallback>
            </mc:AlternateContent>
          </a:graphicData>
        </a:graphic>
      </p:graphicFrame>
      <p:sp>
        <p:nvSpPr>
          <p:cNvPr id="28" name="Text Box 28"/>
          <p:cNvSpPr txBox="1">
            <a:spLocks noChangeArrowheads="1"/>
          </p:cNvSpPr>
          <p:nvPr/>
        </p:nvSpPr>
        <p:spPr bwMode="auto">
          <a:xfrm>
            <a:off x="5638800" y="1157288"/>
            <a:ext cx="1524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总存在</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wipe(left)">
                                      <p:cBhvr>
                                        <p:cTn id="12" dur="500"/>
                                        <p:tgtEl>
                                          <p:spTgt spid="28"/>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ppt_x"/>
                                          </p:val>
                                        </p:tav>
                                        <p:tav tm="100000">
                                          <p:val>
                                            <p:strVal val="#ppt_x"/>
                                          </p:val>
                                        </p:tav>
                                      </p:tavLst>
                                    </p:anim>
                                    <p:anim calcmode="lin" valueType="num">
                                      <p:cBhvr additive="base">
                                        <p:cTn id="2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wipe(down)">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left)">
                                      <p:cBhvr>
                                        <p:cTn id="43" dur="500"/>
                                        <p:tgtEl>
                                          <p:spTgt spid="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
                                        </p:tgtEl>
                                        <p:attrNameLst>
                                          <p:attrName>style.visibility</p:attrName>
                                        </p:attrNameLst>
                                      </p:cBhvr>
                                      <p:to>
                                        <p:strVal val="visible"/>
                                      </p:to>
                                    </p:set>
                                    <p:animEffect transition="in" filter="wipe(left)">
                                      <p:cBhvr>
                                        <p:cTn id="53" dur="500"/>
                                        <p:tgtEl>
                                          <p:spTgt spid="9"/>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wipe(down)">
                                      <p:cBhvr>
                                        <p:cTn id="63" dur="500"/>
                                        <p:tgtEl>
                                          <p:spTgt spid="11"/>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12"/>
                                        </p:tgtEl>
                                        <p:attrNameLst>
                                          <p:attrName>style.visibility</p:attrName>
                                        </p:attrNameLst>
                                      </p:cBhvr>
                                      <p:to>
                                        <p:strVal val="visible"/>
                                      </p:to>
                                    </p:set>
                                    <p:animEffect transition="in" filter="wipe(down)">
                                      <p:cBhvr>
                                        <p:cTn id="68" dur="500"/>
                                        <p:tgtEl>
                                          <p:spTgt spid="1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grpId="0" nodeType="clickEffect">
                                  <p:stCondLst>
                                    <p:cond delay="0"/>
                                  </p:stCondLst>
                                  <p:childTnLst>
                                    <p:set>
                                      <p:cBhvr>
                                        <p:cTn id="72" dur="1" fill="hold">
                                          <p:stCondLst>
                                            <p:cond delay="0"/>
                                          </p:stCondLst>
                                        </p:cTn>
                                        <p:tgtEl>
                                          <p:spTgt spid="13"/>
                                        </p:tgtEl>
                                        <p:attrNameLst>
                                          <p:attrName>style.visibility</p:attrName>
                                        </p:attrNameLst>
                                      </p:cBhvr>
                                      <p:to>
                                        <p:strVal val="visible"/>
                                      </p:to>
                                    </p:set>
                                    <p:animEffect transition="in" filter="wipe(down)">
                                      <p:cBhvr>
                                        <p:cTn id="73" dur="500"/>
                                        <p:tgtEl>
                                          <p:spTgt spid="13"/>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wipe(left)">
                                      <p:cBhvr>
                                        <p:cTn id="78" dur="500"/>
                                        <p:tgtEl>
                                          <p:spTgt spid="26"/>
                                        </p:tgtEl>
                                      </p:cBhvr>
                                    </p:animEffect>
                                  </p:childTnLst>
                                </p:cTn>
                              </p:par>
                            </p:childTnLst>
                          </p:cTn>
                        </p:par>
                        <p:par>
                          <p:cTn id="79" fill="hold">
                            <p:stCondLst>
                              <p:cond delay="500"/>
                            </p:stCondLst>
                            <p:childTnLst>
                              <p:par>
                                <p:cTn id="80" presetID="22" presetClass="entr" presetSubtype="8" fill="hold" nodeType="after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wipe(left)">
                                      <p:cBhvr>
                                        <p:cTn id="82" dur="500"/>
                                        <p:tgtEl>
                                          <p:spTgt spid="15"/>
                                        </p:tgtEl>
                                      </p:cBhvr>
                                    </p:animEffect>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500" fill="hold"/>
                                        <p:tgtEl>
                                          <p:spTgt spid="25"/>
                                        </p:tgtEl>
                                        <p:attrNameLst>
                                          <p:attrName>ppt_x</p:attrName>
                                        </p:attrNameLst>
                                      </p:cBhvr>
                                      <p:tavLst>
                                        <p:tav tm="0">
                                          <p:val>
                                            <p:strVal val="#ppt_x"/>
                                          </p:val>
                                        </p:tav>
                                        <p:tav tm="100000">
                                          <p:val>
                                            <p:strVal val="#ppt_x"/>
                                          </p:val>
                                        </p:tav>
                                      </p:tavLst>
                                    </p:anim>
                                    <p:anim calcmode="lin" valueType="num">
                                      <p:cBhvr additive="base">
                                        <p:cTn id="8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nodeType="clickEffect">
                                  <p:stCondLst>
                                    <p:cond delay="0"/>
                                  </p:stCondLst>
                                  <p:childTnLst>
                                    <p:set>
                                      <p:cBhvr>
                                        <p:cTn id="92" dur="1" fill="hold">
                                          <p:stCondLst>
                                            <p:cond delay="0"/>
                                          </p:stCondLst>
                                        </p:cTn>
                                        <p:tgtEl>
                                          <p:spTgt spid="22"/>
                                        </p:tgtEl>
                                        <p:attrNameLst>
                                          <p:attrName>style.visibility</p:attrName>
                                        </p:attrNameLst>
                                      </p:cBhvr>
                                      <p:to>
                                        <p:strVal val="visible"/>
                                      </p:to>
                                    </p:set>
                                    <p:anim calcmode="lin" valueType="num">
                                      <p:cBhvr additive="base">
                                        <p:cTn id="93" dur="500" fill="hold"/>
                                        <p:tgtEl>
                                          <p:spTgt spid="22"/>
                                        </p:tgtEl>
                                        <p:attrNameLst>
                                          <p:attrName>ppt_x</p:attrName>
                                        </p:attrNameLst>
                                      </p:cBhvr>
                                      <p:tavLst>
                                        <p:tav tm="0">
                                          <p:val>
                                            <p:strVal val="#ppt_x"/>
                                          </p:val>
                                        </p:tav>
                                        <p:tav tm="100000">
                                          <p:val>
                                            <p:strVal val="#ppt_x"/>
                                          </p:val>
                                        </p:tav>
                                      </p:tavLst>
                                    </p:anim>
                                    <p:anim calcmode="lin" valueType="num">
                                      <p:cBhvr additive="base">
                                        <p:cTn id="94"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23"/>
                                        </p:tgtEl>
                                        <p:attrNameLst>
                                          <p:attrName>style.visibility</p:attrName>
                                        </p:attrNameLst>
                                      </p:cBhvr>
                                      <p:to>
                                        <p:strVal val="visible"/>
                                      </p:to>
                                    </p:set>
                                    <p:animEffect transition="in" filter="wipe(left)">
                                      <p:cBhvr>
                                        <p:cTn id="99" dur="500"/>
                                        <p:tgtEl>
                                          <p:spTgt spid="23"/>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24"/>
                                        </p:tgtEl>
                                        <p:attrNameLst>
                                          <p:attrName>style.visibility</p:attrName>
                                        </p:attrNameLst>
                                      </p:cBhvr>
                                      <p:to>
                                        <p:strVal val="visible"/>
                                      </p:to>
                                    </p:set>
                                    <p:animEffect transition="in" filter="wipe(left)">
                                      <p:cBhvr>
                                        <p:cTn id="104" dur="500"/>
                                        <p:tgtEl>
                                          <p:spTgt spid="24"/>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6"/>
                                        </p:tgtEl>
                                        <p:attrNameLst>
                                          <p:attrName>style.visibility</p:attrName>
                                        </p:attrNameLst>
                                      </p:cBhvr>
                                      <p:to>
                                        <p:strVal val="visible"/>
                                      </p:to>
                                    </p:set>
                                    <p:animEffect transition="in" filter="wipe(left)">
                                      <p:cBhvr>
                                        <p:cTn id="109" dur="500"/>
                                        <p:tgtEl>
                                          <p:spTgt spid="16"/>
                                        </p:tgtEl>
                                      </p:cBhvr>
                                    </p:animEffect>
                                  </p:childTnLst>
                                </p:cTn>
                              </p:par>
                            </p:childTnLst>
                          </p:cTn>
                        </p:par>
                        <p:par>
                          <p:cTn id="110" fill="hold">
                            <p:stCondLst>
                              <p:cond delay="500"/>
                            </p:stCondLst>
                            <p:childTnLst>
                              <p:par>
                                <p:cTn id="111" presetID="22" presetClass="entr" presetSubtype="8" fill="hold" nodeType="afterEffect">
                                  <p:stCondLst>
                                    <p:cond delay="0"/>
                                  </p:stCondLst>
                                  <p:childTnLst>
                                    <p:set>
                                      <p:cBhvr>
                                        <p:cTn id="112" dur="1" fill="hold">
                                          <p:stCondLst>
                                            <p:cond delay="0"/>
                                          </p:stCondLst>
                                        </p:cTn>
                                        <p:tgtEl>
                                          <p:spTgt spid="18"/>
                                        </p:tgtEl>
                                        <p:attrNameLst>
                                          <p:attrName>style.visibility</p:attrName>
                                        </p:attrNameLst>
                                      </p:cBhvr>
                                      <p:to>
                                        <p:strVal val="visible"/>
                                      </p:to>
                                    </p:set>
                                    <p:animEffect transition="in" filter="wipe(left)">
                                      <p:cBhvr>
                                        <p:cTn id="113" dur="500"/>
                                        <p:tgtEl>
                                          <p:spTgt spid="18"/>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9"/>
                                        </p:tgtEl>
                                        <p:attrNameLst>
                                          <p:attrName>style.visibility</p:attrName>
                                        </p:attrNameLst>
                                      </p:cBhvr>
                                      <p:to>
                                        <p:strVal val="visible"/>
                                      </p:to>
                                    </p:set>
                                    <p:animEffect transition="in" filter="wipe(left)">
                                      <p:cBhvr>
                                        <p:cTn id="118" dur="500"/>
                                        <p:tgtEl>
                                          <p:spTgt spid="19"/>
                                        </p:tgtEl>
                                      </p:cBhvr>
                                    </p:animEffect>
                                  </p:childTnLst>
                                </p:cTn>
                              </p:par>
                            </p:childTnLst>
                          </p:cTn>
                        </p:par>
                        <p:par>
                          <p:cTn id="119" fill="hold">
                            <p:stCondLst>
                              <p:cond delay="500"/>
                            </p:stCondLst>
                            <p:childTnLst>
                              <p:par>
                                <p:cTn id="120" presetID="22" presetClass="entr" presetSubtype="8" fill="hold" nodeType="afterEffect">
                                  <p:stCondLst>
                                    <p:cond delay="0"/>
                                  </p:stCondLst>
                                  <p:childTnLst>
                                    <p:set>
                                      <p:cBhvr>
                                        <p:cTn id="121" dur="1" fill="hold">
                                          <p:stCondLst>
                                            <p:cond delay="0"/>
                                          </p:stCondLst>
                                        </p:cTn>
                                        <p:tgtEl>
                                          <p:spTgt spid="20"/>
                                        </p:tgtEl>
                                        <p:attrNameLst>
                                          <p:attrName>style.visibility</p:attrName>
                                        </p:attrNameLst>
                                      </p:cBhvr>
                                      <p:to>
                                        <p:strVal val="visible"/>
                                      </p:to>
                                    </p:set>
                                    <p:animEffect transition="in" filter="wipe(left)">
                                      <p:cBhvr>
                                        <p:cTn id="122" dur="500"/>
                                        <p:tgtEl>
                                          <p:spTgt spid="20"/>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27"/>
                                        </p:tgtEl>
                                        <p:attrNameLst>
                                          <p:attrName>style.visibility</p:attrName>
                                        </p:attrNameLst>
                                      </p:cBhvr>
                                      <p:to>
                                        <p:strVal val="visible"/>
                                      </p:to>
                                    </p:set>
                                    <p:animEffect transition="in" filter="wipe(left)">
                                      <p:cBhvr>
                                        <p:cTn id="127" dur="500"/>
                                        <p:tgtEl>
                                          <p:spTgt spid="27"/>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nodeType="clickEffect">
                                  <p:stCondLst>
                                    <p:cond delay="0"/>
                                  </p:stCondLst>
                                  <p:childTnLst>
                                    <p:set>
                                      <p:cBhvr>
                                        <p:cTn id="131" dur="1" fill="hold">
                                          <p:stCondLst>
                                            <p:cond delay="0"/>
                                          </p:stCondLst>
                                        </p:cTn>
                                        <p:tgtEl>
                                          <p:spTgt spid="21"/>
                                        </p:tgtEl>
                                        <p:attrNameLst>
                                          <p:attrName>style.visibility</p:attrName>
                                        </p:attrNameLst>
                                      </p:cBhvr>
                                      <p:to>
                                        <p:strVal val="visible"/>
                                      </p:to>
                                    </p:set>
                                    <p:animEffect transition="in" filter="wipe(left)">
                                      <p:cBhvr>
                                        <p:cTn id="13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autoUpdateAnimBg="0"/>
      <p:bldP spid="7" grpId="0" bldLvl="0" animBg="1"/>
      <p:bldP spid="8" grpId="0" bldLvl="0" animBg="1"/>
      <p:bldP spid="9" grpId="0" bldLvl="0" animBg="1"/>
      <p:bldP spid="11" grpId="0" bldLvl="0" animBg="1"/>
      <p:bldP spid="13" grpId="0" bldLvl="0" animBg="1"/>
      <p:bldP spid="14" grpId="0" bldLvl="0" animBg="1"/>
      <p:bldP spid="16" grpId="0" bldLvl="0" animBg="1" autoUpdateAnimBg="0"/>
      <p:bldP spid="17" grpId="0" bldLvl="0" animBg="1" autoUpdateAnimBg="0"/>
      <p:bldP spid="19" grpId="0" bldLvl="0" animBg="1" autoUpdateAnimBg="0"/>
      <p:bldP spid="25" grpId="0" bldLvl="0" animBg="1"/>
      <p:bldP spid="26" grpId="0" bldLvl="0" animBg="1" autoUpdateAnimBg="0"/>
      <p:bldP spid="28" grpId="0" bldLvl="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2063750" y="854710"/>
            <a:ext cx="1212850"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注意</a:t>
            </a:r>
            <a:r>
              <a:rPr lang="en-US" altLang="zh-CN" sz="3200" b="1"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3200" b="1"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 name="Text Box 3"/>
          <p:cNvSpPr txBox="1">
            <a:spLocks noChangeArrowheads="1"/>
          </p:cNvSpPr>
          <p:nvPr/>
        </p:nvSpPr>
        <p:spPr bwMode="auto">
          <a:xfrm>
            <a:off x="2063750" y="1614170"/>
            <a:ext cx="795528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2.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无穷大不是很大的数</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它是描述函数的一种状态</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Text Box 4"/>
          <p:cNvSpPr txBox="1">
            <a:spLocks noChangeArrowheads="1"/>
          </p:cNvSpPr>
          <p:nvPr/>
        </p:nvSpPr>
        <p:spPr bwMode="auto">
          <a:xfrm>
            <a:off x="2063750" y="2360613"/>
            <a:ext cx="7620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3.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函数为无穷大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必定无界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但反之不真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Text Box 5"/>
          <p:cNvSpPr txBox="1">
            <a:spLocks noChangeArrowheads="1"/>
          </p:cNvSpPr>
          <p:nvPr/>
        </p:nvSpPr>
        <p:spPr bwMode="auto">
          <a:xfrm>
            <a:off x="2351405" y="2992438"/>
            <a:ext cx="2286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rPr>
              <a:t>例如</a:t>
            </a:r>
            <a:r>
              <a:rPr kumimoji="1" lang="en-US" altLang="zh-CN" sz="2800" b="1" dirty="0">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rPr>
              <a:t>,</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函数</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6" name="Object 6"/>
          <p:cNvGraphicFramePr>
            <a:graphicFrameLocks noChangeAspect="1"/>
          </p:cNvGraphicFramePr>
          <p:nvPr/>
        </p:nvGraphicFramePr>
        <p:xfrm>
          <a:off x="4269870" y="3076209"/>
          <a:ext cx="4101840" cy="393480"/>
        </p:xfrm>
        <a:graphic>
          <a:graphicData uri="http://schemas.openxmlformats.org/presentationml/2006/ole">
            <mc:AlternateContent xmlns:mc="http://schemas.openxmlformats.org/markup-compatibility/2006">
              <mc:Choice xmlns:v="urn:schemas-microsoft-com:vml" Requires="v">
                <p:oleObj spid="_x0000_s44033" name="Equation" r:id="rId1" imgW="98450400" imgH="9448800" progId="Equation.DSMT4">
                  <p:embed/>
                </p:oleObj>
              </mc:Choice>
              <mc:Fallback>
                <p:oleObj name="Equation" r:id="rId1" imgW="98450400" imgH="9448800" progId="Equation.DSMT4">
                  <p:embed/>
                  <p:pic>
                    <p:nvPicPr>
                      <p:cNvPr id="0" name="图片 44032"/>
                      <p:cNvPicPr>
                        <a:picLocks noChangeAspect="1"/>
                      </p:cNvPicPr>
                      <p:nvPr/>
                    </p:nvPicPr>
                    <p:blipFill>
                      <a:blip r:embed="rId2">
                        <a:biLevel thresh="50000"/>
                        <a:grayscl/>
                      </a:blip>
                      <a:stretch>
                        <a:fillRect/>
                      </a:stretch>
                    </p:blipFill>
                    <p:spPr>
                      <a:xfrm>
                        <a:off x="4269870" y="3076209"/>
                        <a:ext cx="4101840" cy="393480"/>
                      </a:xfrm>
                      <a:prstGeom prst="rect">
                        <a:avLst/>
                      </a:prstGeom>
                      <a:noFill/>
                      <a:ln w="9525">
                        <a:noFill/>
                      </a:ln>
                    </p:spPr>
                  </p:pic>
                </p:oleObj>
              </mc:Fallback>
            </mc:AlternateContent>
          </a:graphicData>
        </a:graphic>
      </p:graphicFrame>
      <p:graphicFrame>
        <p:nvGraphicFramePr>
          <p:cNvPr id="7" name="Object 7"/>
          <p:cNvGraphicFramePr>
            <a:graphicFrameLocks noChangeAspect="1"/>
          </p:cNvGraphicFramePr>
          <p:nvPr/>
        </p:nvGraphicFramePr>
        <p:xfrm>
          <a:off x="3294559" y="3624276"/>
          <a:ext cx="1396800" cy="393480"/>
        </p:xfrm>
        <a:graphic>
          <a:graphicData uri="http://schemas.openxmlformats.org/presentationml/2006/ole">
            <mc:AlternateContent xmlns:mc="http://schemas.openxmlformats.org/markup-compatibility/2006">
              <mc:Choice xmlns:v="urn:schemas-microsoft-com:vml" Requires="v">
                <p:oleObj spid="_x0000_s44034" name="Equation" r:id="rId3" imgW="33528000" imgH="9448800" progId="Equation.DSMT4">
                  <p:embed/>
                </p:oleObj>
              </mc:Choice>
              <mc:Fallback>
                <p:oleObj name="Equation" r:id="rId3" imgW="33528000" imgH="9448800" progId="Equation.DSMT4">
                  <p:embed/>
                  <p:pic>
                    <p:nvPicPr>
                      <p:cNvPr id="0" name="图片 44033"/>
                      <p:cNvPicPr>
                        <a:picLocks noChangeAspect="1"/>
                      </p:cNvPicPr>
                      <p:nvPr/>
                    </p:nvPicPr>
                    <p:blipFill>
                      <a:blip r:embed="rId4">
                        <a:biLevel thresh="50000"/>
                        <a:grayscl/>
                      </a:blip>
                      <a:stretch>
                        <a:fillRect/>
                      </a:stretch>
                    </p:blipFill>
                    <p:spPr>
                      <a:xfrm>
                        <a:off x="3294559" y="3624276"/>
                        <a:ext cx="1396800" cy="393480"/>
                      </a:xfrm>
                      <a:prstGeom prst="rect">
                        <a:avLst/>
                      </a:prstGeom>
                      <a:noFill/>
                      <a:ln w="9525">
                        <a:noFill/>
                      </a:ln>
                    </p:spPr>
                  </p:pic>
                </p:oleObj>
              </mc:Fallback>
            </mc:AlternateContent>
          </a:graphicData>
        </a:graphic>
      </p:graphicFrame>
      <p:graphicFrame>
        <p:nvGraphicFramePr>
          <p:cNvPr id="9" name="Object 9"/>
          <p:cNvGraphicFramePr>
            <a:graphicFrameLocks noChangeAspect="1"/>
          </p:cNvGraphicFramePr>
          <p:nvPr/>
        </p:nvGraphicFramePr>
        <p:xfrm>
          <a:off x="5459006" y="3619753"/>
          <a:ext cx="2070100" cy="393701"/>
        </p:xfrm>
        <a:graphic>
          <a:graphicData uri="http://schemas.openxmlformats.org/presentationml/2006/ole">
            <mc:AlternateContent xmlns:mc="http://schemas.openxmlformats.org/markup-compatibility/2006">
              <mc:Choice xmlns:v="urn:schemas-microsoft-com:vml" Requires="v">
                <p:oleObj spid="_x0000_s44035" name="Equation" r:id="rId5" imgW="49682400" imgH="9448800" progId="Equation.DSMT4">
                  <p:embed/>
                </p:oleObj>
              </mc:Choice>
              <mc:Fallback>
                <p:oleObj name="Equation" r:id="rId5" imgW="49682400" imgH="9448800" progId="Equation.DSMT4">
                  <p:embed/>
                  <p:pic>
                    <p:nvPicPr>
                      <p:cNvPr id="0" name="图片 44034"/>
                      <p:cNvPicPr>
                        <a:picLocks noChangeAspect="1"/>
                      </p:cNvPicPr>
                      <p:nvPr/>
                    </p:nvPicPr>
                    <p:blipFill>
                      <a:blip r:embed="rId6">
                        <a:biLevel thresh="50000"/>
                        <a:grayscl/>
                      </a:blip>
                      <a:stretch>
                        <a:fillRect/>
                      </a:stretch>
                    </p:blipFill>
                    <p:spPr>
                      <a:xfrm>
                        <a:off x="5459006" y="3619753"/>
                        <a:ext cx="2070100" cy="393701"/>
                      </a:xfrm>
                      <a:prstGeom prst="rect">
                        <a:avLst/>
                      </a:prstGeom>
                      <a:noFill/>
                      <a:ln w="9525">
                        <a:noFill/>
                      </a:ln>
                    </p:spPr>
                  </p:pic>
                </p:oleObj>
              </mc:Fallback>
            </mc:AlternateContent>
          </a:graphicData>
        </a:graphic>
      </p:graphicFrame>
      <p:graphicFrame>
        <p:nvGraphicFramePr>
          <p:cNvPr id="11" name="Object 11"/>
          <p:cNvGraphicFramePr>
            <a:graphicFrameLocks noChangeAspect="1"/>
          </p:cNvGraphicFramePr>
          <p:nvPr/>
        </p:nvGraphicFramePr>
        <p:xfrm>
          <a:off x="4735315" y="3619083"/>
          <a:ext cx="609480" cy="393480"/>
        </p:xfrm>
        <a:graphic>
          <a:graphicData uri="http://schemas.openxmlformats.org/presentationml/2006/ole">
            <mc:AlternateContent xmlns:mc="http://schemas.openxmlformats.org/markup-compatibility/2006">
              <mc:Choice xmlns:v="urn:schemas-microsoft-com:vml" Requires="v">
                <p:oleObj spid="_x0000_s44036" name="Equation" r:id="rId7" imgW="14630400" imgH="9448800" progId="Equation.DSMT4">
                  <p:embed/>
                </p:oleObj>
              </mc:Choice>
              <mc:Fallback>
                <p:oleObj name="Equation" r:id="rId7" imgW="14630400" imgH="9448800" progId="Equation.DSMT4">
                  <p:embed/>
                  <p:pic>
                    <p:nvPicPr>
                      <p:cNvPr id="0" name="图片 44035"/>
                      <p:cNvPicPr>
                        <a:picLocks noChangeAspect="1"/>
                      </p:cNvPicPr>
                      <p:nvPr/>
                    </p:nvPicPr>
                    <p:blipFill>
                      <a:blip r:embed="rId8">
                        <a:biLevel thresh="50000"/>
                        <a:grayscl/>
                      </a:blip>
                      <a:stretch>
                        <a:fillRect/>
                      </a:stretch>
                    </p:blipFill>
                    <p:spPr>
                      <a:xfrm>
                        <a:off x="4735315" y="3619083"/>
                        <a:ext cx="609480" cy="393480"/>
                      </a:xfrm>
                      <a:prstGeom prst="rect">
                        <a:avLst/>
                      </a:prstGeom>
                      <a:noFill/>
                      <a:ln w="9525">
                        <a:noFill/>
                      </a:ln>
                    </p:spPr>
                  </p:pic>
                </p:oleObj>
              </mc:Fallback>
            </mc:AlternateContent>
          </a:graphicData>
        </a:graphic>
      </p:graphicFrame>
      <p:sp>
        <p:nvSpPr>
          <p:cNvPr id="12" name="Text Box 12"/>
          <p:cNvSpPr txBox="1">
            <a:spLocks noChangeArrowheads="1"/>
          </p:cNvSpPr>
          <p:nvPr/>
        </p:nvSpPr>
        <p:spPr bwMode="auto">
          <a:xfrm>
            <a:off x="2608580" y="4246880"/>
            <a:ext cx="914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但</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3" name="Object 13"/>
          <p:cNvGraphicFramePr>
            <a:graphicFrameLocks noChangeAspect="1"/>
          </p:cNvGraphicFramePr>
          <p:nvPr/>
        </p:nvGraphicFramePr>
        <p:xfrm>
          <a:off x="3224734" y="4278547"/>
          <a:ext cx="1955520" cy="431640"/>
        </p:xfrm>
        <a:graphic>
          <a:graphicData uri="http://schemas.openxmlformats.org/presentationml/2006/ole">
            <mc:AlternateContent xmlns:mc="http://schemas.openxmlformats.org/markup-compatibility/2006">
              <mc:Choice xmlns:v="urn:schemas-microsoft-com:vml" Requires="v">
                <p:oleObj spid="_x0000_s44037" name="Equation" r:id="rId9" imgW="46939200" imgH="10363200" progId="Equation.DSMT4">
                  <p:embed/>
                </p:oleObj>
              </mc:Choice>
              <mc:Fallback>
                <p:oleObj name="Equation" r:id="rId9" imgW="46939200" imgH="10363200" progId="Equation.DSMT4">
                  <p:embed/>
                  <p:pic>
                    <p:nvPicPr>
                      <p:cNvPr id="0" name="图片 44036"/>
                      <p:cNvPicPr>
                        <a:picLocks noChangeAspect="1"/>
                      </p:cNvPicPr>
                      <p:nvPr/>
                    </p:nvPicPr>
                    <p:blipFill>
                      <a:blip r:embed="rId10">
                        <a:biLevel thresh="50000"/>
                        <a:grayscl/>
                      </a:blip>
                      <a:stretch>
                        <a:fillRect/>
                      </a:stretch>
                    </p:blipFill>
                    <p:spPr>
                      <a:xfrm>
                        <a:off x="3224734" y="4278547"/>
                        <a:ext cx="1955520" cy="431640"/>
                      </a:xfrm>
                      <a:prstGeom prst="rect">
                        <a:avLst/>
                      </a:prstGeom>
                      <a:noFill/>
                      <a:ln w="9525">
                        <a:noFill/>
                      </a:ln>
                    </p:spPr>
                  </p:pic>
                </p:oleObj>
              </mc:Fallback>
            </mc:AlternateContent>
          </a:graphicData>
        </a:graphic>
      </p:graphicFrame>
      <p:grpSp>
        <p:nvGrpSpPr>
          <p:cNvPr id="14" name="Group 14"/>
          <p:cNvGrpSpPr/>
          <p:nvPr/>
        </p:nvGrpSpPr>
        <p:grpSpPr bwMode="auto">
          <a:xfrm>
            <a:off x="2225675" y="4881250"/>
            <a:ext cx="2806700" cy="522288"/>
            <a:chOff x="2592" y="3216"/>
            <a:chExt cx="1768" cy="329"/>
          </a:xfrm>
        </p:grpSpPr>
        <p:sp>
          <p:nvSpPr>
            <p:cNvPr id="15" name="Text Box 15"/>
            <p:cNvSpPr txBox="1">
              <a:spLocks noChangeArrowheads="1"/>
            </p:cNvSpPr>
            <p:nvPr/>
          </p:nvSpPr>
          <p:spPr bwMode="auto">
            <a:xfrm>
              <a:off x="2592" y="3216"/>
              <a:ext cx="864"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所以</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6" name="Object 16"/>
            <p:cNvGraphicFramePr>
              <a:graphicFrameLocks noChangeAspect="1"/>
            </p:cNvGraphicFramePr>
            <p:nvPr/>
          </p:nvGraphicFramePr>
          <p:xfrm>
            <a:off x="3112" y="3308"/>
            <a:ext cx="624" cy="200"/>
          </p:xfrm>
          <a:graphic>
            <a:graphicData uri="http://schemas.openxmlformats.org/presentationml/2006/ole">
              <mc:AlternateContent xmlns:mc="http://schemas.openxmlformats.org/markup-compatibility/2006">
                <mc:Choice xmlns:v="urn:schemas-microsoft-com:vml" Requires="v">
                  <p:oleObj spid="_x0000_s44038" name="Equation" r:id="rId11" imgW="23774400" imgH="7620000" progId="Equation.DSMT4">
                    <p:embed/>
                  </p:oleObj>
                </mc:Choice>
                <mc:Fallback>
                  <p:oleObj name="Equation" r:id="rId11" imgW="23774400" imgH="7620000" progId="Equation.DSMT4">
                    <p:embed/>
                    <p:pic>
                      <p:nvPicPr>
                        <p:cNvPr id="0" name="图片 44037"/>
                        <p:cNvPicPr>
                          <a:picLocks noChangeAspect="1"/>
                        </p:cNvPicPr>
                        <p:nvPr/>
                      </p:nvPicPr>
                      <p:blipFill>
                        <a:blip r:embed="rId12">
                          <a:biLevel thresh="50000"/>
                          <a:grayscl/>
                        </a:blip>
                        <a:stretch>
                          <a:fillRect/>
                        </a:stretch>
                      </p:blipFill>
                      <p:spPr>
                        <a:xfrm>
                          <a:off x="3112" y="3308"/>
                          <a:ext cx="624" cy="200"/>
                        </a:xfrm>
                        <a:prstGeom prst="rect">
                          <a:avLst/>
                        </a:prstGeom>
                        <a:noFill/>
                        <a:ln w="9525">
                          <a:noFill/>
                        </a:ln>
                      </p:spPr>
                    </p:pic>
                  </p:oleObj>
                </mc:Fallback>
              </mc:AlternateContent>
            </a:graphicData>
          </a:graphic>
        </p:graphicFrame>
        <p:sp>
          <p:nvSpPr>
            <p:cNvPr id="17" name="Text Box 17"/>
            <p:cNvSpPr txBox="1">
              <a:spLocks noChangeArrowheads="1"/>
            </p:cNvSpPr>
            <p:nvPr/>
          </p:nvSpPr>
          <p:spPr bwMode="auto">
            <a:xfrm>
              <a:off x="3736" y="3216"/>
              <a:ext cx="624"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时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grpSp>
      <p:graphicFrame>
        <p:nvGraphicFramePr>
          <p:cNvPr id="18" name="Object 18"/>
          <p:cNvGraphicFramePr>
            <a:graphicFrameLocks noChangeAspect="1"/>
          </p:cNvGraphicFramePr>
          <p:nvPr/>
        </p:nvGraphicFramePr>
        <p:xfrm>
          <a:off x="4735102" y="4920933"/>
          <a:ext cx="723900" cy="393700"/>
        </p:xfrm>
        <a:graphic>
          <a:graphicData uri="http://schemas.openxmlformats.org/presentationml/2006/ole">
            <mc:AlternateContent xmlns:mc="http://schemas.openxmlformats.org/markup-compatibility/2006">
              <mc:Choice xmlns:v="urn:schemas-microsoft-com:vml" Requires="v">
                <p:oleObj spid="_x0000_s44039" name="Equation" r:id="rId13" imgW="17373600" imgH="9448800" progId="Equation.DSMT4">
                  <p:embed/>
                </p:oleObj>
              </mc:Choice>
              <mc:Fallback>
                <p:oleObj name="Equation" r:id="rId13" imgW="17373600" imgH="9448800" progId="Equation.DSMT4">
                  <p:embed/>
                  <p:pic>
                    <p:nvPicPr>
                      <p:cNvPr id="0" name="图片 44038"/>
                      <p:cNvPicPr>
                        <a:picLocks noChangeAspect="1"/>
                      </p:cNvPicPr>
                      <p:nvPr/>
                    </p:nvPicPr>
                    <p:blipFill>
                      <a:blip r:embed="rId14">
                        <a:biLevel thresh="50000"/>
                        <a:grayscl/>
                      </a:blip>
                      <a:stretch>
                        <a:fillRect/>
                      </a:stretch>
                    </p:blipFill>
                    <p:spPr>
                      <a:xfrm>
                        <a:off x="4735102" y="4920933"/>
                        <a:ext cx="723900" cy="393700"/>
                      </a:xfrm>
                      <a:prstGeom prst="rect">
                        <a:avLst/>
                      </a:prstGeom>
                      <a:noFill/>
                      <a:ln w="9525">
                        <a:noFill/>
                      </a:ln>
                    </p:spPr>
                  </p:pic>
                </p:oleObj>
              </mc:Fallback>
            </mc:AlternateContent>
          </a:graphicData>
        </a:graphic>
      </p:graphicFrame>
      <p:sp>
        <p:nvSpPr>
          <p:cNvPr id="19" name="Text Box 19"/>
          <p:cNvSpPr txBox="1">
            <a:spLocks noChangeArrowheads="1"/>
          </p:cNvSpPr>
          <p:nvPr/>
        </p:nvSpPr>
        <p:spPr bwMode="auto">
          <a:xfrm>
            <a:off x="5403850" y="4856798"/>
            <a:ext cx="2743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不是无穷大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20" name="Group 20"/>
          <p:cNvGrpSpPr/>
          <p:nvPr/>
        </p:nvGrpSpPr>
        <p:grpSpPr bwMode="auto">
          <a:xfrm>
            <a:off x="8360410" y="4453890"/>
            <a:ext cx="1866900" cy="1466850"/>
            <a:chOff x="3624" y="2436"/>
            <a:chExt cx="1176" cy="924"/>
          </a:xfrm>
        </p:grpSpPr>
        <p:sp>
          <p:nvSpPr>
            <p:cNvPr id="21" name="Freeform 21"/>
            <p:cNvSpPr/>
            <p:nvPr/>
          </p:nvSpPr>
          <p:spPr bwMode="auto">
            <a:xfrm>
              <a:off x="4212" y="2790"/>
              <a:ext cx="336" cy="294"/>
            </a:xfrm>
            <a:custGeom>
              <a:avLst/>
              <a:gdLst>
                <a:gd name="T0" fmla="*/ 6 w 336"/>
                <a:gd name="T1" fmla="*/ 102 h 294"/>
                <a:gd name="T2" fmla="*/ 12 w 336"/>
                <a:gd name="T3" fmla="*/ 96 h 294"/>
                <a:gd name="T4" fmla="*/ 18 w 336"/>
                <a:gd name="T5" fmla="*/ 90 h 294"/>
                <a:gd name="T6" fmla="*/ 24 w 336"/>
                <a:gd name="T7" fmla="*/ 90 h 294"/>
                <a:gd name="T8" fmla="*/ 30 w 336"/>
                <a:gd name="T9" fmla="*/ 84 h 294"/>
                <a:gd name="T10" fmla="*/ 36 w 336"/>
                <a:gd name="T11" fmla="*/ 78 h 294"/>
                <a:gd name="T12" fmla="*/ 42 w 336"/>
                <a:gd name="T13" fmla="*/ 78 h 294"/>
                <a:gd name="T14" fmla="*/ 54 w 336"/>
                <a:gd name="T15" fmla="*/ 78 h 294"/>
                <a:gd name="T16" fmla="*/ 60 w 336"/>
                <a:gd name="T17" fmla="*/ 78 h 294"/>
                <a:gd name="T18" fmla="*/ 66 w 336"/>
                <a:gd name="T19" fmla="*/ 78 h 294"/>
                <a:gd name="T20" fmla="*/ 72 w 336"/>
                <a:gd name="T21" fmla="*/ 78 h 294"/>
                <a:gd name="T22" fmla="*/ 78 w 336"/>
                <a:gd name="T23" fmla="*/ 84 h 294"/>
                <a:gd name="T24" fmla="*/ 84 w 336"/>
                <a:gd name="T25" fmla="*/ 90 h 294"/>
                <a:gd name="T26" fmla="*/ 90 w 336"/>
                <a:gd name="T27" fmla="*/ 96 h 294"/>
                <a:gd name="T28" fmla="*/ 96 w 336"/>
                <a:gd name="T29" fmla="*/ 102 h 294"/>
                <a:gd name="T30" fmla="*/ 102 w 336"/>
                <a:gd name="T31" fmla="*/ 108 h 294"/>
                <a:gd name="T32" fmla="*/ 108 w 336"/>
                <a:gd name="T33" fmla="*/ 120 h 294"/>
                <a:gd name="T34" fmla="*/ 114 w 336"/>
                <a:gd name="T35" fmla="*/ 126 h 294"/>
                <a:gd name="T36" fmla="*/ 126 w 336"/>
                <a:gd name="T37" fmla="*/ 138 h 294"/>
                <a:gd name="T38" fmla="*/ 132 w 336"/>
                <a:gd name="T39" fmla="*/ 150 h 294"/>
                <a:gd name="T40" fmla="*/ 138 w 336"/>
                <a:gd name="T41" fmla="*/ 162 h 294"/>
                <a:gd name="T42" fmla="*/ 144 w 336"/>
                <a:gd name="T43" fmla="*/ 180 h 294"/>
                <a:gd name="T44" fmla="*/ 150 w 336"/>
                <a:gd name="T45" fmla="*/ 192 h 294"/>
                <a:gd name="T46" fmla="*/ 156 w 336"/>
                <a:gd name="T47" fmla="*/ 204 h 294"/>
                <a:gd name="T48" fmla="*/ 162 w 336"/>
                <a:gd name="T49" fmla="*/ 216 h 294"/>
                <a:gd name="T50" fmla="*/ 168 w 336"/>
                <a:gd name="T51" fmla="*/ 228 h 294"/>
                <a:gd name="T52" fmla="*/ 174 w 336"/>
                <a:gd name="T53" fmla="*/ 240 h 294"/>
                <a:gd name="T54" fmla="*/ 180 w 336"/>
                <a:gd name="T55" fmla="*/ 252 h 294"/>
                <a:gd name="T56" fmla="*/ 186 w 336"/>
                <a:gd name="T57" fmla="*/ 264 h 294"/>
                <a:gd name="T58" fmla="*/ 198 w 336"/>
                <a:gd name="T59" fmla="*/ 270 h 294"/>
                <a:gd name="T60" fmla="*/ 204 w 336"/>
                <a:gd name="T61" fmla="*/ 282 h 294"/>
                <a:gd name="T62" fmla="*/ 210 w 336"/>
                <a:gd name="T63" fmla="*/ 288 h 294"/>
                <a:gd name="T64" fmla="*/ 216 w 336"/>
                <a:gd name="T65" fmla="*/ 288 h 294"/>
                <a:gd name="T66" fmla="*/ 222 w 336"/>
                <a:gd name="T67" fmla="*/ 294 h 294"/>
                <a:gd name="T68" fmla="*/ 228 w 336"/>
                <a:gd name="T69" fmla="*/ 294 h 294"/>
                <a:gd name="T70" fmla="*/ 234 w 336"/>
                <a:gd name="T71" fmla="*/ 288 h 294"/>
                <a:gd name="T72" fmla="*/ 240 w 336"/>
                <a:gd name="T73" fmla="*/ 282 h 294"/>
                <a:gd name="T74" fmla="*/ 246 w 336"/>
                <a:gd name="T75" fmla="*/ 276 h 294"/>
                <a:gd name="T76" fmla="*/ 252 w 336"/>
                <a:gd name="T77" fmla="*/ 270 h 294"/>
                <a:gd name="T78" fmla="*/ 264 w 336"/>
                <a:gd name="T79" fmla="*/ 258 h 294"/>
                <a:gd name="T80" fmla="*/ 270 w 336"/>
                <a:gd name="T81" fmla="*/ 246 h 294"/>
                <a:gd name="T82" fmla="*/ 276 w 336"/>
                <a:gd name="T83" fmla="*/ 228 h 294"/>
                <a:gd name="T84" fmla="*/ 282 w 336"/>
                <a:gd name="T85" fmla="*/ 210 h 294"/>
                <a:gd name="T86" fmla="*/ 288 w 336"/>
                <a:gd name="T87" fmla="*/ 186 h 294"/>
                <a:gd name="T88" fmla="*/ 294 w 336"/>
                <a:gd name="T89" fmla="*/ 168 h 294"/>
                <a:gd name="T90" fmla="*/ 300 w 336"/>
                <a:gd name="T91" fmla="*/ 144 h 294"/>
                <a:gd name="T92" fmla="*/ 306 w 336"/>
                <a:gd name="T93" fmla="*/ 114 h 294"/>
                <a:gd name="T94" fmla="*/ 312 w 336"/>
                <a:gd name="T95" fmla="*/ 90 h 294"/>
                <a:gd name="T96" fmla="*/ 318 w 336"/>
                <a:gd name="T97" fmla="*/ 60 h 294"/>
                <a:gd name="T98" fmla="*/ 324 w 336"/>
                <a:gd name="T99" fmla="*/ 36 h 294"/>
                <a:gd name="T100" fmla="*/ 336 w 336"/>
                <a:gd name="T101" fmla="*/ 6 h 2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36" h="294">
                  <a:moveTo>
                    <a:pt x="0" y="108"/>
                  </a:moveTo>
                  <a:lnTo>
                    <a:pt x="0" y="108"/>
                  </a:lnTo>
                  <a:lnTo>
                    <a:pt x="6" y="102"/>
                  </a:lnTo>
                  <a:lnTo>
                    <a:pt x="12" y="102"/>
                  </a:lnTo>
                  <a:lnTo>
                    <a:pt x="12" y="96"/>
                  </a:lnTo>
                  <a:lnTo>
                    <a:pt x="18" y="96"/>
                  </a:lnTo>
                  <a:lnTo>
                    <a:pt x="18" y="90"/>
                  </a:lnTo>
                  <a:lnTo>
                    <a:pt x="24" y="90"/>
                  </a:lnTo>
                  <a:lnTo>
                    <a:pt x="30" y="84"/>
                  </a:lnTo>
                  <a:lnTo>
                    <a:pt x="36" y="84"/>
                  </a:lnTo>
                  <a:lnTo>
                    <a:pt x="36" y="78"/>
                  </a:lnTo>
                  <a:lnTo>
                    <a:pt x="42" y="78"/>
                  </a:lnTo>
                  <a:lnTo>
                    <a:pt x="48" y="78"/>
                  </a:lnTo>
                  <a:lnTo>
                    <a:pt x="54" y="78"/>
                  </a:lnTo>
                  <a:lnTo>
                    <a:pt x="60" y="78"/>
                  </a:lnTo>
                  <a:lnTo>
                    <a:pt x="66" y="78"/>
                  </a:lnTo>
                  <a:lnTo>
                    <a:pt x="72" y="78"/>
                  </a:lnTo>
                  <a:lnTo>
                    <a:pt x="72" y="84"/>
                  </a:lnTo>
                  <a:lnTo>
                    <a:pt x="78" y="84"/>
                  </a:lnTo>
                  <a:lnTo>
                    <a:pt x="84" y="84"/>
                  </a:lnTo>
                  <a:lnTo>
                    <a:pt x="84" y="90"/>
                  </a:lnTo>
                  <a:lnTo>
                    <a:pt x="90" y="90"/>
                  </a:lnTo>
                  <a:lnTo>
                    <a:pt x="90" y="96"/>
                  </a:lnTo>
                  <a:lnTo>
                    <a:pt x="96" y="96"/>
                  </a:lnTo>
                  <a:lnTo>
                    <a:pt x="96" y="102"/>
                  </a:lnTo>
                  <a:lnTo>
                    <a:pt x="102" y="102"/>
                  </a:lnTo>
                  <a:lnTo>
                    <a:pt x="102" y="108"/>
                  </a:lnTo>
                  <a:lnTo>
                    <a:pt x="108" y="114"/>
                  </a:lnTo>
                  <a:lnTo>
                    <a:pt x="108" y="120"/>
                  </a:lnTo>
                  <a:lnTo>
                    <a:pt x="114" y="120"/>
                  </a:lnTo>
                  <a:lnTo>
                    <a:pt x="114" y="126"/>
                  </a:lnTo>
                  <a:lnTo>
                    <a:pt x="120" y="132"/>
                  </a:lnTo>
                  <a:lnTo>
                    <a:pt x="120" y="138"/>
                  </a:lnTo>
                  <a:lnTo>
                    <a:pt x="126" y="138"/>
                  </a:lnTo>
                  <a:lnTo>
                    <a:pt x="126" y="144"/>
                  </a:lnTo>
                  <a:lnTo>
                    <a:pt x="126" y="150"/>
                  </a:lnTo>
                  <a:lnTo>
                    <a:pt x="132" y="150"/>
                  </a:lnTo>
                  <a:lnTo>
                    <a:pt x="132" y="156"/>
                  </a:lnTo>
                  <a:lnTo>
                    <a:pt x="132" y="162"/>
                  </a:lnTo>
                  <a:lnTo>
                    <a:pt x="138" y="162"/>
                  </a:lnTo>
                  <a:lnTo>
                    <a:pt x="138" y="168"/>
                  </a:lnTo>
                  <a:lnTo>
                    <a:pt x="138" y="174"/>
                  </a:lnTo>
                  <a:lnTo>
                    <a:pt x="144" y="174"/>
                  </a:lnTo>
                  <a:lnTo>
                    <a:pt x="144" y="180"/>
                  </a:lnTo>
                  <a:lnTo>
                    <a:pt x="144" y="186"/>
                  </a:lnTo>
                  <a:lnTo>
                    <a:pt x="150" y="186"/>
                  </a:lnTo>
                  <a:lnTo>
                    <a:pt x="150" y="192"/>
                  </a:lnTo>
                  <a:lnTo>
                    <a:pt x="150" y="198"/>
                  </a:lnTo>
                  <a:lnTo>
                    <a:pt x="156" y="198"/>
                  </a:lnTo>
                  <a:lnTo>
                    <a:pt x="156" y="204"/>
                  </a:lnTo>
                  <a:lnTo>
                    <a:pt x="156" y="210"/>
                  </a:lnTo>
                  <a:lnTo>
                    <a:pt x="162" y="210"/>
                  </a:lnTo>
                  <a:lnTo>
                    <a:pt x="162" y="216"/>
                  </a:lnTo>
                  <a:lnTo>
                    <a:pt x="162" y="222"/>
                  </a:lnTo>
                  <a:lnTo>
                    <a:pt x="168" y="222"/>
                  </a:lnTo>
                  <a:lnTo>
                    <a:pt x="168" y="228"/>
                  </a:lnTo>
                  <a:lnTo>
                    <a:pt x="168" y="234"/>
                  </a:lnTo>
                  <a:lnTo>
                    <a:pt x="174" y="234"/>
                  </a:lnTo>
                  <a:lnTo>
                    <a:pt x="174" y="240"/>
                  </a:lnTo>
                  <a:lnTo>
                    <a:pt x="180" y="246"/>
                  </a:lnTo>
                  <a:lnTo>
                    <a:pt x="180" y="252"/>
                  </a:lnTo>
                  <a:lnTo>
                    <a:pt x="186" y="258"/>
                  </a:lnTo>
                  <a:lnTo>
                    <a:pt x="186" y="264"/>
                  </a:lnTo>
                  <a:lnTo>
                    <a:pt x="192" y="264"/>
                  </a:lnTo>
                  <a:lnTo>
                    <a:pt x="192" y="270"/>
                  </a:lnTo>
                  <a:lnTo>
                    <a:pt x="198" y="270"/>
                  </a:lnTo>
                  <a:lnTo>
                    <a:pt x="198" y="276"/>
                  </a:lnTo>
                  <a:lnTo>
                    <a:pt x="204" y="282"/>
                  </a:lnTo>
                  <a:lnTo>
                    <a:pt x="210" y="282"/>
                  </a:lnTo>
                  <a:lnTo>
                    <a:pt x="210" y="288"/>
                  </a:lnTo>
                  <a:lnTo>
                    <a:pt x="216" y="288"/>
                  </a:lnTo>
                  <a:lnTo>
                    <a:pt x="222" y="294"/>
                  </a:lnTo>
                  <a:lnTo>
                    <a:pt x="228" y="294"/>
                  </a:lnTo>
                  <a:lnTo>
                    <a:pt x="234" y="288"/>
                  </a:lnTo>
                  <a:lnTo>
                    <a:pt x="240" y="288"/>
                  </a:lnTo>
                  <a:lnTo>
                    <a:pt x="240" y="282"/>
                  </a:lnTo>
                  <a:lnTo>
                    <a:pt x="246" y="282"/>
                  </a:lnTo>
                  <a:lnTo>
                    <a:pt x="246" y="276"/>
                  </a:lnTo>
                  <a:lnTo>
                    <a:pt x="252" y="276"/>
                  </a:lnTo>
                  <a:lnTo>
                    <a:pt x="252" y="270"/>
                  </a:lnTo>
                  <a:lnTo>
                    <a:pt x="258" y="264"/>
                  </a:lnTo>
                  <a:lnTo>
                    <a:pt x="258" y="258"/>
                  </a:lnTo>
                  <a:lnTo>
                    <a:pt x="264" y="258"/>
                  </a:lnTo>
                  <a:lnTo>
                    <a:pt x="264" y="252"/>
                  </a:lnTo>
                  <a:lnTo>
                    <a:pt x="264" y="246"/>
                  </a:lnTo>
                  <a:lnTo>
                    <a:pt x="270" y="246"/>
                  </a:lnTo>
                  <a:lnTo>
                    <a:pt x="270" y="240"/>
                  </a:lnTo>
                  <a:lnTo>
                    <a:pt x="270" y="234"/>
                  </a:lnTo>
                  <a:lnTo>
                    <a:pt x="270" y="228"/>
                  </a:lnTo>
                  <a:lnTo>
                    <a:pt x="276" y="228"/>
                  </a:lnTo>
                  <a:lnTo>
                    <a:pt x="276" y="222"/>
                  </a:lnTo>
                  <a:lnTo>
                    <a:pt x="276" y="216"/>
                  </a:lnTo>
                  <a:lnTo>
                    <a:pt x="282" y="210"/>
                  </a:lnTo>
                  <a:lnTo>
                    <a:pt x="282" y="204"/>
                  </a:lnTo>
                  <a:lnTo>
                    <a:pt x="282" y="198"/>
                  </a:lnTo>
                  <a:lnTo>
                    <a:pt x="288" y="192"/>
                  </a:lnTo>
                  <a:lnTo>
                    <a:pt x="288" y="186"/>
                  </a:lnTo>
                  <a:lnTo>
                    <a:pt x="288" y="180"/>
                  </a:lnTo>
                  <a:lnTo>
                    <a:pt x="294" y="174"/>
                  </a:lnTo>
                  <a:lnTo>
                    <a:pt x="294" y="168"/>
                  </a:lnTo>
                  <a:lnTo>
                    <a:pt x="294" y="162"/>
                  </a:lnTo>
                  <a:lnTo>
                    <a:pt x="294" y="156"/>
                  </a:lnTo>
                  <a:lnTo>
                    <a:pt x="300" y="150"/>
                  </a:lnTo>
                  <a:lnTo>
                    <a:pt x="300" y="144"/>
                  </a:lnTo>
                  <a:lnTo>
                    <a:pt x="300" y="138"/>
                  </a:lnTo>
                  <a:lnTo>
                    <a:pt x="306" y="132"/>
                  </a:lnTo>
                  <a:lnTo>
                    <a:pt x="306" y="126"/>
                  </a:lnTo>
                  <a:lnTo>
                    <a:pt x="306" y="120"/>
                  </a:lnTo>
                  <a:lnTo>
                    <a:pt x="306" y="114"/>
                  </a:lnTo>
                  <a:lnTo>
                    <a:pt x="312" y="108"/>
                  </a:lnTo>
                  <a:lnTo>
                    <a:pt x="312" y="102"/>
                  </a:lnTo>
                  <a:lnTo>
                    <a:pt x="312" y="96"/>
                  </a:lnTo>
                  <a:lnTo>
                    <a:pt x="312" y="90"/>
                  </a:lnTo>
                  <a:lnTo>
                    <a:pt x="312" y="84"/>
                  </a:lnTo>
                  <a:lnTo>
                    <a:pt x="318" y="78"/>
                  </a:lnTo>
                  <a:lnTo>
                    <a:pt x="318" y="72"/>
                  </a:lnTo>
                  <a:lnTo>
                    <a:pt x="318" y="66"/>
                  </a:lnTo>
                  <a:lnTo>
                    <a:pt x="318" y="60"/>
                  </a:lnTo>
                  <a:lnTo>
                    <a:pt x="324" y="54"/>
                  </a:lnTo>
                  <a:lnTo>
                    <a:pt x="324" y="48"/>
                  </a:lnTo>
                  <a:lnTo>
                    <a:pt x="324" y="42"/>
                  </a:lnTo>
                  <a:lnTo>
                    <a:pt x="324" y="36"/>
                  </a:lnTo>
                  <a:lnTo>
                    <a:pt x="330" y="30"/>
                  </a:lnTo>
                  <a:lnTo>
                    <a:pt x="330" y="24"/>
                  </a:lnTo>
                  <a:lnTo>
                    <a:pt x="330" y="18"/>
                  </a:lnTo>
                  <a:lnTo>
                    <a:pt x="330" y="12"/>
                  </a:lnTo>
                  <a:lnTo>
                    <a:pt x="336" y="6"/>
                  </a:lnTo>
                  <a:lnTo>
                    <a:pt x="336" y="0"/>
                  </a:lnTo>
                </a:path>
              </a:pathLst>
            </a:custGeom>
            <a:noFill/>
            <a:ln w="19050">
              <a:solidFill>
                <a:schemeClr val="accent2"/>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2" name="Freeform 22"/>
            <p:cNvSpPr/>
            <p:nvPr/>
          </p:nvSpPr>
          <p:spPr bwMode="auto">
            <a:xfrm>
              <a:off x="4548" y="2544"/>
              <a:ext cx="252" cy="816"/>
            </a:xfrm>
            <a:custGeom>
              <a:avLst/>
              <a:gdLst>
                <a:gd name="T0" fmla="*/ 0 w 252"/>
                <a:gd name="T1" fmla="*/ 228 h 816"/>
                <a:gd name="T2" fmla="*/ 6 w 252"/>
                <a:gd name="T3" fmla="*/ 204 h 816"/>
                <a:gd name="T4" fmla="*/ 12 w 252"/>
                <a:gd name="T5" fmla="*/ 186 h 816"/>
                <a:gd name="T6" fmla="*/ 18 w 252"/>
                <a:gd name="T7" fmla="*/ 162 h 816"/>
                <a:gd name="T8" fmla="*/ 24 w 252"/>
                <a:gd name="T9" fmla="*/ 138 h 816"/>
                <a:gd name="T10" fmla="*/ 30 w 252"/>
                <a:gd name="T11" fmla="*/ 120 h 816"/>
                <a:gd name="T12" fmla="*/ 36 w 252"/>
                <a:gd name="T13" fmla="*/ 102 h 816"/>
                <a:gd name="T14" fmla="*/ 42 w 252"/>
                <a:gd name="T15" fmla="*/ 84 h 816"/>
                <a:gd name="T16" fmla="*/ 42 w 252"/>
                <a:gd name="T17" fmla="*/ 66 h 816"/>
                <a:gd name="T18" fmla="*/ 48 w 252"/>
                <a:gd name="T19" fmla="*/ 54 h 816"/>
                <a:gd name="T20" fmla="*/ 54 w 252"/>
                <a:gd name="T21" fmla="*/ 36 h 816"/>
                <a:gd name="T22" fmla="*/ 60 w 252"/>
                <a:gd name="T23" fmla="*/ 24 h 816"/>
                <a:gd name="T24" fmla="*/ 66 w 252"/>
                <a:gd name="T25" fmla="*/ 18 h 816"/>
                <a:gd name="T26" fmla="*/ 72 w 252"/>
                <a:gd name="T27" fmla="*/ 6 h 816"/>
                <a:gd name="T28" fmla="*/ 78 w 252"/>
                <a:gd name="T29" fmla="*/ 0 h 816"/>
                <a:gd name="T30" fmla="*/ 84 w 252"/>
                <a:gd name="T31" fmla="*/ 0 h 816"/>
                <a:gd name="T32" fmla="*/ 84 w 252"/>
                <a:gd name="T33" fmla="*/ 0 h 816"/>
                <a:gd name="T34" fmla="*/ 90 w 252"/>
                <a:gd name="T35" fmla="*/ 0 h 816"/>
                <a:gd name="T36" fmla="*/ 96 w 252"/>
                <a:gd name="T37" fmla="*/ 0 h 816"/>
                <a:gd name="T38" fmla="*/ 102 w 252"/>
                <a:gd name="T39" fmla="*/ 6 h 816"/>
                <a:gd name="T40" fmla="*/ 108 w 252"/>
                <a:gd name="T41" fmla="*/ 18 h 816"/>
                <a:gd name="T42" fmla="*/ 114 w 252"/>
                <a:gd name="T43" fmla="*/ 30 h 816"/>
                <a:gd name="T44" fmla="*/ 120 w 252"/>
                <a:gd name="T45" fmla="*/ 42 h 816"/>
                <a:gd name="T46" fmla="*/ 126 w 252"/>
                <a:gd name="T47" fmla="*/ 60 h 816"/>
                <a:gd name="T48" fmla="*/ 126 w 252"/>
                <a:gd name="T49" fmla="*/ 78 h 816"/>
                <a:gd name="T50" fmla="*/ 132 w 252"/>
                <a:gd name="T51" fmla="*/ 96 h 816"/>
                <a:gd name="T52" fmla="*/ 138 w 252"/>
                <a:gd name="T53" fmla="*/ 120 h 816"/>
                <a:gd name="T54" fmla="*/ 144 w 252"/>
                <a:gd name="T55" fmla="*/ 144 h 816"/>
                <a:gd name="T56" fmla="*/ 150 w 252"/>
                <a:gd name="T57" fmla="*/ 174 h 816"/>
                <a:gd name="T58" fmla="*/ 156 w 252"/>
                <a:gd name="T59" fmla="*/ 198 h 816"/>
                <a:gd name="T60" fmla="*/ 162 w 252"/>
                <a:gd name="T61" fmla="*/ 234 h 816"/>
                <a:gd name="T62" fmla="*/ 168 w 252"/>
                <a:gd name="T63" fmla="*/ 264 h 816"/>
                <a:gd name="T64" fmla="*/ 168 w 252"/>
                <a:gd name="T65" fmla="*/ 294 h 816"/>
                <a:gd name="T66" fmla="*/ 174 w 252"/>
                <a:gd name="T67" fmla="*/ 330 h 816"/>
                <a:gd name="T68" fmla="*/ 180 w 252"/>
                <a:gd name="T69" fmla="*/ 366 h 816"/>
                <a:gd name="T70" fmla="*/ 186 w 252"/>
                <a:gd name="T71" fmla="*/ 402 h 816"/>
                <a:gd name="T72" fmla="*/ 192 w 252"/>
                <a:gd name="T73" fmla="*/ 438 h 816"/>
                <a:gd name="T74" fmla="*/ 198 w 252"/>
                <a:gd name="T75" fmla="*/ 474 h 816"/>
                <a:gd name="T76" fmla="*/ 204 w 252"/>
                <a:gd name="T77" fmla="*/ 510 h 816"/>
                <a:gd name="T78" fmla="*/ 210 w 252"/>
                <a:gd name="T79" fmla="*/ 546 h 816"/>
                <a:gd name="T80" fmla="*/ 210 w 252"/>
                <a:gd name="T81" fmla="*/ 582 h 816"/>
                <a:gd name="T82" fmla="*/ 216 w 252"/>
                <a:gd name="T83" fmla="*/ 618 h 816"/>
                <a:gd name="T84" fmla="*/ 222 w 252"/>
                <a:gd name="T85" fmla="*/ 648 h 816"/>
                <a:gd name="T86" fmla="*/ 228 w 252"/>
                <a:gd name="T87" fmla="*/ 678 h 816"/>
                <a:gd name="T88" fmla="*/ 234 w 252"/>
                <a:gd name="T89" fmla="*/ 714 h 816"/>
                <a:gd name="T90" fmla="*/ 240 w 252"/>
                <a:gd name="T91" fmla="*/ 738 h 816"/>
                <a:gd name="T92" fmla="*/ 246 w 252"/>
                <a:gd name="T93" fmla="*/ 768 h 816"/>
                <a:gd name="T94" fmla="*/ 252 w 252"/>
                <a:gd name="T95" fmla="*/ 792 h 816"/>
                <a:gd name="T96" fmla="*/ 252 w 252"/>
                <a:gd name="T97" fmla="*/ 816 h 8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52" h="816">
                  <a:moveTo>
                    <a:pt x="0" y="246"/>
                  </a:moveTo>
                  <a:lnTo>
                    <a:pt x="0" y="240"/>
                  </a:lnTo>
                  <a:lnTo>
                    <a:pt x="0" y="234"/>
                  </a:lnTo>
                  <a:lnTo>
                    <a:pt x="0" y="228"/>
                  </a:lnTo>
                  <a:lnTo>
                    <a:pt x="6" y="222"/>
                  </a:lnTo>
                  <a:lnTo>
                    <a:pt x="6" y="216"/>
                  </a:lnTo>
                  <a:lnTo>
                    <a:pt x="6" y="210"/>
                  </a:lnTo>
                  <a:lnTo>
                    <a:pt x="6" y="204"/>
                  </a:lnTo>
                  <a:lnTo>
                    <a:pt x="12" y="198"/>
                  </a:lnTo>
                  <a:lnTo>
                    <a:pt x="12" y="192"/>
                  </a:lnTo>
                  <a:lnTo>
                    <a:pt x="12" y="186"/>
                  </a:lnTo>
                  <a:lnTo>
                    <a:pt x="12" y="180"/>
                  </a:lnTo>
                  <a:lnTo>
                    <a:pt x="18" y="174"/>
                  </a:lnTo>
                  <a:lnTo>
                    <a:pt x="18" y="168"/>
                  </a:lnTo>
                  <a:lnTo>
                    <a:pt x="18" y="162"/>
                  </a:lnTo>
                  <a:lnTo>
                    <a:pt x="18" y="156"/>
                  </a:lnTo>
                  <a:lnTo>
                    <a:pt x="18" y="150"/>
                  </a:lnTo>
                  <a:lnTo>
                    <a:pt x="24" y="144"/>
                  </a:lnTo>
                  <a:lnTo>
                    <a:pt x="24" y="138"/>
                  </a:lnTo>
                  <a:lnTo>
                    <a:pt x="24" y="132"/>
                  </a:lnTo>
                  <a:lnTo>
                    <a:pt x="30" y="126"/>
                  </a:lnTo>
                  <a:lnTo>
                    <a:pt x="30" y="120"/>
                  </a:lnTo>
                  <a:lnTo>
                    <a:pt x="30" y="114"/>
                  </a:lnTo>
                  <a:lnTo>
                    <a:pt x="30" y="108"/>
                  </a:lnTo>
                  <a:lnTo>
                    <a:pt x="36" y="102"/>
                  </a:lnTo>
                  <a:lnTo>
                    <a:pt x="36" y="96"/>
                  </a:lnTo>
                  <a:lnTo>
                    <a:pt x="36" y="90"/>
                  </a:lnTo>
                  <a:lnTo>
                    <a:pt x="42" y="84"/>
                  </a:lnTo>
                  <a:lnTo>
                    <a:pt x="42" y="78"/>
                  </a:lnTo>
                  <a:lnTo>
                    <a:pt x="42" y="72"/>
                  </a:lnTo>
                  <a:lnTo>
                    <a:pt x="42" y="66"/>
                  </a:lnTo>
                  <a:lnTo>
                    <a:pt x="48" y="60"/>
                  </a:lnTo>
                  <a:lnTo>
                    <a:pt x="48" y="54"/>
                  </a:lnTo>
                  <a:lnTo>
                    <a:pt x="54" y="48"/>
                  </a:lnTo>
                  <a:lnTo>
                    <a:pt x="54" y="42"/>
                  </a:lnTo>
                  <a:lnTo>
                    <a:pt x="54" y="36"/>
                  </a:lnTo>
                  <a:lnTo>
                    <a:pt x="60" y="30"/>
                  </a:lnTo>
                  <a:lnTo>
                    <a:pt x="60" y="24"/>
                  </a:lnTo>
                  <a:lnTo>
                    <a:pt x="60" y="18"/>
                  </a:lnTo>
                  <a:lnTo>
                    <a:pt x="66" y="18"/>
                  </a:lnTo>
                  <a:lnTo>
                    <a:pt x="66" y="12"/>
                  </a:lnTo>
                  <a:lnTo>
                    <a:pt x="72" y="12"/>
                  </a:lnTo>
                  <a:lnTo>
                    <a:pt x="72" y="6"/>
                  </a:lnTo>
                  <a:lnTo>
                    <a:pt x="78" y="0"/>
                  </a:lnTo>
                  <a:lnTo>
                    <a:pt x="84" y="0"/>
                  </a:lnTo>
                  <a:lnTo>
                    <a:pt x="90" y="0"/>
                  </a:lnTo>
                  <a:lnTo>
                    <a:pt x="96" y="0"/>
                  </a:lnTo>
                  <a:lnTo>
                    <a:pt x="96" y="6"/>
                  </a:lnTo>
                  <a:lnTo>
                    <a:pt x="102" y="6"/>
                  </a:lnTo>
                  <a:lnTo>
                    <a:pt x="102" y="12"/>
                  </a:lnTo>
                  <a:lnTo>
                    <a:pt x="108" y="18"/>
                  </a:lnTo>
                  <a:lnTo>
                    <a:pt x="108" y="24"/>
                  </a:lnTo>
                  <a:lnTo>
                    <a:pt x="114" y="24"/>
                  </a:lnTo>
                  <a:lnTo>
                    <a:pt x="114" y="30"/>
                  </a:lnTo>
                  <a:lnTo>
                    <a:pt x="114" y="36"/>
                  </a:lnTo>
                  <a:lnTo>
                    <a:pt x="120" y="42"/>
                  </a:lnTo>
                  <a:lnTo>
                    <a:pt x="120" y="48"/>
                  </a:lnTo>
                  <a:lnTo>
                    <a:pt x="120" y="54"/>
                  </a:lnTo>
                  <a:lnTo>
                    <a:pt x="126" y="60"/>
                  </a:lnTo>
                  <a:lnTo>
                    <a:pt x="126" y="66"/>
                  </a:lnTo>
                  <a:lnTo>
                    <a:pt x="126" y="72"/>
                  </a:lnTo>
                  <a:lnTo>
                    <a:pt x="126" y="78"/>
                  </a:lnTo>
                  <a:lnTo>
                    <a:pt x="132" y="84"/>
                  </a:lnTo>
                  <a:lnTo>
                    <a:pt x="132" y="90"/>
                  </a:lnTo>
                  <a:lnTo>
                    <a:pt x="132" y="96"/>
                  </a:lnTo>
                  <a:lnTo>
                    <a:pt x="138" y="102"/>
                  </a:lnTo>
                  <a:lnTo>
                    <a:pt x="138" y="108"/>
                  </a:lnTo>
                  <a:lnTo>
                    <a:pt x="138" y="114"/>
                  </a:lnTo>
                  <a:lnTo>
                    <a:pt x="138" y="120"/>
                  </a:lnTo>
                  <a:lnTo>
                    <a:pt x="138" y="126"/>
                  </a:lnTo>
                  <a:lnTo>
                    <a:pt x="144" y="132"/>
                  </a:lnTo>
                  <a:lnTo>
                    <a:pt x="144" y="138"/>
                  </a:lnTo>
                  <a:lnTo>
                    <a:pt x="144" y="144"/>
                  </a:lnTo>
                  <a:lnTo>
                    <a:pt x="144" y="150"/>
                  </a:lnTo>
                  <a:lnTo>
                    <a:pt x="144" y="156"/>
                  </a:lnTo>
                  <a:lnTo>
                    <a:pt x="150" y="168"/>
                  </a:lnTo>
                  <a:lnTo>
                    <a:pt x="150" y="174"/>
                  </a:lnTo>
                  <a:lnTo>
                    <a:pt x="150" y="180"/>
                  </a:lnTo>
                  <a:lnTo>
                    <a:pt x="150" y="186"/>
                  </a:lnTo>
                  <a:lnTo>
                    <a:pt x="156" y="192"/>
                  </a:lnTo>
                  <a:lnTo>
                    <a:pt x="156" y="198"/>
                  </a:lnTo>
                  <a:lnTo>
                    <a:pt x="156" y="210"/>
                  </a:lnTo>
                  <a:lnTo>
                    <a:pt x="156" y="216"/>
                  </a:lnTo>
                  <a:lnTo>
                    <a:pt x="156" y="222"/>
                  </a:lnTo>
                  <a:lnTo>
                    <a:pt x="162" y="234"/>
                  </a:lnTo>
                  <a:lnTo>
                    <a:pt x="162" y="240"/>
                  </a:lnTo>
                  <a:lnTo>
                    <a:pt x="162" y="246"/>
                  </a:lnTo>
                  <a:lnTo>
                    <a:pt x="162" y="258"/>
                  </a:lnTo>
                  <a:lnTo>
                    <a:pt x="168" y="264"/>
                  </a:lnTo>
                  <a:lnTo>
                    <a:pt x="168" y="270"/>
                  </a:lnTo>
                  <a:lnTo>
                    <a:pt x="168" y="282"/>
                  </a:lnTo>
                  <a:lnTo>
                    <a:pt x="168" y="288"/>
                  </a:lnTo>
                  <a:lnTo>
                    <a:pt x="168" y="294"/>
                  </a:lnTo>
                  <a:lnTo>
                    <a:pt x="174" y="306"/>
                  </a:lnTo>
                  <a:lnTo>
                    <a:pt x="174" y="312"/>
                  </a:lnTo>
                  <a:lnTo>
                    <a:pt x="174" y="324"/>
                  </a:lnTo>
                  <a:lnTo>
                    <a:pt x="174" y="330"/>
                  </a:lnTo>
                  <a:lnTo>
                    <a:pt x="174" y="342"/>
                  </a:lnTo>
                  <a:lnTo>
                    <a:pt x="180" y="348"/>
                  </a:lnTo>
                  <a:lnTo>
                    <a:pt x="180" y="354"/>
                  </a:lnTo>
                  <a:lnTo>
                    <a:pt x="180" y="366"/>
                  </a:lnTo>
                  <a:lnTo>
                    <a:pt x="180" y="372"/>
                  </a:lnTo>
                  <a:lnTo>
                    <a:pt x="186" y="384"/>
                  </a:lnTo>
                  <a:lnTo>
                    <a:pt x="186" y="390"/>
                  </a:lnTo>
                  <a:lnTo>
                    <a:pt x="186" y="402"/>
                  </a:lnTo>
                  <a:lnTo>
                    <a:pt x="186" y="408"/>
                  </a:lnTo>
                  <a:lnTo>
                    <a:pt x="186" y="420"/>
                  </a:lnTo>
                  <a:lnTo>
                    <a:pt x="192" y="426"/>
                  </a:lnTo>
                  <a:lnTo>
                    <a:pt x="192" y="438"/>
                  </a:lnTo>
                  <a:lnTo>
                    <a:pt x="192" y="444"/>
                  </a:lnTo>
                  <a:lnTo>
                    <a:pt x="192" y="456"/>
                  </a:lnTo>
                  <a:lnTo>
                    <a:pt x="198" y="462"/>
                  </a:lnTo>
                  <a:lnTo>
                    <a:pt x="198" y="474"/>
                  </a:lnTo>
                  <a:lnTo>
                    <a:pt x="198" y="480"/>
                  </a:lnTo>
                  <a:lnTo>
                    <a:pt x="198" y="492"/>
                  </a:lnTo>
                  <a:lnTo>
                    <a:pt x="198" y="498"/>
                  </a:lnTo>
                  <a:lnTo>
                    <a:pt x="204" y="510"/>
                  </a:lnTo>
                  <a:lnTo>
                    <a:pt x="204" y="516"/>
                  </a:lnTo>
                  <a:lnTo>
                    <a:pt x="204" y="528"/>
                  </a:lnTo>
                  <a:lnTo>
                    <a:pt x="204" y="534"/>
                  </a:lnTo>
                  <a:lnTo>
                    <a:pt x="210" y="546"/>
                  </a:lnTo>
                  <a:lnTo>
                    <a:pt x="210" y="552"/>
                  </a:lnTo>
                  <a:lnTo>
                    <a:pt x="210" y="564"/>
                  </a:lnTo>
                  <a:lnTo>
                    <a:pt x="210" y="570"/>
                  </a:lnTo>
                  <a:lnTo>
                    <a:pt x="210" y="582"/>
                  </a:lnTo>
                  <a:lnTo>
                    <a:pt x="216" y="588"/>
                  </a:lnTo>
                  <a:lnTo>
                    <a:pt x="216" y="600"/>
                  </a:lnTo>
                  <a:lnTo>
                    <a:pt x="216" y="606"/>
                  </a:lnTo>
                  <a:lnTo>
                    <a:pt x="216" y="618"/>
                  </a:lnTo>
                  <a:lnTo>
                    <a:pt x="216" y="624"/>
                  </a:lnTo>
                  <a:lnTo>
                    <a:pt x="222" y="630"/>
                  </a:lnTo>
                  <a:lnTo>
                    <a:pt x="222" y="642"/>
                  </a:lnTo>
                  <a:lnTo>
                    <a:pt x="222" y="648"/>
                  </a:lnTo>
                  <a:lnTo>
                    <a:pt x="222" y="654"/>
                  </a:lnTo>
                  <a:lnTo>
                    <a:pt x="228" y="666"/>
                  </a:lnTo>
                  <a:lnTo>
                    <a:pt x="228" y="672"/>
                  </a:lnTo>
                  <a:lnTo>
                    <a:pt x="228" y="678"/>
                  </a:lnTo>
                  <a:lnTo>
                    <a:pt x="228" y="690"/>
                  </a:lnTo>
                  <a:lnTo>
                    <a:pt x="228" y="696"/>
                  </a:lnTo>
                  <a:lnTo>
                    <a:pt x="234" y="702"/>
                  </a:lnTo>
                  <a:lnTo>
                    <a:pt x="234" y="714"/>
                  </a:lnTo>
                  <a:lnTo>
                    <a:pt x="234" y="720"/>
                  </a:lnTo>
                  <a:lnTo>
                    <a:pt x="234" y="726"/>
                  </a:lnTo>
                  <a:lnTo>
                    <a:pt x="240" y="732"/>
                  </a:lnTo>
                  <a:lnTo>
                    <a:pt x="240" y="738"/>
                  </a:lnTo>
                  <a:lnTo>
                    <a:pt x="240" y="744"/>
                  </a:lnTo>
                  <a:lnTo>
                    <a:pt x="240" y="756"/>
                  </a:lnTo>
                  <a:lnTo>
                    <a:pt x="240" y="762"/>
                  </a:lnTo>
                  <a:lnTo>
                    <a:pt x="246" y="768"/>
                  </a:lnTo>
                  <a:lnTo>
                    <a:pt x="246" y="774"/>
                  </a:lnTo>
                  <a:lnTo>
                    <a:pt x="246" y="780"/>
                  </a:lnTo>
                  <a:lnTo>
                    <a:pt x="246" y="786"/>
                  </a:lnTo>
                  <a:lnTo>
                    <a:pt x="252" y="792"/>
                  </a:lnTo>
                  <a:lnTo>
                    <a:pt x="252" y="798"/>
                  </a:lnTo>
                  <a:lnTo>
                    <a:pt x="252" y="804"/>
                  </a:lnTo>
                  <a:lnTo>
                    <a:pt x="252" y="810"/>
                  </a:lnTo>
                  <a:lnTo>
                    <a:pt x="252" y="816"/>
                  </a:lnTo>
                </a:path>
              </a:pathLst>
            </a:custGeom>
            <a:noFill/>
            <a:ln w="19050">
              <a:solidFill>
                <a:schemeClr val="accent2"/>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Freeform 23"/>
            <p:cNvSpPr/>
            <p:nvPr/>
          </p:nvSpPr>
          <p:spPr bwMode="auto">
            <a:xfrm>
              <a:off x="3876" y="2712"/>
              <a:ext cx="336" cy="294"/>
            </a:xfrm>
            <a:custGeom>
              <a:avLst/>
              <a:gdLst>
                <a:gd name="T0" fmla="*/ 330 w 336"/>
                <a:gd name="T1" fmla="*/ 192 h 294"/>
                <a:gd name="T2" fmla="*/ 324 w 336"/>
                <a:gd name="T3" fmla="*/ 198 h 294"/>
                <a:gd name="T4" fmla="*/ 318 w 336"/>
                <a:gd name="T5" fmla="*/ 204 h 294"/>
                <a:gd name="T6" fmla="*/ 312 w 336"/>
                <a:gd name="T7" fmla="*/ 204 h 294"/>
                <a:gd name="T8" fmla="*/ 306 w 336"/>
                <a:gd name="T9" fmla="*/ 210 h 294"/>
                <a:gd name="T10" fmla="*/ 300 w 336"/>
                <a:gd name="T11" fmla="*/ 216 h 294"/>
                <a:gd name="T12" fmla="*/ 294 w 336"/>
                <a:gd name="T13" fmla="*/ 216 h 294"/>
                <a:gd name="T14" fmla="*/ 282 w 336"/>
                <a:gd name="T15" fmla="*/ 216 h 294"/>
                <a:gd name="T16" fmla="*/ 276 w 336"/>
                <a:gd name="T17" fmla="*/ 216 h 294"/>
                <a:gd name="T18" fmla="*/ 270 w 336"/>
                <a:gd name="T19" fmla="*/ 216 h 294"/>
                <a:gd name="T20" fmla="*/ 264 w 336"/>
                <a:gd name="T21" fmla="*/ 216 h 294"/>
                <a:gd name="T22" fmla="*/ 258 w 336"/>
                <a:gd name="T23" fmla="*/ 210 h 294"/>
                <a:gd name="T24" fmla="*/ 252 w 336"/>
                <a:gd name="T25" fmla="*/ 204 h 294"/>
                <a:gd name="T26" fmla="*/ 246 w 336"/>
                <a:gd name="T27" fmla="*/ 198 h 294"/>
                <a:gd name="T28" fmla="*/ 240 w 336"/>
                <a:gd name="T29" fmla="*/ 192 h 294"/>
                <a:gd name="T30" fmla="*/ 234 w 336"/>
                <a:gd name="T31" fmla="*/ 186 h 294"/>
                <a:gd name="T32" fmla="*/ 228 w 336"/>
                <a:gd name="T33" fmla="*/ 174 h 294"/>
                <a:gd name="T34" fmla="*/ 222 w 336"/>
                <a:gd name="T35" fmla="*/ 168 h 294"/>
                <a:gd name="T36" fmla="*/ 210 w 336"/>
                <a:gd name="T37" fmla="*/ 156 h 294"/>
                <a:gd name="T38" fmla="*/ 204 w 336"/>
                <a:gd name="T39" fmla="*/ 144 h 294"/>
                <a:gd name="T40" fmla="*/ 198 w 336"/>
                <a:gd name="T41" fmla="*/ 132 h 294"/>
                <a:gd name="T42" fmla="*/ 192 w 336"/>
                <a:gd name="T43" fmla="*/ 114 h 294"/>
                <a:gd name="T44" fmla="*/ 186 w 336"/>
                <a:gd name="T45" fmla="*/ 102 h 294"/>
                <a:gd name="T46" fmla="*/ 180 w 336"/>
                <a:gd name="T47" fmla="*/ 90 h 294"/>
                <a:gd name="T48" fmla="*/ 174 w 336"/>
                <a:gd name="T49" fmla="*/ 78 h 294"/>
                <a:gd name="T50" fmla="*/ 168 w 336"/>
                <a:gd name="T51" fmla="*/ 66 h 294"/>
                <a:gd name="T52" fmla="*/ 162 w 336"/>
                <a:gd name="T53" fmla="*/ 54 h 294"/>
                <a:gd name="T54" fmla="*/ 156 w 336"/>
                <a:gd name="T55" fmla="*/ 42 h 294"/>
                <a:gd name="T56" fmla="*/ 150 w 336"/>
                <a:gd name="T57" fmla="*/ 30 h 294"/>
                <a:gd name="T58" fmla="*/ 138 w 336"/>
                <a:gd name="T59" fmla="*/ 24 h 294"/>
                <a:gd name="T60" fmla="*/ 132 w 336"/>
                <a:gd name="T61" fmla="*/ 12 h 294"/>
                <a:gd name="T62" fmla="*/ 126 w 336"/>
                <a:gd name="T63" fmla="*/ 6 h 294"/>
                <a:gd name="T64" fmla="*/ 120 w 336"/>
                <a:gd name="T65" fmla="*/ 6 h 294"/>
                <a:gd name="T66" fmla="*/ 114 w 336"/>
                <a:gd name="T67" fmla="*/ 0 h 294"/>
                <a:gd name="T68" fmla="*/ 108 w 336"/>
                <a:gd name="T69" fmla="*/ 0 h 294"/>
                <a:gd name="T70" fmla="*/ 102 w 336"/>
                <a:gd name="T71" fmla="*/ 6 h 294"/>
                <a:gd name="T72" fmla="*/ 96 w 336"/>
                <a:gd name="T73" fmla="*/ 12 h 294"/>
                <a:gd name="T74" fmla="*/ 90 w 336"/>
                <a:gd name="T75" fmla="*/ 18 h 294"/>
                <a:gd name="T76" fmla="*/ 84 w 336"/>
                <a:gd name="T77" fmla="*/ 24 h 294"/>
                <a:gd name="T78" fmla="*/ 72 w 336"/>
                <a:gd name="T79" fmla="*/ 36 h 294"/>
                <a:gd name="T80" fmla="*/ 66 w 336"/>
                <a:gd name="T81" fmla="*/ 48 h 294"/>
                <a:gd name="T82" fmla="*/ 60 w 336"/>
                <a:gd name="T83" fmla="*/ 66 h 294"/>
                <a:gd name="T84" fmla="*/ 54 w 336"/>
                <a:gd name="T85" fmla="*/ 84 h 294"/>
                <a:gd name="T86" fmla="*/ 48 w 336"/>
                <a:gd name="T87" fmla="*/ 108 h 294"/>
                <a:gd name="T88" fmla="*/ 42 w 336"/>
                <a:gd name="T89" fmla="*/ 126 h 294"/>
                <a:gd name="T90" fmla="*/ 36 w 336"/>
                <a:gd name="T91" fmla="*/ 150 h 294"/>
                <a:gd name="T92" fmla="*/ 30 w 336"/>
                <a:gd name="T93" fmla="*/ 180 h 294"/>
                <a:gd name="T94" fmla="*/ 24 w 336"/>
                <a:gd name="T95" fmla="*/ 204 h 294"/>
                <a:gd name="T96" fmla="*/ 18 w 336"/>
                <a:gd name="T97" fmla="*/ 234 h 294"/>
                <a:gd name="T98" fmla="*/ 12 w 336"/>
                <a:gd name="T99" fmla="*/ 258 h 294"/>
                <a:gd name="T100" fmla="*/ 0 w 336"/>
                <a:gd name="T101" fmla="*/ 288 h 2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36" h="294">
                  <a:moveTo>
                    <a:pt x="336" y="186"/>
                  </a:moveTo>
                  <a:lnTo>
                    <a:pt x="336" y="186"/>
                  </a:lnTo>
                  <a:lnTo>
                    <a:pt x="330" y="192"/>
                  </a:lnTo>
                  <a:lnTo>
                    <a:pt x="324" y="192"/>
                  </a:lnTo>
                  <a:lnTo>
                    <a:pt x="324" y="198"/>
                  </a:lnTo>
                  <a:lnTo>
                    <a:pt x="318" y="198"/>
                  </a:lnTo>
                  <a:lnTo>
                    <a:pt x="318" y="204"/>
                  </a:lnTo>
                  <a:lnTo>
                    <a:pt x="312" y="204"/>
                  </a:lnTo>
                  <a:lnTo>
                    <a:pt x="306" y="210"/>
                  </a:lnTo>
                  <a:lnTo>
                    <a:pt x="300" y="210"/>
                  </a:lnTo>
                  <a:lnTo>
                    <a:pt x="300" y="216"/>
                  </a:lnTo>
                  <a:lnTo>
                    <a:pt x="294" y="216"/>
                  </a:lnTo>
                  <a:lnTo>
                    <a:pt x="288" y="216"/>
                  </a:lnTo>
                  <a:lnTo>
                    <a:pt x="282" y="216"/>
                  </a:lnTo>
                  <a:lnTo>
                    <a:pt x="276" y="216"/>
                  </a:lnTo>
                  <a:lnTo>
                    <a:pt x="270" y="216"/>
                  </a:lnTo>
                  <a:lnTo>
                    <a:pt x="264" y="216"/>
                  </a:lnTo>
                  <a:lnTo>
                    <a:pt x="264" y="210"/>
                  </a:lnTo>
                  <a:lnTo>
                    <a:pt x="258" y="210"/>
                  </a:lnTo>
                  <a:lnTo>
                    <a:pt x="252" y="210"/>
                  </a:lnTo>
                  <a:lnTo>
                    <a:pt x="252" y="204"/>
                  </a:lnTo>
                  <a:lnTo>
                    <a:pt x="246" y="204"/>
                  </a:lnTo>
                  <a:lnTo>
                    <a:pt x="246" y="198"/>
                  </a:lnTo>
                  <a:lnTo>
                    <a:pt x="240" y="198"/>
                  </a:lnTo>
                  <a:lnTo>
                    <a:pt x="240" y="192"/>
                  </a:lnTo>
                  <a:lnTo>
                    <a:pt x="234" y="192"/>
                  </a:lnTo>
                  <a:lnTo>
                    <a:pt x="234" y="186"/>
                  </a:lnTo>
                  <a:lnTo>
                    <a:pt x="228" y="180"/>
                  </a:lnTo>
                  <a:lnTo>
                    <a:pt x="228" y="174"/>
                  </a:lnTo>
                  <a:lnTo>
                    <a:pt x="222" y="174"/>
                  </a:lnTo>
                  <a:lnTo>
                    <a:pt x="222" y="168"/>
                  </a:lnTo>
                  <a:lnTo>
                    <a:pt x="216" y="162"/>
                  </a:lnTo>
                  <a:lnTo>
                    <a:pt x="216" y="156"/>
                  </a:lnTo>
                  <a:lnTo>
                    <a:pt x="210" y="156"/>
                  </a:lnTo>
                  <a:lnTo>
                    <a:pt x="210" y="150"/>
                  </a:lnTo>
                  <a:lnTo>
                    <a:pt x="210" y="144"/>
                  </a:lnTo>
                  <a:lnTo>
                    <a:pt x="204" y="144"/>
                  </a:lnTo>
                  <a:lnTo>
                    <a:pt x="204" y="138"/>
                  </a:lnTo>
                  <a:lnTo>
                    <a:pt x="204" y="132"/>
                  </a:lnTo>
                  <a:lnTo>
                    <a:pt x="198" y="132"/>
                  </a:lnTo>
                  <a:lnTo>
                    <a:pt x="198" y="126"/>
                  </a:lnTo>
                  <a:lnTo>
                    <a:pt x="198" y="120"/>
                  </a:lnTo>
                  <a:lnTo>
                    <a:pt x="192" y="120"/>
                  </a:lnTo>
                  <a:lnTo>
                    <a:pt x="192" y="114"/>
                  </a:lnTo>
                  <a:lnTo>
                    <a:pt x="192" y="108"/>
                  </a:lnTo>
                  <a:lnTo>
                    <a:pt x="186" y="108"/>
                  </a:lnTo>
                  <a:lnTo>
                    <a:pt x="186" y="102"/>
                  </a:lnTo>
                  <a:lnTo>
                    <a:pt x="186" y="96"/>
                  </a:lnTo>
                  <a:lnTo>
                    <a:pt x="180" y="96"/>
                  </a:lnTo>
                  <a:lnTo>
                    <a:pt x="180" y="90"/>
                  </a:lnTo>
                  <a:lnTo>
                    <a:pt x="180" y="84"/>
                  </a:lnTo>
                  <a:lnTo>
                    <a:pt x="174" y="84"/>
                  </a:lnTo>
                  <a:lnTo>
                    <a:pt x="174" y="78"/>
                  </a:lnTo>
                  <a:lnTo>
                    <a:pt x="174" y="72"/>
                  </a:lnTo>
                  <a:lnTo>
                    <a:pt x="168" y="72"/>
                  </a:lnTo>
                  <a:lnTo>
                    <a:pt x="168" y="66"/>
                  </a:lnTo>
                  <a:lnTo>
                    <a:pt x="168" y="60"/>
                  </a:lnTo>
                  <a:lnTo>
                    <a:pt x="162" y="60"/>
                  </a:lnTo>
                  <a:lnTo>
                    <a:pt x="162" y="54"/>
                  </a:lnTo>
                  <a:lnTo>
                    <a:pt x="156" y="48"/>
                  </a:lnTo>
                  <a:lnTo>
                    <a:pt x="156" y="42"/>
                  </a:lnTo>
                  <a:lnTo>
                    <a:pt x="150" y="36"/>
                  </a:lnTo>
                  <a:lnTo>
                    <a:pt x="150" y="30"/>
                  </a:lnTo>
                  <a:lnTo>
                    <a:pt x="144" y="30"/>
                  </a:lnTo>
                  <a:lnTo>
                    <a:pt x="144" y="24"/>
                  </a:lnTo>
                  <a:lnTo>
                    <a:pt x="138" y="24"/>
                  </a:lnTo>
                  <a:lnTo>
                    <a:pt x="138" y="18"/>
                  </a:lnTo>
                  <a:lnTo>
                    <a:pt x="132" y="12"/>
                  </a:lnTo>
                  <a:lnTo>
                    <a:pt x="126" y="12"/>
                  </a:lnTo>
                  <a:lnTo>
                    <a:pt x="126" y="6"/>
                  </a:lnTo>
                  <a:lnTo>
                    <a:pt x="120" y="6"/>
                  </a:lnTo>
                  <a:lnTo>
                    <a:pt x="114" y="0"/>
                  </a:lnTo>
                  <a:lnTo>
                    <a:pt x="108" y="0"/>
                  </a:lnTo>
                  <a:lnTo>
                    <a:pt x="102" y="6"/>
                  </a:lnTo>
                  <a:lnTo>
                    <a:pt x="96" y="6"/>
                  </a:lnTo>
                  <a:lnTo>
                    <a:pt x="96" y="12"/>
                  </a:lnTo>
                  <a:lnTo>
                    <a:pt x="90" y="12"/>
                  </a:lnTo>
                  <a:lnTo>
                    <a:pt x="90" y="18"/>
                  </a:lnTo>
                  <a:lnTo>
                    <a:pt x="84" y="18"/>
                  </a:lnTo>
                  <a:lnTo>
                    <a:pt x="84" y="24"/>
                  </a:lnTo>
                  <a:lnTo>
                    <a:pt x="78" y="30"/>
                  </a:lnTo>
                  <a:lnTo>
                    <a:pt x="78" y="36"/>
                  </a:lnTo>
                  <a:lnTo>
                    <a:pt x="72" y="36"/>
                  </a:lnTo>
                  <a:lnTo>
                    <a:pt x="72" y="42"/>
                  </a:lnTo>
                  <a:lnTo>
                    <a:pt x="72" y="48"/>
                  </a:lnTo>
                  <a:lnTo>
                    <a:pt x="66" y="48"/>
                  </a:lnTo>
                  <a:lnTo>
                    <a:pt x="66" y="54"/>
                  </a:lnTo>
                  <a:lnTo>
                    <a:pt x="66" y="60"/>
                  </a:lnTo>
                  <a:lnTo>
                    <a:pt x="66" y="66"/>
                  </a:lnTo>
                  <a:lnTo>
                    <a:pt x="60" y="66"/>
                  </a:lnTo>
                  <a:lnTo>
                    <a:pt x="60" y="72"/>
                  </a:lnTo>
                  <a:lnTo>
                    <a:pt x="60" y="78"/>
                  </a:lnTo>
                  <a:lnTo>
                    <a:pt x="54" y="84"/>
                  </a:lnTo>
                  <a:lnTo>
                    <a:pt x="54" y="90"/>
                  </a:lnTo>
                  <a:lnTo>
                    <a:pt x="54" y="96"/>
                  </a:lnTo>
                  <a:lnTo>
                    <a:pt x="48" y="102"/>
                  </a:lnTo>
                  <a:lnTo>
                    <a:pt x="48" y="108"/>
                  </a:lnTo>
                  <a:lnTo>
                    <a:pt x="48" y="114"/>
                  </a:lnTo>
                  <a:lnTo>
                    <a:pt x="42" y="120"/>
                  </a:lnTo>
                  <a:lnTo>
                    <a:pt x="42" y="126"/>
                  </a:lnTo>
                  <a:lnTo>
                    <a:pt x="42" y="132"/>
                  </a:lnTo>
                  <a:lnTo>
                    <a:pt x="42" y="138"/>
                  </a:lnTo>
                  <a:lnTo>
                    <a:pt x="36" y="144"/>
                  </a:lnTo>
                  <a:lnTo>
                    <a:pt x="36" y="150"/>
                  </a:lnTo>
                  <a:lnTo>
                    <a:pt x="36" y="156"/>
                  </a:lnTo>
                  <a:lnTo>
                    <a:pt x="30" y="162"/>
                  </a:lnTo>
                  <a:lnTo>
                    <a:pt x="30" y="168"/>
                  </a:lnTo>
                  <a:lnTo>
                    <a:pt x="30" y="174"/>
                  </a:lnTo>
                  <a:lnTo>
                    <a:pt x="30" y="180"/>
                  </a:lnTo>
                  <a:lnTo>
                    <a:pt x="24" y="186"/>
                  </a:lnTo>
                  <a:lnTo>
                    <a:pt x="24" y="192"/>
                  </a:lnTo>
                  <a:lnTo>
                    <a:pt x="24" y="198"/>
                  </a:lnTo>
                  <a:lnTo>
                    <a:pt x="24" y="204"/>
                  </a:lnTo>
                  <a:lnTo>
                    <a:pt x="24" y="210"/>
                  </a:lnTo>
                  <a:lnTo>
                    <a:pt x="18" y="216"/>
                  </a:lnTo>
                  <a:lnTo>
                    <a:pt x="18" y="222"/>
                  </a:lnTo>
                  <a:lnTo>
                    <a:pt x="18" y="228"/>
                  </a:lnTo>
                  <a:lnTo>
                    <a:pt x="18" y="234"/>
                  </a:lnTo>
                  <a:lnTo>
                    <a:pt x="12" y="240"/>
                  </a:lnTo>
                  <a:lnTo>
                    <a:pt x="12" y="246"/>
                  </a:lnTo>
                  <a:lnTo>
                    <a:pt x="12" y="252"/>
                  </a:lnTo>
                  <a:lnTo>
                    <a:pt x="12" y="258"/>
                  </a:lnTo>
                  <a:lnTo>
                    <a:pt x="6" y="264"/>
                  </a:lnTo>
                  <a:lnTo>
                    <a:pt x="6" y="270"/>
                  </a:lnTo>
                  <a:lnTo>
                    <a:pt x="6" y="276"/>
                  </a:lnTo>
                  <a:lnTo>
                    <a:pt x="6" y="282"/>
                  </a:lnTo>
                  <a:lnTo>
                    <a:pt x="0" y="288"/>
                  </a:lnTo>
                  <a:lnTo>
                    <a:pt x="0" y="294"/>
                  </a:lnTo>
                </a:path>
              </a:pathLst>
            </a:custGeom>
            <a:noFill/>
            <a:ln w="19050">
              <a:solidFill>
                <a:schemeClr val="accent2"/>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4" name="Freeform 24"/>
            <p:cNvSpPr/>
            <p:nvPr/>
          </p:nvSpPr>
          <p:spPr bwMode="auto">
            <a:xfrm>
              <a:off x="3624" y="2436"/>
              <a:ext cx="252" cy="816"/>
            </a:xfrm>
            <a:custGeom>
              <a:avLst/>
              <a:gdLst>
                <a:gd name="T0" fmla="*/ 252 w 252"/>
                <a:gd name="T1" fmla="*/ 588 h 816"/>
                <a:gd name="T2" fmla="*/ 246 w 252"/>
                <a:gd name="T3" fmla="*/ 612 h 816"/>
                <a:gd name="T4" fmla="*/ 240 w 252"/>
                <a:gd name="T5" fmla="*/ 630 h 816"/>
                <a:gd name="T6" fmla="*/ 234 w 252"/>
                <a:gd name="T7" fmla="*/ 654 h 816"/>
                <a:gd name="T8" fmla="*/ 228 w 252"/>
                <a:gd name="T9" fmla="*/ 678 h 816"/>
                <a:gd name="T10" fmla="*/ 222 w 252"/>
                <a:gd name="T11" fmla="*/ 696 h 816"/>
                <a:gd name="T12" fmla="*/ 216 w 252"/>
                <a:gd name="T13" fmla="*/ 714 h 816"/>
                <a:gd name="T14" fmla="*/ 210 w 252"/>
                <a:gd name="T15" fmla="*/ 732 h 816"/>
                <a:gd name="T16" fmla="*/ 210 w 252"/>
                <a:gd name="T17" fmla="*/ 750 h 816"/>
                <a:gd name="T18" fmla="*/ 204 w 252"/>
                <a:gd name="T19" fmla="*/ 762 h 816"/>
                <a:gd name="T20" fmla="*/ 198 w 252"/>
                <a:gd name="T21" fmla="*/ 780 h 816"/>
                <a:gd name="T22" fmla="*/ 192 w 252"/>
                <a:gd name="T23" fmla="*/ 792 h 816"/>
                <a:gd name="T24" fmla="*/ 186 w 252"/>
                <a:gd name="T25" fmla="*/ 798 h 816"/>
                <a:gd name="T26" fmla="*/ 180 w 252"/>
                <a:gd name="T27" fmla="*/ 810 h 816"/>
                <a:gd name="T28" fmla="*/ 174 w 252"/>
                <a:gd name="T29" fmla="*/ 816 h 816"/>
                <a:gd name="T30" fmla="*/ 168 w 252"/>
                <a:gd name="T31" fmla="*/ 816 h 816"/>
                <a:gd name="T32" fmla="*/ 168 w 252"/>
                <a:gd name="T33" fmla="*/ 816 h 816"/>
                <a:gd name="T34" fmla="*/ 162 w 252"/>
                <a:gd name="T35" fmla="*/ 816 h 816"/>
                <a:gd name="T36" fmla="*/ 156 w 252"/>
                <a:gd name="T37" fmla="*/ 816 h 816"/>
                <a:gd name="T38" fmla="*/ 150 w 252"/>
                <a:gd name="T39" fmla="*/ 810 h 816"/>
                <a:gd name="T40" fmla="*/ 144 w 252"/>
                <a:gd name="T41" fmla="*/ 798 h 816"/>
                <a:gd name="T42" fmla="*/ 138 w 252"/>
                <a:gd name="T43" fmla="*/ 786 h 816"/>
                <a:gd name="T44" fmla="*/ 132 w 252"/>
                <a:gd name="T45" fmla="*/ 774 h 816"/>
                <a:gd name="T46" fmla="*/ 126 w 252"/>
                <a:gd name="T47" fmla="*/ 756 h 816"/>
                <a:gd name="T48" fmla="*/ 126 w 252"/>
                <a:gd name="T49" fmla="*/ 738 h 816"/>
                <a:gd name="T50" fmla="*/ 120 w 252"/>
                <a:gd name="T51" fmla="*/ 720 h 816"/>
                <a:gd name="T52" fmla="*/ 114 w 252"/>
                <a:gd name="T53" fmla="*/ 696 h 816"/>
                <a:gd name="T54" fmla="*/ 108 w 252"/>
                <a:gd name="T55" fmla="*/ 672 h 816"/>
                <a:gd name="T56" fmla="*/ 102 w 252"/>
                <a:gd name="T57" fmla="*/ 642 h 816"/>
                <a:gd name="T58" fmla="*/ 96 w 252"/>
                <a:gd name="T59" fmla="*/ 618 h 816"/>
                <a:gd name="T60" fmla="*/ 90 w 252"/>
                <a:gd name="T61" fmla="*/ 582 h 816"/>
                <a:gd name="T62" fmla="*/ 84 w 252"/>
                <a:gd name="T63" fmla="*/ 552 h 816"/>
                <a:gd name="T64" fmla="*/ 84 w 252"/>
                <a:gd name="T65" fmla="*/ 522 h 816"/>
                <a:gd name="T66" fmla="*/ 78 w 252"/>
                <a:gd name="T67" fmla="*/ 486 h 816"/>
                <a:gd name="T68" fmla="*/ 72 w 252"/>
                <a:gd name="T69" fmla="*/ 450 h 816"/>
                <a:gd name="T70" fmla="*/ 66 w 252"/>
                <a:gd name="T71" fmla="*/ 414 h 816"/>
                <a:gd name="T72" fmla="*/ 60 w 252"/>
                <a:gd name="T73" fmla="*/ 378 h 816"/>
                <a:gd name="T74" fmla="*/ 54 w 252"/>
                <a:gd name="T75" fmla="*/ 342 h 816"/>
                <a:gd name="T76" fmla="*/ 48 w 252"/>
                <a:gd name="T77" fmla="*/ 306 h 816"/>
                <a:gd name="T78" fmla="*/ 42 w 252"/>
                <a:gd name="T79" fmla="*/ 270 h 816"/>
                <a:gd name="T80" fmla="*/ 42 w 252"/>
                <a:gd name="T81" fmla="*/ 234 h 816"/>
                <a:gd name="T82" fmla="*/ 36 w 252"/>
                <a:gd name="T83" fmla="*/ 198 h 816"/>
                <a:gd name="T84" fmla="*/ 30 w 252"/>
                <a:gd name="T85" fmla="*/ 168 h 816"/>
                <a:gd name="T86" fmla="*/ 24 w 252"/>
                <a:gd name="T87" fmla="*/ 138 h 816"/>
                <a:gd name="T88" fmla="*/ 18 w 252"/>
                <a:gd name="T89" fmla="*/ 102 h 816"/>
                <a:gd name="T90" fmla="*/ 12 w 252"/>
                <a:gd name="T91" fmla="*/ 78 h 816"/>
                <a:gd name="T92" fmla="*/ 6 w 252"/>
                <a:gd name="T93" fmla="*/ 48 h 816"/>
                <a:gd name="T94" fmla="*/ 0 w 252"/>
                <a:gd name="T95" fmla="*/ 24 h 816"/>
                <a:gd name="T96" fmla="*/ 0 w 252"/>
                <a:gd name="T97" fmla="*/ 0 h 81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52" h="816">
                  <a:moveTo>
                    <a:pt x="252" y="570"/>
                  </a:moveTo>
                  <a:lnTo>
                    <a:pt x="252" y="576"/>
                  </a:lnTo>
                  <a:lnTo>
                    <a:pt x="252" y="582"/>
                  </a:lnTo>
                  <a:lnTo>
                    <a:pt x="252" y="588"/>
                  </a:lnTo>
                  <a:lnTo>
                    <a:pt x="246" y="594"/>
                  </a:lnTo>
                  <a:lnTo>
                    <a:pt x="246" y="600"/>
                  </a:lnTo>
                  <a:lnTo>
                    <a:pt x="246" y="606"/>
                  </a:lnTo>
                  <a:lnTo>
                    <a:pt x="246" y="612"/>
                  </a:lnTo>
                  <a:lnTo>
                    <a:pt x="240" y="618"/>
                  </a:lnTo>
                  <a:lnTo>
                    <a:pt x="240" y="624"/>
                  </a:lnTo>
                  <a:lnTo>
                    <a:pt x="240" y="630"/>
                  </a:lnTo>
                  <a:lnTo>
                    <a:pt x="240" y="636"/>
                  </a:lnTo>
                  <a:lnTo>
                    <a:pt x="234" y="642"/>
                  </a:lnTo>
                  <a:lnTo>
                    <a:pt x="234" y="648"/>
                  </a:lnTo>
                  <a:lnTo>
                    <a:pt x="234" y="654"/>
                  </a:lnTo>
                  <a:lnTo>
                    <a:pt x="234" y="660"/>
                  </a:lnTo>
                  <a:lnTo>
                    <a:pt x="234" y="666"/>
                  </a:lnTo>
                  <a:lnTo>
                    <a:pt x="228" y="672"/>
                  </a:lnTo>
                  <a:lnTo>
                    <a:pt x="228" y="678"/>
                  </a:lnTo>
                  <a:lnTo>
                    <a:pt x="228" y="684"/>
                  </a:lnTo>
                  <a:lnTo>
                    <a:pt x="222" y="690"/>
                  </a:lnTo>
                  <a:lnTo>
                    <a:pt x="222" y="696"/>
                  </a:lnTo>
                  <a:lnTo>
                    <a:pt x="222" y="702"/>
                  </a:lnTo>
                  <a:lnTo>
                    <a:pt x="222" y="708"/>
                  </a:lnTo>
                  <a:lnTo>
                    <a:pt x="216" y="714"/>
                  </a:lnTo>
                  <a:lnTo>
                    <a:pt x="216" y="720"/>
                  </a:lnTo>
                  <a:lnTo>
                    <a:pt x="216" y="726"/>
                  </a:lnTo>
                  <a:lnTo>
                    <a:pt x="210" y="732"/>
                  </a:lnTo>
                  <a:lnTo>
                    <a:pt x="210" y="738"/>
                  </a:lnTo>
                  <a:lnTo>
                    <a:pt x="210" y="744"/>
                  </a:lnTo>
                  <a:lnTo>
                    <a:pt x="210" y="750"/>
                  </a:lnTo>
                  <a:lnTo>
                    <a:pt x="204" y="756"/>
                  </a:lnTo>
                  <a:lnTo>
                    <a:pt x="204" y="762"/>
                  </a:lnTo>
                  <a:lnTo>
                    <a:pt x="198" y="768"/>
                  </a:lnTo>
                  <a:lnTo>
                    <a:pt x="198" y="774"/>
                  </a:lnTo>
                  <a:lnTo>
                    <a:pt x="198" y="780"/>
                  </a:lnTo>
                  <a:lnTo>
                    <a:pt x="192" y="786"/>
                  </a:lnTo>
                  <a:lnTo>
                    <a:pt x="192" y="792"/>
                  </a:lnTo>
                  <a:lnTo>
                    <a:pt x="192" y="798"/>
                  </a:lnTo>
                  <a:lnTo>
                    <a:pt x="186" y="798"/>
                  </a:lnTo>
                  <a:lnTo>
                    <a:pt x="186" y="804"/>
                  </a:lnTo>
                  <a:lnTo>
                    <a:pt x="180" y="804"/>
                  </a:lnTo>
                  <a:lnTo>
                    <a:pt x="180" y="810"/>
                  </a:lnTo>
                  <a:lnTo>
                    <a:pt x="174" y="816"/>
                  </a:lnTo>
                  <a:lnTo>
                    <a:pt x="168" y="816"/>
                  </a:lnTo>
                  <a:lnTo>
                    <a:pt x="162" y="816"/>
                  </a:lnTo>
                  <a:lnTo>
                    <a:pt x="156" y="816"/>
                  </a:lnTo>
                  <a:lnTo>
                    <a:pt x="156" y="810"/>
                  </a:lnTo>
                  <a:lnTo>
                    <a:pt x="150" y="810"/>
                  </a:lnTo>
                  <a:lnTo>
                    <a:pt x="150" y="804"/>
                  </a:lnTo>
                  <a:lnTo>
                    <a:pt x="144" y="798"/>
                  </a:lnTo>
                  <a:lnTo>
                    <a:pt x="144" y="792"/>
                  </a:lnTo>
                  <a:lnTo>
                    <a:pt x="138" y="792"/>
                  </a:lnTo>
                  <a:lnTo>
                    <a:pt x="138" y="786"/>
                  </a:lnTo>
                  <a:lnTo>
                    <a:pt x="138" y="780"/>
                  </a:lnTo>
                  <a:lnTo>
                    <a:pt x="132" y="774"/>
                  </a:lnTo>
                  <a:lnTo>
                    <a:pt x="132" y="768"/>
                  </a:lnTo>
                  <a:lnTo>
                    <a:pt x="132" y="762"/>
                  </a:lnTo>
                  <a:lnTo>
                    <a:pt x="126" y="756"/>
                  </a:lnTo>
                  <a:lnTo>
                    <a:pt x="126" y="750"/>
                  </a:lnTo>
                  <a:lnTo>
                    <a:pt x="126" y="744"/>
                  </a:lnTo>
                  <a:lnTo>
                    <a:pt x="126" y="738"/>
                  </a:lnTo>
                  <a:lnTo>
                    <a:pt x="120" y="732"/>
                  </a:lnTo>
                  <a:lnTo>
                    <a:pt x="120" y="726"/>
                  </a:lnTo>
                  <a:lnTo>
                    <a:pt x="120" y="720"/>
                  </a:lnTo>
                  <a:lnTo>
                    <a:pt x="114" y="714"/>
                  </a:lnTo>
                  <a:lnTo>
                    <a:pt x="114" y="708"/>
                  </a:lnTo>
                  <a:lnTo>
                    <a:pt x="114" y="702"/>
                  </a:lnTo>
                  <a:lnTo>
                    <a:pt x="114" y="696"/>
                  </a:lnTo>
                  <a:lnTo>
                    <a:pt x="114" y="690"/>
                  </a:lnTo>
                  <a:lnTo>
                    <a:pt x="108" y="684"/>
                  </a:lnTo>
                  <a:lnTo>
                    <a:pt x="108" y="678"/>
                  </a:lnTo>
                  <a:lnTo>
                    <a:pt x="108" y="672"/>
                  </a:lnTo>
                  <a:lnTo>
                    <a:pt x="108" y="666"/>
                  </a:lnTo>
                  <a:lnTo>
                    <a:pt x="108" y="660"/>
                  </a:lnTo>
                  <a:lnTo>
                    <a:pt x="102" y="648"/>
                  </a:lnTo>
                  <a:lnTo>
                    <a:pt x="102" y="642"/>
                  </a:lnTo>
                  <a:lnTo>
                    <a:pt x="102" y="636"/>
                  </a:lnTo>
                  <a:lnTo>
                    <a:pt x="102" y="630"/>
                  </a:lnTo>
                  <a:lnTo>
                    <a:pt x="96" y="624"/>
                  </a:lnTo>
                  <a:lnTo>
                    <a:pt x="96" y="618"/>
                  </a:lnTo>
                  <a:lnTo>
                    <a:pt x="96" y="606"/>
                  </a:lnTo>
                  <a:lnTo>
                    <a:pt x="96" y="600"/>
                  </a:lnTo>
                  <a:lnTo>
                    <a:pt x="96" y="594"/>
                  </a:lnTo>
                  <a:lnTo>
                    <a:pt x="90" y="582"/>
                  </a:lnTo>
                  <a:lnTo>
                    <a:pt x="90" y="576"/>
                  </a:lnTo>
                  <a:lnTo>
                    <a:pt x="90" y="570"/>
                  </a:lnTo>
                  <a:lnTo>
                    <a:pt x="90" y="558"/>
                  </a:lnTo>
                  <a:lnTo>
                    <a:pt x="84" y="552"/>
                  </a:lnTo>
                  <a:lnTo>
                    <a:pt x="84" y="546"/>
                  </a:lnTo>
                  <a:lnTo>
                    <a:pt x="84" y="534"/>
                  </a:lnTo>
                  <a:lnTo>
                    <a:pt x="84" y="528"/>
                  </a:lnTo>
                  <a:lnTo>
                    <a:pt x="84" y="522"/>
                  </a:lnTo>
                  <a:lnTo>
                    <a:pt x="78" y="510"/>
                  </a:lnTo>
                  <a:lnTo>
                    <a:pt x="78" y="504"/>
                  </a:lnTo>
                  <a:lnTo>
                    <a:pt x="78" y="492"/>
                  </a:lnTo>
                  <a:lnTo>
                    <a:pt x="78" y="486"/>
                  </a:lnTo>
                  <a:lnTo>
                    <a:pt x="78" y="474"/>
                  </a:lnTo>
                  <a:lnTo>
                    <a:pt x="72" y="468"/>
                  </a:lnTo>
                  <a:lnTo>
                    <a:pt x="72" y="462"/>
                  </a:lnTo>
                  <a:lnTo>
                    <a:pt x="72" y="450"/>
                  </a:lnTo>
                  <a:lnTo>
                    <a:pt x="72" y="444"/>
                  </a:lnTo>
                  <a:lnTo>
                    <a:pt x="66" y="432"/>
                  </a:lnTo>
                  <a:lnTo>
                    <a:pt x="66" y="426"/>
                  </a:lnTo>
                  <a:lnTo>
                    <a:pt x="66" y="414"/>
                  </a:lnTo>
                  <a:lnTo>
                    <a:pt x="66" y="408"/>
                  </a:lnTo>
                  <a:lnTo>
                    <a:pt x="66" y="396"/>
                  </a:lnTo>
                  <a:lnTo>
                    <a:pt x="60" y="390"/>
                  </a:lnTo>
                  <a:lnTo>
                    <a:pt x="60" y="378"/>
                  </a:lnTo>
                  <a:lnTo>
                    <a:pt x="60" y="372"/>
                  </a:lnTo>
                  <a:lnTo>
                    <a:pt x="60" y="360"/>
                  </a:lnTo>
                  <a:lnTo>
                    <a:pt x="54" y="354"/>
                  </a:lnTo>
                  <a:lnTo>
                    <a:pt x="54" y="342"/>
                  </a:lnTo>
                  <a:lnTo>
                    <a:pt x="54" y="336"/>
                  </a:lnTo>
                  <a:lnTo>
                    <a:pt x="54" y="324"/>
                  </a:lnTo>
                  <a:lnTo>
                    <a:pt x="54" y="318"/>
                  </a:lnTo>
                  <a:lnTo>
                    <a:pt x="48" y="306"/>
                  </a:lnTo>
                  <a:lnTo>
                    <a:pt x="48" y="300"/>
                  </a:lnTo>
                  <a:lnTo>
                    <a:pt x="48" y="288"/>
                  </a:lnTo>
                  <a:lnTo>
                    <a:pt x="48" y="282"/>
                  </a:lnTo>
                  <a:lnTo>
                    <a:pt x="42" y="270"/>
                  </a:lnTo>
                  <a:lnTo>
                    <a:pt x="42" y="264"/>
                  </a:lnTo>
                  <a:lnTo>
                    <a:pt x="42" y="252"/>
                  </a:lnTo>
                  <a:lnTo>
                    <a:pt x="42" y="246"/>
                  </a:lnTo>
                  <a:lnTo>
                    <a:pt x="42" y="234"/>
                  </a:lnTo>
                  <a:lnTo>
                    <a:pt x="36" y="228"/>
                  </a:lnTo>
                  <a:lnTo>
                    <a:pt x="36" y="216"/>
                  </a:lnTo>
                  <a:lnTo>
                    <a:pt x="36" y="210"/>
                  </a:lnTo>
                  <a:lnTo>
                    <a:pt x="36" y="198"/>
                  </a:lnTo>
                  <a:lnTo>
                    <a:pt x="36" y="192"/>
                  </a:lnTo>
                  <a:lnTo>
                    <a:pt x="30" y="186"/>
                  </a:lnTo>
                  <a:lnTo>
                    <a:pt x="30" y="174"/>
                  </a:lnTo>
                  <a:lnTo>
                    <a:pt x="30" y="168"/>
                  </a:lnTo>
                  <a:lnTo>
                    <a:pt x="30" y="162"/>
                  </a:lnTo>
                  <a:lnTo>
                    <a:pt x="24" y="150"/>
                  </a:lnTo>
                  <a:lnTo>
                    <a:pt x="24" y="144"/>
                  </a:lnTo>
                  <a:lnTo>
                    <a:pt x="24" y="138"/>
                  </a:lnTo>
                  <a:lnTo>
                    <a:pt x="24" y="126"/>
                  </a:lnTo>
                  <a:lnTo>
                    <a:pt x="24" y="120"/>
                  </a:lnTo>
                  <a:lnTo>
                    <a:pt x="18" y="114"/>
                  </a:lnTo>
                  <a:lnTo>
                    <a:pt x="18" y="102"/>
                  </a:lnTo>
                  <a:lnTo>
                    <a:pt x="18" y="96"/>
                  </a:lnTo>
                  <a:lnTo>
                    <a:pt x="18" y="90"/>
                  </a:lnTo>
                  <a:lnTo>
                    <a:pt x="12" y="84"/>
                  </a:lnTo>
                  <a:lnTo>
                    <a:pt x="12" y="78"/>
                  </a:lnTo>
                  <a:lnTo>
                    <a:pt x="12" y="72"/>
                  </a:lnTo>
                  <a:lnTo>
                    <a:pt x="12" y="60"/>
                  </a:lnTo>
                  <a:lnTo>
                    <a:pt x="12" y="54"/>
                  </a:lnTo>
                  <a:lnTo>
                    <a:pt x="6" y="48"/>
                  </a:lnTo>
                  <a:lnTo>
                    <a:pt x="6" y="42"/>
                  </a:lnTo>
                  <a:lnTo>
                    <a:pt x="6" y="36"/>
                  </a:lnTo>
                  <a:lnTo>
                    <a:pt x="6" y="30"/>
                  </a:lnTo>
                  <a:lnTo>
                    <a:pt x="0" y="24"/>
                  </a:lnTo>
                  <a:lnTo>
                    <a:pt x="0" y="18"/>
                  </a:lnTo>
                  <a:lnTo>
                    <a:pt x="0" y="12"/>
                  </a:lnTo>
                  <a:lnTo>
                    <a:pt x="0" y="6"/>
                  </a:lnTo>
                  <a:lnTo>
                    <a:pt x="0" y="0"/>
                  </a:lnTo>
                </a:path>
              </a:pathLst>
            </a:custGeom>
            <a:noFill/>
            <a:ln w="19050">
              <a:solidFill>
                <a:schemeClr val="accent2"/>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nvGrpSpPr>
          <p:cNvPr id="25" name="Group 25"/>
          <p:cNvGrpSpPr/>
          <p:nvPr/>
        </p:nvGrpSpPr>
        <p:grpSpPr bwMode="auto">
          <a:xfrm>
            <a:off x="7731761" y="3779520"/>
            <a:ext cx="3205163" cy="2232025"/>
            <a:chOff x="3648" y="2354"/>
            <a:chExt cx="2019" cy="1406"/>
          </a:xfrm>
        </p:grpSpPr>
        <p:sp>
          <p:nvSpPr>
            <p:cNvPr id="26" name="Line 26"/>
            <p:cNvSpPr>
              <a:spLocks noChangeShapeType="1"/>
            </p:cNvSpPr>
            <p:nvPr/>
          </p:nvSpPr>
          <p:spPr bwMode="auto">
            <a:xfrm>
              <a:off x="3648" y="3240"/>
              <a:ext cx="1968" cy="1"/>
            </a:xfrm>
            <a:prstGeom prst="line">
              <a:avLst/>
            </a:prstGeom>
            <a:noFill/>
            <a:ln w="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 name="Line 27"/>
            <p:cNvSpPr>
              <a:spLocks noChangeShapeType="1"/>
            </p:cNvSpPr>
            <p:nvPr/>
          </p:nvSpPr>
          <p:spPr bwMode="auto">
            <a:xfrm>
              <a:off x="4632" y="2400"/>
              <a:ext cx="1" cy="1360"/>
            </a:xfrm>
            <a:prstGeom prst="line">
              <a:avLst/>
            </a:prstGeom>
            <a:noFill/>
            <a:ln w="0">
              <a:solidFill>
                <a:schemeClr val="tx1"/>
              </a:solidFill>
              <a:round/>
              <a:headEnd type="triangle" w="med" len="me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8" name="Object 28"/>
            <p:cNvGraphicFramePr>
              <a:graphicFrameLocks noChangeAspect="1"/>
            </p:cNvGraphicFramePr>
            <p:nvPr/>
          </p:nvGraphicFramePr>
          <p:xfrm>
            <a:off x="4454" y="3268"/>
            <a:ext cx="205" cy="207"/>
          </p:xfrm>
          <a:graphic>
            <a:graphicData uri="http://schemas.openxmlformats.org/presentationml/2006/ole">
              <mc:AlternateContent xmlns:mc="http://schemas.openxmlformats.org/markup-compatibility/2006">
                <mc:Choice xmlns:v="urn:schemas-microsoft-com:vml" Requires="v">
                  <p:oleObj spid="_x0000_s44040" name="Equation" r:id="rId15" imgW="3048000" imgH="3352800" progId="Equation.DSMT4">
                    <p:embed/>
                  </p:oleObj>
                </mc:Choice>
                <mc:Fallback>
                  <p:oleObj name="Equation" r:id="rId15" imgW="3048000" imgH="3352800" progId="Equation.DSMT4">
                    <p:embed/>
                    <p:pic>
                      <p:nvPicPr>
                        <p:cNvPr id="0" name="图片 44039"/>
                        <p:cNvPicPr>
                          <a:picLocks noChangeAspect="1"/>
                        </p:cNvPicPr>
                        <p:nvPr/>
                      </p:nvPicPr>
                      <p:blipFill>
                        <a:blip r:embed="rId16">
                          <a:biLevel thresh="50000"/>
                          <a:grayscl/>
                        </a:blip>
                        <a:stretch>
                          <a:fillRect/>
                        </a:stretch>
                      </p:blipFill>
                      <p:spPr>
                        <a:xfrm>
                          <a:off x="4454" y="3268"/>
                          <a:ext cx="205" cy="207"/>
                        </a:xfrm>
                        <a:prstGeom prst="rect">
                          <a:avLst/>
                        </a:prstGeom>
                        <a:noFill/>
                        <a:ln w="9525">
                          <a:noFill/>
                        </a:ln>
                      </p:spPr>
                    </p:pic>
                  </p:oleObj>
                </mc:Fallback>
              </mc:AlternateContent>
            </a:graphicData>
          </a:graphic>
        </p:graphicFrame>
        <p:graphicFrame>
          <p:nvGraphicFramePr>
            <p:cNvPr id="29" name="Object 29"/>
            <p:cNvGraphicFramePr>
              <a:graphicFrameLocks noChangeAspect="1"/>
            </p:cNvGraphicFramePr>
            <p:nvPr/>
          </p:nvGraphicFramePr>
          <p:xfrm>
            <a:off x="5462" y="3268"/>
            <a:ext cx="205" cy="207"/>
          </p:xfrm>
          <a:graphic>
            <a:graphicData uri="http://schemas.openxmlformats.org/presentationml/2006/ole">
              <mc:AlternateContent xmlns:mc="http://schemas.openxmlformats.org/markup-compatibility/2006">
                <mc:Choice xmlns:v="urn:schemas-microsoft-com:vml" Requires="v">
                  <p:oleObj spid="_x0000_s44041" name="Equation" r:id="rId17" imgW="3048000" imgH="3352800" progId="Equation.DSMT4">
                    <p:embed/>
                  </p:oleObj>
                </mc:Choice>
                <mc:Fallback>
                  <p:oleObj name="Equation" r:id="rId17" imgW="3048000" imgH="3352800" progId="Equation.DSMT4">
                    <p:embed/>
                    <p:pic>
                      <p:nvPicPr>
                        <p:cNvPr id="0" name="图片 44040"/>
                        <p:cNvPicPr>
                          <a:picLocks noChangeAspect="1"/>
                        </p:cNvPicPr>
                        <p:nvPr/>
                      </p:nvPicPr>
                      <p:blipFill>
                        <a:blip r:embed="rId18">
                          <a:biLevel thresh="50000"/>
                          <a:grayscl/>
                        </a:blip>
                        <a:stretch>
                          <a:fillRect/>
                        </a:stretch>
                      </p:blipFill>
                      <p:spPr>
                        <a:xfrm>
                          <a:off x="5462" y="3268"/>
                          <a:ext cx="205" cy="207"/>
                        </a:xfrm>
                        <a:prstGeom prst="rect">
                          <a:avLst/>
                        </a:prstGeom>
                        <a:noFill/>
                        <a:ln w="9525">
                          <a:noFill/>
                        </a:ln>
                      </p:spPr>
                    </p:pic>
                  </p:oleObj>
                </mc:Fallback>
              </mc:AlternateContent>
            </a:graphicData>
          </a:graphic>
        </p:graphicFrame>
        <p:graphicFrame>
          <p:nvGraphicFramePr>
            <p:cNvPr id="30" name="Object 30"/>
            <p:cNvGraphicFramePr>
              <a:graphicFrameLocks noChangeAspect="1"/>
            </p:cNvGraphicFramePr>
            <p:nvPr/>
          </p:nvGraphicFramePr>
          <p:xfrm>
            <a:off x="4420" y="2354"/>
            <a:ext cx="207" cy="251"/>
          </p:xfrm>
          <a:graphic>
            <a:graphicData uri="http://schemas.openxmlformats.org/presentationml/2006/ole">
              <mc:AlternateContent xmlns:mc="http://schemas.openxmlformats.org/markup-compatibility/2006">
                <mc:Choice xmlns:v="urn:schemas-microsoft-com:vml" Requires="v">
                  <p:oleObj spid="_x0000_s44042" name="Equation" r:id="rId19" imgW="3352800" imgH="3962400" progId="Equation.DSMT4">
                    <p:embed/>
                  </p:oleObj>
                </mc:Choice>
                <mc:Fallback>
                  <p:oleObj name="Equation" r:id="rId19" imgW="3352800" imgH="3962400" progId="Equation.DSMT4">
                    <p:embed/>
                    <p:pic>
                      <p:nvPicPr>
                        <p:cNvPr id="0" name="图片 44041"/>
                        <p:cNvPicPr>
                          <a:picLocks noChangeAspect="1"/>
                        </p:cNvPicPr>
                        <p:nvPr/>
                      </p:nvPicPr>
                      <p:blipFill>
                        <a:blip r:embed="rId20">
                          <a:biLevel thresh="50000"/>
                          <a:grayscl/>
                        </a:blip>
                        <a:stretch>
                          <a:fillRect/>
                        </a:stretch>
                      </p:blipFill>
                      <p:spPr>
                        <a:xfrm>
                          <a:off x="4420" y="2354"/>
                          <a:ext cx="207" cy="251"/>
                        </a:xfrm>
                        <a:prstGeom prst="rect">
                          <a:avLst/>
                        </a:prstGeom>
                        <a:noFill/>
                        <a:ln w="9525">
                          <a:noFill/>
                        </a:ln>
                      </p:spPr>
                    </p:pic>
                  </p:oleObj>
                </mc:Fallback>
              </mc:AlternateContent>
            </a:graphicData>
          </a:graphic>
        </p:graphicFrame>
      </p:grpSp>
      <p:graphicFrame>
        <p:nvGraphicFramePr>
          <p:cNvPr id="31" name="Object 31"/>
          <p:cNvGraphicFramePr>
            <a:graphicFrameLocks noChangeAspect="1"/>
          </p:cNvGraphicFramePr>
          <p:nvPr/>
        </p:nvGraphicFramePr>
        <p:xfrm>
          <a:off x="9519285" y="4330065"/>
          <a:ext cx="1495425" cy="328613"/>
        </p:xfrm>
        <a:graphic>
          <a:graphicData uri="http://schemas.openxmlformats.org/presentationml/2006/ole">
            <mc:AlternateContent xmlns:mc="http://schemas.openxmlformats.org/markup-compatibility/2006">
              <mc:Choice xmlns:v="urn:schemas-microsoft-com:vml" Requires="v">
                <p:oleObj spid="_x0000_s44043" name="Equation" r:id="rId21" imgW="35966400" imgH="7620000" progId="Equation.DSMT4">
                  <p:embed/>
                </p:oleObj>
              </mc:Choice>
              <mc:Fallback>
                <p:oleObj name="Equation" r:id="rId21" imgW="35966400" imgH="7620000" progId="Equation.DSMT4">
                  <p:embed/>
                  <p:pic>
                    <p:nvPicPr>
                      <p:cNvPr id="0" name="图片 44042"/>
                      <p:cNvPicPr>
                        <a:picLocks noChangeAspect="1"/>
                      </p:cNvPicPr>
                      <p:nvPr/>
                    </p:nvPicPr>
                    <p:blipFill>
                      <a:blip r:embed="rId22">
                        <a:biLevel thresh="50000"/>
                        <a:grayscl/>
                      </a:blip>
                      <a:stretch>
                        <a:fillRect/>
                      </a:stretch>
                    </p:blipFill>
                    <p:spPr>
                      <a:xfrm>
                        <a:off x="9519285" y="4330065"/>
                        <a:ext cx="1495425" cy="328613"/>
                      </a:xfrm>
                      <a:prstGeom prst="rect">
                        <a:avLst/>
                      </a:prstGeom>
                      <a:noFill/>
                      <a:ln w="9525">
                        <a:noFill/>
                      </a:ln>
                    </p:spPr>
                  </p:pic>
                </p:oleObj>
              </mc:Fallback>
            </mc:AlternateContent>
          </a:graphicData>
        </a:graphic>
      </p:graphicFrame>
      <p:sp>
        <p:nvSpPr>
          <p:cNvPr id="32" name="Text Box 32"/>
          <p:cNvSpPr txBox="1">
            <a:spLocks noChangeArrowheads="1"/>
          </p:cNvSpPr>
          <p:nvPr/>
        </p:nvSpPr>
        <p:spPr bwMode="auto">
          <a:xfrm>
            <a:off x="3108960" y="911543"/>
            <a:ext cx="6705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1.</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说无穷大时，必须指明状态。 </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3" name="Object 33"/>
          <p:cNvGraphicFramePr>
            <a:graphicFrameLocks noChangeAspect="1"/>
          </p:cNvGraphicFramePr>
          <p:nvPr/>
        </p:nvGraphicFramePr>
        <p:xfrm>
          <a:off x="8074660" y="983309"/>
          <a:ext cx="863280" cy="317160"/>
        </p:xfrm>
        <a:graphic>
          <a:graphicData uri="http://schemas.openxmlformats.org/presentationml/2006/ole">
            <mc:AlternateContent xmlns:mc="http://schemas.openxmlformats.org/markup-compatibility/2006">
              <mc:Choice xmlns:v="urn:schemas-microsoft-com:vml" Requires="v">
                <p:oleObj spid="_x0000_s44044" name="Equation" r:id="rId23" imgW="20726400" imgH="7620000" progId="Equation.DSMT4">
                  <p:embed/>
                </p:oleObj>
              </mc:Choice>
              <mc:Fallback>
                <p:oleObj name="Equation" r:id="rId23" imgW="20726400" imgH="7620000" progId="Equation.DSMT4">
                  <p:embed/>
                  <p:pic>
                    <p:nvPicPr>
                      <p:cNvPr id="0" name="图片 44043"/>
                      <p:cNvPicPr>
                        <a:picLocks noChangeAspect="1"/>
                      </p:cNvPicPr>
                      <p:nvPr/>
                    </p:nvPicPr>
                    <p:blipFill>
                      <a:blip r:embed="rId24">
                        <a:biLevel thresh="50000"/>
                        <a:grayscl/>
                      </a:blip>
                      <a:stretch>
                        <a:fillRect/>
                      </a:stretch>
                    </p:blipFill>
                    <p:spPr>
                      <a:xfrm>
                        <a:off x="8074660" y="983309"/>
                        <a:ext cx="863280" cy="31716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blinds(horizontal)">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4294967295" end="4294967295"/>
                                            </p:txEl>
                                          </p:spTgt>
                                        </p:tgtEl>
                                        <p:attrNameLst>
                                          <p:attrName>style.visibility</p:attrName>
                                        </p:attrNameLst>
                                      </p:cBhvr>
                                      <p:to>
                                        <p:strVal val="visible"/>
                                      </p:to>
                                    </p:set>
                                    <p:animEffect transition="in" filter="wipe(left)">
                                      <p:cBhvr>
                                        <p:cTn id="17" dur="500"/>
                                        <p:tgtEl>
                                          <p:spTgt spid="3">
                                            <p:txEl>
                                              <p:pRg st="4294967295" end="429496729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4294967295" end="4294967295"/>
                                            </p:txEl>
                                          </p:spTgt>
                                        </p:tgtEl>
                                        <p:attrNameLst>
                                          <p:attrName>style.visibility</p:attrName>
                                        </p:attrNameLst>
                                      </p:cBhvr>
                                      <p:to>
                                        <p:strVal val="visible"/>
                                      </p:to>
                                    </p:set>
                                    <p:animEffect transition="in" filter="wipe(left)">
                                      <p:cBhvr>
                                        <p:cTn id="22" dur="500"/>
                                        <p:tgtEl>
                                          <p:spTgt spid="3">
                                            <p:txEl>
                                              <p:pRg st="4294967295" end="429496729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Effect transition="in" filter="wipe(left)">
                                      <p:cBhvr>
                                        <p:cTn id="27" dur="500"/>
                                        <p:tgtEl>
                                          <p:spTgt spid="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left)">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left)">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left)">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nodeType="click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barn(inVertical)">
                                      <p:cBhvr>
                                        <p:cTn id="56" dur="500"/>
                                        <p:tgtEl>
                                          <p:spTgt spid="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left)">
                                      <p:cBhvr>
                                        <p:cTn id="61" dur="500"/>
                                        <p:tgtEl>
                                          <p:spTgt spid="12"/>
                                        </p:tgtEl>
                                      </p:cBhvr>
                                    </p:animEffect>
                                  </p:childTnLst>
                                </p:cTn>
                              </p:par>
                            </p:childTnLst>
                          </p:cTn>
                        </p:par>
                        <p:par>
                          <p:cTn id="62" fill="hold">
                            <p:stCondLst>
                              <p:cond delay="500"/>
                            </p:stCondLst>
                            <p:childTnLst>
                              <p:par>
                                <p:cTn id="63" presetID="22" presetClass="entr" presetSubtype="8" fill="hold" nodeType="after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wipe(left)">
                                      <p:cBhvr>
                                        <p:cTn id="65" dur="500"/>
                                        <p:tgtEl>
                                          <p:spTgt spid="13"/>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wipe(left)">
                                      <p:cBhvr>
                                        <p:cTn id="70" dur="500"/>
                                        <p:tgtEl>
                                          <p:spTgt spid="14"/>
                                        </p:tgtEl>
                                      </p:cBhvr>
                                    </p:animEffec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18"/>
                                        </p:tgtEl>
                                        <p:attrNameLst>
                                          <p:attrName>style.visibility</p:attrName>
                                        </p:attrNameLst>
                                      </p:cBhvr>
                                      <p:to>
                                        <p:strVal val="visible"/>
                                      </p:to>
                                    </p:set>
                                    <p:animEffect transition="in" filter="wipe(left)">
                                      <p:cBhvr>
                                        <p:cTn id="74" dur="500"/>
                                        <p:tgtEl>
                                          <p:spTgt spid="18"/>
                                        </p:tgtEl>
                                      </p:cBhvr>
                                    </p:animEffect>
                                  </p:childTnLst>
                                </p:cTn>
                              </p:par>
                            </p:childTnLst>
                          </p:cTn>
                        </p:par>
                        <p:par>
                          <p:cTn id="75" fill="hold">
                            <p:stCondLst>
                              <p:cond delay="1000"/>
                            </p:stCondLst>
                            <p:childTnLst>
                              <p:par>
                                <p:cTn id="76" presetID="22" presetClass="entr" presetSubtype="8" fill="hold" grpId="0" nodeType="afterEffect">
                                  <p:stCondLst>
                                    <p:cond delay="0"/>
                                  </p:stCondLst>
                                  <p:childTnLst>
                                    <p:set>
                                      <p:cBhvr>
                                        <p:cTn id="77" dur="1" fill="hold">
                                          <p:stCondLst>
                                            <p:cond delay="0"/>
                                          </p:stCondLst>
                                        </p:cTn>
                                        <p:tgtEl>
                                          <p:spTgt spid="19">
                                            <p:txEl>
                                              <p:pRg st="4294967295" end="4294967295"/>
                                            </p:txEl>
                                          </p:spTgt>
                                        </p:tgtEl>
                                        <p:attrNameLst>
                                          <p:attrName>style.visibility</p:attrName>
                                        </p:attrNameLst>
                                      </p:cBhvr>
                                      <p:to>
                                        <p:strVal val="visible"/>
                                      </p:to>
                                    </p:set>
                                    <p:animEffect transition="in" filter="wipe(left)">
                                      <p:cBhvr>
                                        <p:cTn id="78" dur="500"/>
                                        <p:tgtEl>
                                          <p:spTgt spid="19">
                                            <p:txEl>
                                              <p:pRg st="4294967295" end="4294967295"/>
                                            </p:txEl>
                                          </p:spTgt>
                                        </p:tgtEl>
                                      </p:cBhvr>
                                    </p:animEffect>
                                  </p:childTnLst>
                                </p:cTn>
                              </p:par>
                            </p:childTnLst>
                          </p:cTn>
                        </p:par>
                        <p:par>
                          <p:cTn id="79" fill="hold">
                            <p:stCondLst>
                              <p:cond delay="1500"/>
                            </p:stCondLst>
                            <p:childTnLst>
                              <p:par>
                                <p:cTn id="80" presetID="22" presetClass="entr" presetSubtype="8" fill="hold" grpId="0" nodeType="afterEffect">
                                  <p:stCondLst>
                                    <p:cond delay="0"/>
                                  </p:stCondLst>
                                  <p:childTnLst>
                                    <p:set>
                                      <p:cBhvr>
                                        <p:cTn id="81" dur="1" fill="hold">
                                          <p:stCondLst>
                                            <p:cond delay="0"/>
                                          </p:stCondLst>
                                        </p:cTn>
                                        <p:tgtEl>
                                          <p:spTgt spid="19">
                                            <p:txEl>
                                              <p:pRg st="4294967295" end="4294967295"/>
                                            </p:txEl>
                                          </p:spTgt>
                                        </p:tgtEl>
                                        <p:attrNameLst>
                                          <p:attrName>style.visibility</p:attrName>
                                        </p:attrNameLst>
                                      </p:cBhvr>
                                      <p:to>
                                        <p:strVal val="visible"/>
                                      </p:to>
                                    </p:set>
                                    <p:animEffect transition="in" filter="wipe(left)">
                                      <p:cBhvr>
                                        <p:cTn id="82" dur="500"/>
                                        <p:tgtEl>
                                          <p:spTgt spid="19">
                                            <p:txEl>
                                              <p:pRg st="4294967295" end="4294967295"/>
                                            </p:txEl>
                                          </p:spTgt>
                                        </p:tgtEl>
                                      </p:cBhvr>
                                    </p:animEffect>
                                  </p:childTnLst>
                                </p:cTn>
                              </p:par>
                            </p:childTnLst>
                          </p:cTn>
                        </p:par>
                        <p:par>
                          <p:cTn id="83" fill="hold">
                            <p:stCondLst>
                              <p:cond delay="2000"/>
                            </p:stCondLst>
                            <p:childTnLst>
                              <p:par>
                                <p:cTn id="84" presetID="22" presetClass="entr" presetSubtype="8" fill="hold" grpId="0" nodeType="afterEffect">
                                  <p:stCondLst>
                                    <p:cond delay="0"/>
                                  </p:stCondLst>
                                  <p:childTnLst>
                                    <p:set>
                                      <p:cBhvr>
                                        <p:cTn id="85" dur="1" fill="hold">
                                          <p:stCondLst>
                                            <p:cond delay="0"/>
                                          </p:stCondLst>
                                        </p:cTn>
                                        <p:tgtEl>
                                          <p:spTgt spid="19">
                                            <p:txEl>
                                              <p:pRg st="0" end="0"/>
                                            </p:txEl>
                                          </p:spTgt>
                                        </p:tgtEl>
                                        <p:attrNameLst>
                                          <p:attrName>style.visibility</p:attrName>
                                        </p:attrNameLst>
                                      </p:cBhvr>
                                      <p:to>
                                        <p:strVal val="visible"/>
                                      </p:to>
                                    </p:set>
                                    <p:animEffect transition="in" filter="wipe(left)">
                                      <p:cBhvr>
                                        <p:cTn id="86" dur="500"/>
                                        <p:tgtEl>
                                          <p:spTgt spid="19">
                                            <p:txEl>
                                              <p:pRg st="0" end="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5"/>
                                        </p:tgtEl>
                                        <p:attrNameLst>
                                          <p:attrName>style.visibility</p:attrName>
                                        </p:attrNameLst>
                                      </p:cBhvr>
                                      <p:to>
                                        <p:strVal val="visible"/>
                                      </p:to>
                                    </p:set>
                                    <p:animEffect transition="in" filter="wipe(left)">
                                      <p:cBhvr>
                                        <p:cTn id="91" dur="500"/>
                                        <p:tgtEl>
                                          <p:spTgt spid="25"/>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wipe(left)">
                                      <p:cBhvr>
                                        <p:cTn id="96" dur="500"/>
                                        <p:tgtEl>
                                          <p:spTgt spid="20"/>
                                        </p:tgtEl>
                                      </p:cBhvr>
                                    </p:animEffect>
                                  </p:childTnLst>
                                </p:cTn>
                              </p:par>
                            </p:childTnLst>
                          </p:cTn>
                        </p:par>
                        <p:par>
                          <p:cTn id="97" fill="hold">
                            <p:stCondLst>
                              <p:cond delay="500"/>
                            </p:stCondLst>
                            <p:childTnLst>
                              <p:par>
                                <p:cTn id="98" presetID="22" presetClass="entr" presetSubtype="8" fill="hold" nodeType="afterEffect">
                                  <p:stCondLst>
                                    <p:cond delay="0"/>
                                  </p:stCondLst>
                                  <p:childTnLst>
                                    <p:set>
                                      <p:cBhvr>
                                        <p:cTn id="99" dur="1" fill="hold">
                                          <p:stCondLst>
                                            <p:cond delay="0"/>
                                          </p:stCondLst>
                                        </p:cTn>
                                        <p:tgtEl>
                                          <p:spTgt spid="31"/>
                                        </p:tgtEl>
                                        <p:attrNameLst>
                                          <p:attrName>style.visibility</p:attrName>
                                        </p:attrNameLst>
                                      </p:cBhvr>
                                      <p:to>
                                        <p:strVal val="visible"/>
                                      </p:to>
                                    </p:set>
                                    <p:animEffect transition="in" filter="wipe(left)">
                                      <p:cBhvr>
                                        <p:cTn id="10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uiExpand="1" build="p"/>
      <p:bldP spid="4" grpId="0" bldLvl="0" animBg="1" autoUpdateAnimBg="0"/>
      <p:bldP spid="5" grpId="0" bldLvl="0" animBg="1" autoUpdateAnimBg="0"/>
      <p:bldP spid="12" grpId="0" bldLvl="0" animBg="1" autoUpdateAnimBg="0"/>
      <p:bldP spid="19" grpId="0" advAuto="0" autoUpdateAnimBg="0" uiExpand="1" build="p"/>
      <p:bldP spid="32" grpId="0" bldLvl="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676400" y="628333"/>
            <a:ext cx="2057400" cy="609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kumimoji="1"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例</a:t>
            </a:r>
            <a:r>
              <a:rPr kumimoji="1" lang="en-US"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10</a:t>
            </a:r>
            <a:r>
              <a:rPr kumimoji="1"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证明</a:t>
            </a:r>
            <a:endPar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 name="Object 3"/>
          <p:cNvGraphicFramePr>
            <a:graphicFrameLocks noChangeAspect="1"/>
          </p:cNvGraphicFramePr>
          <p:nvPr/>
        </p:nvGraphicFramePr>
        <p:xfrm>
          <a:off x="3535998" y="403543"/>
          <a:ext cx="1838325" cy="850900"/>
        </p:xfrm>
        <a:graphic>
          <a:graphicData uri="http://schemas.openxmlformats.org/presentationml/2006/ole">
            <mc:AlternateContent xmlns:mc="http://schemas.openxmlformats.org/markup-compatibility/2006">
              <mc:Choice xmlns:v="urn:schemas-microsoft-com:vml" Requires="v">
                <p:oleObj spid="_x0000_s45057" name="Equation" r:id="rId1" imgW="43891200" imgH="20116800" progId="Equation.DSMT4">
                  <p:embed/>
                </p:oleObj>
              </mc:Choice>
              <mc:Fallback>
                <p:oleObj name="Equation" r:id="rId1" imgW="43891200" imgH="20116800" progId="Equation.DSMT4">
                  <p:embed/>
                  <p:pic>
                    <p:nvPicPr>
                      <p:cNvPr id="0" name="图片 45056"/>
                      <p:cNvPicPr>
                        <a:picLocks noChangeAspect="1"/>
                      </p:cNvPicPr>
                      <p:nvPr/>
                    </p:nvPicPr>
                    <p:blipFill>
                      <a:blip r:embed="rId2">
                        <a:biLevel thresh="50000"/>
                        <a:grayscl/>
                      </a:blip>
                      <a:stretch>
                        <a:fillRect/>
                      </a:stretch>
                    </p:blipFill>
                    <p:spPr>
                      <a:xfrm>
                        <a:off x="3535998" y="403543"/>
                        <a:ext cx="1838325" cy="850900"/>
                      </a:xfrm>
                      <a:prstGeom prst="rect">
                        <a:avLst/>
                      </a:prstGeom>
                      <a:noFill/>
                      <a:ln w="9525">
                        <a:noFill/>
                      </a:ln>
                    </p:spPr>
                  </p:pic>
                </p:oleObj>
              </mc:Fallback>
            </mc:AlternateContent>
          </a:graphicData>
        </a:graphic>
      </p:graphicFrame>
      <p:sp>
        <p:nvSpPr>
          <p:cNvPr id="4" name="Text Box 4"/>
          <p:cNvSpPr txBox="1">
            <a:spLocks noChangeArrowheads="1"/>
          </p:cNvSpPr>
          <p:nvPr/>
        </p:nvSpPr>
        <p:spPr bwMode="auto">
          <a:xfrm>
            <a:off x="1828800" y="1404303"/>
            <a:ext cx="3048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证</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任给正数</a:t>
            </a:r>
            <a:r>
              <a:rPr kumimoji="1" lang="zh-CN" altLang="en-US" sz="2800" b="1"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i="1" dirty="0">
                <a:latin typeface="Times New Roman" panose="02020603050405020304" pitchFamily="18" charset="0"/>
                <a:ea typeface="黑体" panose="02010609060101010101" pitchFamily="49" charset="-122"/>
                <a:cs typeface="Times New Roman" panose="02020603050405020304" pitchFamily="18" charset="0"/>
              </a:rPr>
              <a:t>M</a:t>
            </a:r>
            <a:r>
              <a:rPr kumimoji="1" lang="en-US" altLang="zh-CN" sz="2800" b="1" i="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Text Box 5"/>
          <p:cNvSpPr txBox="1">
            <a:spLocks noChangeArrowheads="1"/>
          </p:cNvSpPr>
          <p:nvPr/>
        </p:nvSpPr>
        <p:spPr bwMode="auto">
          <a:xfrm>
            <a:off x="4728845" y="1416050"/>
            <a:ext cx="1371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要使</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6" name="Object 6"/>
          <p:cNvGraphicFramePr>
            <a:graphicFrameLocks noChangeAspect="1"/>
          </p:cNvGraphicFramePr>
          <p:nvPr/>
        </p:nvGraphicFramePr>
        <p:xfrm>
          <a:off x="5611495" y="1236980"/>
          <a:ext cx="1771650" cy="949325"/>
        </p:xfrm>
        <a:graphic>
          <a:graphicData uri="http://schemas.openxmlformats.org/presentationml/2006/ole">
            <mc:AlternateContent xmlns:mc="http://schemas.openxmlformats.org/markup-compatibility/2006">
              <mc:Choice xmlns:v="urn:schemas-microsoft-com:vml" Requires="v">
                <p:oleObj spid="_x0000_s45058" name="Equation" r:id="rId3" imgW="42367200" imgH="22555200" progId="Equation.DSMT4">
                  <p:embed/>
                </p:oleObj>
              </mc:Choice>
              <mc:Fallback>
                <p:oleObj name="Equation" r:id="rId3" imgW="42367200" imgH="22555200" progId="Equation.DSMT4">
                  <p:embed/>
                  <p:pic>
                    <p:nvPicPr>
                      <p:cNvPr id="0" name="图片 45057"/>
                      <p:cNvPicPr>
                        <a:picLocks noChangeAspect="1"/>
                      </p:cNvPicPr>
                      <p:nvPr/>
                    </p:nvPicPr>
                    <p:blipFill>
                      <a:blip r:embed="rId4">
                        <a:biLevel thresh="50000"/>
                        <a:grayscl/>
                      </a:blip>
                      <a:stretch>
                        <a:fillRect/>
                      </a:stretch>
                    </p:blipFill>
                    <p:spPr>
                      <a:xfrm>
                        <a:off x="5611495" y="1236980"/>
                        <a:ext cx="1771650" cy="949325"/>
                      </a:xfrm>
                      <a:prstGeom prst="rect">
                        <a:avLst/>
                      </a:prstGeom>
                      <a:noFill/>
                      <a:ln w="9525">
                        <a:noFill/>
                      </a:ln>
                    </p:spPr>
                  </p:pic>
                </p:oleObj>
              </mc:Fallback>
            </mc:AlternateContent>
          </a:graphicData>
        </a:graphic>
      </p:graphicFrame>
      <p:sp>
        <p:nvSpPr>
          <p:cNvPr id="7" name="Text Box 7"/>
          <p:cNvSpPr txBox="1">
            <a:spLocks noChangeArrowheads="1"/>
          </p:cNvSpPr>
          <p:nvPr/>
        </p:nvSpPr>
        <p:spPr bwMode="auto">
          <a:xfrm>
            <a:off x="7467600" y="1416050"/>
            <a:ext cx="838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即</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8" name="Object 8"/>
          <p:cNvGraphicFramePr>
            <a:graphicFrameLocks noChangeAspect="1"/>
          </p:cNvGraphicFramePr>
          <p:nvPr/>
        </p:nvGraphicFramePr>
        <p:xfrm>
          <a:off x="8039100" y="1249363"/>
          <a:ext cx="1778000" cy="838200"/>
        </p:xfrm>
        <a:graphic>
          <a:graphicData uri="http://schemas.openxmlformats.org/presentationml/2006/ole">
            <mc:AlternateContent xmlns:mc="http://schemas.openxmlformats.org/markup-compatibility/2006">
              <mc:Choice xmlns:v="urn:schemas-microsoft-com:vml" Requires="v">
                <p:oleObj spid="_x0000_s45059" name="Equation" r:id="rId5" imgW="42367200" imgH="19812000" progId="Equation.DSMT4">
                  <p:embed/>
                </p:oleObj>
              </mc:Choice>
              <mc:Fallback>
                <p:oleObj name="Equation" r:id="rId5" imgW="42367200" imgH="19812000" progId="Equation.DSMT4">
                  <p:embed/>
                  <p:pic>
                    <p:nvPicPr>
                      <p:cNvPr id="0" name="图片 45058"/>
                      <p:cNvPicPr>
                        <a:picLocks noChangeAspect="1"/>
                      </p:cNvPicPr>
                      <p:nvPr/>
                    </p:nvPicPr>
                    <p:blipFill>
                      <a:blip r:embed="rId6">
                        <a:biLevel thresh="50000"/>
                        <a:grayscl/>
                      </a:blip>
                      <a:stretch>
                        <a:fillRect/>
                      </a:stretch>
                    </p:blipFill>
                    <p:spPr>
                      <a:xfrm>
                        <a:off x="8039100" y="1249363"/>
                        <a:ext cx="1778000" cy="838200"/>
                      </a:xfrm>
                      <a:prstGeom prst="rect">
                        <a:avLst/>
                      </a:prstGeom>
                      <a:noFill/>
                      <a:ln w="9525">
                        <a:noFill/>
                      </a:ln>
                    </p:spPr>
                  </p:pic>
                </p:oleObj>
              </mc:Fallback>
            </mc:AlternateContent>
          </a:graphicData>
        </a:graphic>
      </p:graphicFrame>
      <p:sp>
        <p:nvSpPr>
          <p:cNvPr id="9" name="Text Box 9"/>
          <p:cNvSpPr txBox="1">
            <a:spLocks noChangeArrowheads="1"/>
          </p:cNvSpPr>
          <p:nvPr/>
        </p:nvSpPr>
        <p:spPr bwMode="auto">
          <a:xfrm>
            <a:off x="1828800" y="2232660"/>
            <a:ext cx="1524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只要取</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0" name="Object 10"/>
          <p:cNvGraphicFramePr>
            <a:graphicFrameLocks noChangeAspect="1"/>
          </p:cNvGraphicFramePr>
          <p:nvPr/>
        </p:nvGraphicFramePr>
        <p:xfrm>
          <a:off x="3047916" y="2078018"/>
          <a:ext cx="1115592" cy="848478"/>
        </p:xfrm>
        <a:graphic>
          <a:graphicData uri="http://schemas.openxmlformats.org/presentationml/2006/ole">
            <mc:AlternateContent xmlns:mc="http://schemas.openxmlformats.org/markup-compatibility/2006">
              <mc:Choice xmlns:v="urn:schemas-microsoft-com:vml" Requires="v">
                <p:oleObj spid="_x0000_s45060" name="Equation" r:id="rId7" imgW="12496800" imgH="9448800" progId="Equation.DSMT4">
                  <p:embed/>
                </p:oleObj>
              </mc:Choice>
              <mc:Fallback>
                <p:oleObj name="Equation" r:id="rId7" imgW="12496800" imgH="9448800" progId="Equation.DSMT4">
                  <p:embed/>
                  <p:pic>
                    <p:nvPicPr>
                      <p:cNvPr id="0" name="图片 45059"/>
                      <p:cNvPicPr>
                        <a:picLocks noChangeAspect="1"/>
                      </p:cNvPicPr>
                      <p:nvPr/>
                    </p:nvPicPr>
                    <p:blipFill>
                      <a:blip r:embed="rId8"/>
                      <a:stretch>
                        <a:fillRect/>
                      </a:stretch>
                    </p:blipFill>
                    <p:spPr>
                      <a:xfrm>
                        <a:off x="3047916" y="2078018"/>
                        <a:ext cx="1115592" cy="848478"/>
                      </a:xfrm>
                      <a:prstGeom prst="rect">
                        <a:avLst/>
                      </a:prstGeom>
                      <a:noFill/>
                      <a:ln w="9525">
                        <a:noFill/>
                      </a:ln>
                    </p:spPr>
                  </p:pic>
                </p:oleObj>
              </mc:Fallback>
            </mc:AlternateContent>
          </a:graphicData>
        </a:graphic>
      </p:graphicFrame>
      <p:sp>
        <p:nvSpPr>
          <p:cNvPr id="11" name="Text Box 11"/>
          <p:cNvSpPr txBox="1">
            <a:spLocks noChangeArrowheads="1"/>
          </p:cNvSpPr>
          <p:nvPr/>
        </p:nvSpPr>
        <p:spPr bwMode="auto">
          <a:xfrm>
            <a:off x="4163695" y="2239963"/>
            <a:ext cx="2057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则对满足</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2" name="Object 12"/>
          <p:cNvGraphicFramePr>
            <a:graphicFrameLocks noChangeAspect="1"/>
          </p:cNvGraphicFramePr>
          <p:nvPr/>
        </p:nvGraphicFramePr>
        <p:xfrm>
          <a:off x="5794058" y="2279333"/>
          <a:ext cx="1978025" cy="495300"/>
        </p:xfrm>
        <a:graphic>
          <a:graphicData uri="http://schemas.openxmlformats.org/presentationml/2006/ole">
            <mc:AlternateContent xmlns:mc="http://schemas.openxmlformats.org/markup-compatibility/2006">
              <mc:Choice xmlns:v="urn:schemas-microsoft-com:vml" Requires="v">
                <p:oleObj spid="_x0000_s45061" name="Equation" r:id="rId9" imgW="47244000" imgH="11582400" progId="Equation.DSMT4">
                  <p:embed/>
                </p:oleObj>
              </mc:Choice>
              <mc:Fallback>
                <p:oleObj name="Equation" r:id="rId9" imgW="47244000" imgH="11582400" progId="Equation.DSMT4">
                  <p:embed/>
                  <p:pic>
                    <p:nvPicPr>
                      <p:cNvPr id="0" name="图片 45060"/>
                      <p:cNvPicPr>
                        <a:picLocks noChangeAspect="1"/>
                      </p:cNvPicPr>
                      <p:nvPr/>
                    </p:nvPicPr>
                    <p:blipFill>
                      <a:blip r:embed="rId10">
                        <a:biLevel thresh="50000"/>
                        <a:grayscl/>
                      </a:blip>
                      <a:stretch>
                        <a:fillRect/>
                      </a:stretch>
                    </p:blipFill>
                    <p:spPr>
                      <a:xfrm>
                        <a:off x="5794058" y="2279333"/>
                        <a:ext cx="1978025" cy="495300"/>
                      </a:xfrm>
                      <a:prstGeom prst="rect">
                        <a:avLst/>
                      </a:prstGeom>
                      <a:noFill/>
                      <a:ln w="9525">
                        <a:noFill/>
                      </a:ln>
                    </p:spPr>
                  </p:pic>
                </p:oleObj>
              </mc:Fallback>
            </mc:AlternateContent>
          </a:graphicData>
        </a:graphic>
      </p:graphicFrame>
      <p:sp>
        <p:nvSpPr>
          <p:cNvPr id="13" name="Text Box 13"/>
          <p:cNvSpPr txBox="1">
            <a:spLocks noChangeArrowheads="1"/>
          </p:cNvSpPr>
          <p:nvPr/>
        </p:nvSpPr>
        <p:spPr bwMode="auto">
          <a:xfrm>
            <a:off x="7772400" y="2238375"/>
            <a:ext cx="24384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的一切 </a:t>
            </a:r>
            <a:r>
              <a:rPr kumimoji="1" lang="en-US" altLang="zh-CN" sz="2800" b="1" i="1">
                <a:latin typeface="Times New Roman" panose="02020603050405020304" pitchFamily="18" charset="0"/>
                <a:ea typeface="黑体" panose="02010609060101010101" pitchFamily="49" charset="-122"/>
                <a:cs typeface="Times New Roman" panose="02020603050405020304" pitchFamily="18" charset="0"/>
              </a:rPr>
              <a:t>x</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有</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4" name="Object 14"/>
          <p:cNvGraphicFramePr>
            <a:graphicFrameLocks noChangeAspect="1"/>
          </p:cNvGraphicFramePr>
          <p:nvPr/>
        </p:nvGraphicFramePr>
        <p:xfrm>
          <a:off x="4535805" y="2868295"/>
          <a:ext cx="1663700" cy="949325"/>
        </p:xfrm>
        <a:graphic>
          <a:graphicData uri="http://schemas.openxmlformats.org/presentationml/2006/ole">
            <mc:AlternateContent xmlns:mc="http://schemas.openxmlformats.org/markup-compatibility/2006">
              <mc:Choice xmlns:v="urn:schemas-microsoft-com:vml" Requires="v">
                <p:oleObj spid="_x0000_s45062" name="Equation" r:id="rId11" imgW="39624000" imgH="22555200" progId="Equation.DSMT4">
                  <p:embed/>
                </p:oleObj>
              </mc:Choice>
              <mc:Fallback>
                <p:oleObj name="Equation" r:id="rId11" imgW="39624000" imgH="22555200" progId="Equation.DSMT4">
                  <p:embed/>
                  <p:pic>
                    <p:nvPicPr>
                      <p:cNvPr id="0" name="图片 45061"/>
                      <p:cNvPicPr>
                        <a:picLocks noChangeAspect="1"/>
                      </p:cNvPicPr>
                      <p:nvPr/>
                    </p:nvPicPr>
                    <p:blipFill>
                      <a:blip r:embed="rId12">
                        <a:biLevel thresh="50000"/>
                        <a:grayscl/>
                      </a:blip>
                      <a:stretch>
                        <a:fillRect/>
                      </a:stretch>
                    </p:blipFill>
                    <p:spPr>
                      <a:xfrm>
                        <a:off x="4535805" y="2868295"/>
                        <a:ext cx="1663700" cy="949325"/>
                      </a:xfrm>
                      <a:prstGeom prst="rect">
                        <a:avLst/>
                      </a:prstGeom>
                      <a:noFill/>
                      <a:ln w="9525">
                        <a:noFill/>
                      </a:ln>
                    </p:spPr>
                  </p:pic>
                </p:oleObj>
              </mc:Fallback>
            </mc:AlternateContent>
          </a:graphicData>
        </a:graphic>
      </p:graphicFrame>
      <p:sp>
        <p:nvSpPr>
          <p:cNvPr id="15" name="Text Box 15"/>
          <p:cNvSpPr txBox="1">
            <a:spLocks noChangeArrowheads="1"/>
          </p:cNvSpPr>
          <p:nvPr/>
        </p:nvSpPr>
        <p:spPr bwMode="auto">
          <a:xfrm>
            <a:off x="1828800" y="3943033"/>
            <a:ext cx="1371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所以</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6" name="Object 16"/>
          <p:cNvGraphicFramePr>
            <a:graphicFrameLocks noChangeAspect="1"/>
          </p:cNvGraphicFramePr>
          <p:nvPr/>
        </p:nvGraphicFramePr>
        <p:xfrm>
          <a:off x="2946083" y="3765868"/>
          <a:ext cx="1930400" cy="850900"/>
        </p:xfrm>
        <a:graphic>
          <a:graphicData uri="http://schemas.openxmlformats.org/presentationml/2006/ole">
            <mc:AlternateContent xmlns:mc="http://schemas.openxmlformats.org/markup-compatibility/2006">
              <mc:Choice xmlns:v="urn:schemas-microsoft-com:vml" Requires="v">
                <p:oleObj spid="_x0000_s45063" name="Equation" r:id="rId13" imgW="46024800" imgH="20116800" progId="Equation.DSMT4">
                  <p:embed/>
                </p:oleObj>
              </mc:Choice>
              <mc:Fallback>
                <p:oleObj name="Equation" r:id="rId13" imgW="46024800" imgH="20116800" progId="Equation.DSMT4">
                  <p:embed/>
                  <p:pic>
                    <p:nvPicPr>
                      <p:cNvPr id="0" name="图片 45062"/>
                      <p:cNvPicPr>
                        <a:picLocks noChangeAspect="1"/>
                      </p:cNvPicPr>
                      <p:nvPr/>
                    </p:nvPicPr>
                    <p:blipFill>
                      <a:blip r:embed="rId14">
                        <a:biLevel thresh="50000"/>
                        <a:grayscl/>
                      </a:blip>
                      <a:stretch>
                        <a:fillRect/>
                      </a:stretch>
                    </p:blipFill>
                    <p:spPr>
                      <a:xfrm>
                        <a:off x="2946083" y="3765868"/>
                        <a:ext cx="1930400" cy="850900"/>
                      </a:xfrm>
                      <a:prstGeom prst="rect">
                        <a:avLst/>
                      </a:prstGeom>
                      <a:noFill/>
                      <a:ln w="9525">
                        <a:noFill/>
                      </a:ln>
                    </p:spPr>
                  </p:pic>
                </p:oleObj>
              </mc:Fallback>
            </mc:AlternateContent>
          </a:graphicData>
        </a:graphic>
      </p:graphicFrame>
      <p:graphicFrame>
        <p:nvGraphicFramePr>
          <p:cNvPr id="17" name="Object 17"/>
          <p:cNvGraphicFramePr>
            <a:graphicFrameLocks noChangeAspect="1"/>
          </p:cNvGraphicFramePr>
          <p:nvPr/>
        </p:nvGraphicFramePr>
        <p:xfrm>
          <a:off x="8610600" y="3138488"/>
          <a:ext cx="1282680" cy="838080"/>
        </p:xfrm>
        <a:graphic>
          <a:graphicData uri="http://schemas.openxmlformats.org/presentationml/2006/ole">
            <mc:AlternateContent xmlns:mc="http://schemas.openxmlformats.org/markup-compatibility/2006">
              <mc:Choice xmlns:v="urn:schemas-microsoft-com:vml" Requires="v">
                <p:oleObj spid="_x0000_s45064" name="Equation" r:id="rId15" imgW="30784800" imgH="20116800" progId="Equation.DSMT4">
                  <p:embed/>
                </p:oleObj>
              </mc:Choice>
              <mc:Fallback>
                <p:oleObj name="Equation" r:id="rId15" imgW="30784800" imgH="20116800" progId="Equation.DSMT4">
                  <p:embed/>
                  <p:pic>
                    <p:nvPicPr>
                      <p:cNvPr id="0" name="图片 45063"/>
                      <p:cNvPicPr>
                        <a:picLocks noChangeAspect="1"/>
                      </p:cNvPicPr>
                      <p:nvPr/>
                    </p:nvPicPr>
                    <p:blipFill>
                      <a:blip r:embed="rId16">
                        <a:biLevel thresh="50000"/>
                        <a:grayscl/>
                      </a:blip>
                      <a:stretch>
                        <a:fillRect/>
                      </a:stretch>
                    </p:blipFill>
                    <p:spPr>
                      <a:xfrm>
                        <a:off x="8610600" y="3138488"/>
                        <a:ext cx="1282680" cy="838080"/>
                      </a:xfrm>
                      <a:prstGeom prst="rect">
                        <a:avLst/>
                      </a:prstGeom>
                      <a:noFill/>
                      <a:ln w="9525">
                        <a:noFill/>
                      </a:ln>
                    </p:spPr>
                  </p:pic>
                </p:oleObj>
              </mc:Fallback>
            </mc:AlternateContent>
          </a:graphicData>
        </a:graphic>
      </p:graphicFrame>
      <p:sp>
        <p:nvSpPr>
          <p:cNvPr id="18" name="Text Box 18"/>
          <p:cNvSpPr txBox="1">
            <a:spLocks noChangeArrowheads="1"/>
          </p:cNvSpPr>
          <p:nvPr/>
        </p:nvSpPr>
        <p:spPr bwMode="auto">
          <a:xfrm>
            <a:off x="3044508" y="4812030"/>
            <a:ext cx="630237"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若 </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9" name="Object 19"/>
          <p:cNvGraphicFramePr>
            <a:graphicFrameLocks noChangeAspect="1"/>
          </p:cNvGraphicFramePr>
          <p:nvPr/>
        </p:nvGraphicFramePr>
        <p:xfrm>
          <a:off x="3596958" y="4833303"/>
          <a:ext cx="2014537" cy="603250"/>
        </p:xfrm>
        <a:graphic>
          <a:graphicData uri="http://schemas.openxmlformats.org/presentationml/2006/ole">
            <mc:AlternateContent xmlns:mc="http://schemas.openxmlformats.org/markup-compatibility/2006">
              <mc:Choice xmlns:v="urn:schemas-microsoft-com:vml" Requires="v">
                <p:oleObj spid="_x0000_s45065" name="Equation" r:id="rId17" imgW="48158400" imgH="14325600" progId="Equation.DSMT4">
                  <p:embed/>
                </p:oleObj>
              </mc:Choice>
              <mc:Fallback>
                <p:oleObj name="Equation" r:id="rId17" imgW="48158400" imgH="14325600" progId="Equation.DSMT4">
                  <p:embed/>
                  <p:pic>
                    <p:nvPicPr>
                      <p:cNvPr id="0" name="图片 45064"/>
                      <p:cNvPicPr>
                        <a:picLocks noChangeAspect="1"/>
                      </p:cNvPicPr>
                      <p:nvPr/>
                    </p:nvPicPr>
                    <p:blipFill>
                      <a:blip r:embed="rId18">
                        <a:biLevel thresh="50000"/>
                        <a:grayscl/>
                      </a:blip>
                      <a:stretch>
                        <a:fillRect/>
                      </a:stretch>
                    </p:blipFill>
                    <p:spPr>
                      <a:xfrm>
                        <a:off x="3596958" y="4833303"/>
                        <a:ext cx="2014537" cy="603250"/>
                      </a:xfrm>
                      <a:prstGeom prst="rect">
                        <a:avLst/>
                      </a:prstGeom>
                      <a:noFill/>
                      <a:ln w="9525">
                        <a:noFill/>
                      </a:ln>
                    </p:spPr>
                  </p:pic>
                </p:oleObj>
              </mc:Fallback>
            </mc:AlternateContent>
          </a:graphicData>
        </a:graphic>
      </p:graphicFrame>
      <p:sp>
        <p:nvSpPr>
          <p:cNvPr id="20" name="Text Box 20"/>
          <p:cNvSpPr txBox="1">
            <a:spLocks noChangeArrowheads="1"/>
          </p:cNvSpPr>
          <p:nvPr/>
        </p:nvSpPr>
        <p:spPr bwMode="auto">
          <a:xfrm>
            <a:off x="5611495" y="4811713"/>
            <a:ext cx="1524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则直线</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1" name="Object 21"/>
          <p:cNvGraphicFramePr>
            <a:graphicFrameLocks noChangeAspect="1"/>
          </p:cNvGraphicFramePr>
          <p:nvPr/>
        </p:nvGraphicFramePr>
        <p:xfrm>
          <a:off x="6864973" y="4817472"/>
          <a:ext cx="907402" cy="498875"/>
        </p:xfrm>
        <a:graphic>
          <a:graphicData uri="http://schemas.openxmlformats.org/presentationml/2006/ole">
            <mc:AlternateContent xmlns:mc="http://schemas.openxmlformats.org/markup-compatibility/2006">
              <mc:Choice xmlns:v="urn:schemas-microsoft-com:vml" Requires="v">
                <p:oleObj spid="_x0000_s45066" name="Equation" r:id="rId19" imgW="10058400" imgH="5486400" progId="Equation.DSMT4">
                  <p:embed/>
                </p:oleObj>
              </mc:Choice>
              <mc:Fallback>
                <p:oleObj name="Equation" r:id="rId19" imgW="10058400" imgH="5486400" progId="Equation.DSMT4">
                  <p:embed/>
                  <p:pic>
                    <p:nvPicPr>
                      <p:cNvPr id="0" name="图片 45065"/>
                      <p:cNvPicPr>
                        <a:picLocks noChangeAspect="1"/>
                      </p:cNvPicPr>
                      <p:nvPr/>
                    </p:nvPicPr>
                    <p:blipFill>
                      <a:blip r:embed="rId20"/>
                      <a:stretch>
                        <a:fillRect/>
                      </a:stretch>
                    </p:blipFill>
                    <p:spPr>
                      <a:xfrm>
                        <a:off x="6864973" y="4817472"/>
                        <a:ext cx="907402" cy="498875"/>
                      </a:xfrm>
                      <a:prstGeom prst="rect">
                        <a:avLst/>
                      </a:prstGeom>
                      <a:noFill/>
                      <a:ln w="9525">
                        <a:noFill/>
                      </a:ln>
                    </p:spPr>
                  </p:pic>
                </p:oleObj>
              </mc:Fallback>
            </mc:AlternateContent>
          </a:graphicData>
        </a:graphic>
      </p:graphicFrame>
      <p:sp>
        <p:nvSpPr>
          <p:cNvPr id="22" name="Text Box 22"/>
          <p:cNvSpPr txBox="1">
            <a:spLocks noChangeArrowheads="1"/>
          </p:cNvSpPr>
          <p:nvPr/>
        </p:nvSpPr>
        <p:spPr bwMode="auto">
          <a:xfrm>
            <a:off x="1965960" y="5481638"/>
            <a:ext cx="1600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为曲线</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3" name="Object 23"/>
          <p:cNvGraphicFramePr>
            <a:graphicFrameLocks noChangeAspect="1"/>
          </p:cNvGraphicFramePr>
          <p:nvPr/>
        </p:nvGraphicFramePr>
        <p:xfrm>
          <a:off x="3260408" y="5540058"/>
          <a:ext cx="1301750" cy="400050"/>
        </p:xfrm>
        <a:graphic>
          <a:graphicData uri="http://schemas.openxmlformats.org/presentationml/2006/ole">
            <mc:AlternateContent xmlns:mc="http://schemas.openxmlformats.org/markup-compatibility/2006">
              <mc:Choice xmlns:v="urn:schemas-microsoft-com:vml" Requires="v">
                <p:oleObj spid="_x0000_s45067" name="Equation" r:id="rId21" imgW="31089600" imgH="9448800" progId="Equation.DSMT4">
                  <p:embed/>
                </p:oleObj>
              </mc:Choice>
              <mc:Fallback>
                <p:oleObj name="Equation" r:id="rId21" imgW="31089600" imgH="9448800" progId="Equation.DSMT4">
                  <p:embed/>
                  <p:pic>
                    <p:nvPicPr>
                      <p:cNvPr id="0" name="图片 45066"/>
                      <p:cNvPicPr>
                        <a:picLocks noChangeAspect="1"/>
                      </p:cNvPicPr>
                      <p:nvPr/>
                    </p:nvPicPr>
                    <p:blipFill>
                      <a:blip r:embed="rId22">
                        <a:biLevel thresh="50000"/>
                        <a:grayscl/>
                      </a:blip>
                      <a:stretch>
                        <a:fillRect/>
                      </a:stretch>
                    </p:blipFill>
                    <p:spPr>
                      <a:xfrm>
                        <a:off x="3260408" y="5540058"/>
                        <a:ext cx="1301750" cy="400050"/>
                      </a:xfrm>
                      <a:prstGeom prst="rect">
                        <a:avLst/>
                      </a:prstGeom>
                      <a:noFill/>
                      <a:ln w="9525">
                        <a:noFill/>
                      </a:ln>
                    </p:spPr>
                  </p:pic>
                </p:oleObj>
              </mc:Fallback>
            </mc:AlternateContent>
          </a:graphicData>
        </a:graphic>
      </p:graphicFrame>
      <p:sp>
        <p:nvSpPr>
          <p:cNvPr id="24" name="Text Box 24"/>
          <p:cNvSpPr txBox="1">
            <a:spLocks noChangeArrowheads="1"/>
          </p:cNvSpPr>
          <p:nvPr/>
        </p:nvSpPr>
        <p:spPr bwMode="auto">
          <a:xfrm>
            <a:off x="4562475" y="5479098"/>
            <a:ext cx="2971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的铅直渐近线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 name="Text Box 25"/>
          <p:cNvSpPr txBox="1">
            <a:spLocks noChangeArrowheads="1"/>
          </p:cNvSpPr>
          <p:nvPr/>
        </p:nvSpPr>
        <p:spPr bwMode="auto">
          <a:xfrm>
            <a:off x="8791575" y="5576888"/>
            <a:ext cx="1447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渐近线</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6" name="Line 26"/>
          <p:cNvSpPr>
            <a:spLocks noChangeShapeType="1"/>
          </p:cNvSpPr>
          <p:nvPr/>
        </p:nvSpPr>
        <p:spPr bwMode="auto">
          <a:xfrm flipH="1" flipV="1">
            <a:off x="8791575" y="4891088"/>
            <a:ext cx="381000" cy="762000"/>
          </a:xfrm>
          <a:prstGeom prst="line">
            <a:avLst/>
          </a:prstGeom>
          <a:noFill/>
          <a:ln w="1270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 name="Line 27"/>
          <p:cNvSpPr>
            <a:spLocks noChangeShapeType="1"/>
          </p:cNvSpPr>
          <p:nvPr/>
        </p:nvSpPr>
        <p:spPr bwMode="auto">
          <a:xfrm>
            <a:off x="8723313" y="3117850"/>
            <a:ext cx="0" cy="2306638"/>
          </a:xfrm>
          <a:prstGeom prst="line">
            <a:avLst/>
          </a:prstGeom>
          <a:noFill/>
          <a:ln w="952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8" name="Object 28"/>
          <p:cNvGraphicFramePr>
            <a:graphicFrameLocks noChangeAspect="1"/>
          </p:cNvGraphicFramePr>
          <p:nvPr/>
        </p:nvGraphicFramePr>
        <p:xfrm>
          <a:off x="8748713" y="4283075"/>
          <a:ext cx="219075" cy="361950"/>
        </p:xfrm>
        <a:graphic>
          <a:graphicData uri="http://schemas.openxmlformats.org/presentationml/2006/ole">
            <mc:AlternateContent xmlns:mc="http://schemas.openxmlformats.org/markup-compatibility/2006">
              <mc:Choice xmlns:v="urn:schemas-microsoft-com:vml" Requires="v">
                <p:oleObj spid="_x0000_s45068" name="Equation" r:id="rId23" imgW="2133600" imgH="3962400" progId="Equation.DSMT4">
                  <p:embed/>
                </p:oleObj>
              </mc:Choice>
              <mc:Fallback>
                <p:oleObj name="Equation" r:id="rId23" imgW="2133600" imgH="3962400" progId="Equation.DSMT4">
                  <p:embed/>
                  <p:pic>
                    <p:nvPicPr>
                      <p:cNvPr id="0" name="图片 45067"/>
                      <p:cNvPicPr>
                        <a:picLocks noChangeAspect="1"/>
                      </p:cNvPicPr>
                      <p:nvPr/>
                    </p:nvPicPr>
                    <p:blipFill>
                      <a:blip r:embed="rId24">
                        <a:biLevel thresh="50000"/>
                        <a:grayscl/>
                      </a:blip>
                      <a:stretch>
                        <a:fillRect/>
                      </a:stretch>
                    </p:blipFill>
                    <p:spPr>
                      <a:xfrm>
                        <a:off x="8748713" y="4283075"/>
                        <a:ext cx="219075" cy="361950"/>
                      </a:xfrm>
                      <a:prstGeom prst="rect">
                        <a:avLst/>
                      </a:prstGeom>
                      <a:noFill/>
                      <a:ln w="9525">
                        <a:noFill/>
                      </a:ln>
                    </p:spPr>
                  </p:pic>
                </p:oleObj>
              </mc:Fallback>
            </mc:AlternateContent>
          </a:graphicData>
        </a:graphic>
      </p:graphicFrame>
      <p:sp>
        <p:nvSpPr>
          <p:cNvPr id="29" name="Rectangle 29"/>
          <p:cNvSpPr>
            <a:spLocks noChangeArrowheads="1"/>
          </p:cNvSpPr>
          <p:nvPr/>
        </p:nvSpPr>
        <p:spPr bwMode="auto">
          <a:xfrm>
            <a:off x="1965643" y="4829175"/>
            <a:ext cx="1020762"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2800" b="1">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rPr>
              <a:t>说明</a:t>
            </a:r>
            <a:r>
              <a:rPr kumimoji="1" lang="en-US" altLang="zh-CN" sz="2800" b="1">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30" name="Group 30"/>
          <p:cNvGrpSpPr/>
          <p:nvPr/>
        </p:nvGrpSpPr>
        <p:grpSpPr bwMode="auto">
          <a:xfrm>
            <a:off x="7467600" y="4367213"/>
            <a:ext cx="1171575" cy="1028700"/>
            <a:chOff x="2238" y="2199"/>
            <a:chExt cx="738" cy="648"/>
          </a:xfrm>
        </p:grpSpPr>
        <p:sp>
          <p:nvSpPr>
            <p:cNvPr id="31" name="Freeform 31"/>
            <p:cNvSpPr/>
            <p:nvPr/>
          </p:nvSpPr>
          <p:spPr bwMode="auto">
            <a:xfrm>
              <a:off x="2238" y="2199"/>
              <a:ext cx="360" cy="42"/>
            </a:xfrm>
            <a:custGeom>
              <a:avLst/>
              <a:gdLst>
                <a:gd name="T0" fmla="*/ 6 w 360"/>
                <a:gd name="T1" fmla="*/ 0 h 42"/>
                <a:gd name="T2" fmla="*/ 12 w 360"/>
                <a:gd name="T3" fmla="*/ 0 h 42"/>
                <a:gd name="T4" fmla="*/ 18 w 360"/>
                <a:gd name="T5" fmla="*/ 0 h 42"/>
                <a:gd name="T6" fmla="*/ 24 w 360"/>
                <a:gd name="T7" fmla="*/ 0 h 42"/>
                <a:gd name="T8" fmla="*/ 36 w 360"/>
                <a:gd name="T9" fmla="*/ 0 h 42"/>
                <a:gd name="T10" fmla="*/ 42 w 360"/>
                <a:gd name="T11" fmla="*/ 0 h 42"/>
                <a:gd name="T12" fmla="*/ 48 w 360"/>
                <a:gd name="T13" fmla="*/ 0 h 42"/>
                <a:gd name="T14" fmla="*/ 54 w 360"/>
                <a:gd name="T15" fmla="*/ 0 h 42"/>
                <a:gd name="T16" fmla="*/ 60 w 360"/>
                <a:gd name="T17" fmla="*/ 0 h 42"/>
                <a:gd name="T18" fmla="*/ 72 w 360"/>
                <a:gd name="T19" fmla="*/ 6 h 42"/>
                <a:gd name="T20" fmla="*/ 78 w 360"/>
                <a:gd name="T21" fmla="*/ 6 h 42"/>
                <a:gd name="T22" fmla="*/ 84 w 360"/>
                <a:gd name="T23" fmla="*/ 6 h 42"/>
                <a:gd name="T24" fmla="*/ 90 w 360"/>
                <a:gd name="T25" fmla="*/ 6 h 42"/>
                <a:gd name="T26" fmla="*/ 96 w 360"/>
                <a:gd name="T27" fmla="*/ 6 h 42"/>
                <a:gd name="T28" fmla="*/ 102 w 360"/>
                <a:gd name="T29" fmla="*/ 6 h 42"/>
                <a:gd name="T30" fmla="*/ 114 w 360"/>
                <a:gd name="T31" fmla="*/ 6 h 42"/>
                <a:gd name="T32" fmla="*/ 120 w 360"/>
                <a:gd name="T33" fmla="*/ 6 h 42"/>
                <a:gd name="T34" fmla="*/ 126 w 360"/>
                <a:gd name="T35" fmla="*/ 6 h 42"/>
                <a:gd name="T36" fmla="*/ 132 w 360"/>
                <a:gd name="T37" fmla="*/ 12 h 42"/>
                <a:gd name="T38" fmla="*/ 138 w 360"/>
                <a:gd name="T39" fmla="*/ 12 h 42"/>
                <a:gd name="T40" fmla="*/ 144 w 360"/>
                <a:gd name="T41" fmla="*/ 12 h 42"/>
                <a:gd name="T42" fmla="*/ 156 w 360"/>
                <a:gd name="T43" fmla="*/ 12 h 42"/>
                <a:gd name="T44" fmla="*/ 162 w 360"/>
                <a:gd name="T45" fmla="*/ 12 h 42"/>
                <a:gd name="T46" fmla="*/ 168 w 360"/>
                <a:gd name="T47" fmla="*/ 12 h 42"/>
                <a:gd name="T48" fmla="*/ 174 w 360"/>
                <a:gd name="T49" fmla="*/ 12 h 42"/>
                <a:gd name="T50" fmla="*/ 180 w 360"/>
                <a:gd name="T51" fmla="*/ 12 h 42"/>
                <a:gd name="T52" fmla="*/ 186 w 360"/>
                <a:gd name="T53" fmla="*/ 18 h 42"/>
                <a:gd name="T54" fmla="*/ 198 w 360"/>
                <a:gd name="T55" fmla="*/ 18 h 42"/>
                <a:gd name="T56" fmla="*/ 204 w 360"/>
                <a:gd name="T57" fmla="*/ 18 h 42"/>
                <a:gd name="T58" fmla="*/ 210 w 360"/>
                <a:gd name="T59" fmla="*/ 18 h 42"/>
                <a:gd name="T60" fmla="*/ 216 w 360"/>
                <a:gd name="T61" fmla="*/ 18 h 42"/>
                <a:gd name="T62" fmla="*/ 222 w 360"/>
                <a:gd name="T63" fmla="*/ 18 h 42"/>
                <a:gd name="T64" fmla="*/ 234 w 360"/>
                <a:gd name="T65" fmla="*/ 24 h 42"/>
                <a:gd name="T66" fmla="*/ 240 w 360"/>
                <a:gd name="T67" fmla="*/ 24 h 42"/>
                <a:gd name="T68" fmla="*/ 246 w 360"/>
                <a:gd name="T69" fmla="*/ 24 h 42"/>
                <a:gd name="T70" fmla="*/ 252 w 360"/>
                <a:gd name="T71" fmla="*/ 24 h 42"/>
                <a:gd name="T72" fmla="*/ 258 w 360"/>
                <a:gd name="T73" fmla="*/ 24 h 42"/>
                <a:gd name="T74" fmla="*/ 264 w 360"/>
                <a:gd name="T75" fmla="*/ 24 h 42"/>
                <a:gd name="T76" fmla="*/ 276 w 360"/>
                <a:gd name="T77" fmla="*/ 30 h 42"/>
                <a:gd name="T78" fmla="*/ 282 w 360"/>
                <a:gd name="T79" fmla="*/ 30 h 42"/>
                <a:gd name="T80" fmla="*/ 288 w 360"/>
                <a:gd name="T81" fmla="*/ 30 h 42"/>
                <a:gd name="T82" fmla="*/ 294 w 360"/>
                <a:gd name="T83" fmla="*/ 30 h 42"/>
                <a:gd name="T84" fmla="*/ 300 w 360"/>
                <a:gd name="T85" fmla="*/ 30 h 42"/>
                <a:gd name="T86" fmla="*/ 306 w 360"/>
                <a:gd name="T87" fmla="*/ 36 h 42"/>
                <a:gd name="T88" fmla="*/ 318 w 360"/>
                <a:gd name="T89" fmla="*/ 36 h 42"/>
                <a:gd name="T90" fmla="*/ 324 w 360"/>
                <a:gd name="T91" fmla="*/ 36 h 42"/>
                <a:gd name="T92" fmla="*/ 330 w 360"/>
                <a:gd name="T93" fmla="*/ 36 h 42"/>
                <a:gd name="T94" fmla="*/ 336 w 360"/>
                <a:gd name="T95" fmla="*/ 42 h 42"/>
                <a:gd name="T96" fmla="*/ 342 w 360"/>
                <a:gd name="T97" fmla="*/ 42 h 42"/>
                <a:gd name="T98" fmla="*/ 354 w 360"/>
                <a:gd name="T99" fmla="*/ 42 h 42"/>
                <a:gd name="T100" fmla="*/ 360 w 360"/>
                <a:gd name="T101" fmla="*/ 42 h 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60" h="42">
                  <a:moveTo>
                    <a:pt x="0" y="0"/>
                  </a:moveTo>
                  <a:lnTo>
                    <a:pt x="0" y="0"/>
                  </a:lnTo>
                  <a:lnTo>
                    <a:pt x="6" y="0"/>
                  </a:lnTo>
                  <a:lnTo>
                    <a:pt x="12" y="0"/>
                  </a:lnTo>
                  <a:lnTo>
                    <a:pt x="18" y="0"/>
                  </a:lnTo>
                  <a:lnTo>
                    <a:pt x="24" y="0"/>
                  </a:lnTo>
                  <a:lnTo>
                    <a:pt x="30" y="0"/>
                  </a:lnTo>
                  <a:lnTo>
                    <a:pt x="36" y="0"/>
                  </a:lnTo>
                  <a:lnTo>
                    <a:pt x="42" y="0"/>
                  </a:lnTo>
                  <a:lnTo>
                    <a:pt x="48" y="0"/>
                  </a:lnTo>
                  <a:lnTo>
                    <a:pt x="54" y="0"/>
                  </a:lnTo>
                  <a:lnTo>
                    <a:pt x="60" y="0"/>
                  </a:lnTo>
                  <a:lnTo>
                    <a:pt x="66" y="0"/>
                  </a:lnTo>
                  <a:lnTo>
                    <a:pt x="66" y="6"/>
                  </a:lnTo>
                  <a:lnTo>
                    <a:pt x="72" y="6"/>
                  </a:lnTo>
                  <a:lnTo>
                    <a:pt x="78" y="6"/>
                  </a:lnTo>
                  <a:lnTo>
                    <a:pt x="84" y="6"/>
                  </a:lnTo>
                  <a:lnTo>
                    <a:pt x="90" y="6"/>
                  </a:lnTo>
                  <a:lnTo>
                    <a:pt x="96" y="6"/>
                  </a:lnTo>
                  <a:lnTo>
                    <a:pt x="102" y="6"/>
                  </a:lnTo>
                  <a:lnTo>
                    <a:pt x="108" y="6"/>
                  </a:lnTo>
                  <a:lnTo>
                    <a:pt x="114" y="6"/>
                  </a:lnTo>
                  <a:lnTo>
                    <a:pt x="120" y="6"/>
                  </a:lnTo>
                  <a:lnTo>
                    <a:pt x="126" y="6"/>
                  </a:lnTo>
                  <a:lnTo>
                    <a:pt x="132" y="12"/>
                  </a:lnTo>
                  <a:lnTo>
                    <a:pt x="138" y="12"/>
                  </a:lnTo>
                  <a:lnTo>
                    <a:pt x="144" y="12"/>
                  </a:lnTo>
                  <a:lnTo>
                    <a:pt x="150" y="12"/>
                  </a:lnTo>
                  <a:lnTo>
                    <a:pt x="156" y="12"/>
                  </a:lnTo>
                  <a:lnTo>
                    <a:pt x="162" y="12"/>
                  </a:lnTo>
                  <a:lnTo>
                    <a:pt x="168" y="12"/>
                  </a:lnTo>
                  <a:lnTo>
                    <a:pt x="174" y="12"/>
                  </a:lnTo>
                  <a:lnTo>
                    <a:pt x="180" y="12"/>
                  </a:lnTo>
                  <a:lnTo>
                    <a:pt x="186" y="18"/>
                  </a:lnTo>
                  <a:lnTo>
                    <a:pt x="192" y="18"/>
                  </a:lnTo>
                  <a:lnTo>
                    <a:pt x="198" y="18"/>
                  </a:lnTo>
                  <a:lnTo>
                    <a:pt x="204" y="18"/>
                  </a:lnTo>
                  <a:lnTo>
                    <a:pt x="210" y="18"/>
                  </a:lnTo>
                  <a:lnTo>
                    <a:pt x="216" y="18"/>
                  </a:lnTo>
                  <a:lnTo>
                    <a:pt x="222" y="18"/>
                  </a:lnTo>
                  <a:lnTo>
                    <a:pt x="228" y="18"/>
                  </a:lnTo>
                  <a:lnTo>
                    <a:pt x="228" y="24"/>
                  </a:lnTo>
                  <a:lnTo>
                    <a:pt x="234" y="24"/>
                  </a:lnTo>
                  <a:lnTo>
                    <a:pt x="240" y="24"/>
                  </a:lnTo>
                  <a:lnTo>
                    <a:pt x="246" y="24"/>
                  </a:lnTo>
                  <a:lnTo>
                    <a:pt x="252" y="24"/>
                  </a:lnTo>
                  <a:lnTo>
                    <a:pt x="258" y="24"/>
                  </a:lnTo>
                  <a:lnTo>
                    <a:pt x="264" y="24"/>
                  </a:lnTo>
                  <a:lnTo>
                    <a:pt x="270" y="24"/>
                  </a:lnTo>
                  <a:lnTo>
                    <a:pt x="270" y="30"/>
                  </a:lnTo>
                  <a:lnTo>
                    <a:pt x="276" y="30"/>
                  </a:lnTo>
                  <a:lnTo>
                    <a:pt x="282" y="30"/>
                  </a:lnTo>
                  <a:lnTo>
                    <a:pt x="288" y="30"/>
                  </a:lnTo>
                  <a:lnTo>
                    <a:pt x="294" y="30"/>
                  </a:lnTo>
                  <a:lnTo>
                    <a:pt x="300" y="30"/>
                  </a:lnTo>
                  <a:lnTo>
                    <a:pt x="306" y="30"/>
                  </a:lnTo>
                  <a:lnTo>
                    <a:pt x="306" y="36"/>
                  </a:lnTo>
                  <a:lnTo>
                    <a:pt x="312" y="36"/>
                  </a:lnTo>
                  <a:lnTo>
                    <a:pt x="318" y="36"/>
                  </a:lnTo>
                  <a:lnTo>
                    <a:pt x="324" y="36"/>
                  </a:lnTo>
                  <a:lnTo>
                    <a:pt x="330" y="36"/>
                  </a:lnTo>
                  <a:lnTo>
                    <a:pt x="336" y="42"/>
                  </a:lnTo>
                  <a:lnTo>
                    <a:pt x="342" y="42"/>
                  </a:lnTo>
                  <a:lnTo>
                    <a:pt x="348" y="42"/>
                  </a:lnTo>
                  <a:lnTo>
                    <a:pt x="354" y="42"/>
                  </a:lnTo>
                  <a:lnTo>
                    <a:pt x="360" y="42"/>
                  </a:lnTo>
                </a:path>
              </a:pathLst>
            </a:custGeom>
            <a:noFill/>
            <a:ln w="9525">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2" name="Freeform 32"/>
            <p:cNvSpPr/>
            <p:nvPr/>
          </p:nvSpPr>
          <p:spPr bwMode="auto">
            <a:xfrm>
              <a:off x="2598" y="2241"/>
              <a:ext cx="360" cy="438"/>
            </a:xfrm>
            <a:custGeom>
              <a:avLst/>
              <a:gdLst>
                <a:gd name="T0" fmla="*/ 6 w 360"/>
                <a:gd name="T1" fmla="*/ 6 h 438"/>
                <a:gd name="T2" fmla="*/ 12 w 360"/>
                <a:gd name="T3" fmla="*/ 6 h 438"/>
                <a:gd name="T4" fmla="*/ 18 w 360"/>
                <a:gd name="T5" fmla="*/ 6 h 438"/>
                <a:gd name="T6" fmla="*/ 24 w 360"/>
                <a:gd name="T7" fmla="*/ 12 h 438"/>
                <a:gd name="T8" fmla="*/ 36 w 360"/>
                <a:gd name="T9" fmla="*/ 12 h 438"/>
                <a:gd name="T10" fmla="*/ 42 w 360"/>
                <a:gd name="T11" fmla="*/ 12 h 438"/>
                <a:gd name="T12" fmla="*/ 48 w 360"/>
                <a:gd name="T13" fmla="*/ 18 h 438"/>
                <a:gd name="T14" fmla="*/ 54 w 360"/>
                <a:gd name="T15" fmla="*/ 18 h 438"/>
                <a:gd name="T16" fmla="*/ 60 w 360"/>
                <a:gd name="T17" fmla="*/ 18 h 438"/>
                <a:gd name="T18" fmla="*/ 66 w 360"/>
                <a:gd name="T19" fmla="*/ 24 h 438"/>
                <a:gd name="T20" fmla="*/ 78 w 360"/>
                <a:gd name="T21" fmla="*/ 24 h 438"/>
                <a:gd name="T22" fmla="*/ 84 w 360"/>
                <a:gd name="T23" fmla="*/ 24 h 438"/>
                <a:gd name="T24" fmla="*/ 90 w 360"/>
                <a:gd name="T25" fmla="*/ 30 h 438"/>
                <a:gd name="T26" fmla="*/ 96 w 360"/>
                <a:gd name="T27" fmla="*/ 30 h 438"/>
                <a:gd name="T28" fmla="*/ 102 w 360"/>
                <a:gd name="T29" fmla="*/ 36 h 438"/>
                <a:gd name="T30" fmla="*/ 108 w 360"/>
                <a:gd name="T31" fmla="*/ 36 h 438"/>
                <a:gd name="T32" fmla="*/ 120 w 360"/>
                <a:gd name="T33" fmla="*/ 42 h 438"/>
                <a:gd name="T34" fmla="*/ 126 w 360"/>
                <a:gd name="T35" fmla="*/ 42 h 438"/>
                <a:gd name="T36" fmla="*/ 132 w 360"/>
                <a:gd name="T37" fmla="*/ 48 h 438"/>
                <a:gd name="T38" fmla="*/ 138 w 360"/>
                <a:gd name="T39" fmla="*/ 48 h 438"/>
                <a:gd name="T40" fmla="*/ 144 w 360"/>
                <a:gd name="T41" fmla="*/ 54 h 438"/>
                <a:gd name="T42" fmla="*/ 156 w 360"/>
                <a:gd name="T43" fmla="*/ 60 h 438"/>
                <a:gd name="T44" fmla="*/ 162 w 360"/>
                <a:gd name="T45" fmla="*/ 60 h 438"/>
                <a:gd name="T46" fmla="*/ 168 w 360"/>
                <a:gd name="T47" fmla="*/ 66 h 438"/>
                <a:gd name="T48" fmla="*/ 174 w 360"/>
                <a:gd name="T49" fmla="*/ 72 h 438"/>
                <a:gd name="T50" fmla="*/ 180 w 360"/>
                <a:gd name="T51" fmla="*/ 72 h 438"/>
                <a:gd name="T52" fmla="*/ 186 w 360"/>
                <a:gd name="T53" fmla="*/ 78 h 438"/>
                <a:gd name="T54" fmla="*/ 198 w 360"/>
                <a:gd name="T55" fmla="*/ 84 h 438"/>
                <a:gd name="T56" fmla="*/ 204 w 360"/>
                <a:gd name="T57" fmla="*/ 90 h 438"/>
                <a:gd name="T58" fmla="*/ 210 w 360"/>
                <a:gd name="T59" fmla="*/ 96 h 438"/>
                <a:gd name="T60" fmla="*/ 216 w 360"/>
                <a:gd name="T61" fmla="*/ 102 h 438"/>
                <a:gd name="T62" fmla="*/ 222 w 360"/>
                <a:gd name="T63" fmla="*/ 108 h 438"/>
                <a:gd name="T64" fmla="*/ 228 w 360"/>
                <a:gd name="T65" fmla="*/ 114 h 438"/>
                <a:gd name="T66" fmla="*/ 240 w 360"/>
                <a:gd name="T67" fmla="*/ 120 h 438"/>
                <a:gd name="T68" fmla="*/ 246 w 360"/>
                <a:gd name="T69" fmla="*/ 132 h 438"/>
                <a:gd name="T70" fmla="*/ 252 w 360"/>
                <a:gd name="T71" fmla="*/ 138 h 438"/>
                <a:gd name="T72" fmla="*/ 258 w 360"/>
                <a:gd name="T73" fmla="*/ 150 h 438"/>
                <a:gd name="T74" fmla="*/ 264 w 360"/>
                <a:gd name="T75" fmla="*/ 156 h 438"/>
                <a:gd name="T76" fmla="*/ 276 w 360"/>
                <a:gd name="T77" fmla="*/ 168 h 438"/>
                <a:gd name="T78" fmla="*/ 282 w 360"/>
                <a:gd name="T79" fmla="*/ 180 h 438"/>
                <a:gd name="T80" fmla="*/ 288 w 360"/>
                <a:gd name="T81" fmla="*/ 192 h 438"/>
                <a:gd name="T82" fmla="*/ 294 w 360"/>
                <a:gd name="T83" fmla="*/ 204 h 438"/>
                <a:gd name="T84" fmla="*/ 300 w 360"/>
                <a:gd name="T85" fmla="*/ 222 h 438"/>
                <a:gd name="T86" fmla="*/ 306 w 360"/>
                <a:gd name="T87" fmla="*/ 240 h 438"/>
                <a:gd name="T88" fmla="*/ 318 w 360"/>
                <a:gd name="T89" fmla="*/ 258 h 438"/>
                <a:gd name="T90" fmla="*/ 324 w 360"/>
                <a:gd name="T91" fmla="*/ 276 h 438"/>
                <a:gd name="T92" fmla="*/ 330 w 360"/>
                <a:gd name="T93" fmla="*/ 300 h 438"/>
                <a:gd name="T94" fmla="*/ 336 w 360"/>
                <a:gd name="T95" fmla="*/ 324 h 438"/>
                <a:gd name="T96" fmla="*/ 342 w 360"/>
                <a:gd name="T97" fmla="*/ 354 h 438"/>
                <a:gd name="T98" fmla="*/ 348 w 360"/>
                <a:gd name="T99" fmla="*/ 390 h 438"/>
                <a:gd name="T100" fmla="*/ 360 w 360"/>
                <a:gd name="T101" fmla="*/ 426 h 43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60" h="438">
                  <a:moveTo>
                    <a:pt x="0" y="0"/>
                  </a:moveTo>
                  <a:lnTo>
                    <a:pt x="0" y="6"/>
                  </a:lnTo>
                  <a:lnTo>
                    <a:pt x="6" y="6"/>
                  </a:lnTo>
                  <a:lnTo>
                    <a:pt x="12" y="6"/>
                  </a:lnTo>
                  <a:lnTo>
                    <a:pt x="18" y="6"/>
                  </a:lnTo>
                  <a:lnTo>
                    <a:pt x="24" y="6"/>
                  </a:lnTo>
                  <a:lnTo>
                    <a:pt x="24" y="12"/>
                  </a:lnTo>
                  <a:lnTo>
                    <a:pt x="30" y="12"/>
                  </a:lnTo>
                  <a:lnTo>
                    <a:pt x="36" y="12"/>
                  </a:lnTo>
                  <a:lnTo>
                    <a:pt x="42" y="12"/>
                  </a:lnTo>
                  <a:lnTo>
                    <a:pt x="48" y="12"/>
                  </a:lnTo>
                  <a:lnTo>
                    <a:pt x="48" y="18"/>
                  </a:lnTo>
                  <a:lnTo>
                    <a:pt x="54" y="18"/>
                  </a:lnTo>
                  <a:lnTo>
                    <a:pt x="60" y="18"/>
                  </a:lnTo>
                  <a:lnTo>
                    <a:pt x="66" y="18"/>
                  </a:lnTo>
                  <a:lnTo>
                    <a:pt x="66" y="24"/>
                  </a:lnTo>
                  <a:lnTo>
                    <a:pt x="72" y="24"/>
                  </a:lnTo>
                  <a:lnTo>
                    <a:pt x="78" y="24"/>
                  </a:lnTo>
                  <a:lnTo>
                    <a:pt x="84" y="24"/>
                  </a:lnTo>
                  <a:lnTo>
                    <a:pt x="84" y="30"/>
                  </a:lnTo>
                  <a:lnTo>
                    <a:pt x="90" y="30"/>
                  </a:lnTo>
                  <a:lnTo>
                    <a:pt x="96" y="30"/>
                  </a:lnTo>
                  <a:lnTo>
                    <a:pt x="102" y="36"/>
                  </a:lnTo>
                  <a:lnTo>
                    <a:pt x="108" y="36"/>
                  </a:lnTo>
                  <a:lnTo>
                    <a:pt x="114" y="36"/>
                  </a:lnTo>
                  <a:lnTo>
                    <a:pt x="114" y="42"/>
                  </a:lnTo>
                  <a:lnTo>
                    <a:pt x="120" y="42"/>
                  </a:lnTo>
                  <a:lnTo>
                    <a:pt x="126" y="42"/>
                  </a:lnTo>
                  <a:lnTo>
                    <a:pt x="126" y="48"/>
                  </a:lnTo>
                  <a:lnTo>
                    <a:pt x="132" y="48"/>
                  </a:lnTo>
                  <a:lnTo>
                    <a:pt x="138" y="48"/>
                  </a:lnTo>
                  <a:lnTo>
                    <a:pt x="138" y="54"/>
                  </a:lnTo>
                  <a:lnTo>
                    <a:pt x="144" y="54"/>
                  </a:lnTo>
                  <a:lnTo>
                    <a:pt x="150" y="54"/>
                  </a:lnTo>
                  <a:lnTo>
                    <a:pt x="150" y="60"/>
                  </a:lnTo>
                  <a:lnTo>
                    <a:pt x="156" y="60"/>
                  </a:lnTo>
                  <a:lnTo>
                    <a:pt x="162" y="60"/>
                  </a:lnTo>
                  <a:lnTo>
                    <a:pt x="162" y="66"/>
                  </a:lnTo>
                  <a:lnTo>
                    <a:pt x="168" y="66"/>
                  </a:lnTo>
                  <a:lnTo>
                    <a:pt x="174" y="66"/>
                  </a:lnTo>
                  <a:lnTo>
                    <a:pt x="174" y="72"/>
                  </a:lnTo>
                  <a:lnTo>
                    <a:pt x="180" y="72"/>
                  </a:lnTo>
                  <a:lnTo>
                    <a:pt x="180" y="78"/>
                  </a:lnTo>
                  <a:lnTo>
                    <a:pt x="186" y="78"/>
                  </a:lnTo>
                  <a:lnTo>
                    <a:pt x="192" y="78"/>
                  </a:lnTo>
                  <a:lnTo>
                    <a:pt x="192" y="84"/>
                  </a:lnTo>
                  <a:lnTo>
                    <a:pt x="198" y="84"/>
                  </a:lnTo>
                  <a:lnTo>
                    <a:pt x="198" y="90"/>
                  </a:lnTo>
                  <a:lnTo>
                    <a:pt x="204" y="90"/>
                  </a:lnTo>
                  <a:lnTo>
                    <a:pt x="204" y="96"/>
                  </a:lnTo>
                  <a:lnTo>
                    <a:pt x="210" y="96"/>
                  </a:lnTo>
                  <a:lnTo>
                    <a:pt x="216" y="102"/>
                  </a:lnTo>
                  <a:lnTo>
                    <a:pt x="222" y="102"/>
                  </a:lnTo>
                  <a:lnTo>
                    <a:pt x="222" y="108"/>
                  </a:lnTo>
                  <a:lnTo>
                    <a:pt x="228" y="108"/>
                  </a:lnTo>
                  <a:lnTo>
                    <a:pt x="228" y="114"/>
                  </a:lnTo>
                  <a:lnTo>
                    <a:pt x="234" y="114"/>
                  </a:lnTo>
                  <a:lnTo>
                    <a:pt x="234" y="120"/>
                  </a:lnTo>
                  <a:lnTo>
                    <a:pt x="240" y="120"/>
                  </a:lnTo>
                  <a:lnTo>
                    <a:pt x="240" y="126"/>
                  </a:lnTo>
                  <a:lnTo>
                    <a:pt x="246" y="132"/>
                  </a:lnTo>
                  <a:lnTo>
                    <a:pt x="252" y="138"/>
                  </a:lnTo>
                  <a:lnTo>
                    <a:pt x="252" y="144"/>
                  </a:lnTo>
                  <a:lnTo>
                    <a:pt x="258" y="144"/>
                  </a:lnTo>
                  <a:lnTo>
                    <a:pt x="258" y="150"/>
                  </a:lnTo>
                  <a:lnTo>
                    <a:pt x="264" y="150"/>
                  </a:lnTo>
                  <a:lnTo>
                    <a:pt x="264" y="156"/>
                  </a:lnTo>
                  <a:lnTo>
                    <a:pt x="270" y="162"/>
                  </a:lnTo>
                  <a:lnTo>
                    <a:pt x="270" y="168"/>
                  </a:lnTo>
                  <a:lnTo>
                    <a:pt x="276" y="168"/>
                  </a:lnTo>
                  <a:lnTo>
                    <a:pt x="276" y="174"/>
                  </a:lnTo>
                  <a:lnTo>
                    <a:pt x="276" y="180"/>
                  </a:lnTo>
                  <a:lnTo>
                    <a:pt x="282" y="180"/>
                  </a:lnTo>
                  <a:lnTo>
                    <a:pt x="282" y="186"/>
                  </a:lnTo>
                  <a:lnTo>
                    <a:pt x="288" y="192"/>
                  </a:lnTo>
                  <a:lnTo>
                    <a:pt x="288" y="198"/>
                  </a:lnTo>
                  <a:lnTo>
                    <a:pt x="294" y="198"/>
                  </a:lnTo>
                  <a:lnTo>
                    <a:pt x="294" y="204"/>
                  </a:lnTo>
                  <a:lnTo>
                    <a:pt x="294" y="210"/>
                  </a:lnTo>
                  <a:lnTo>
                    <a:pt x="300" y="210"/>
                  </a:lnTo>
                  <a:lnTo>
                    <a:pt x="300" y="216"/>
                  </a:lnTo>
                  <a:lnTo>
                    <a:pt x="300" y="222"/>
                  </a:lnTo>
                  <a:lnTo>
                    <a:pt x="306" y="228"/>
                  </a:lnTo>
                  <a:lnTo>
                    <a:pt x="306" y="234"/>
                  </a:lnTo>
                  <a:lnTo>
                    <a:pt x="306" y="240"/>
                  </a:lnTo>
                  <a:lnTo>
                    <a:pt x="312" y="240"/>
                  </a:lnTo>
                  <a:lnTo>
                    <a:pt x="312" y="246"/>
                  </a:lnTo>
                  <a:lnTo>
                    <a:pt x="312" y="252"/>
                  </a:lnTo>
                  <a:lnTo>
                    <a:pt x="318" y="258"/>
                  </a:lnTo>
                  <a:lnTo>
                    <a:pt x="318" y="264"/>
                  </a:lnTo>
                  <a:lnTo>
                    <a:pt x="318" y="270"/>
                  </a:lnTo>
                  <a:lnTo>
                    <a:pt x="324" y="270"/>
                  </a:lnTo>
                  <a:lnTo>
                    <a:pt x="324" y="276"/>
                  </a:lnTo>
                  <a:lnTo>
                    <a:pt x="324" y="282"/>
                  </a:lnTo>
                  <a:lnTo>
                    <a:pt x="324" y="288"/>
                  </a:lnTo>
                  <a:lnTo>
                    <a:pt x="330" y="294"/>
                  </a:lnTo>
                  <a:lnTo>
                    <a:pt x="330" y="300"/>
                  </a:lnTo>
                  <a:lnTo>
                    <a:pt x="330" y="306"/>
                  </a:lnTo>
                  <a:lnTo>
                    <a:pt x="330" y="312"/>
                  </a:lnTo>
                  <a:lnTo>
                    <a:pt x="336" y="318"/>
                  </a:lnTo>
                  <a:lnTo>
                    <a:pt x="336" y="324"/>
                  </a:lnTo>
                  <a:lnTo>
                    <a:pt x="336" y="330"/>
                  </a:lnTo>
                  <a:lnTo>
                    <a:pt x="342" y="336"/>
                  </a:lnTo>
                  <a:lnTo>
                    <a:pt x="342" y="342"/>
                  </a:lnTo>
                  <a:lnTo>
                    <a:pt x="342" y="348"/>
                  </a:lnTo>
                  <a:lnTo>
                    <a:pt x="342" y="354"/>
                  </a:lnTo>
                  <a:lnTo>
                    <a:pt x="348" y="360"/>
                  </a:lnTo>
                  <a:lnTo>
                    <a:pt x="348" y="366"/>
                  </a:lnTo>
                  <a:lnTo>
                    <a:pt x="348" y="378"/>
                  </a:lnTo>
                  <a:lnTo>
                    <a:pt x="348" y="384"/>
                  </a:lnTo>
                  <a:lnTo>
                    <a:pt x="348" y="390"/>
                  </a:lnTo>
                  <a:lnTo>
                    <a:pt x="354" y="396"/>
                  </a:lnTo>
                  <a:lnTo>
                    <a:pt x="354" y="402"/>
                  </a:lnTo>
                  <a:lnTo>
                    <a:pt x="354" y="414"/>
                  </a:lnTo>
                  <a:lnTo>
                    <a:pt x="354" y="420"/>
                  </a:lnTo>
                  <a:lnTo>
                    <a:pt x="360" y="426"/>
                  </a:lnTo>
                  <a:lnTo>
                    <a:pt x="360" y="438"/>
                  </a:lnTo>
                </a:path>
              </a:pathLst>
            </a:custGeom>
            <a:noFill/>
            <a:ln w="9525">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3" name="Freeform 33"/>
            <p:cNvSpPr/>
            <p:nvPr/>
          </p:nvSpPr>
          <p:spPr bwMode="auto">
            <a:xfrm>
              <a:off x="2958" y="2679"/>
              <a:ext cx="18" cy="168"/>
            </a:xfrm>
            <a:custGeom>
              <a:avLst/>
              <a:gdLst>
                <a:gd name="T0" fmla="*/ 0 w 18"/>
                <a:gd name="T1" fmla="*/ 0 h 168"/>
                <a:gd name="T2" fmla="*/ 0 w 18"/>
                <a:gd name="T3" fmla="*/ 6 h 168"/>
                <a:gd name="T4" fmla="*/ 0 w 18"/>
                <a:gd name="T5" fmla="*/ 18 h 168"/>
                <a:gd name="T6" fmla="*/ 6 w 18"/>
                <a:gd name="T7" fmla="*/ 30 h 168"/>
                <a:gd name="T8" fmla="*/ 6 w 18"/>
                <a:gd name="T9" fmla="*/ 36 h 168"/>
                <a:gd name="T10" fmla="*/ 6 w 18"/>
                <a:gd name="T11" fmla="*/ 48 h 168"/>
                <a:gd name="T12" fmla="*/ 6 w 18"/>
                <a:gd name="T13" fmla="*/ 60 h 168"/>
                <a:gd name="T14" fmla="*/ 6 w 18"/>
                <a:gd name="T15" fmla="*/ 66 h 168"/>
                <a:gd name="T16" fmla="*/ 12 w 18"/>
                <a:gd name="T17" fmla="*/ 78 h 168"/>
                <a:gd name="T18" fmla="*/ 12 w 18"/>
                <a:gd name="T19" fmla="*/ 90 h 168"/>
                <a:gd name="T20" fmla="*/ 12 w 18"/>
                <a:gd name="T21" fmla="*/ 102 h 168"/>
                <a:gd name="T22" fmla="*/ 12 w 18"/>
                <a:gd name="T23" fmla="*/ 120 h 168"/>
                <a:gd name="T24" fmla="*/ 18 w 18"/>
                <a:gd name="T25" fmla="*/ 132 h 168"/>
                <a:gd name="T26" fmla="*/ 18 w 18"/>
                <a:gd name="T27" fmla="*/ 144 h 168"/>
                <a:gd name="T28" fmla="*/ 18 w 18"/>
                <a:gd name="T29" fmla="*/ 156 h 168"/>
                <a:gd name="T30" fmla="*/ 18 w 18"/>
                <a:gd name="T31" fmla="*/ 168 h 1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8" h="168">
                  <a:moveTo>
                    <a:pt x="0" y="0"/>
                  </a:moveTo>
                  <a:lnTo>
                    <a:pt x="0" y="6"/>
                  </a:lnTo>
                  <a:lnTo>
                    <a:pt x="0" y="18"/>
                  </a:lnTo>
                  <a:lnTo>
                    <a:pt x="6" y="30"/>
                  </a:lnTo>
                  <a:lnTo>
                    <a:pt x="6" y="36"/>
                  </a:lnTo>
                  <a:lnTo>
                    <a:pt x="6" y="48"/>
                  </a:lnTo>
                  <a:lnTo>
                    <a:pt x="6" y="60"/>
                  </a:lnTo>
                  <a:lnTo>
                    <a:pt x="6" y="66"/>
                  </a:lnTo>
                  <a:lnTo>
                    <a:pt x="12" y="78"/>
                  </a:lnTo>
                  <a:lnTo>
                    <a:pt x="12" y="90"/>
                  </a:lnTo>
                  <a:lnTo>
                    <a:pt x="12" y="102"/>
                  </a:lnTo>
                  <a:lnTo>
                    <a:pt x="12" y="120"/>
                  </a:lnTo>
                  <a:lnTo>
                    <a:pt x="18" y="132"/>
                  </a:lnTo>
                  <a:lnTo>
                    <a:pt x="18" y="144"/>
                  </a:lnTo>
                  <a:lnTo>
                    <a:pt x="18" y="156"/>
                  </a:lnTo>
                  <a:lnTo>
                    <a:pt x="18" y="168"/>
                  </a:lnTo>
                </a:path>
              </a:pathLst>
            </a:custGeom>
            <a:noFill/>
            <a:ln w="9525">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nvGrpSpPr>
          <p:cNvPr id="34" name="Group 34"/>
          <p:cNvGrpSpPr/>
          <p:nvPr/>
        </p:nvGrpSpPr>
        <p:grpSpPr bwMode="auto">
          <a:xfrm>
            <a:off x="8848725" y="3138488"/>
            <a:ext cx="857250" cy="1009650"/>
            <a:chOff x="3108" y="1425"/>
            <a:chExt cx="540" cy="636"/>
          </a:xfrm>
        </p:grpSpPr>
        <p:sp>
          <p:nvSpPr>
            <p:cNvPr id="35" name="Freeform 35"/>
            <p:cNvSpPr/>
            <p:nvPr/>
          </p:nvSpPr>
          <p:spPr bwMode="auto">
            <a:xfrm>
              <a:off x="3108" y="1425"/>
              <a:ext cx="360" cy="606"/>
            </a:xfrm>
            <a:custGeom>
              <a:avLst/>
              <a:gdLst>
                <a:gd name="T0" fmla="*/ 6 w 360"/>
                <a:gd name="T1" fmla="*/ 60 h 606"/>
                <a:gd name="T2" fmla="*/ 12 w 360"/>
                <a:gd name="T3" fmla="*/ 120 h 606"/>
                <a:gd name="T4" fmla="*/ 24 w 360"/>
                <a:gd name="T5" fmla="*/ 168 h 606"/>
                <a:gd name="T6" fmla="*/ 30 w 360"/>
                <a:gd name="T7" fmla="*/ 210 h 606"/>
                <a:gd name="T8" fmla="*/ 36 w 360"/>
                <a:gd name="T9" fmla="*/ 246 h 606"/>
                <a:gd name="T10" fmla="*/ 42 w 360"/>
                <a:gd name="T11" fmla="*/ 276 h 606"/>
                <a:gd name="T12" fmla="*/ 48 w 360"/>
                <a:gd name="T13" fmla="*/ 300 h 606"/>
                <a:gd name="T14" fmla="*/ 54 w 360"/>
                <a:gd name="T15" fmla="*/ 324 h 606"/>
                <a:gd name="T16" fmla="*/ 66 w 360"/>
                <a:gd name="T17" fmla="*/ 348 h 606"/>
                <a:gd name="T18" fmla="*/ 72 w 360"/>
                <a:gd name="T19" fmla="*/ 366 h 606"/>
                <a:gd name="T20" fmla="*/ 78 w 360"/>
                <a:gd name="T21" fmla="*/ 384 h 606"/>
                <a:gd name="T22" fmla="*/ 84 w 360"/>
                <a:gd name="T23" fmla="*/ 402 h 606"/>
                <a:gd name="T24" fmla="*/ 90 w 360"/>
                <a:gd name="T25" fmla="*/ 414 h 606"/>
                <a:gd name="T26" fmla="*/ 96 w 360"/>
                <a:gd name="T27" fmla="*/ 426 h 606"/>
                <a:gd name="T28" fmla="*/ 108 w 360"/>
                <a:gd name="T29" fmla="*/ 438 h 606"/>
                <a:gd name="T30" fmla="*/ 114 w 360"/>
                <a:gd name="T31" fmla="*/ 450 h 606"/>
                <a:gd name="T32" fmla="*/ 120 w 360"/>
                <a:gd name="T33" fmla="*/ 462 h 606"/>
                <a:gd name="T34" fmla="*/ 126 w 360"/>
                <a:gd name="T35" fmla="*/ 468 h 606"/>
                <a:gd name="T36" fmla="*/ 132 w 360"/>
                <a:gd name="T37" fmla="*/ 480 h 606"/>
                <a:gd name="T38" fmla="*/ 138 w 360"/>
                <a:gd name="T39" fmla="*/ 486 h 606"/>
                <a:gd name="T40" fmla="*/ 150 w 360"/>
                <a:gd name="T41" fmla="*/ 492 h 606"/>
                <a:gd name="T42" fmla="*/ 156 w 360"/>
                <a:gd name="T43" fmla="*/ 498 h 606"/>
                <a:gd name="T44" fmla="*/ 162 w 360"/>
                <a:gd name="T45" fmla="*/ 510 h 606"/>
                <a:gd name="T46" fmla="*/ 168 w 360"/>
                <a:gd name="T47" fmla="*/ 516 h 606"/>
                <a:gd name="T48" fmla="*/ 174 w 360"/>
                <a:gd name="T49" fmla="*/ 522 h 606"/>
                <a:gd name="T50" fmla="*/ 186 w 360"/>
                <a:gd name="T51" fmla="*/ 528 h 606"/>
                <a:gd name="T52" fmla="*/ 192 w 360"/>
                <a:gd name="T53" fmla="*/ 528 h 606"/>
                <a:gd name="T54" fmla="*/ 198 w 360"/>
                <a:gd name="T55" fmla="*/ 534 h 606"/>
                <a:gd name="T56" fmla="*/ 204 w 360"/>
                <a:gd name="T57" fmla="*/ 540 h 606"/>
                <a:gd name="T58" fmla="*/ 210 w 360"/>
                <a:gd name="T59" fmla="*/ 546 h 606"/>
                <a:gd name="T60" fmla="*/ 216 w 360"/>
                <a:gd name="T61" fmla="*/ 546 h 606"/>
                <a:gd name="T62" fmla="*/ 228 w 360"/>
                <a:gd name="T63" fmla="*/ 552 h 606"/>
                <a:gd name="T64" fmla="*/ 234 w 360"/>
                <a:gd name="T65" fmla="*/ 558 h 606"/>
                <a:gd name="T66" fmla="*/ 240 w 360"/>
                <a:gd name="T67" fmla="*/ 558 h 606"/>
                <a:gd name="T68" fmla="*/ 246 w 360"/>
                <a:gd name="T69" fmla="*/ 564 h 606"/>
                <a:gd name="T70" fmla="*/ 252 w 360"/>
                <a:gd name="T71" fmla="*/ 570 h 606"/>
                <a:gd name="T72" fmla="*/ 258 w 360"/>
                <a:gd name="T73" fmla="*/ 570 h 606"/>
                <a:gd name="T74" fmla="*/ 270 w 360"/>
                <a:gd name="T75" fmla="*/ 576 h 606"/>
                <a:gd name="T76" fmla="*/ 276 w 360"/>
                <a:gd name="T77" fmla="*/ 576 h 606"/>
                <a:gd name="T78" fmla="*/ 282 w 360"/>
                <a:gd name="T79" fmla="*/ 582 h 606"/>
                <a:gd name="T80" fmla="*/ 288 w 360"/>
                <a:gd name="T81" fmla="*/ 582 h 606"/>
                <a:gd name="T82" fmla="*/ 294 w 360"/>
                <a:gd name="T83" fmla="*/ 582 h 606"/>
                <a:gd name="T84" fmla="*/ 306 w 360"/>
                <a:gd name="T85" fmla="*/ 588 h 606"/>
                <a:gd name="T86" fmla="*/ 312 w 360"/>
                <a:gd name="T87" fmla="*/ 588 h 606"/>
                <a:gd name="T88" fmla="*/ 318 w 360"/>
                <a:gd name="T89" fmla="*/ 594 h 606"/>
                <a:gd name="T90" fmla="*/ 324 w 360"/>
                <a:gd name="T91" fmla="*/ 594 h 606"/>
                <a:gd name="T92" fmla="*/ 330 w 360"/>
                <a:gd name="T93" fmla="*/ 594 h 606"/>
                <a:gd name="T94" fmla="*/ 336 w 360"/>
                <a:gd name="T95" fmla="*/ 600 h 606"/>
                <a:gd name="T96" fmla="*/ 348 w 360"/>
                <a:gd name="T97" fmla="*/ 600 h 606"/>
                <a:gd name="T98" fmla="*/ 354 w 360"/>
                <a:gd name="T99" fmla="*/ 600 h 606"/>
                <a:gd name="T100" fmla="*/ 360 w 360"/>
                <a:gd name="T101" fmla="*/ 606 h 60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60" h="606">
                  <a:moveTo>
                    <a:pt x="0" y="0"/>
                  </a:moveTo>
                  <a:lnTo>
                    <a:pt x="0" y="18"/>
                  </a:lnTo>
                  <a:lnTo>
                    <a:pt x="6" y="30"/>
                  </a:lnTo>
                  <a:lnTo>
                    <a:pt x="6" y="48"/>
                  </a:lnTo>
                  <a:lnTo>
                    <a:pt x="6" y="60"/>
                  </a:lnTo>
                  <a:lnTo>
                    <a:pt x="6" y="72"/>
                  </a:lnTo>
                  <a:lnTo>
                    <a:pt x="12" y="84"/>
                  </a:lnTo>
                  <a:lnTo>
                    <a:pt x="12" y="96"/>
                  </a:lnTo>
                  <a:lnTo>
                    <a:pt x="12" y="108"/>
                  </a:lnTo>
                  <a:lnTo>
                    <a:pt x="12" y="120"/>
                  </a:lnTo>
                  <a:lnTo>
                    <a:pt x="18" y="126"/>
                  </a:lnTo>
                  <a:lnTo>
                    <a:pt x="18" y="138"/>
                  </a:lnTo>
                  <a:lnTo>
                    <a:pt x="18" y="150"/>
                  </a:lnTo>
                  <a:lnTo>
                    <a:pt x="18" y="156"/>
                  </a:lnTo>
                  <a:lnTo>
                    <a:pt x="24" y="168"/>
                  </a:lnTo>
                  <a:lnTo>
                    <a:pt x="24" y="174"/>
                  </a:lnTo>
                  <a:lnTo>
                    <a:pt x="24" y="186"/>
                  </a:lnTo>
                  <a:lnTo>
                    <a:pt x="24" y="192"/>
                  </a:lnTo>
                  <a:lnTo>
                    <a:pt x="24" y="198"/>
                  </a:lnTo>
                  <a:lnTo>
                    <a:pt x="30" y="210"/>
                  </a:lnTo>
                  <a:lnTo>
                    <a:pt x="30" y="216"/>
                  </a:lnTo>
                  <a:lnTo>
                    <a:pt x="30" y="222"/>
                  </a:lnTo>
                  <a:lnTo>
                    <a:pt x="30" y="228"/>
                  </a:lnTo>
                  <a:lnTo>
                    <a:pt x="36" y="240"/>
                  </a:lnTo>
                  <a:lnTo>
                    <a:pt x="36" y="246"/>
                  </a:lnTo>
                  <a:lnTo>
                    <a:pt x="36" y="252"/>
                  </a:lnTo>
                  <a:lnTo>
                    <a:pt x="36" y="258"/>
                  </a:lnTo>
                  <a:lnTo>
                    <a:pt x="42" y="264"/>
                  </a:lnTo>
                  <a:lnTo>
                    <a:pt x="42" y="270"/>
                  </a:lnTo>
                  <a:lnTo>
                    <a:pt x="42" y="276"/>
                  </a:lnTo>
                  <a:lnTo>
                    <a:pt x="42" y="282"/>
                  </a:lnTo>
                  <a:lnTo>
                    <a:pt x="48" y="288"/>
                  </a:lnTo>
                  <a:lnTo>
                    <a:pt x="48" y="294"/>
                  </a:lnTo>
                  <a:lnTo>
                    <a:pt x="48" y="300"/>
                  </a:lnTo>
                  <a:lnTo>
                    <a:pt x="48" y="306"/>
                  </a:lnTo>
                  <a:lnTo>
                    <a:pt x="54" y="312"/>
                  </a:lnTo>
                  <a:lnTo>
                    <a:pt x="54" y="318"/>
                  </a:lnTo>
                  <a:lnTo>
                    <a:pt x="54" y="324"/>
                  </a:lnTo>
                  <a:lnTo>
                    <a:pt x="60" y="330"/>
                  </a:lnTo>
                  <a:lnTo>
                    <a:pt x="60" y="336"/>
                  </a:lnTo>
                  <a:lnTo>
                    <a:pt x="60" y="342"/>
                  </a:lnTo>
                  <a:lnTo>
                    <a:pt x="66" y="348"/>
                  </a:lnTo>
                  <a:lnTo>
                    <a:pt x="66" y="354"/>
                  </a:lnTo>
                  <a:lnTo>
                    <a:pt x="66" y="360"/>
                  </a:lnTo>
                  <a:lnTo>
                    <a:pt x="72" y="366"/>
                  </a:lnTo>
                  <a:lnTo>
                    <a:pt x="72" y="372"/>
                  </a:lnTo>
                  <a:lnTo>
                    <a:pt x="72" y="378"/>
                  </a:lnTo>
                  <a:lnTo>
                    <a:pt x="78" y="384"/>
                  </a:lnTo>
                  <a:lnTo>
                    <a:pt x="78" y="390"/>
                  </a:lnTo>
                  <a:lnTo>
                    <a:pt x="84" y="396"/>
                  </a:lnTo>
                  <a:lnTo>
                    <a:pt x="84" y="402"/>
                  </a:lnTo>
                  <a:lnTo>
                    <a:pt x="90" y="408"/>
                  </a:lnTo>
                  <a:lnTo>
                    <a:pt x="90" y="414"/>
                  </a:lnTo>
                  <a:lnTo>
                    <a:pt x="96" y="414"/>
                  </a:lnTo>
                  <a:lnTo>
                    <a:pt x="96" y="420"/>
                  </a:lnTo>
                  <a:lnTo>
                    <a:pt x="96" y="426"/>
                  </a:lnTo>
                  <a:lnTo>
                    <a:pt x="102" y="432"/>
                  </a:lnTo>
                  <a:lnTo>
                    <a:pt x="102" y="438"/>
                  </a:lnTo>
                  <a:lnTo>
                    <a:pt x="108" y="438"/>
                  </a:lnTo>
                  <a:lnTo>
                    <a:pt x="108" y="444"/>
                  </a:lnTo>
                  <a:lnTo>
                    <a:pt x="114" y="450"/>
                  </a:lnTo>
                  <a:lnTo>
                    <a:pt x="114" y="456"/>
                  </a:lnTo>
                  <a:lnTo>
                    <a:pt x="120" y="456"/>
                  </a:lnTo>
                  <a:lnTo>
                    <a:pt x="120" y="462"/>
                  </a:lnTo>
                  <a:lnTo>
                    <a:pt x="126" y="468"/>
                  </a:lnTo>
                  <a:lnTo>
                    <a:pt x="126" y="474"/>
                  </a:lnTo>
                  <a:lnTo>
                    <a:pt x="132" y="474"/>
                  </a:lnTo>
                  <a:lnTo>
                    <a:pt x="132" y="480"/>
                  </a:lnTo>
                  <a:lnTo>
                    <a:pt x="138" y="480"/>
                  </a:lnTo>
                  <a:lnTo>
                    <a:pt x="138" y="486"/>
                  </a:lnTo>
                  <a:lnTo>
                    <a:pt x="144" y="486"/>
                  </a:lnTo>
                  <a:lnTo>
                    <a:pt x="144" y="492"/>
                  </a:lnTo>
                  <a:lnTo>
                    <a:pt x="150" y="492"/>
                  </a:lnTo>
                  <a:lnTo>
                    <a:pt x="150" y="498"/>
                  </a:lnTo>
                  <a:lnTo>
                    <a:pt x="156" y="498"/>
                  </a:lnTo>
                  <a:lnTo>
                    <a:pt x="156" y="504"/>
                  </a:lnTo>
                  <a:lnTo>
                    <a:pt x="162" y="504"/>
                  </a:lnTo>
                  <a:lnTo>
                    <a:pt x="162" y="510"/>
                  </a:lnTo>
                  <a:lnTo>
                    <a:pt x="168" y="510"/>
                  </a:lnTo>
                  <a:lnTo>
                    <a:pt x="168" y="516"/>
                  </a:lnTo>
                  <a:lnTo>
                    <a:pt x="174" y="516"/>
                  </a:lnTo>
                  <a:lnTo>
                    <a:pt x="174" y="522"/>
                  </a:lnTo>
                  <a:lnTo>
                    <a:pt x="180" y="522"/>
                  </a:lnTo>
                  <a:lnTo>
                    <a:pt x="186" y="528"/>
                  </a:lnTo>
                  <a:lnTo>
                    <a:pt x="192" y="528"/>
                  </a:lnTo>
                  <a:lnTo>
                    <a:pt x="192" y="534"/>
                  </a:lnTo>
                  <a:lnTo>
                    <a:pt x="198" y="534"/>
                  </a:lnTo>
                  <a:lnTo>
                    <a:pt x="198" y="540"/>
                  </a:lnTo>
                  <a:lnTo>
                    <a:pt x="204" y="540"/>
                  </a:lnTo>
                  <a:lnTo>
                    <a:pt x="210" y="540"/>
                  </a:lnTo>
                  <a:lnTo>
                    <a:pt x="210" y="546"/>
                  </a:lnTo>
                  <a:lnTo>
                    <a:pt x="216" y="546"/>
                  </a:lnTo>
                  <a:lnTo>
                    <a:pt x="222" y="552"/>
                  </a:lnTo>
                  <a:lnTo>
                    <a:pt x="228" y="552"/>
                  </a:lnTo>
                  <a:lnTo>
                    <a:pt x="228" y="558"/>
                  </a:lnTo>
                  <a:lnTo>
                    <a:pt x="234" y="558"/>
                  </a:lnTo>
                  <a:lnTo>
                    <a:pt x="240" y="558"/>
                  </a:lnTo>
                  <a:lnTo>
                    <a:pt x="240" y="564"/>
                  </a:lnTo>
                  <a:lnTo>
                    <a:pt x="246" y="564"/>
                  </a:lnTo>
                  <a:lnTo>
                    <a:pt x="252" y="564"/>
                  </a:lnTo>
                  <a:lnTo>
                    <a:pt x="252" y="570"/>
                  </a:lnTo>
                  <a:lnTo>
                    <a:pt x="258" y="570"/>
                  </a:lnTo>
                  <a:lnTo>
                    <a:pt x="264" y="570"/>
                  </a:lnTo>
                  <a:lnTo>
                    <a:pt x="270" y="576"/>
                  </a:lnTo>
                  <a:lnTo>
                    <a:pt x="276" y="576"/>
                  </a:lnTo>
                  <a:lnTo>
                    <a:pt x="282" y="576"/>
                  </a:lnTo>
                  <a:lnTo>
                    <a:pt x="282" y="582"/>
                  </a:lnTo>
                  <a:lnTo>
                    <a:pt x="288" y="582"/>
                  </a:lnTo>
                  <a:lnTo>
                    <a:pt x="294" y="582"/>
                  </a:lnTo>
                  <a:lnTo>
                    <a:pt x="300" y="582"/>
                  </a:lnTo>
                  <a:lnTo>
                    <a:pt x="300" y="588"/>
                  </a:lnTo>
                  <a:lnTo>
                    <a:pt x="306" y="588"/>
                  </a:lnTo>
                  <a:lnTo>
                    <a:pt x="312" y="588"/>
                  </a:lnTo>
                  <a:lnTo>
                    <a:pt x="318" y="594"/>
                  </a:lnTo>
                  <a:lnTo>
                    <a:pt x="324" y="594"/>
                  </a:lnTo>
                  <a:lnTo>
                    <a:pt x="330" y="594"/>
                  </a:lnTo>
                  <a:lnTo>
                    <a:pt x="336" y="594"/>
                  </a:lnTo>
                  <a:lnTo>
                    <a:pt x="336" y="600"/>
                  </a:lnTo>
                  <a:lnTo>
                    <a:pt x="342" y="600"/>
                  </a:lnTo>
                  <a:lnTo>
                    <a:pt x="348" y="600"/>
                  </a:lnTo>
                  <a:lnTo>
                    <a:pt x="354" y="600"/>
                  </a:lnTo>
                  <a:lnTo>
                    <a:pt x="360" y="606"/>
                  </a:lnTo>
                </a:path>
              </a:pathLst>
            </a:custGeom>
            <a:noFill/>
            <a:ln w="9525">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6" name="Freeform 36"/>
            <p:cNvSpPr/>
            <p:nvPr/>
          </p:nvSpPr>
          <p:spPr bwMode="auto">
            <a:xfrm>
              <a:off x="3468" y="2031"/>
              <a:ext cx="180" cy="30"/>
            </a:xfrm>
            <a:custGeom>
              <a:avLst/>
              <a:gdLst>
                <a:gd name="T0" fmla="*/ 6 w 180"/>
                <a:gd name="T1" fmla="*/ 0 h 30"/>
                <a:gd name="T2" fmla="*/ 6 w 180"/>
                <a:gd name="T3" fmla="*/ 0 h 30"/>
                <a:gd name="T4" fmla="*/ 12 w 180"/>
                <a:gd name="T5" fmla="*/ 0 h 30"/>
                <a:gd name="T6" fmla="*/ 18 w 180"/>
                <a:gd name="T7" fmla="*/ 0 h 30"/>
                <a:gd name="T8" fmla="*/ 18 w 180"/>
                <a:gd name="T9" fmla="*/ 0 h 30"/>
                <a:gd name="T10" fmla="*/ 24 w 180"/>
                <a:gd name="T11" fmla="*/ 6 h 30"/>
                <a:gd name="T12" fmla="*/ 30 w 180"/>
                <a:gd name="T13" fmla="*/ 6 h 30"/>
                <a:gd name="T14" fmla="*/ 36 w 180"/>
                <a:gd name="T15" fmla="*/ 6 h 30"/>
                <a:gd name="T16" fmla="*/ 36 w 180"/>
                <a:gd name="T17" fmla="*/ 6 h 30"/>
                <a:gd name="T18" fmla="*/ 42 w 180"/>
                <a:gd name="T19" fmla="*/ 6 h 30"/>
                <a:gd name="T20" fmla="*/ 48 w 180"/>
                <a:gd name="T21" fmla="*/ 6 h 30"/>
                <a:gd name="T22" fmla="*/ 48 w 180"/>
                <a:gd name="T23" fmla="*/ 12 h 30"/>
                <a:gd name="T24" fmla="*/ 54 w 180"/>
                <a:gd name="T25" fmla="*/ 12 h 30"/>
                <a:gd name="T26" fmla="*/ 60 w 180"/>
                <a:gd name="T27" fmla="*/ 12 h 30"/>
                <a:gd name="T28" fmla="*/ 60 w 180"/>
                <a:gd name="T29" fmla="*/ 12 h 30"/>
                <a:gd name="T30" fmla="*/ 66 w 180"/>
                <a:gd name="T31" fmla="*/ 12 h 30"/>
                <a:gd name="T32" fmla="*/ 72 w 180"/>
                <a:gd name="T33" fmla="*/ 12 h 30"/>
                <a:gd name="T34" fmla="*/ 78 w 180"/>
                <a:gd name="T35" fmla="*/ 12 h 30"/>
                <a:gd name="T36" fmla="*/ 78 w 180"/>
                <a:gd name="T37" fmla="*/ 18 h 30"/>
                <a:gd name="T38" fmla="*/ 84 w 180"/>
                <a:gd name="T39" fmla="*/ 18 h 30"/>
                <a:gd name="T40" fmla="*/ 90 w 180"/>
                <a:gd name="T41" fmla="*/ 18 h 30"/>
                <a:gd name="T42" fmla="*/ 90 w 180"/>
                <a:gd name="T43" fmla="*/ 18 h 30"/>
                <a:gd name="T44" fmla="*/ 96 w 180"/>
                <a:gd name="T45" fmla="*/ 18 h 30"/>
                <a:gd name="T46" fmla="*/ 102 w 180"/>
                <a:gd name="T47" fmla="*/ 18 h 30"/>
                <a:gd name="T48" fmla="*/ 108 w 180"/>
                <a:gd name="T49" fmla="*/ 18 h 30"/>
                <a:gd name="T50" fmla="*/ 108 w 180"/>
                <a:gd name="T51" fmla="*/ 18 h 30"/>
                <a:gd name="T52" fmla="*/ 114 w 180"/>
                <a:gd name="T53" fmla="*/ 24 h 30"/>
                <a:gd name="T54" fmla="*/ 120 w 180"/>
                <a:gd name="T55" fmla="*/ 24 h 30"/>
                <a:gd name="T56" fmla="*/ 120 w 180"/>
                <a:gd name="T57" fmla="*/ 24 h 30"/>
                <a:gd name="T58" fmla="*/ 126 w 180"/>
                <a:gd name="T59" fmla="*/ 24 h 30"/>
                <a:gd name="T60" fmla="*/ 132 w 180"/>
                <a:gd name="T61" fmla="*/ 24 h 30"/>
                <a:gd name="T62" fmla="*/ 132 w 180"/>
                <a:gd name="T63" fmla="*/ 24 h 30"/>
                <a:gd name="T64" fmla="*/ 138 w 180"/>
                <a:gd name="T65" fmla="*/ 24 h 30"/>
                <a:gd name="T66" fmla="*/ 144 w 180"/>
                <a:gd name="T67" fmla="*/ 24 h 30"/>
                <a:gd name="T68" fmla="*/ 150 w 180"/>
                <a:gd name="T69" fmla="*/ 24 h 30"/>
                <a:gd name="T70" fmla="*/ 150 w 180"/>
                <a:gd name="T71" fmla="*/ 24 h 30"/>
                <a:gd name="T72" fmla="*/ 156 w 180"/>
                <a:gd name="T73" fmla="*/ 30 h 30"/>
                <a:gd name="T74" fmla="*/ 162 w 180"/>
                <a:gd name="T75" fmla="*/ 30 h 30"/>
                <a:gd name="T76" fmla="*/ 162 w 180"/>
                <a:gd name="T77" fmla="*/ 30 h 30"/>
                <a:gd name="T78" fmla="*/ 168 w 180"/>
                <a:gd name="T79" fmla="*/ 30 h 30"/>
                <a:gd name="T80" fmla="*/ 174 w 180"/>
                <a:gd name="T81" fmla="*/ 30 h 30"/>
                <a:gd name="T82" fmla="*/ 180 w 180"/>
                <a:gd name="T83" fmla="*/ 30 h 3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80" h="30">
                  <a:moveTo>
                    <a:pt x="0" y="0"/>
                  </a:moveTo>
                  <a:lnTo>
                    <a:pt x="0" y="0"/>
                  </a:lnTo>
                  <a:lnTo>
                    <a:pt x="6" y="0"/>
                  </a:lnTo>
                  <a:lnTo>
                    <a:pt x="12" y="0"/>
                  </a:lnTo>
                  <a:lnTo>
                    <a:pt x="18" y="0"/>
                  </a:lnTo>
                  <a:lnTo>
                    <a:pt x="24" y="6"/>
                  </a:lnTo>
                  <a:lnTo>
                    <a:pt x="30" y="6"/>
                  </a:lnTo>
                  <a:lnTo>
                    <a:pt x="36" y="6"/>
                  </a:lnTo>
                  <a:lnTo>
                    <a:pt x="42" y="6"/>
                  </a:lnTo>
                  <a:lnTo>
                    <a:pt x="48" y="6"/>
                  </a:lnTo>
                  <a:lnTo>
                    <a:pt x="48" y="12"/>
                  </a:lnTo>
                  <a:lnTo>
                    <a:pt x="54" y="12"/>
                  </a:lnTo>
                  <a:lnTo>
                    <a:pt x="60" y="12"/>
                  </a:lnTo>
                  <a:lnTo>
                    <a:pt x="66" y="12"/>
                  </a:lnTo>
                  <a:lnTo>
                    <a:pt x="72" y="12"/>
                  </a:lnTo>
                  <a:lnTo>
                    <a:pt x="78" y="12"/>
                  </a:lnTo>
                  <a:lnTo>
                    <a:pt x="78" y="18"/>
                  </a:lnTo>
                  <a:lnTo>
                    <a:pt x="84" y="18"/>
                  </a:lnTo>
                  <a:lnTo>
                    <a:pt x="90" y="18"/>
                  </a:lnTo>
                  <a:lnTo>
                    <a:pt x="96" y="18"/>
                  </a:lnTo>
                  <a:lnTo>
                    <a:pt x="102" y="18"/>
                  </a:lnTo>
                  <a:lnTo>
                    <a:pt x="108" y="18"/>
                  </a:lnTo>
                  <a:lnTo>
                    <a:pt x="114" y="18"/>
                  </a:lnTo>
                  <a:lnTo>
                    <a:pt x="114" y="24"/>
                  </a:lnTo>
                  <a:lnTo>
                    <a:pt x="120" y="24"/>
                  </a:lnTo>
                  <a:lnTo>
                    <a:pt x="126" y="24"/>
                  </a:lnTo>
                  <a:lnTo>
                    <a:pt x="132" y="24"/>
                  </a:lnTo>
                  <a:lnTo>
                    <a:pt x="138" y="24"/>
                  </a:lnTo>
                  <a:lnTo>
                    <a:pt x="144" y="24"/>
                  </a:lnTo>
                  <a:lnTo>
                    <a:pt x="150" y="24"/>
                  </a:lnTo>
                  <a:lnTo>
                    <a:pt x="156" y="30"/>
                  </a:lnTo>
                  <a:lnTo>
                    <a:pt x="162" y="30"/>
                  </a:lnTo>
                  <a:lnTo>
                    <a:pt x="168" y="30"/>
                  </a:lnTo>
                  <a:lnTo>
                    <a:pt x="174" y="30"/>
                  </a:lnTo>
                  <a:lnTo>
                    <a:pt x="180" y="30"/>
                  </a:lnTo>
                </a:path>
              </a:pathLst>
            </a:custGeom>
            <a:noFill/>
            <a:ln w="9525">
              <a:solidFill>
                <a:srgbClr val="FF00FF"/>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grpSp>
        <p:nvGrpSpPr>
          <p:cNvPr id="37" name="Group 37"/>
          <p:cNvGrpSpPr/>
          <p:nvPr/>
        </p:nvGrpSpPr>
        <p:grpSpPr bwMode="auto">
          <a:xfrm>
            <a:off x="7467601" y="2986088"/>
            <a:ext cx="2290763" cy="2519362"/>
            <a:chOff x="3822" y="1968"/>
            <a:chExt cx="1443" cy="1587"/>
          </a:xfrm>
        </p:grpSpPr>
        <p:graphicFrame>
          <p:nvGraphicFramePr>
            <p:cNvPr id="38" name="Object 38"/>
            <p:cNvGraphicFramePr>
              <a:graphicFrameLocks noChangeAspect="1"/>
            </p:cNvGraphicFramePr>
            <p:nvPr/>
          </p:nvGraphicFramePr>
          <p:xfrm>
            <a:off x="5084" y="2787"/>
            <a:ext cx="181" cy="183"/>
          </p:xfrm>
          <a:graphic>
            <a:graphicData uri="http://schemas.openxmlformats.org/presentationml/2006/ole">
              <mc:AlternateContent xmlns:mc="http://schemas.openxmlformats.org/markup-compatibility/2006">
                <mc:Choice xmlns:v="urn:schemas-microsoft-com:vml" Requires="v">
                  <p:oleObj spid="_x0000_s45069" name="Equation" r:id="rId25" imgW="3048000" imgH="3352800" progId="Equation.DSMT4">
                    <p:embed/>
                  </p:oleObj>
                </mc:Choice>
                <mc:Fallback>
                  <p:oleObj name="Equation" r:id="rId25" imgW="3048000" imgH="3352800" progId="Equation.DSMT4">
                    <p:embed/>
                    <p:pic>
                      <p:nvPicPr>
                        <p:cNvPr id="0" name="图片 45068"/>
                        <p:cNvPicPr>
                          <a:picLocks noChangeAspect="1"/>
                        </p:cNvPicPr>
                        <p:nvPr/>
                      </p:nvPicPr>
                      <p:blipFill>
                        <a:blip r:embed="rId26">
                          <a:biLevel thresh="50000"/>
                          <a:grayscl/>
                        </a:blip>
                        <a:stretch>
                          <a:fillRect/>
                        </a:stretch>
                      </p:blipFill>
                      <p:spPr>
                        <a:xfrm>
                          <a:off x="5084" y="2787"/>
                          <a:ext cx="181" cy="183"/>
                        </a:xfrm>
                        <a:prstGeom prst="rect">
                          <a:avLst/>
                        </a:prstGeom>
                        <a:noFill/>
                        <a:ln w="9525">
                          <a:noFill/>
                        </a:ln>
                      </p:spPr>
                    </p:pic>
                  </p:oleObj>
                </mc:Fallback>
              </mc:AlternateContent>
            </a:graphicData>
          </a:graphic>
        </p:graphicFrame>
        <p:graphicFrame>
          <p:nvGraphicFramePr>
            <p:cNvPr id="39" name="Object 39"/>
            <p:cNvGraphicFramePr>
              <a:graphicFrameLocks noChangeAspect="1"/>
            </p:cNvGraphicFramePr>
            <p:nvPr/>
          </p:nvGraphicFramePr>
          <p:xfrm>
            <a:off x="4226" y="1969"/>
            <a:ext cx="183" cy="227"/>
          </p:xfrm>
          <a:graphic>
            <a:graphicData uri="http://schemas.openxmlformats.org/presentationml/2006/ole">
              <mc:AlternateContent xmlns:mc="http://schemas.openxmlformats.org/markup-compatibility/2006">
                <mc:Choice xmlns:v="urn:schemas-microsoft-com:vml" Requires="v">
                  <p:oleObj spid="_x0000_s45070" name="Equation" r:id="rId27" imgW="3352800" imgH="3962400" progId="Equation.DSMT4">
                    <p:embed/>
                  </p:oleObj>
                </mc:Choice>
                <mc:Fallback>
                  <p:oleObj name="Equation" r:id="rId27" imgW="3352800" imgH="3962400" progId="Equation.DSMT4">
                    <p:embed/>
                    <p:pic>
                      <p:nvPicPr>
                        <p:cNvPr id="0" name="图片 45069"/>
                        <p:cNvPicPr>
                          <a:picLocks noChangeAspect="1"/>
                        </p:cNvPicPr>
                        <p:nvPr/>
                      </p:nvPicPr>
                      <p:blipFill>
                        <a:blip r:embed="rId28">
                          <a:biLevel thresh="50000"/>
                          <a:grayscl/>
                        </a:blip>
                        <a:stretch>
                          <a:fillRect/>
                        </a:stretch>
                      </p:blipFill>
                      <p:spPr>
                        <a:xfrm>
                          <a:off x="4226" y="1969"/>
                          <a:ext cx="183" cy="227"/>
                        </a:xfrm>
                        <a:prstGeom prst="rect">
                          <a:avLst/>
                        </a:prstGeom>
                        <a:noFill/>
                        <a:ln w="9525">
                          <a:noFill/>
                        </a:ln>
                      </p:spPr>
                    </p:pic>
                  </p:oleObj>
                </mc:Fallback>
              </mc:AlternateContent>
            </a:graphicData>
          </a:graphic>
        </p:graphicFrame>
        <p:graphicFrame>
          <p:nvGraphicFramePr>
            <p:cNvPr id="40" name="Object 40"/>
            <p:cNvGraphicFramePr>
              <a:graphicFrameLocks noChangeAspect="1"/>
            </p:cNvGraphicFramePr>
            <p:nvPr/>
          </p:nvGraphicFramePr>
          <p:xfrm>
            <a:off x="4268" y="2763"/>
            <a:ext cx="181" cy="183"/>
          </p:xfrm>
          <a:graphic>
            <a:graphicData uri="http://schemas.openxmlformats.org/presentationml/2006/ole">
              <mc:AlternateContent xmlns:mc="http://schemas.openxmlformats.org/markup-compatibility/2006">
                <mc:Choice xmlns:v="urn:schemas-microsoft-com:vml" Requires="v">
                  <p:oleObj spid="_x0000_s45071" name="Equation" r:id="rId29" imgW="3048000" imgH="3352800" progId="Equation.DSMT4">
                    <p:embed/>
                  </p:oleObj>
                </mc:Choice>
                <mc:Fallback>
                  <p:oleObj name="Equation" r:id="rId29" imgW="3048000" imgH="3352800" progId="Equation.DSMT4">
                    <p:embed/>
                    <p:pic>
                      <p:nvPicPr>
                        <p:cNvPr id="0" name="图片 45070"/>
                        <p:cNvPicPr>
                          <a:picLocks noChangeAspect="1"/>
                        </p:cNvPicPr>
                        <p:nvPr/>
                      </p:nvPicPr>
                      <p:blipFill>
                        <a:blip r:embed="rId30">
                          <a:biLevel thresh="50000"/>
                          <a:grayscl/>
                        </a:blip>
                        <a:stretch>
                          <a:fillRect/>
                        </a:stretch>
                      </p:blipFill>
                      <p:spPr>
                        <a:xfrm>
                          <a:off x="4268" y="2763"/>
                          <a:ext cx="181" cy="183"/>
                        </a:xfrm>
                        <a:prstGeom prst="rect">
                          <a:avLst/>
                        </a:prstGeom>
                        <a:noFill/>
                        <a:ln w="9525">
                          <a:noFill/>
                        </a:ln>
                      </p:spPr>
                    </p:pic>
                  </p:oleObj>
                </mc:Fallback>
              </mc:AlternateContent>
            </a:graphicData>
          </a:graphic>
        </p:graphicFrame>
        <p:sp>
          <p:nvSpPr>
            <p:cNvPr id="41" name="Line 41"/>
            <p:cNvSpPr>
              <a:spLocks noChangeShapeType="1"/>
            </p:cNvSpPr>
            <p:nvPr/>
          </p:nvSpPr>
          <p:spPr bwMode="auto">
            <a:xfrm>
              <a:off x="3822" y="2778"/>
              <a:ext cx="1410" cy="1"/>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2" name="Line 42"/>
            <p:cNvSpPr>
              <a:spLocks noChangeShapeType="1"/>
            </p:cNvSpPr>
            <p:nvPr/>
          </p:nvSpPr>
          <p:spPr bwMode="auto">
            <a:xfrm flipV="1">
              <a:off x="4428" y="1968"/>
              <a:ext cx="1" cy="1587"/>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500"/>
                                        <p:tgtEl>
                                          <p:spTgt spid="11"/>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wipe(left)">
                                      <p:cBhvr>
                                        <p:cTn id="52" dur="5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left)">
                                      <p:cBhvr>
                                        <p:cTn id="57" dur="500"/>
                                        <p:tgtEl>
                                          <p:spTgt spid="15"/>
                                        </p:tgtEl>
                                      </p:cBhvr>
                                    </p:animEffect>
                                  </p:childTnLst>
                                </p:cTn>
                              </p:par>
                            </p:childTnLst>
                          </p:cTn>
                        </p:par>
                        <p:par>
                          <p:cTn id="58" fill="hold">
                            <p:stCondLst>
                              <p:cond delay="500"/>
                            </p:stCondLst>
                            <p:childTnLst>
                              <p:par>
                                <p:cTn id="59" presetID="22" presetClass="entr" presetSubtype="8" fill="hold" nodeType="after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wipe(left)">
                                      <p:cBhvr>
                                        <p:cTn id="61" dur="500"/>
                                        <p:tgtEl>
                                          <p:spTgt spid="1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9">
                                            <p:txEl>
                                              <p:pRg st="4294967295" end="4294967295"/>
                                            </p:txEl>
                                          </p:spTgt>
                                        </p:tgtEl>
                                        <p:attrNameLst>
                                          <p:attrName>style.visibility</p:attrName>
                                        </p:attrNameLst>
                                      </p:cBhvr>
                                      <p:to>
                                        <p:strVal val="visible"/>
                                      </p:to>
                                    </p:set>
                                    <p:animEffect transition="in" filter="wipe(left)">
                                      <p:cBhvr>
                                        <p:cTn id="66" dur="500"/>
                                        <p:tgtEl>
                                          <p:spTgt spid="29">
                                            <p:txEl>
                                              <p:pRg st="4294967295" end="4294967295"/>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9">
                                            <p:txEl>
                                              <p:pRg st="4294967295" end="4294967295"/>
                                            </p:txEl>
                                          </p:spTgt>
                                        </p:tgtEl>
                                        <p:attrNameLst>
                                          <p:attrName>style.visibility</p:attrName>
                                        </p:attrNameLst>
                                      </p:cBhvr>
                                      <p:to>
                                        <p:strVal val="visible"/>
                                      </p:to>
                                    </p:set>
                                    <p:animEffect transition="in" filter="wipe(left)">
                                      <p:cBhvr>
                                        <p:cTn id="71" dur="500"/>
                                        <p:tgtEl>
                                          <p:spTgt spid="29">
                                            <p:txEl>
                                              <p:pRg st="4294967295" end="4294967295"/>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9">
                                            <p:txEl>
                                              <p:pRg st="0" end="0"/>
                                            </p:txEl>
                                          </p:spTgt>
                                        </p:tgtEl>
                                        <p:attrNameLst>
                                          <p:attrName>style.visibility</p:attrName>
                                        </p:attrNameLst>
                                      </p:cBhvr>
                                      <p:to>
                                        <p:strVal val="visible"/>
                                      </p:to>
                                    </p:set>
                                    <p:animEffect transition="in" filter="wipe(left)">
                                      <p:cBhvr>
                                        <p:cTn id="76" dur="500"/>
                                        <p:tgtEl>
                                          <p:spTgt spid="29">
                                            <p:txEl>
                                              <p:pRg st="0" end="0"/>
                                            </p:txEl>
                                          </p:spTgt>
                                        </p:tgtEl>
                                      </p:cBhvr>
                                    </p:animEffect>
                                  </p:childTnLst>
                                </p:cTn>
                              </p:par>
                            </p:childTnLst>
                          </p:cTn>
                        </p:par>
                        <p:par>
                          <p:cTn id="77" fill="hold">
                            <p:stCondLst>
                              <p:cond delay="500"/>
                            </p:stCondLst>
                            <p:childTnLst>
                              <p:par>
                                <p:cTn id="78" presetID="22" presetClass="entr" presetSubtype="8" fill="hold" grpId="0" nodeType="after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wipe(left)">
                                      <p:cBhvr>
                                        <p:cTn id="80" dur="500"/>
                                        <p:tgtEl>
                                          <p:spTgt spid="18"/>
                                        </p:tgtEl>
                                      </p:cBhvr>
                                    </p:animEffect>
                                  </p:childTnLst>
                                </p:cTn>
                              </p:par>
                            </p:childTnLst>
                          </p:cTn>
                        </p:par>
                        <p:par>
                          <p:cTn id="81" fill="hold">
                            <p:stCondLst>
                              <p:cond delay="1000"/>
                            </p:stCondLst>
                            <p:childTnLst>
                              <p:par>
                                <p:cTn id="82" presetID="22" presetClass="entr" presetSubtype="8" fill="hold" nodeType="after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wipe(left)">
                                      <p:cBhvr>
                                        <p:cTn id="84" dur="500"/>
                                        <p:tgtEl>
                                          <p:spTgt spid="19"/>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wipe(left)">
                                      <p:cBhvr>
                                        <p:cTn id="89" dur="500"/>
                                        <p:tgtEl>
                                          <p:spTgt spid="20"/>
                                        </p:tgtEl>
                                      </p:cBhvr>
                                    </p:animEffect>
                                  </p:childTnLst>
                                </p:cTn>
                              </p:par>
                            </p:childTnLst>
                          </p:cTn>
                        </p:par>
                        <p:par>
                          <p:cTn id="90" fill="hold">
                            <p:stCondLst>
                              <p:cond delay="500"/>
                            </p:stCondLst>
                            <p:childTnLst>
                              <p:par>
                                <p:cTn id="91" presetID="22" presetClass="entr" presetSubtype="8" fill="hold" nodeType="after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wipe(left)">
                                      <p:cBhvr>
                                        <p:cTn id="93" dur="500"/>
                                        <p:tgtEl>
                                          <p:spTgt spid="21"/>
                                        </p:tgtEl>
                                      </p:cBhvr>
                                    </p:animEffect>
                                  </p:childTnLst>
                                </p:cTn>
                              </p:par>
                            </p:childTnLst>
                          </p:cTn>
                        </p:par>
                        <p:par>
                          <p:cTn id="94" fill="hold">
                            <p:stCondLst>
                              <p:cond delay="1000"/>
                            </p:stCondLst>
                            <p:childTnLst>
                              <p:par>
                                <p:cTn id="95" presetID="22" presetClass="entr" presetSubtype="8" fill="hold" grpId="0" nodeType="after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wipe(left)">
                                      <p:cBhvr>
                                        <p:cTn id="97" dur="500"/>
                                        <p:tgtEl>
                                          <p:spTgt spid="22"/>
                                        </p:tgtEl>
                                      </p:cBhvr>
                                    </p:animEffect>
                                  </p:childTnLst>
                                </p:cTn>
                              </p:par>
                            </p:childTnLst>
                          </p:cTn>
                        </p:par>
                        <p:par>
                          <p:cTn id="98" fill="hold">
                            <p:stCondLst>
                              <p:cond delay="1500"/>
                            </p:stCondLst>
                            <p:childTnLst>
                              <p:par>
                                <p:cTn id="99" presetID="22" presetClass="entr" presetSubtype="8" fill="hold" nodeType="afterEffect">
                                  <p:stCondLst>
                                    <p:cond delay="0"/>
                                  </p:stCondLst>
                                  <p:childTnLst>
                                    <p:set>
                                      <p:cBhvr>
                                        <p:cTn id="100" dur="1" fill="hold">
                                          <p:stCondLst>
                                            <p:cond delay="0"/>
                                          </p:stCondLst>
                                        </p:cTn>
                                        <p:tgtEl>
                                          <p:spTgt spid="23"/>
                                        </p:tgtEl>
                                        <p:attrNameLst>
                                          <p:attrName>style.visibility</p:attrName>
                                        </p:attrNameLst>
                                      </p:cBhvr>
                                      <p:to>
                                        <p:strVal val="visible"/>
                                      </p:to>
                                    </p:set>
                                    <p:animEffect transition="in" filter="wipe(left)">
                                      <p:cBhvr>
                                        <p:cTn id="101" dur="500"/>
                                        <p:tgtEl>
                                          <p:spTgt spid="23"/>
                                        </p:tgtEl>
                                      </p:cBhvr>
                                    </p:animEffect>
                                  </p:childTnLst>
                                </p:cTn>
                              </p:par>
                            </p:childTnLst>
                          </p:cTn>
                        </p:par>
                        <p:par>
                          <p:cTn id="102" fill="hold">
                            <p:stCondLst>
                              <p:cond delay="2000"/>
                            </p:stCondLst>
                            <p:childTnLst>
                              <p:par>
                                <p:cTn id="103" presetID="22" presetClass="entr" presetSubtype="8" fill="hold" grpId="0" nodeType="afterEffect">
                                  <p:stCondLst>
                                    <p:cond delay="0"/>
                                  </p:stCondLst>
                                  <p:childTnLst>
                                    <p:set>
                                      <p:cBhvr>
                                        <p:cTn id="104" dur="1" fill="hold">
                                          <p:stCondLst>
                                            <p:cond delay="0"/>
                                          </p:stCondLst>
                                        </p:cTn>
                                        <p:tgtEl>
                                          <p:spTgt spid="24"/>
                                        </p:tgtEl>
                                        <p:attrNameLst>
                                          <p:attrName>style.visibility</p:attrName>
                                        </p:attrNameLst>
                                      </p:cBhvr>
                                      <p:to>
                                        <p:strVal val="visible"/>
                                      </p:to>
                                    </p:set>
                                    <p:animEffect transition="in" filter="wipe(left)">
                                      <p:cBhvr>
                                        <p:cTn id="105" dur="500"/>
                                        <p:tgtEl>
                                          <p:spTgt spid="24"/>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nodeType="click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wipe(left)">
                                      <p:cBhvr>
                                        <p:cTn id="110" dur="500"/>
                                        <p:tgtEl>
                                          <p:spTgt spid="37"/>
                                        </p:tgtEl>
                                      </p:cBhvr>
                                    </p:animEffect>
                                  </p:childTnLst>
                                </p:cTn>
                              </p:par>
                            </p:childTnLst>
                          </p:cTn>
                        </p:par>
                        <p:par>
                          <p:cTn id="111" fill="hold">
                            <p:stCondLst>
                              <p:cond delay="500"/>
                            </p:stCondLst>
                            <p:childTnLst>
                              <p:par>
                                <p:cTn id="112" presetID="22" presetClass="entr" presetSubtype="8" fill="hold"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wipe(left)">
                                      <p:cBhvr>
                                        <p:cTn id="114" dur="500"/>
                                        <p:tgtEl>
                                          <p:spTgt spid="30"/>
                                        </p:tgtEl>
                                      </p:cBhvr>
                                    </p:animEffect>
                                  </p:childTnLst>
                                </p:cTn>
                              </p:par>
                            </p:childTnLst>
                          </p:cTn>
                        </p:par>
                        <p:par>
                          <p:cTn id="115" fill="hold">
                            <p:stCondLst>
                              <p:cond delay="1000"/>
                            </p:stCondLst>
                            <p:childTnLst>
                              <p:par>
                                <p:cTn id="116" presetID="22" presetClass="entr" presetSubtype="8" fill="hold" nodeType="afterEffect">
                                  <p:stCondLst>
                                    <p:cond delay="0"/>
                                  </p:stCondLst>
                                  <p:childTnLst>
                                    <p:set>
                                      <p:cBhvr>
                                        <p:cTn id="117" dur="1" fill="hold">
                                          <p:stCondLst>
                                            <p:cond delay="0"/>
                                          </p:stCondLst>
                                        </p:cTn>
                                        <p:tgtEl>
                                          <p:spTgt spid="34"/>
                                        </p:tgtEl>
                                        <p:attrNameLst>
                                          <p:attrName>style.visibility</p:attrName>
                                        </p:attrNameLst>
                                      </p:cBhvr>
                                      <p:to>
                                        <p:strVal val="visible"/>
                                      </p:to>
                                    </p:set>
                                    <p:animEffect transition="in" filter="wipe(left)">
                                      <p:cBhvr>
                                        <p:cTn id="118" dur="500"/>
                                        <p:tgtEl>
                                          <p:spTgt spid="34"/>
                                        </p:tgtEl>
                                      </p:cBhvr>
                                    </p:animEffect>
                                  </p:childTnLst>
                                </p:cTn>
                              </p:par>
                            </p:childTnLst>
                          </p:cTn>
                        </p:par>
                        <p:par>
                          <p:cTn id="119" fill="hold">
                            <p:stCondLst>
                              <p:cond delay="1500"/>
                            </p:stCondLst>
                            <p:childTnLst>
                              <p:par>
                                <p:cTn id="120" presetID="22" presetClass="entr" presetSubtype="8" fill="hold" nodeType="afterEffect">
                                  <p:stCondLst>
                                    <p:cond delay="0"/>
                                  </p:stCondLst>
                                  <p:childTnLst>
                                    <p:set>
                                      <p:cBhvr>
                                        <p:cTn id="121" dur="1" fill="hold">
                                          <p:stCondLst>
                                            <p:cond delay="0"/>
                                          </p:stCondLst>
                                        </p:cTn>
                                        <p:tgtEl>
                                          <p:spTgt spid="17"/>
                                        </p:tgtEl>
                                        <p:attrNameLst>
                                          <p:attrName>style.visibility</p:attrName>
                                        </p:attrNameLst>
                                      </p:cBhvr>
                                      <p:to>
                                        <p:strVal val="visible"/>
                                      </p:to>
                                    </p:set>
                                    <p:animEffect transition="in" filter="wipe(left)">
                                      <p:cBhvr>
                                        <p:cTn id="122" dur="500"/>
                                        <p:tgtEl>
                                          <p:spTgt spid="17"/>
                                        </p:tgtEl>
                                      </p:cBhvr>
                                    </p:animEffect>
                                  </p:childTnLst>
                                </p:cTn>
                              </p:par>
                            </p:childTnLst>
                          </p:cTn>
                        </p:par>
                        <p:par>
                          <p:cTn id="123" fill="hold">
                            <p:stCondLst>
                              <p:cond delay="2000"/>
                            </p:stCondLst>
                            <p:childTnLst>
                              <p:par>
                                <p:cTn id="124" presetID="22" presetClass="entr" presetSubtype="1" fill="hold" grpId="0" nodeType="afterEffect">
                                  <p:stCondLst>
                                    <p:cond delay="0"/>
                                  </p:stCondLst>
                                  <p:childTnLst>
                                    <p:set>
                                      <p:cBhvr>
                                        <p:cTn id="125" dur="1" fill="hold">
                                          <p:stCondLst>
                                            <p:cond delay="0"/>
                                          </p:stCondLst>
                                        </p:cTn>
                                        <p:tgtEl>
                                          <p:spTgt spid="27"/>
                                        </p:tgtEl>
                                        <p:attrNameLst>
                                          <p:attrName>style.visibility</p:attrName>
                                        </p:attrNameLst>
                                      </p:cBhvr>
                                      <p:to>
                                        <p:strVal val="visible"/>
                                      </p:to>
                                    </p:set>
                                    <p:animEffect transition="in" filter="wipe(up)">
                                      <p:cBhvr>
                                        <p:cTn id="126" dur="500"/>
                                        <p:tgtEl>
                                          <p:spTgt spid="27"/>
                                        </p:tgtEl>
                                      </p:cBhvr>
                                    </p:animEffect>
                                  </p:childTnLst>
                                </p:cTn>
                              </p:par>
                            </p:childTnLst>
                          </p:cTn>
                        </p:par>
                        <p:par>
                          <p:cTn id="127" fill="hold">
                            <p:stCondLst>
                              <p:cond delay="2500"/>
                            </p:stCondLst>
                            <p:childTnLst>
                              <p:par>
                                <p:cTn id="128" presetID="22" presetClass="entr" presetSubtype="8" fill="hold" nodeType="afterEffect">
                                  <p:stCondLst>
                                    <p:cond delay="0"/>
                                  </p:stCondLst>
                                  <p:childTnLst>
                                    <p:set>
                                      <p:cBhvr>
                                        <p:cTn id="129" dur="1" fill="hold">
                                          <p:stCondLst>
                                            <p:cond delay="0"/>
                                          </p:stCondLst>
                                        </p:cTn>
                                        <p:tgtEl>
                                          <p:spTgt spid="28"/>
                                        </p:tgtEl>
                                        <p:attrNameLst>
                                          <p:attrName>style.visibility</p:attrName>
                                        </p:attrNameLst>
                                      </p:cBhvr>
                                      <p:to>
                                        <p:strVal val="visible"/>
                                      </p:to>
                                    </p:set>
                                    <p:animEffect transition="in" filter="wipe(left)">
                                      <p:cBhvr>
                                        <p:cTn id="130" dur="500"/>
                                        <p:tgtEl>
                                          <p:spTgt spid="28"/>
                                        </p:tgtEl>
                                      </p:cBhvr>
                                    </p:animEffect>
                                  </p:childTnLst>
                                </p:cTn>
                              </p:par>
                            </p:childTnLst>
                          </p:cTn>
                        </p:par>
                        <p:par>
                          <p:cTn id="131" fill="hold">
                            <p:stCondLst>
                              <p:cond delay="3000"/>
                            </p:stCondLst>
                            <p:childTnLst>
                              <p:par>
                                <p:cTn id="132" presetID="22" presetClass="entr" presetSubtype="8" fill="hold" grpId="0" nodeType="afterEffect">
                                  <p:stCondLst>
                                    <p:cond delay="0"/>
                                  </p:stCondLst>
                                  <p:childTnLst>
                                    <p:set>
                                      <p:cBhvr>
                                        <p:cTn id="133" dur="1" fill="hold">
                                          <p:stCondLst>
                                            <p:cond delay="0"/>
                                          </p:stCondLst>
                                        </p:cTn>
                                        <p:tgtEl>
                                          <p:spTgt spid="25"/>
                                        </p:tgtEl>
                                        <p:attrNameLst>
                                          <p:attrName>style.visibility</p:attrName>
                                        </p:attrNameLst>
                                      </p:cBhvr>
                                      <p:to>
                                        <p:strVal val="visible"/>
                                      </p:to>
                                    </p:set>
                                    <p:animEffect transition="in" filter="wipe(left)">
                                      <p:cBhvr>
                                        <p:cTn id="134" dur="500"/>
                                        <p:tgtEl>
                                          <p:spTgt spid="25"/>
                                        </p:tgtEl>
                                      </p:cBhvr>
                                    </p:animEffect>
                                  </p:childTnLst>
                                </p:cTn>
                              </p:par>
                            </p:childTnLst>
                          </p:cTn>
                        </p:par>
                        <p:par>
                          <p:cTn id="135" fill="hold">
                            <p:stCondLst>
                              <p:cond delay="3500"/>
                            </p:stCondLst>
                            <p:childTnLst>
                              <p:par>
                                <p:cTn id="136" presetID="22" presetClass="entr" presetSubtype="4" fill="hold" grpId="0" nodeType="afterEffect">
                                  <p:stCondLst>
                                    <p:cond delay="0"/>
                                  </p:stCondLst>
                                  <p:childTnLst>
                                    <p:set>
                                      <p:cBhvr>
                                        <p:cTn id="137" dur="1" fill="hold">
                                          <p:stCondLst>
                                            <p:cond delay="0"/>
                                          </p:stCondLst>
                                        </p:cTn>
                                        <p:tgtEl>
                                          <p:spTgt spid="26"/>
                                        </p:tgtEl>
                                        <p:attrNameLst>
                                          <p:attrName>style.visibility</p:attrName>
                                        </p:attrNameLst>
                                      </p:cBhvr>
                                      <p:to>
                                        <p:strVal val="visible"/>
                                      </p:to>
                                    </p:set>
                                    <p:animEffect transition="in" filter="wipe(down)">
                                      <p:cBhvr>
                                        <p:cTn id="13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autoUpdateAnimBg="0"/>
      <p:bldP spid="5" grpId="0" bldLvl="0" animBg="1" autoUpdateAnimBg="0"/>
      <p:bldP spid="7" grpId="0" bldLvl="0" animBg="1" autoUpdateAnimBg="0"/>
      <p:bldP spid="9" grpId="0" bldLvl="0" animBg="1" autoUpdateAnimBg="0"/>
      <p:bldP spid="11" grpId="0" bldLvl="0" animBg="1" autoUpdateAnimBg="0"/>
      <p:bldP spid="13" grpId="0" bldLvl="0" animBg="1" autoUpdateAnimBg="0"/>
      <p:bldP spid="15" grpId="0" bldLvl="0" animBg="1" autoUpdateAnimBg="0"/>
      <p:bldP spid="18" grpId="0" bldLvl="0" animBg="1" autoUpdateAnimBg="0"/>
      <p:bldP spid="20" grpId="0" bldLvl="0" animBg="1" autoUpdateAnimBg="0"/>
      <p:bldP spid="22" grpId="0" bldLvl="0" animBg="1" autoUpdateAnimBg="0"/>
      <p:bldP spid="24" grpId="0" bldLvl="0" animBg="1" autoUpdateAnimBg="0"/>
      <p:bldP spid="25" grpId="0" bldLvl="0" animBg="1" autoUpdateAnimBg="0"/>
      <p:bldP spid="26" grpId="0" bldLvl="0" animBg="1"/>
      <p:bldP spid="27" grpId="0" bldLvl="0" animBg="1"/>
      <p:bldP spid="29" grpId="0" autoUpdateAnimBg="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995805" y="676275"/>
            <a:ext cx="5334000" cy="6858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cs typeface="+mn-cs"/>
              </a:rPr>
              <a:t>无穷小与无穷大的关系</a:t>
            </a:r>
            <a:endParaRPr lang="zh-CN" altLang="zh-CN" sz="3200" b="1" dirty="0">
              <a:gradFill>
                <a:gsLst>
                  <a:gs pos="0">
                    <a:srgbClr val="007BD3"/>
                  </a:gs>
                  <a:gs pos="100000">
                    <a:srgbClr val="034373"/>
                  </a:gs>
                </a:gsLst>
                <a:lin scaled="0"/>
              </a:gradFill>
              <a:latin typeface="黑体" panose="02010609060101010101" pitchFamily="49" charset="-122"/>
              <a:ea typeface="黑体" panose="02010609060101010101" pitchFamily="49" charset="-122"/>
              <a:cs typeface="+mn-cs"/>
            </a:endParaRPr>
          </a:p>
        </p:txBody>
      </p:sp>
      <p:sp>
        <p:nvSpPr>
          <p:cNvPr id="3" name="Text Box 3"/>
          <p:cNvSpPr txBox="1">
            <a:spLocks noChangeArrowheads="1"/>
          </p:cNvSpPr>
          <p:nvPr/>
        </p:nvSpPr>
        <p:spPr bwMode="auto">
          <a:xfrm>
            <a:off x="2176145" y="2245678"/>
            <a:ext cx="990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若</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 name="Object 4"/>
          <p:cNvGraphicFramePr>
            <a:graphicFrameLocks noChangeAspect="1"/>
          </p:cNvGraphicFramePr>
          <p:nvPr/>
        </p:nvGraphicFramePr>
        <p:xfrm>
          <a:off x="2680970" y="2345690"/>
          <a:ext cx="749300" cy="400050"/>
        </p:xfrm>
        <a:graphic>
          <a:graphicData uri="http://schemas.openxmlformats.org/presentationml/2006/ole">
            <mc:AlternateContent xmlns:mc="http://schemas.openxmlformats.org/markup-compatibility/2006">
              <mc:Choice xmlns:v="urn:schemas-microsoft-com:vml" Requires="v">
                <p:oleObj spid="_x0000_s46081" name="Equation" r:id="rId1" imgW="17678400" imgH="9448800" progId="Equation.DSMT4">
                  <p:embed/>
                </p:oleObj>
              </mc:Choice>
              <mc:Fallback>
                <p:oleObj name="Equation" r:id="rId1" imgW="17678400" imgH="9448800" progId="Equation.DSMT4">
                  <p:embed/>
                  <p:pic>
                    <p:nvPicPr>
                      <p:cNvPr id="0" name="图片 46080"/>
                      <p:cNvPicPr>
                        <a:picLocks noChangeAspect="1"/>
                      </p:cNvPicPr>
                      <p:nvPr/>
                    </p:nvPicPr>
                    <p:blipFill>
                      <a:blip r:embed="rId2">
                        <a:biLevel thresh="50000"/>
                        <a:grayscl/>
                      </a:blip>
                      <a:stretch>
                        <a:fillRect/>
                      </a:stretch>
                    </p:blipFill>
                    <p:spPr>
                      <a:xfrm>
                        <a:off x="2680970" y="2345690"/>
                        <a:ext cx="749300" cy="400050"/>
                      </a:xfrm>
                      <a:prstGeom prst="rect">
                        <a:avLst/>
                      </a:prstGeom>
                      <a:noFill/>
                      <a:ln w="9525">
                        <a:noFill/>
                      </a:ln>
                    </p:spPr>
                  </p:pic>
                </p:oleObj>
              </mc:Fallback>
            </mc:AlternateContent>
          </a:graphicData>
        </a:graphic>
      </p:graphicFrame>
      <p:sp>
        <p:nvSpPr>
          <p:cNvPr id="5" name="Text Box 5"/>
          <p:cNvSpPr txBox="1">
            <a:spLocks noChangeArrowheads="1"/>
          </p:cNvSpPr>
          <p:nvPr/>
        </p:nvSpPr>
        <p:spPr bwMode="auto">
          <a:xfrm>
            <a:off x="3414395" y="2239328"/>
            <a:ext cx="1905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为无穷大</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6" name="Object 6"/>
          <p:cNvGraphicFramePr>
            <a:graphicFrameLocks noChangeAspect="1"/>
          </p:cNvGraphicFramePr>
          <p:nvPr/>
        </p:nvGraphicFramePr>
        <p:xfrm>
          <a:off x="5708779" y="2024139"/>
          <a:ext cx="878356" cy="1000108"/>
        </p:xfrm>
        <a:graphic>
          <a:graphicData uri="http://schemas.openxmlformats.org/presentationml/2006/ole">
            <mc:AlternateContent xmlns:mc="http://schemas.openxmlformats.org/markup-compatibility/2006">
              <mc:Choice xmlns:v="urn:schemas-microsoft-com:vml" Requires="v">
                <p:oleObj spid="_x0000_s46082" name="Equation" r:id="rId3" imgW="8839200" imgH="10058400" progId="Equation.DSMT4">
                  <p:embed/>
                </p:oleObj>
              </mc:Choice>
              <mc:Fallback>
                <p:oleObj name="Equation" r:id="rId3" imgW="8839200" imgH="10058400" progId="Equation.DSMT4">
                  <p:embed/>
                  <p:pic>
                    <p:nvPicPr>
                      <p:cNvPr id="0" name="图片 46081"/>
                      <p:cNvPicPr>
                        <a:picLocks noChangeAspect="1"/>
                      </p:cNvPicPr>
                      <p:nvPr/>
                    </p:nvPicPr>
                    <p:blipFill>
                      <a:blip r:embed="rId4"/>
                      <a:stretch>
                        <a:fillRect/>
                      </a:stretch>
                    </p:blipFill>
                    <p:spPr>
                      <a:xfrm>
                        <a:off x="5708779" y="2024139"/>
                        <a:ext cx="878356" cy="1000108"/>
                      </a:xfrm>
                      <a:prstGeom prst="rect">
                        <a:avLst/>
                      </a:prstGeom>
                      <a:noFill/>
                      <a:ln w="9525">
                        <a:noFill/>
                      </a:ln>
                    </p:spPr>
                  </p:pic>
                </p:oleObj>
              </mc:Fallback>
            </mc:AlternateContent>
          </a:graphicData>
        </a:graphic>
      </p:graphicFrame>
      <p:sp>
        <p:nvSpPr>
          <p:cNvPr id="7" name="Text Box 7"/>
          <p:cNvSpPr txBox="1">
            <a:spLocks noChangeArrowheads="1"/>
          </p:cNvSpPr>
          <p:nvPr/>
        </p:nvSpPr>
        <p:spPr bwMode="auto">
          <a:xfrm>
            <a:off x="6462395" y="2253615"/>
            <a:ext cx="2133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为无穷小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Text Box 8"/>
          <p:cNvSpPr txBox="1">
            <a:spLocks noChangeArrowheads="1"/>
          </p:cNvSpPr>
          <p:nvPr/>
        </p:nvSpPr>
        <p:spPr bwMode="auto">
          <a:xfrm>
            <a:off x="2195195" y="3367344"/>
            <a:ext cx="9906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若</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9" name="Object 9"/>
          <p:cNvGraphicFramePr>
            <a:graphicFrameLocks noChangeAspect="1"/>
          </p:cNvGraphicFramePr>
          <p:nvPr/>
        </p:nvGraphicFramePr>
        <p:xfrm>
          <a:off x="2671445" y="3483231"/>
          <a:ext cx="750888" cy="400050"/>
        </p:xfrm>
        <a:graphic>
          <a:graphicData uri="http://schemas.openxmlformats.org/presentationml/2006/ole">
            <mc:AlternateContent xmlns:mc="http://schemas.openxmlformats.org/markup-compatibility/2006">
              <mc:Choice xmlns:v="urn:schemas-microsoft-com:vml" Requires="v">
                <p:oleObj spid="_x0000_s46083" name="Equation" r:id="rId5" imgW="17678400" imgH="9448800" progId="Equation.DSMT4">
                  <p:embed/>
                </p:oleObj>
              </mc:Choice>
              <mc:Fallback>
                <p:oleObj name="Equation" r:id="rId5" imgW="17678400" imgH="9448800" progId="Equation.DSMT4">
                  <p:embed/>
                  <p:pic>
                    <p:nvPicPr>
                      <p:cNvPr id="0" name="图片 46082"/>
                      <p:cNvPicPr>
                        <a:picLocks noChangeAspect="1"/>
                      </p:cNvPicPr>
                      <p:nvPr/>
                    </p:nvPicPr>
                    <p:blipFill>
                      <a:blip r:embed="rId6">
                        <a:biLevel thresh="50000"/>
                        <a:grayscl/>
                      </a:blip>
                      <a:stretch>
                        <a:fillRect/>
                      </a:stretch>
                    </p:blipFill>
                    <p:spPr>
                      <a:xfrm>
                        <a:off x="2671445" y="3483231"/>
                        <a:ext cx="750888" cy="400050"/>
                      </a:xfrm>
                      <a:prstGeom prst="rect">
                        <a:avLst/>
                      </a:prstGeom>
                      <a:noFill/>
                      <a:ln w="9525">
                        <a:noFill/>
                      </a:ln>
                    </p:spPr>
                  </p:pic>
                </p:oleObj>
              </mc:Fallback>
            </mc:AlternateContent>
          </a:graphicData>
        </a:graphic>
      </p:graphicFrame>
      <p:sp>
        <p:nvSpPr>
          <p:cNvPr id="10" name="Text Box 10"/>
          <p:cNvSpPr txBox="1">
            <a:spLocks noChangeArrowheads="1"/>
          </p:cNvSpPr>
          <p:nvPr/>
        </p:nvSpPr>
        <p:spPr bwMode="auto">
          <a:xfrm>
            <a:off x="3414395" y="3367344"/>
            <a:ext cx="25908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为无穷小</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且</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1" name="Object 11"/>
          <p:cNvGraphicFramePr>
            <a:graphicFrameLocks noChangeAspect="1"/>
          </p:cNvGraphicFramePr>
          <p:nvPr/>
        </p:nvGraphicFramePr>
        <p:xfrm>
          <a:off x="5564763" y="3355983"/>
          <a:ext cx="1469724" cy="491356"/>
        </p:xfrm>
        <a:graphic>
          <a:graphicData uri="http://schemas.openxmlformats.org/presentationml/2006/ole">
            <mc:AlternateContent xmlns:mc="http://schemas.openxmlformats.org/markup-compatibility/2006">
              <mc:Choice xmlns:v="urn:schemas-microsoft-com:vml" Requires="v">
                <p:oleObj spid="_x0000_s46084" name="Equation" r:id="rId7" imgW="14935200" imgH="4876800" progId="Equation.DSMT4">
                  <p:embed/>
                </p:oleObj>
              </mc:Choice>
              <mc:Fallback>
                <p:oleObj name="Equation" r:id="rId7" imgW="14935200" imgH="4876800" progId="Equation.DSMT4">
                  <p:embed/>
                  <p:pic>
                    <p:nvPicPr>
                      <p:cNvPr id="0" name="图片 46083"/>
                      <p:cNvPicPr>
                        <a:picLocks noChangeAspect="1"/>
                      </p:cNvPicPr>
                      <p:nvPr/>
                    </p:nvPicPr>
                    <p:blipFill>
                      <a:blip r:embed="rId8"/>
                      <a:stretch>
                        <a:fillRect/>
                      </a:stretch>
                    </p:blipFill>
                    <p:spPr>
                      <a:xfrm>
                        <a:off x="5564763" y="3355983"/>
                        <a:ext cx="1469724" cy="491356"/>
                      </a:xfrm>
                      <a:prstGeom prst="rect">
                        <a:avLst/>
                      </a:prstGeom>
                      <a:noFill/>
                      <a:ln w="9525">
                        <a:noFill/>
                      </a:ln>
                    </p:spPr>
                  </p:pic>
                </p:oleObj>
              </mc:Fallback>
            </mc:AlternateContent>
          </a:graphicData>
        </a:graphic>
      </p:graphicFrame>
      <p:sp>
        <p:nvSpPr>
          <p:cNvPr id="12" name="Text Box 12"/>
          <p:cNvSpPr txBox="1">
            <a:spLocks noChangeArrowheads="1"/>
          </p:cNvSpPr>
          <p:nvPr/>
        </p:nvSpPr>
        <p:spPr bwMode="auto">
          <a:xfrm>
            <a:off x="6951345" y="3329244"/>
            <a:ext cx="838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3" name="Object 13"/>
          <p:cNvGraphicFramePr>
            <a:graphicFrameLocks noChangeAspect="1"/>
          </p:cNvGraphicFramePr>
          <p:nvPr/>
        </p:nvGraphicFramePr>
        <p:xfrm>
          <a:off x="7436971" y="3075955"/>
          <a:ext cx="882705" cy="1000108"/>
        </p:xfrm>
        <a:graphic>
          <a:graphicData uri="http://schemas.openxmlformats.org/presentationml/2006/ole">
            <mc:AlternateContent xmlns:mc="http://schemas.openxmlformats.org/markup-compatibility/2006">
              <mc:Choice xmlns:v="urn:schemas-microsoft-com:vml" Requires="v">
                <p:oleObj spid="_x0000_s46085" name="Equation" r:id="rId9" imgW="8839200" imgH="10058400" progId="Equation.DSMT4">
                  <p:embed/>
                </p:oleObj>
              </mc:Choice>
              <mc:Fallback>
                <p:oleObj name="Equation" r:id="rId9" imgW="8839200" imgH="10058400" progId="Equation.DSMT4">
                  <p:embed/>
                  <p:pic>
                    <p:nvPicPr>
                      <p:cNvPr id="0" name="图片 46084"/>
                      <p:cNvPicPr>
                        <a:picLocks noChangeAspect="1"/>
                      </p:cNvPicPr>
                      <p:nvPr/>
                    </p:nvPicPr>
                    <p:blipFill>
                      <a:blip r:embed="rId10"/>
                      <a:stretch>
                        <a:fillRect/>
                      </a:stretch>
                    </p:blipFill>
                    <p:spPr>
                      <a:xfrm>
                        <a:off x="7436971" y="3075955"/>
                        <a:ext cx="882705" cy="1000108"/>
                      </a:xfrm>
                      <a:prstGeom prst="rect">
                        <a:avLst/>
                      </a:prstGeom>
                      <a:noFill/>
                      <a:ln w="9525">
                        <a:noFill/>
                      </a:ln>
                    </p:spPr>
                  </p:pic>
                </p:oleObj>
              </mc:Fallback>
            </mc:AlternateContent>
          </a:graphicData>
        </a:graphic>
      </p:graphicFrame>
      <p:sp>
        <p:nvSpPr>
          <p:cNvPr id="14" name="Text Box 14"/>
          <p:cNvSpPr txBox="1">
            <a:spLocks noChangeArrowheads="1"/>
          </p:cNvSpPr>
          <p:nvPr/>
        </p:nvSpPr>
        <p:spPr bwMode="auto">
          <a:xfrm>
            <a:off x="8189595" y="3341944"/>
            <a:ext cx="1905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为无穷大</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 name="Text Box 15"/>
          <p:cNvSpPr txBox="1">
            <a:spLocks noChangeArrowheads="1"/>
          </p:cNvSpPr>
          <p:nvPr/>
        </p:nvSpPr>
        <p:spPr bwMode="auto">
          <a:xfrm>
            <a:off x="5147945" y="2239328"/>
            <a:ext cx="8382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则</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6" name="Text Box 16"/>
          <p:cNvSpPr txBox="1">
            <a:spLocks noChangeArrowheads="1"/>
          </p:cNvSpPr>
          <p:nvPr/>
        </p:nvSpPr>
        <p:spPr bwMode="auto">
          <a:xfrm>
            <a:off x="9213215" y="4053779"/>
            <a:ext cx="113411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a:t>
            </a:r>
            <a:r>
              <a:rPr kumimoji="1" lang="zh-CN" altLang="en-US" sz="2800" b="1">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自证</a:t>
            </a:r>
            <a:r>
              <a:rPr kumimoji="1" lang="en-US" altLang="zh-CN" sz="2800" b="1">
                <a:solidFill>
                  <a:schemeClr val="accent2"/>
                </a:solidFill>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solidFill>
                <a:schemeClr val="accent2"/>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7" name="Text Box 17"/>
          <p:cNvSpPr txBox="1">
            <a:spLocks noChangeArrowheads="1"/>
          </p:cNvSpPr>
          <p:nvPr/>
        </p:nvSpPr>
        <p:spPr bwMode="auto">
          <a:xfrm>
            <a:off x="3211195" y="4604324"/>
            <a:ext cx="6616065" cy="1038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据此定理 </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关于无穷大的问题都可转化为 </a:t>
            </a:r>
            <a:endParaRPr kumimoji="1" lang="zh-CN" altLang="en-US" sz="2800" b="1">
              <a:latin typeface="Times New Roman" panose="02020603050405020304" pitchFamily="18" charset="0"/>
              <a:ea typeface="黑体" panose="02010609060101010101" pitchFamily="49" charset="-122"/>
              <a:cs typeface="Times New Roman" panose="02020603050405020304" pitchFamily="18" charset="0"/>
            </a:endParaRPr>
          </a:p>
          <a:p>
            <a:pPr eaLnBrk="1" hangingPunct="1">
              <a:lnSpc>
                <a:spcPct val="120000"/>
              </a:lnSpc>
            </a:pPr>
            <a:r>
              <a:rPr kumimoji="1" lang="zh-CN" altLang="en-US" sz="2800" b="1">
                <a:latin typeface="Times New Roman" panose="02020603050405020304" pitchFamily="18" charset="0"/>
                <a:ea typeface="黑体" panose="02010609060101010101" pitchFamily="49" charset="-122"/>
                <a:cs typeface="Times New Roman" panose="02020603050405020304" pitchFamily="18" charset="0"/>
              </a:rPr>
              <a:t>无穷小来讨论</a:t>
            </a:r>
            <a:r>
              <a:rPr kumimoji="1" lang="en-US" altLang="zh-CN" sz="2800" b="1">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8" name="Text Box 18"/>
          <p:cNvSpPr txBox="1">
            <a:spLocks noChangeArrowheads="1"/>
          </p:cNvSpPr>
          <p:nvPr/>
        </p:nvSpPr>
        <p:spPr bwMode="auto">
          <a:xfrm>
            <a:off x="2066290" y="1433195"/>
            <a:ext cx="6630988"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定理</a:t>
            </a:r>
            <a:r>
              <a:rPr kumimoji="1" lang="en-US" altLang="zh-CN" sz="2800"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1.2.10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在自变量的同一变化过程中</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9" name="Rectangle 19"/>
          <p:cNvSpPr>
            <a:spLocks noChangeArrowheads="1"/>
          </p:cNvSpPr>
          <p:nvPr/>
        </p:nvSpPr>
        <p:spPr bwMode="auto">
          <a:xfrm>
            <a:off x="2195195" y="4604324"/>
            <a:ext cx="1016000"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800" b="1">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rPr>
              <a:t>说明</a:t>
            </a:r>
            <a:r>
              <a:rPr kumimoji="1" lang="en-US" altLang="zh-CN" sz="2800" b="1">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rPr>
              <a:t>:</a:t>
            </a:r>
            <a:endParaRPr kumimoji="1" lang="en-US" altLang="zh-CN" sz="2800" b="1">
              <a:solidFill>
                <a:schemeClr val="accent5">
                  <a:lumMod val="40000"/>
                  <a:lumOff val="60000"/>
                </a:schemeClr>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xEl>
                                              <p:pRg st="4294967295" end="4294967295"/>
                                            </p:txEl>
                                          </p:spTgt>
                                        </p:tgtEl>
                                        <p:attrNameLst>
                                          <p:attrName>style.visibility</p:attrName>
                                        </p:attrNameLst>
                                      </p:cBhvr>
                                      <p:to>
                                        <p:strVal val="visible"/>
                                      </p:to>
                                    </p:set>
                                    <p:animEffect transition="in" filter="wipe(left)">
                                      <p:cBhvr>
                                        <p:cTn id="7" dur="500"/>
                                        <p:tgtEl>
                                          <p:spTgt spid="18">
                                            <p:txEl>
                                              <p:pRg st="4294967295" end="42949672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xEl>
                                              <p:pRg st="4294967295" end="4294967295"/>
                                            </p:txEl>
                                          </p:spTgt>
                                        </p:tgtEl>
                                        <p:attrNameLst>
                                          <p:attrName>style.visibility</p:attrName>
                                        </p:attrNameLst>
                                      </p:cBhvr>
                                      <p:to>
                                        <p:strVal val="visible"/>
                                      </p:to>
                                    </p:set>
                                    <p:animEffect transition="in" filter="wipe(left)">
                                      <p:cBhvr>
                                        <p:cTn id="12" dur="500"/>
                                        <p:tgtEl>
                                          <p:spTgt spid="18">
                                            <p:txEl>
                                              <p:pRg st="4294967295" end="429496729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wipe(left)">
                                      <p:cBhvr>
                                        <p:cTn id="17" dur="500"/>
                                        <p:tgtEl>
                                          <p:spTgt spid="1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left)">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5" dur="500"/>
                                        <p:tgtEl>
                                          <p:spTgt spid="15"/>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wipe(left)">
                                      <p:cBhvr>
                                        <p:cTn id="39" dur="500"/>
                                        <p:tgtEl>
                                          <p:spTgt spid="6"/>
                                        </p:tgtEl>
                                      </p:cBhvr>
                                    </p:animEffect>
                                  </p:childTnLst>
                                </p:cTn>
                              </p:par>
                            </p:childTnLst>
                          </p:cTn>
                        </p:par>
                        <p:par>
                          <p:cTn id="40" fill="hold">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left)">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left)">
                                      <p:cBhvr>
                                        <p:cTn id="48" dur="500"/>
                                        <p:tgtEl>
                                          <p:spTgt spid="8"/>
                                        </p:tgtEl>
                                      </p:cBhvr>
                                    </p:animEffec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wipe(left)">
                                      <p:cBhvr>
                                        <p:cTn id="52" dur="500"/>
                                        <p:tgtEl>
                                          <p:spTgt spid="9"/>
                                        </p:tgtEl>
                                      </p:cBhvr>
                                    </p:animEffect>
                                  </p:childTnLst>
                                </p:cTn>
                              </p:par>
                            </p:childTnLst>
                          </p:cTn>
                        </p:par>
                        <p:par>
                          <p:cTn id="53" fill="hold">
                            <p:stCondLst>
                              <p:cond delay="1000"/>
                            </p:stCondLst>
                            <p:childTnLst>
                              <p:par>
                                <p:cTn id="54" presetID="22" presetClass="entr" presetSubtype="8" fill="hold" grpId="0" nodeType="after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wipe(left)">
                                      <p:cBhvr>
                                        <p:cTn id="56" dur="500"/>
                                        <p:tgtEl>
                                          <p:spTgt spid="10"/>
                                        </p:tgtEl>
                                      </p:cBhvr>
                                    </p:animEffect>
                                  </p:childTnLst>
                                </p:cTn>
                              </p:par>
                            </p:childTnLst>
                          </p:cTn>
                        </p:par>
                        <p:par>
                          <p:cTn id="57" fill="hold">
                            <p:stCondLst>
                              <p:cond delay="1500"/>
                            </p:stCondLst>
                            <p:childTnLst>
                              <p:par>
                                <p:cTn id="58" presetID="22" presetClass="entr" presetSubtype="8" fill="hold" nodeType="after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wipe(left)">
                                      <p:cBhvr>
                                        <p:cTn id="60" dur="500"/>
                                        <p:tgtEl>
                                          <p:spTgt spid="11"/>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wipe(left)">
                                      <p:cBhvr>
                                        <p:cTn id="65" dur="500"/>
                                        <p:tgtEl>
                                          <p:spTgt spid="12"/>
                                        </p:tgtEl>
                                      </p:cBhvr>
                                    </p:animEffect>
                                  </p:childTnLst>
                                </p:cTn>
                              </p:par>
                            </p:childTnLst>
                          </p:cTn>
                        </p:par>
                        <p:par>
                          <p:cTn id="66" fill="hold">
                            <p:stCondLst>
                              <p:cond delay="500"/>
                            </p:stCondLst>
                            <p:childTnLst>
                              <p:par>
                                <p:cTn id="67" presetID="22" presetClass="entr" presetSubtype="8" fill="hold" nodeType="after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wipe(left)">
                                      <p:cBhvr>
                                        <p:cTn id="69" dur="500"/>
                                        <p:tgtEl>
                                          <p:spTgt spid="13"/>
                                        </p:tgtEl>
                                      </p:cBhvr>
                                    </p:animEffect>
                                  </p:childTnLst>
                                </p:cTn>
                              </p:par>
                            </p:childTnLst>
                          </p:cTn>
                        </p:par>
                        <p:par>
                          <p:cTn id="70" fill="hold">
                            <p:stCondLst>
                              <p:cond delay="1000"/>
                            </p:stCondLst>
                            <p:childTnLst>
                              <p:par>
                                <p:cTn id="71" presetID="22" presetClass="entr" presetSubtype="8" fill="hold" grpId="0" nodeType="after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wipe(left)">
                                      <p:cBhvr>
                                        <p:cTn id="73" dur="500"/>
                                        <p:tgtEl>
                                          <p:spTgt spid="14"/>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6">
                                            <p:txEl>
                                              <p:pRg st="4294967295" end="4294967295"/>
                                            </p:txEl>
                                          </p:spTgt>
                                        </p:tgtEl>
                                        <p:attrNameLst>
                                          <p:attrName>style.visibility</p:attrName>
                                        </p:attrNameLst>
                                      </p:cBhvr>
                                      <p:to>
                                        <p:strVal val="visible"/>
                                      </p:to>
                                    </p:set>
                                    <p:animEffect transition="in" filter="wipe(left)">
                                      <p:cBhvr>
                                        <p:cTn id="78" dur="500"/>
                                        <p:tgtEl>
                                          <p:spTgt spid="16">
                                            <p:txEl>
                                              <p:pRg st="4294967295" end="4294967295"/>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6">
                                            <p:txEl>
                                              <p:pRg st="4294967295" end="4294967295"/>
                                            </p:txEl>
                                          </p:spTgt>
                                        </p:tgtEl>
                                        <p:attrNameLst>
                                          <p:attrName>style.visibility</p:attrName>
                                        </p:attrNameLst>
                                      </p:cBhvr>
                                      <p:to>
                                        <p:strVal val="visible"/>
                                      </p:to>
                                    </p:set>
                                    <p:animEffect transition="in" filter="wipe(left)">
                                      <p:cBhvr>
                                        <p:cTn id="83" dur="500"/>
                                        <p:tgtEl>
                                          <p:spTgt spid="16">
                                            <p:txEl>
                                              <p:pRg st="4294967295" end="4294967295"/>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16">
                                            <p:txEl>
                                              <p:pRg st="0" end="0"/>
                                            </p:txEl>
                                          </p:spTgt>
                                        </p:tgtEl>
                                        <p:attrNameLst>
                                          <p:attrName>style.visibility</p:attrName>
                                        </p:attrNameLst>
                                      </p:cBhvr>
                                      <p:to>
                                        <p:strVal val="visible"/>
                                      </p:to>
                                    </p:set>
                                    <p:animEffect transition="in" filter="wipe(left)">
                                      <p:cBhvr>
                                        <p:cTn id="88" dur="500"/>
                                        <p:tgtEl>
                                          <p:spTgt spid="16">
                                            <p:txEl>
                                              <p:pRg st="0" end="0"/>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9">
                                            <p:txEl>
                                              <p:pRg st="4294967295" end="4294967295"/>
                                            </p:txEl>
                                          </p:spTgt>
                                        </p:tgtEl>
                                        <p:attrNameLst>
                                          <p:attrName>style.visibility</p:attrName>
                                        </p:attrNameLst>
                                      </p:cBhvr>
                                      <p:to>
                                        <p:strVal val="visible"/>
                                      </p:to>
                                    </p:set>
                                    <p:animEffect transition="in" filter="wipe(left)">
                                      <p:cBhvr>
                                        <p:cTn id="93" dur="500"/>
                                        <p:tgtEl>
                                          <p:spTgt spid="19">
                                            <p:txEl>
                                              <p:pRg st="4294967295" end="4294967295"/>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19">
                                            <p:txEl>
                                              <p:pRg st="4294967295" end="4294967295"/>
                                            </p:txEl>
                                          </p:spTgt>
                                        </p:tgtEl>
                                        <p:attrNameLst>
                                          <p:attrName>style.visibility</p:attrName>
                                        </p:attrNameLst>
                                      </p:cBhvr>
                                      <p:to>
                                        <p:strVal val="visible"/>
                                      </p:to>
                                    </p:set>
                                    <p:animEffect transition="in" filter="wipe(left)">
                                      <p:cBhvr>
                                        <p:cTn id="98" dur="500"/>
                                        <p:tgtEl>
                                          <p:spTgt spid="19">
                                            <p:txEl>
                                              <p:pRg st="4294967295" end="4294967295"/>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9">
                                            <p:txEl>
                                              <p:pRg st="0" end="0"/>
                                            </p:txEl>
                                          </p:spTgt>
                                        </p:tgtEl>
                                        <p:attrNameLst>
                                          <p:attrName>style.visibility</p:attrName>
                                        </p:attrNameLst>
                                      </p:cBhvr>
                                      <p:to>
                                        <p:strVal val="visible"/>
                                      </p:to>
                                    </p:set>
                                    <p:animEffect transition="in" filter="wipe(left)">
                                      <p:cBhvr>
                                        <p:cTn id="103" dur="500"/>
                                        <p:tgtEl>
                                          <p:spTgt spid="19">
                                            <p:txEl>
                                              <p:pRg st="0" end="0"/>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7">
                                            <p:txEl>
                                              <p:pRg st="4294967295" end="4294967295"/>
                                            </p:txEl>
                                          </p:spTgt>
                                        </p:tgtEl>
                                        <p:attrNameLst>
                                          <p:attrName>style.visibility</p:attrName>
                                        </p:attrNameLst>
                                      </p:cBhvr>
                                      <p:to>
                                        <p:strVal val="visible"/>
                                      </p:to>
                                    </p:set>
                                    <p:animEffect transition="in" filter="wipe(left)">
                                      <p:cBhvr>
                                        <p:cTn id="108" dur="500"/>
                                        <p:tgtEl>
                                          <p:spTgt spid="17">
                                            <p:txEl>
                                              <p:pRg st="4294967295" end="4294967295"/>
                                            </p:txEl>
                                          </p:spTgt>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17">
                                            <p:txEl>
                                              <p:pRg st="4294967295" end="4294967295"/>
                                            </p:txEl>
                                          </p:spTgt>
                                        </p:tgtEl>
                                        <p:attrNameLst>
                                          <p:attrName>style.visibility</p:attrName>
                                        </p:attrNameLst>
                                      </p:cBhvr>
                                      <p:to>
                                        <p:strVal val="visible"/>
                                      </p:to>
                                    </p:set>
                                    <p:animEffect transition="in" filter="wipe(left)">
                                      <p:cBhvr>
                                        <p:cTn id="113" dur="500"/>
                                        <p:tgtEl>
                                          <p:spTgt spid="17">
                                            <p:txEl>
                                              <p:pRg st="4294967295" end="4294967295"/>
                                            </p:txEl>
                                          </p:spTgt>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17">
                                            <p:txEl>
                                              <p:pRg st="0" end="0"/>
                                            </p:txEl>
                                          </p:spTgt>
                                        </p:tgtEl>
                                        <p:attrNameLst>
                                          <p:attrName>style.visibility</p:attrName>
                                        </p:attrNameLst>
                                      </p:cBhvr>
                                      <p:to>
                                        <p:strVal val="visible"/>
                                      </p:to>
                                    </p:set>
                                    <p:animEffect transition="in" filter="wipe(left)">
                                      <p:cBhvr>
                                        <p:cTn id="118" dur="500"/>
                                        <p:tgtEl>
                                          <p:spTgt spid="17">
                                            <p:txEl>
                                              <p:pRg st="0" end="0"/>
                                            </p:txEl>
                                          </p:spTgt>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17">
                                            <p:txEl>
                                              <p:pRg st="1" end="1"/>
                                            </p:txEl>
                                          </p:spTgt>
                                        </p:tgtEl>
                                        <p:attrNameLst>
                                          <p:attrName>style.visibility</p:attrName>
                                        </p:attrNameLst>
                                      </p:cBhvr>
                                      <p:to>
                                        <p:strVal val="visible"/>
                                      </p:to>
                                    </p:set>
                                    <p:animEffect transition="in" filter="wipe(left)">
                                      <p:cBhvr>
                                        <p:cTn id="123" dur="500"/>
                                        <p:tgtEl>
                                          <p:spTgt spid="1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autoUpdateAnimBg="0"/>
      <p:bldP spid="5" grpId="0" bldLvl="0" animBg="1" autoUpdateAnimBg="0"/>
      <p:bldP spid="7" grpId="0" bldLvl="0" animBg="1" autoUpdateAnimBg="0"/>
      <p:bldP spid="8" grpId="0" bldLvl="0" animBg="1" autoUpdateAnimBg="0"/>
      <p:bldP spid="10" grpId="0" bldLvl="0" animBg="1" autoUpdateAnimBg="0"/>
      <p:bldP spid="12" grpId="0" bldLvl="0" animBg="1" autoUpdateAnimBg="0"/>
      <p:bldP spid="14" grpId="0" bldLvl="0" animBg="1" autoUpdateAnimBg="0"/>
      <p:bldP spid="15" grpId="0" bldLvl="0" animBg="1" autoUpdateAnimBg="0"/>
      <p:bldP spid="16" grpId="0" autoUpdateAnimBg="0" uiExpand="1" build="p"/>
      <p:bldP spid="17" grpId="0" autoUpdateAnimBg="0" uiExpand="1" build="p"/>
      <p:bldP spid="18" grpId="0" autoUpdateAnimBg="0" uiExpand="1" build="p"/>
      <p:bldP spid="19" grpId="0" autoUpdateAnimBg="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1922145" y="489268"/>
            <a:ext cx="5978525"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11</a:t>
            </a:r>
            <a:r>
              <a:rPr lang="zh-CN" altLang="en-US"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a:t>
            </a:r>
            <a:r>
              <a:rPr kumimoji="1" lang="zh-CN" altLang="zh-CN" sz="2800" b="1" dirty="0">
                <a:latin typeface="Times New Roman" panose="02020603050405020304" pitchFamily="18" charset="0"/>
                <a:ea typeface="黑体" panose="02010609060101010101" pitchFamily="49" charset="-122"/>
                <a:cs typeface="Times New Roman" panose="02020603050405020304" pitchFamily="18" charset="0"/>
              </a:rPr>
              <a:t>下列两个函数中，</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当</a:t>
            </a:r>
            <a:r>
              <a:rPr lang="zh-CN" altLang="en-US" sz="2800" b="1" u="sng"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           </a:t>
            </a:r>
            <a:r>
              <a:rPr lang="zh-CN" altLang="en-US" sz="2800" b="1" dirty="0">
                <a:solidFill>
                  <a:schemeClr val="tx2"/>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2800" b="1" u="sng"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 name="对象 2"/>
          <p:cNvGraphicFramePr>
            <a:graphicFrameLocks noChangeAspect="1"/>
          </p:cNvGraphicFramePr>
          <p:nvPr/>
        </p:nvGraphicFramePr>
        <p:xfrm>
          <a:off x="3347085" y="1154961"/>
          <a:ext cx="1177925" cy="603250"/>
        </p:xfrm>
        <a:graphic>
          <a:graphicData uri="http://schemas.openxmlformats.org/presentationml/2006/ole">
            <mc:AlternateContent xmlns:mc="http://schemas.openxmlformats.org/markup-compatibility/2006">
              <mc:Choice xmlns:v="urn:schemas-microsoft-com:vml" Requires="v">
                <p:oleObj spid="_x0000_s47105" name="Equation" r:id="rId1" imgW="10058400" imgH="4876800" progId="Equation.DSMT4">
                  <p:embed/>
                </p:oleObj>
              </mc:Choice>
              <mc:Fallback>
                <p:oleObj name="Equation" r:id="rId1" imgW="10058400" imgH="4876800" progId="Equation.DSMT4">
                  <p:embed/>
                  <p:pic>
                    <p:nvPicPr>
                      <p:cNvPr id="0" name="图片 47104"/>
                      <p:cNvPicPr>
                        <a:picLocks noChangeAspect="1"/>
                      </p:cNvPicPr>
                      <p:nvPr/>
                    </p:nvPicPr>
                    <p:blipFill>
                      <a:blip r:embed="rId2">
                        <a:biLevel thresh="50000"/>
                        <a:grayscl/>
                      </a:blip>
                      <a:stretch>
                        <a:fillRect/>
                      </a:stretch>
                    </p:blipFill>
                    <p:spPr>
                      <a:xfrm>
                        <a:off x="3347085" y="1154961"/>
                        <a:ext cx="1177925" cy="603250"/>
                      </a:xfrm>
                      <a:prstGeom prst="rect">
                        <a:avLst/>
                      </a:prstGeom>
                      <a:noFill/>
                      <a:ln w="9525">
                        <a:noFill/>
                      </a:ln>
                    </p:spPr>
                  </p:pic>
                </p:oleObj>
              </mc:Fallback>
            </mc:AlternateContent>
          </a:graphicData>
        </a:graphic>
      </p:graphicFrame>
      <p:sp>
        <p:nvSpPr>
          <p:cNvPr id="5" name="TextBox 6"/>
          <p:cNvSpPr txBox="1">
            <a:spLocks noChangeArrowheads="1"/>
          </p:cNvSpPr>
          <p:nvPr/>
        </p:nvSpPr>
        <p:spPr bwMode="auto">
          <a:xfrm>
            <a:off x="7567106" y="577215"/>
            <a:ext cx="26638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时</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y </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为无穷小量；</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 name="TextBox 7"/>
          <p:cNvSpPr txBox="1">
            <a:spLocks noChangeArrowheads="1"/>
          </p:cNvSpPr>
          <p:nvPr/>
        </p:nvSpPr>
        <p:spPr bwMode="auto">
          <a:xfrm>
            <a:off x="2821305" y="1183640"/>
            <a:ext cx="64706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Times New Roman" panose="02020603050405020304" pitchFamily="18" charset="0"/>
                <a:ea typeface="黑体" panose="02010609060101010101" pitchFamily="49" charset="-122"/>
                <a:cs typeface="Times New Roman" panose="02020603050405020304" pitchFamily="18" charset="0"/>
              </a:rPr>
              <a:t>当</a:t>
            </a:r>
            <a:r>
              <a:rPr lang="zh-CN" altLang="en-US" b="1" u="sng">
                <a:latin typeface="Times New Roman" panose="02020603050405020304" pitchFamily="18" charset="0"/>
                <a:ea typeface="黑体" panose="02010609060101010101" pitchFamily="49" charset="-122"/>
                <a:cs typeface="Times New Roman" panose="02020603050405020304" pitchFamily="18" charset="0"/>
              </a:rPr>
              <a:t> </a:t>
            </a:r>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7" name="TextBox 10"/>
          <p:cNvSpPr txBox="1">
            <a:spLocks noChangeArrowheads="1"/>
          </p:cNvSpPr>
          <p:nvPr/>
        </p:nvSpPr>
        <p:spPr bwMode="auto">
          <a:xfrm>
            <a:off x="4525045" y="1183640"/>
            <a:ext cx="26638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时</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y </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为无穷大量；</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TextBox 17"/>
          <p:cNvSpPr txBox="1">
            <a:spLocks noChangeArrowheads="1"/>
          </p:cNvSpPr>
          <p:nvPr/>
        </p:nvSpPr>
        <p:spPr bwMode="auto">
          <a:xfrm>
            <a:off x="2532698" y="2165985"/>
            <a:ext cx="122396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1</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TextBox 18"/>
          <p:cNvSpPr txBox="1">
            <a:spLocks noChangeArrowheads="1"/>
          </p:cNvSpPr>
          <p:nvPr/>
        </p:nvSpPr>
        <p:spPr bwMode="auto">
          <a:xfrm>
            <a:off x="6147053" y="2170430"/>
            <a:ext cx="122396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2</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Rectangle 6"/>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Rectangle 8"/>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TextBox 23"/>
          <p:cNvSpPr txBox="1">
            <a:spLocks noChangeArrowheads="1"/>
          </p:cNvSpPr>
          <p:nvPr/>
        </p:nvSpPr>
        <p:spPr bwMode="auto">
          <a:xfrm>
            <a:off x="1922145" y="3051493"/>
            <a:ext cx="687388"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解</a:t>
            </a:r>
            <a:r>
              <a:rPr lang="en-US" altLang="zh-CN" sz="2800"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b="1" dirty="0" smtClean="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 </a:t>
            </a:r>
            <a:endParaRPr lang="zh-CN" altLang="en-US" b="1"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 name="TextBox 24"/>
          <p:cNvSpPr txBox="1">
            <a:spLocks noChangeArrowheads="1"/>
          </p:cNvSpPr>
          <p:nvPr/>
        </p:nvSpPr>
        <p:spPr bwMode="auto">
          <a:xfrm>
            <a:off x="2533318" y="3095308"/>
            <a:ext cx="122396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5" name="TextBox 26"/>
          <p:cNvSpPr txBox="1">
            <a:spLocks noChangeArrowheads="1"/>
          </p:cNvSpPr>
          <p:nvPr/>
        </p:nvSpPr>
        <p:spPr bwMode="auto">
          <a:xfrm>
            <a:off x="6316345" y="3220403"/>
            <a:ext cx="26638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Times New Roman" panose="02020603050405020304" pitchFamily="18" charset="0"/>
                <a:ea typeface="黑体" panose="02010609060101010101" pitchFamily="49" charset="-122"/>
                <a:cs typeface="Times New Roman" panose="02020603050405020304" pitchFamily="18" charset="0"/>
              </a:rPr>
              <a:t>时</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a:latin typeface="Times New Roman" panose="02020603050405020304" pitchFamily="18" charset="0"/>
                <a:ea typeface="黑体" panose="02010609060101010101" pitchFamily="49" charset="-122"/>
                <a:cs typeface="Times New Roman" panose="02020603050405020304" pitchFamily="18" charset="0"/>
              </a:rPr>
              <a:t>y </a:t>
            </a:r>
            <a:r>
              <a:rPr lang="zh-CN" altLang="en-US" sz="2800" b="1">
                <a:latin typeface="Times New Roman" panose="02020603050405020304" pitchFamily="18" charset="0"/>
                <a:ea typeface="黑体" panose="02010609060101010101" pitchFamily="49" charset="-122"/>
                <a:cs typeface="Times New Roman" panose="02020603050405020304" pitchFamily="18" charset="0"/>
              </a:rPr>
              <a:t>为无穷小量；</a:t>
            </a:r>
            <a:endParaRPr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6" name="对象 15"/>
          <p:cNvGraphicFramePr>
            <a:graphicFrameLocks noChangeAspect="1"/>
          </p:cNvGraphicFramePr>
          <p:nvPr/>
        </p:nvGraphicFramePr>
        <p:xfrm>
          <a:off x="3551873" y="2798763"/>
          <a:ext cx="2098502" cy="1224000"/>
        </p:xfrm>
        <a:graphic>
          <a:graphicData uri="http://schemas.openxmlformats.org/presentationml/2006/ole">
            <mc:AlternateContent xmlns:mc="http://schemas.openxmlformats.org/markup-compatibility/2006">
              <mc:Choice xmlns:v="urn:schemas-microsoft-com:vml" Requires="v">
                <p:oleObj spid="_x0000_s47106" name="Equation" r:id="rId3" imgW="17678400" imgH="9448800" progId="Equation.DSMT4">
                  <p:embed/>
                </p:oleObj>
              </mc:Choice>
              <mc:Fallback>
                <p:oleObj name="Equation" r:id="rId3" imgW="17678400" imgH="9448800" progId="Equation.DSMT4">
                  <p:embed/>
                  <p:pic>
                    <p:nvPicPr>
                      <p:cNvPr id="0" name="图片 47105"/>
                      <p:cNvPicPr>
                        <a:picLocks noChangeAspect="1"/>
                      </p:cNvPicPr>
                      <p:nvPr/>
                    </p:nvPicPr>
                    <p:blipFill>
                      <a:blip r:embed="rId4">
                        <a:biLevel thresh="50000"/>
                        <a:grayscl/>
                      </a:blip>
                      <a:stretch>
                        <a:fillRect/>
                      </a:stretch>
                    </p:blipFill>
                    <p:spPr>
                      <a:xfrm>
                        <a:off x="3551873" y="2798763"/>
                        <a:ext cx="2098502" cy="1224000"/>
                      </a:xfrm>
                      <a:prstGeom prst="rect">
                        <a:avLst/>
                      </a:prstGeom>
                      <a:noFill/>
                      <a:ln w="9525">
                        <a:noFill/>
                      </a:ln>
                    </p:spPr>
                  </p:pic>
                </p:oleObj>
              </mc:Fallback>
            </mc:AlternateContent>
          </a:graphicData>
        </a:graphic>
      </p:graphicFrame>
      <p:sp>
        <p:nvSpPr>
          <p:cNvPr id="17" name="TextBox 28"/>
          <p:cNvSpPr txBox="1">
            <a:spLocks noChangeArrowheads="1"/>
          </p:cNvSpPr>
          <p:nvPr/>
        </p:nvSpPr>
        <p:spPr bwMode="auto">
          <a:xfrm>
            <a:off x="6316227" y="4097338"/>
            <a:ext cx="26638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时</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y </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为无穷大量；</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8" name="TextBox 29"/>
          <p:cNvSpPr txBox="1">
            <a:spLocks noChangeArrowheads="1"/>
          </p:cNvSpPr>
          <p:nvPr/>
        </p:nvSpPr>
        <p:spPr bwMode="auto">
          <a:xfrm>
            <a:off x="2533318" y="4868863"/>
            <a:ext cx="1223963"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9" name="TextBox 31"/>
          <p:cNvSpPr txBox="1">
            <a:spLocks noChangeArrowheads="1"/>
          </p:cNvSpPr>
          <p:nvPr/>
        </p:nvSpPr>
        <p:spPr bwMode="auto">
          <a:xfrm>
            <a:off x="6316519" y="4974273"/>
            <a:ext cx="26638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时</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y </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为无穷小量；</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0" name="对象 19"/>
          <p:cNvGraphicFramePr>
            <a:graphicFrameLocks noChangeAspect="1"/>
          </p:cNvGraphicFramePr>
          <p:nvPr/>
        </p:nvGraphicFramePr>
        <p:xfrm>
          <a:off x="3569339" y="4770120"/>
          <a:ext cx="1676088" cy="720000"/>
        </p:xfrm>
        <a:graphic>
          <a:graphicData uri="http://schemas.openxmlformats.org/presentationml/2006/ole">
            <mc:AlternateContent xmlns:mc="http://schemas.openxmlformats.org/markup-compatibility/2006">
              <mc:Choice xmlns:v="urn:schemas-microsoft-com:vml" Requires="v">
                <p:oleObj spid="_x0000_s47107" name="Equation" r:id="rId5" imgW="14325600" imgH="5486400" progId="Equation.DSMT4">
                  <p:embed/>
                </p:oleObj>
              </mc:Choice>
              <mc:Fallback>
                <p:oleObj name="Equation" r:id="rId5" imgW="14325600" imgH="5486400" progId="Equation.DSMT4">
                  <p:embed/>
                  <p:pic>
                    <p:nvPicPr>
                      <p:cNvPr id="0" name="图片 47106"/>
                      <p:cNvPicPr>
                        <a:picLocks noChangeAspect="1"/>
                      </p:cNvPicPr>
                      <p:nvPr/>
                    </p:nvPicPr>
                    <p:blipFill>
                      <a:blip r:embed="rId6">
                        <a:biLevel thresh="50000"/>
                        <a:grayscl/>
                      </a:blip>
                      <a:stretch>
                        <a:fillRect/>
                      </a:stretch>
                    </p:blipFill>
                    <p:spPr>
                      <a:xfrm>
                        <a:off x="3569339" y="4770120"/>
                        <a:ext cx="1676088" cy="720000"/>
                      </a:xfrm>
                      <a:prstGeom prst="rect">
                        <a:avLst/>
                      </a:prstGeom>
                      <a:noFill/>
                      <a:ln w="9525">
                        <a:noFill/>
                      </a:ln>
                    </p:spPr>
                  </p:pic>
                </p:oleObj>
              </mc:Fallback>
            </mc:AlternateContent>
          </a:graphicData>
        </a:graphic>
      </p:graphicFrame>
      <p:sp>
        <p:nvSpPr>
          <p:cNvPr id="21" name="TextBox 33"/>
          <p:cNvSpPr txBox="1">
            <a:spLocks noChangeArrowheads="1"/>
          </p:cNvSpPr>
          <p:nvPr/>
        </p:nvSpPr>
        <p:spPr bwMode="auto">
          <a:xfrm>
            <a:off x="6316227" y="5738396"/>
            <a:ext cx="26638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时</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800" b="1" i="1" dirty="0">
                <a:latin typeface="Times New Roman" panose="02020603050405020304" pitchFamily="18" charset="0"/>
                <a:ea typeface="黑体" panose="02010609060101010101" pitchFamily="49" charset="-122"/>
                <a:cs typeface="Times New Roman" panose="02020603050405020304" pitchFamily="18" charset="0"/>
              </a:rPr>
              <a:t>y </a:t>
            </a:r>
            <a:r>
              <a:rPr lang="zh-CN" altLang="en-US" sz="2800" b="1" dirty="0">
                <a:latin typeface="Times New Roman" panose="02020603050405020304" pitchFamily="18" charset="0"/>
                <a:ea typeface="黑体" panose="02010609060101010101" pitchFamily="49" charset="-122"/>
                <a:cs typeface="Times New Roman" panose="02020603050405020304" pitchFamily="18" charset="0"/>
              </a:rPr>
              <a:t>为无穷大量；</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22" name="对象 21"/>
          <p:cNvGraphicFramePr>
            <a:graphicFrameLocks noChangeAspect="1"/>
          </p:cNvGraphicFramePr>
          <p:nvPr/>
        </p:nvGraphicFramePr>
        <p:xfrm>
          <a:off x="3551884" y="5663917"/>
          <a:ext cx="1711325" cy="674687"/>
        </p:xfrm>
        <a:graphic>
          <a:graphicData uri="http://schemas.openxmlformats.org/presentationml/2006/ole">
            <mc:AlternateContent xmlns:mc="http://schemas.openxmlformats.org/markup-compatibility/2006">
              <mc:Choice xmlns:v="urn:schemas-microsoft-com:vml" Requires="v">
                <p:oleObj spid="_x0000_s47108" name="Equation" r:id="rId7" imgW="13411200" imgH="4572000" progId="Equation.DSMT4">
                  <p:embed/>
                </p:oleObj>
              </mc:Choice>
              <mc:Fallback>
                <p:oleObj name="Equation" r:id="rId7" imgW="13411200" imgH="4572000" progId="Equation.DSMT4">
                  <p:embed/>
                  <p:pic>
                    <p:nvPicPr>
                      <p:cNvPr id="0" name="图片 47107"/>
                      <p:cNvPicPr>
                        <a:picLocks noChangeAspect="1"/>
                      </p:cNvPicPr>
                      <p:nvPr/>
                    </p:nvPicPr>
                    <p:blipFill>
                      <a:blip r:embed="rId8">
                        <a:biLevel thresh="50000"/>
                        <a:grayscl/>
                      </a:blip>
                      <a:stretch>
                        <a:fillRect/>
                      </a:stretch>
                    </p:blipFill>
                    <p:spPr>
                      <a:xfrm>
                        <a:off x="3551884" y="5663917"/>
                        <a:ext cx="1711325" cy="674687"/>
                      </a:xfrm>
                      <a:prstGeom prst="rect">
                        <a:avLst/>
                      </a:prstGeom>
                      <a:noFill/>
                      <a:ln w="9525">
                        <a:noFill/>
                      </a:ln>
                    </p:spPr>
                  </p:pic>
                </p:oleObj>
              </mc:Fallback>
            </mc:AlternateContent>
          </a:graphicData>
        </a:graphic>
      </p:graphicFrame>
      <p:graphicFrame>
        <p:nvGraphicFramePr>
          <p:cNvPr id="23" name="对象 22"/>
          <p:cNvGraphicFramePr>
            <a:graphicFrameLocks noChangeAspect="1"/>
          </p:cNvGraphicFramePr>
          <p:nvPr/>
        </p:nvGraphicFramePr>
        <p:xfrm>
          <a:off x="3551947" y="4025121"/>
          <a:ext cx="1301750" cy="666750"/>
        </p:xfrm>
        <a:graphic>
          <a:graphicData uri="http://schemas.openxmlformats.org/presentationml/2006/ole">
            <mc:AlternateContent xmlns:mc="http://schemas.openxmlformats.org/markup-compatibility/2006">
              <mc:Choice xmlns:v="urn:schemas-microsoft-com:vml" Requires="v">
                <p:oleObj spid="_x0000_s47109" name="Equation" r:id="rId9" imgW="10363200" imgH="4876800" progId="Equation.DSMT4">
                  <p:embed/>
                </p:oleObj>
              </mc:Choice>
              <mc:Fallback>
                <p:oleObj name="Equation" r:id="rId9" imgW="10363200" imgH="4876800" progId="Equation.DSMT4">
                  <p:embed/>
                  <p:pic>
                    <p:nvPicPr>
                      <p:cNvPr id="0" name="图片 47108"/>
                      <p:cNvPicPr>
                        <a:picLocks noChangeAspect="1"/>
                      </p:cNvPicPr>
                      <p:nvPr/>
                    </p:nvPicPr>
                    <p:blipFill>
                      <a:blip r:embed="rId10">
                        <a:biLevel thresh="50000"/>
                        <a:grayscl/>
                      </a:blip>
                      <a:stretch>
                        <a:fillRect/>
                      </a:stretch>
                    </p:blipFill>
                    <p:spPr>
                      <a:xfrm>
                        <a:off x="3551947" y="4025121"/>
                        <a:ext cx="1301750" cy="666750"/>
                      </a:xfrm>
                      <a:prstGeom prst="rect">
                        <a:avLst/>
                      </a:prstGeom>
                      <a:noFill/>
                      <a:ln w="9525">
                        <a:noFill/>
                      </a:ln>
                    </p:spPr>
                  </p:pic>
                </p:oleObj>
              </mc:Fallback>
            </mc:AlternateContent>
          </a:graphicData>
        </a:graphic>
      </p:graphicFrame>
      <p:graphicFrame>
        <p:nvGraphicFramePr>
          <p:cNvPr id="24" name="对象 23"/>
          <p:cNvGraphicFramePr>
            <a:graphicFrameLocks noChangeAspect="1"/>
          </p:cNvGraphicFramePr>
          <p:nvPr/>
        </p:nvGraphicFramePr>
        <p:xfrm>
          <a:off x="3552190" y="1723390"/>
          <a:ext cx="1956402" cy="1296000"/>
        </p:xfrm>
        <a:graphic>
          <a:graphicData uri="http://schemas.openxmlformats.org/presentationml/2006/ole">
            <mc:AlternateContent xmlns:mc="http://schemas.openxmlformats.org/markup-compatibility/2006">
              <mc:Choice xmlns:v="urn:schemas-microsoft-com:vml" Requires="v">
                <p:oleObj spid="_x0000_s47110" name="Equation" r:id="rId11" imgW="15849600" imgH="9448800" progId="Equation.DSMT4">
                  <p:embed/>
                </p:oleObj>
              </mc:Choice>
              <mc:Fallback>
                <p:oleObj name="Equation" r:id="rId11" imgW="15849600" imgH="9448800" progId="Equation.DSMT4">
                  <p:embed/>
                  <p:pic>
                    <p:nvPicPr>
                      <p:cNvPr id="0" name="图片 47109"/>
                      <p:cNvPicPr>
                        <a:picLocks noChangeAspect="1"/>
                      </p:cNvPicPr>
                      <p:nvPr/>
                    </p:nvPicPr>
                    <p:blipFill>
                      <a:blip r:embed="rId12">
                        <a:biLevel thresh="50000"/>
                        <a:grayscl/>
                      </a:blip>
                      <a:stretch>
                        <a:fillRect/>
                      </a:stretch>
                    </p:blipFill>
                    <p:spPr>
                      <a:xfrm>
                        <a:off x="3552190" y="1723390"/>
                        <a:ext cx="1956402" cy="1296000"/>
                      </a:xfrm>
                      <a:prstGeom prst="rect">
                        <a:avLst/>
                      </a:prstGeom>
                      <a:noFill/>
                      <a:ln w="9525">
                        <a:noFill/>
                      </a:ln>
                    </p:spPr>
                  </p:pic>
                </p:oleObj>
              </mc:Fallback>
            </mc:AlternateContent>
          </a:graphicData>
        </a:graphic>
      </p:graphicFrame>
      <p:graphicFrame>
        <p:nvGraphicFramePr>
          <p:cNvPr id="25" name="对象 24"/>
          <p:cNvGraphicFramePr>
            <a:graphicFrameLocks noChangeAspect="1"/>
          </p:cNvGraphicFramePr>
          <p:nvPr/>
        </p:nvGraphicFramePr>
        <p:xfrm>
          <a:off x="7079550" y="1683068"/>
          <a:ext cx="2643404" cy="1296000"/>
        </p:xfrm>
        <a:graphic>
          <a:graphicData uri="http://schemas.openxmlformats.org/presentationml/2006/ole">
            <mc:AlternateContent xmlns:mc="http://schemas.openxmlformats.org/markup-compatibility/2006">
              <mc:Choice xmlns:v="urn:schemas-microsoft-com:vml" Requires="v">
                <p:oleObj spid="_x0000_s47111" name="Equation" r:id="rId13" imgW="22860000" imgH="10363200" progId="Equation.DSMT4">
                  <p:embed/>
                </p:oleObj>
              </mc:Choice>
              <mc:Fallback>
                <p:oleObj name="Equation" r:id="rId13" imgW="22860000" imgH="10363200" progId="Equation.DSMT4">
                  <p:embed/>
                  <p:pic>
                    <p:nvPicPr>
                      <p:cNvPr id="0" name="图片 47110"/>
                      <p:cNvPicPr>
                        <a:picLocks noChangeAspect="1"/>
                      </p:cNvPicPr>
                      <p:nvPr/>
                    </p:nvPicPr>
                    <p:blipFill>
                      <a:blip r:embed="rId14">
                        <a:biLevel thresh="50000"/>
                        <a:grayscl/>
                      </a:blip>
                      <a:stretch>
                        <a:fillRect/>
                      </a:stretch>
                    </p:blipFill>
                    <p:spPr>
                      <a:xfrm>
                        <a:off x="7079550" y="1683068"/>
                        <a:ext cx="2643404" cy="1296000"/>
                      </a:xfrm>
                      <a:prstGeom prst="rect">
                        <a:avLst/>
                      </a:prstGeom>
                      <a:noFill/>
                      <a:ln w="9525">
                        <a:noFill/>
                      </a:ln>
                    </p:spPr>
                  </p:pic>
                </p:oleObj>
              </mc:Fallback>
            </mc:AlternateContent>
          </a:graphicData>
        </a:graphic>
      </p:graphicFrame>
      <p:graphicFrame>
        <p:nvGraphicFramePr>
          <p:cNvPr id="26" name="对象 25"/>
          <p:cNvGraphicFramePr>
            <a:graphicFrameLocks noChangeAspect="1"/>
          </p:cNvGraphicFramePr>
          <p:nvPr/>
        </p:nvGraphicFramePr>
        <p:xfrm>
          <a:off x="6146542" y="500802"/>
          <a:ext cx="1595438" cy="641350"/>
        </p:xfrm>
        <a:graphic>
          <a:graphicData uri="http://schemas.openxmlformats.org/presentationml/2006/ole">
            <mc:AlternateContent xmlns:mc="http://schemas.openxmlformats.org/markup-compatibility/2006">
              <mc:Choice xmlns:v="urn:schemas-microsoft-com:vml" Requires="v">
                <p:oleObj spid="_x0000_s47112" name="Equation" r:id="rId15" imgW="10058400" imgH="4876800" progId="Equation.DSMT4">
                  <p:embed/>
                </p:oleObj>
              </mc:Choice>
              <mc:Fallback>
                <p:oleObj name="Equation" r:id="rId15" imgW="10058400" imgH="4876800" progId="Equation.DSMT4">
                  <p:embed/>
                  <p:pic>
                    <p:nvPicPr>
                      <p:cNvPr id="0" name="图片 47111"/>
                      <p:cNvPicPr>
                        <a:picLocks noChangeAspect="1"/>
                      </p:cNvPicPr>
                      <p:nvPr/>
                    </p:nvPicPr>
                    <p:blipFill>
                      <a:blip r:embed="rId16">
                        <a:biLevel thresh="50000"/>
                        <a:grayscl/>
                      </a:blip>
                      <a:stretch>
                        <a:fillRect/>
                      </a:stretch>
                    </p:blipFill>
                    <p:spPr>
                      <a:xfrm>
                        <a:off x="6146542" y="500802"/>
                        <a:ext cx="1595438" cy="64135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ox(in)">
                                      <p:cBhvr>
                                        <p:cTn id="7" dur="500"/>
                                        <p:tgtEl>
                                          <p:spTgt spid="13"/>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ox(in)">
                                      <p:cBhvr>
                                        <p:cTn id="10" dur="500"/>
                                        <p:tgtEl>
                                          <p:spTgt spid="14"/>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box(in)">
                                      <p:cBhvr>
                                        <p:cTn id="13" dur="500"/>
                                        <p:tgtEl>
                                          <p:spTgt spid="15"/>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box(in)">
                                      <p:cBhvr>
                                        <p:cTn id="16" dur="500"/>
                                        <p:tgtEl>
                                          <p:spTgt spid="17"/>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box(in)">
                                      <p:cBhvr>
                                        <p:cTn id="19" dur="500"/>
                                        <p:tgtEl>
                                          <p:spTgt spid="18"/>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ox(in)">
                                      <p:cBhvr>
                                        <p:cTn id="22" dur="500"/>
                                        <p:tgtEl>
                                          <p:spTgt spid="19"/>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ox(in)">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blinds(horizontal)">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blinds(horizontal)">
                                      <p:cBhvr>
                                        <p:cTn id="35" dur="5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blinds(horizontal)">
                                      <p:cBhvr>
                                        <p:cTn id="40" dur="500"/>
                                        <p:tgtEl>
                                          <p:spTgt spid="20"/>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blinds(horizontal)">
                                      <p:cBhvr>
                                        <p:cTn id="4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7" grpId="0"/>
      <p:bldP spid="18" grpId="0"/>
      <p:bldP spid="19" grpId="0"/>
      <p:bldP spid="2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1055052" y="226859"/>
            <a:ext cx="4110831" cy="609600"/>
          </a:xfrm>
          <a:prstGeom prst="rect">
            <a:avLst/>
          </a:prstGeom>
          <a:ln>
            <a:noFill/>
            <a:miter lim="800000"/>
          </a:ln>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ct val="50000"/>
              </a:spcBef>
            </a:pPr>
            <a:r>
              <a:rPr lang="zh-CN" altLang="zh-CN" b="1" dirty="0" smtClean="0">
                <a:gradFill>
                  <a:gsLst>
                    <a:gs pos="0">
                      <a:srgbClr val="7B32B2"/>
                    </a:gs>
                    <a:gs pos="100000">
                      <a:srgbClr val="401A5D"/>
                    </a:gs>
                  </a:gsLst>
                  <a:lin scaled="0"/>
                </a:gradFill>
                <a:latin typeface="隶书" panose="02010509060101010101" pitchFamily="49" charset="-122"/>
                <a:ea typeface="隶书" panose="02010509060101010101" pitchFamily="49" charset="-122"/>
              </a:rPr>
              <a:t>练习1.2.3</a:t>
            </a:r>
            <a:endParaRPr lang="zh-CN" altLang="zh-CN" b="1" dirty="0" smtClean="0">
              <a:gradFill>
                <a:gsLst>
                  <a:gs pos="0">
                    <a:srgbClr val="7B32B2"/>
                  </a:gs>
                  <a:gs pos="100000">
                    <a:srgbClr val="401A5D"/>
                  </a:gs>
                </a:gsLst>
                <a:lin scaled="0"/>
              </a:gradFill>
              <a:latin typeface="隶书" panose="02010509060101010101" pitchFamily="49" charset="-122"/>
              <a:ea typeface="隶书" panose="02010509060101010101" pitchFamily="49" charset="-122"/>
            </a:endParaRPr>
          </a:p>
        </p:txBody>
      </p:sp>
      <p:sp>
        <p:nvSpPr>
          <p:cNvPr id="3" name="Text Box 3"/>
          <p:cNvSpPr txBox="1">
            <a:spLocks noChangeArrowheads="1"/>
          </p:cNvSpPr>
          <p:nvPr/>
        </p:nvSpPr>
        <p:spPr bwMode="auto">
          <a:xfrm>
            <a:off x="1791335" y="960279"/>
            <a:ext cx="8712200"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1.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当           </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时</a:t>
            </a: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下列变量哪些是无穷大量？哪些变量为无穷小量？</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Text Box 4"/>
          <p:cNvSpPr txBox="1">
            <a:spLocks noChangeArrowheads="1"/>
          </p:cNvSpPr>
          <p:nvPr/>
        </p:nvSpPr>
        <p:spPr bwMode="auto">
          <a:xfrm>
            <a:off x="1747520" y="3380363"/>
            <a:ext cx="8696325" cy="953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2.</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当          </a:t>
            </a:r>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2800" b="1" dirty="0" smtClean="0">
                <a:latin typeface="Times New Roman" panose="02020603050405020304" pitchFamily="18" charset="0"/>
                <a:ea typeface="黑体" panose="02010609060101010101" pitchFamily="49" charset="-122"/>
                <a:cs typeface="Times New Roman" panose="02020603050405020304" pitchFamily="18" charset="0"/>
              </a:rPr>
              <a:t>时</a:t>
            </a:r>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上述五个</a:t>
            </a:r>
            <a:r>
              <a:rPr lang="zh-CN" altLang="zh-CN" sz="2800" b="1" dirty="0" smtClean="0">
                <a:latin typeface="Times New Roman" panose="02020603050405020304" pitchFamily="18" charset="0"/>
                <a:ea typeface="黑体" panose="02010609060101010101" pitchFamily="49" charset="-122"/>
                <a:cs typeface="Times New Roman" panose="02020603050405020304" pitchFamily="18" charset="0"/>
              </a:rPr>
              <a:t>变量</a:t>
            </a: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哪些是无穷大量？哪些变量为无穷小量？</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 name="Text Box 5"/>
          <p:cNvSpPr txBox="1">
            <a:spLocks noChangeArrowheads="1"/>
          </p:cNvSpPr>
          <p:nvPr/>
        </p:nvSpPr>
        <p:spPr bwMode="auto">
          <a:xfrm>
            <a:off x="1796415" y="4992053"/>
            <a:ext cx="161099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b="1" dirty="0">
                <a:latin typeface="Times New Roman" panose="02020603050405020304" pitchFamily="18" charset="0"/>
                <a:ea typeface="黑体" panose="02010609060101010101" pitchFamily="49" charset="-122"/>
                <a:cs typeface="Times New Roman" panose="02020603050405020304" pitchFamily="18" charset="0"/>
              </a:rPr>
              <a:t>3. </a:t>
            </a:r>
            <a:r>
              <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rPr>
              <a:t>求极限</a:t>
            </a:r>
            <a:endParaRPr kumimoji="1"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6" name="对象 5"/>
          <p:cNvGraphicFramePr>
            <a:graphicFrameLocks noChangeAspect="1"/>
          </p:cNvGraphicFramePr>
          <p:nvPr/>
        </p:nvGraphicFramePr>
        <p:xfrm>
          <a:off x="2617153" y="1093947"/>
          <a:ext cx="985837" cy="260350"/>
        </p:xfrm>
        <a:graphic>
          <a:graphicData uri="http://schemas.openxmlformats.org/presentationml/2006/ole">
            <mc:AlternateContent xmlns:mc="http://schemas.openxmlformats.org/markup-compatibility/2006">
              <mc:Choice xmlns:v="urn:schemas-microsoft-com:vml" Requires="v">
                <p:oleObj spid="_x0000_s48129" name="Equation" r:id="rId1" imgW="23469600" imgH="5791200" progId="Equation.DSMT4">
                  <p:embed/>
                </p:oleObj>
              </mc:Choice>
              <mc:Fallback>
                <p:oleObj name="Equation" r:id="rId1" imgW="23469600" imgH="5791200" progId="Equation.DSMT4">
                  <p:embed/>
                  <p:pic>
                    <p:nvPicPr>
                      <p:cNvPr id="0" name="图片 48128"/>
                      <p:cNvPicPr>
                        <a:picLocks noChangeAspect="1"/>
                      </p:cNvPicPr>
                      <p:nvPr/>
                    </p:nvPicPr>
                    <p:blipFill>
                      <a:blip r:embed="rId2"/>
                      <a:stretch>
                        <a:fillRect/>
                      </a:stretch>
                    </p:blipFill>
                    <p:spPr>
                      <a:xfrm>
                        <a:off x="2617153" y="1093947"/>
                        <a:ext cx="985837" cy="260350"/>
                      </a:xfrm>
                      <a:prstGeom prst="rect">
                        <a:avLst/>
                      </a:prstGeom>
                      <a:noFill/>
                      <a:ln w="9525">
                        <a:noFill/>
                      </a:ln>
                    </p:spPr>
                  </p:pic>
                </p:oleObj>
              </mc:Fallback>
            </mc:AlternateContent>
          </a:graphicData>
        </a:graphic>
      </p:graphicFrame>
      <p:sp>
        <p:nvSpPr>
          <p:cNvPr id="7" name="TextBox 7"/>
          <p:cNvSpPr txBox="1">
            <a:spLocks noChangeArrowheads="1"/>
          </p:cNvSpPr>
          <p:nvPr/>
        </p:nvSpPr>
        <p:spPr bwMode="auto">
          <a:xfrm>
            <a:off x="1791018" y="2036922"/>
            <a:ext cx="122396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zh-CN" sz="2800" b="1"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TextBox 8"/>
          <p:cNvSpPr txBox="1">
            <a:spLocks noChangeArrowheads="1"/>
          </p:cNvSpPr>
          <p:nvPr/>
        </p:nvSpPr>
        <p:spPr bwMode="auto">
          <a:xfrm>
            <a:off x="1919605" y="5756275"/>
            <a:ext cx="1223963"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1</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TextBox 9"/>
          <p:cNvSpPr txBox="1">
            <a:spLocks noChangeArrowheads="1"/>
          </p:cNvSpPr>
          <p:nvPr/>
        </p:nvSpPr>
        <p:spPr bwMode="auto">
          <a:xfrm>
            <a:off x="5896928" y="5760720"/>
            <a:ext cx="122396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2</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TextBox 10"/>
          <p:cNvSpPr txBox="1">
            <a:spLocks noChangeArrowheads="1"/>
          </p:cNvSpPr>
          <p:nvPr/>
        </p:nvSpPr>
        <p:spPr bwMode="auto">
          <a:xfrm>
            <a:off x="8719820" y="1986122"/>
            <a:ext cx="1223963"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5</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TextBox 11"/>
          <p:cNvSpPr txBox="1">
            <a:spLocks noChangeArrowheads="1"/>
          </p:cNvSpPr>
          <p:nvPr/>
        </p:nvSpPr>
        <p:spPr bwMode="auto">
          <a:xfrm>
            <a:off x="6744335" y="1960722"/>
            <a:ext cx="1223963"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4</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TextBox 12"/>
          <p:cNvSpPr txBox="1">
            <a:spLocks noChangeArrowheads="1"/>
          </p:cNvSpPr>
          <p:nvPr/>
        </p:nvSpPr>
        <p:spPr bwMode="auto">
          <a:xfrm>
            <a:off x="5234623" y="2011522"/>
            <a:ext cx="1223962"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3</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TextBox 13"/>
          <p:cNvSpPr txBox="1">
            <a:spLocks noChangeArrowheads="1"/>
          </p:cNvSpPr>
          <p:nvPr/>
        </p:nvSpPr>
        <p:spPr bwMode="auto">
          <a:xfrm>
            <a:off x="3136900" y="2011522"/>
            <a:ext cx="1223963"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r>
              <a:rPr lang="en-US" altLang="zh-CN" sz="2800" b="1">
                <a:latin typeface="Times New Roman" panose="02020603050405020304" pitchFamily="18" charset="0"/>
                <a:ea typeface="黑体" panose="02010609060101010101" pitchFamily="49" charset="-122"/>
                <a:cs typeface="Times New Roman" panose="02020603050405020304" pitchFamily="18" charset="0"/>
              </a:rPr>
              <a:t>2</a:t>
            </a:r>
            <a:r>
              <a:rPr lang="zh-CN" altLang="zh-CN" sz="2800" b="1">
                <a:latin typeface="Times New Roman" panose="02020603050405020304" pitchFamily="18" charset="0"/>
                <a:ea typeface="黑体" panose="02010609060101010101" pitchFamily="49" charset="-122"/>
                <a:cs typeface="Times New Roman" panose="02020603050405020304" pitchFamily="18" charset="0"/>
              </a:rPr>
              <a:t>）</a:t>
            </a:r>
            <a:endParaRPr lang="zh-CN" altLang="en-US" sz="2800"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4" name="Rectangle 12"/>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5" name="对象 14"/>
          <p:cNvGraphicFramePr>
            <a:graphicFrameLocks noChangeAspect="1"/>
          </p:cNvGraphicFramePr>
          <p:nvPr/>
        </p:nvGraphicFramePr>
        <p:xfrm>
          <a:off x="4000500" y="1925797"/>
          <a:ext cx="1065213" cy="608012"/>
        </p:xfrm>
        <a:graphic>
          <a:graphicData uri="http://schemas.openxmlformats.org/presentationml/2006/ole">
            <mc:AlternateContent xmlns:mc="http://schemas.openxmlformats.org/markup-compatibility/2006">
              <mc:Choice xmlns:v="urn:schemas-microsoft-com:vml" Requires="v">
                <p:oleObj spid="_x0000_s48130" name="Equation" r:id="rId3" imgW="24993600" imgH="13411200" progId="Equation.DSMT4">
                  <p:embed/>
                </p:oleObj>
              </mc:Choice>
              <mc:Fallback>
                <p:oleObj name="Equation" r:id="rId3" imgW="24993600" imgH="13411200" progId="Equation.DSMT4">
                  <p:embed/>
                  <p:pic>
                    <p:nvPicPr>
                      <p:cNvPr id="0" name="图片 48129"/>
                      <p:cNvPicPr>
                        <a:picLocks noChangeAspect="1"/>
                      </p:cNvPicPr>
                      <p:nvPr/>
                    </p:nvPicPr>
                    <p:blipFill>
                      <a:blip r:embed="rId4"/>
                      <a:stretch>
                        <a:fillRect/>
                      </a:stretch>
                    </p:blipFill>
                    <p:spPr>
                      <a:xfrm>
                        <a:off x="4000500" y="1925797"/>
                        <a:ext cx="1065213" cy="608012"/>
                      </a:xfrm>
                      <a:prstGeom prst="rect">
                        <a:avLst/>
                      </a:prstGeom>
                      <a:noFill/>
                      <a:ln w="9525">
                        <a:noFill/>
                      </a:ln>
                    </p:spPr>
                  </p:pic>
                </p:oleObj>
              </mc:Fallback>
            </mc:AlternateContent>
          </a:graphicData>
        </a:graphic>
      </p:graphicFrame>
      <p:graphicFrame>
        <p:nvGraphicFramePr>
          <p:cNvPr id="16" name="对象 15"/>
          <p:cNvGraphicFramePr>
            <a:graphicFrameLocks noChangeAspect="1"/>
          </p:cNvGraphicFramePr>
          <p:nvPr/>
        </p:nvGraphicFramePr>
        <p:xfrm>
          <a:off x="6084570" y="2011522"/>
          <a:ext cx="565150" cy="420687"/>
        </p:xfrm>
        <a:graphic>
          <a:graphicData uri="http://schemas.openxmlformats.org/presentationml/2006/ole">
            <mc:AlternateContent xmlns:mc="http://schemas.openxmlformats.org/markup-compatibility/2006">
              <mc:Choice xmlns:v="urn:schemas-microsoft-com:vml" Requires="v">
                <p:oleObj spid="_x0000_s48131" name="Equation" r:id="rId5" imgW="13106400" imgH="9144000" progId="Equation.DSMT4">
                  <p:embed/>
                </p:oleObj>
              </mc:Choice>
              <mc:Fallback>
                <p:oleObj name="Equation" r:id="rId5" imgW="13106400" imgH="9144000" progId="Equation.DSMT4">
                  <p:embed/>
                  <p:pic>
                    <p:nvPicPr>
                      <p:cNvPr id="0" name="图片 48130"/>
                      <p:cNvPicPr>
                        <a:picLocks noChangeAspect="1"/>
                      </p:cNvPicPr>
                      <p:nvPr/>
                    </p:nvPicPr>
                    <p:blipFill>
                      <a:blip r:embed="rId6"/>
                      <a:stretch>
                        <a:fillRect/>
                      </a:stretch>
                    </p:blipFill>
                    <p:spPr>
                      <a:xfrm>
                        <a:off x="6084570" y="2011522"/>
                        <a:ext cx="565150" cy="420687"/>
                      </a:xfrm>
                      <a:prstGeom prst="rect">
                        <a:avLst/>
                      </a:prstGeom>
                      <a:noFill/>
                      <a:ln w="9525">
                        <a:noFill/>
                      </a:ln>
                    </p:spPr>
                  </p:pic>
                </p:oleObj>
              </mc:Fallback>
            </mc:AlternateContent>
          </a:graphicData>
        </a:graphic>
      </p:graphicFrame>
      <p:graphicFrame>
        <p:nvGraphicFramePr>
          <p:cNvPr id="17" name="对象 16"/>
          <p:cNvGraphicFramePr>
            <a:graphicFrameLocks noChangeAspect="1"/>
          </p:cNvGraphicFramePr>
          <p:nvPr/>
        </p:nvGraphicFramePr>
        <p:xfrm>
          <a:off x="2688590" y="2036922"/>
          <a:ext cx="341313" cy="420687"/>
        </p:xfrm>
        <a:graphic>
          <a:graphicData uri="http://schemas.openxmlformats.org/presentationml/2006/ole">
            <mc:AlternateContent xmlns:mc="http://schemas.openxmlformats.org/markup-compatibility/2006">
              <mc:Choice xmlns:v="urn:schemas-microsoft-com:vml" Requires="v">
                <p:oleObj spid="_x0000_s48132" name="Equation" r:id="rId7" imgW="7924800" imgH="9144000" progId="Equation.DSMT4">
                  <p:embed/>
                </p:oleObj>
              </mc:Choice>
              <mc:Fallback>
                <p:oleObj name="Equation" r:id="rId7" imgW="7924800" imgH="9144000" progId="Equation.DSMT4">
                  <p:embed/>
                  <p:pic>
                    <p:nvPicPr>
                      <p:cNvPr id="0" name="图片 48131"/>
                      <p:cNvPicPr>
                        <a:picLocks noChangeAspect="1"/>
                      </p:cNvPicPr>
                      <p:nvPr/>
                    </p:nvPicPr>
                    <p:blipFill>
                      <a:blip r:embed="rId8"/>
                      <a:stretch>
                        <a:fillRect/>
                      </a:stretch>
                    </p:blipFill>
                    <p:spPr>
                      <a:xfrm>
                        <a:off x="2688590" y="2036922"/>
                        <a:ext cx="341313" cy="420687"/>
                      </a:xfrm>
                      <a:prstGeom prst="rect">
                        <a:avLst/>
                      </a:prstGeom>
                      <a:noFill/>
                      <a:ln w="9525">
                        <a:noFill/>
                      </a:ln>
                    </p:spPr>
                  </p:pic>
                </p:oleObj>
              </mc:Fallback>
            </mc:AlternateContent>
          </a:graphicData>
        </a:graphic>
      </p:graphicFrame>
      <p:graphicFrame>
        <p:nvGraphicFramePr>
          <p:cNvPr id="18" name="对象 17"/>
          <p:cNvGraphicFramePr>
            <a:graphicFrameLocks noChangeAspect="1"/>
          </p:cNvGraphicFramePr>
          <p:nvPr/>
        </p:nvGraphicFramePr>
        <p:xfrm>
          <a:off x="7587615" y="1609249"/>
          <a:ext cx="1131888" cy="1036638"/>
        </p:xfrm>
        <a:graphic>
          <a:graphicData uri="http://schemas.openxmlformats.org/presentationml/2006/ole">
            <mc:AlternateContent xmlns:mc="http://schemas.openxmlformats.org/markup-compatibility/2006">
              <mc:Choice xmlns:v="urn:schemas-microsoft-com:vml" Requires="v">
                <p:oleObj spid="_x0000_s48133" name="Equation" r:id="rId9" imgW="26822400" imgH="24079200" progId="Equation.DSMT4">
                  <p:embed/>
                </p:oleObj>
              </mc:Choice>
              <mc:Fallback>
                <p:oleObj name="Equation" r:id="rId9" imgW="26822400" imgH="24079200" progId="Equation.DSMT4">
                  <p:embed/>
                  <p:pic>
                    <p:nvPicPr>
                      <p:cNvPr id="0" name="图片 48132"/>
                      <p:cNvPicPr>
                        <a:picLocks noChangeAspect="1"/>
                      </p:cNvPicPr>
                      <p:nvPr/>
                    </p:nvPicPr>
                    <p:blipFill>
                      <a:blip r:embed="rId10"/>
                      <a:stretch>
                        <a:fillRect/>
                      </a:stretch>
                    </p:blipFill>
                    <p:spPr>
                      <a:xfrm>
                        <a:off x="7587615" y="1609249"/>
                        <a:ext cx="1131888" cy="1036638"/>
                      </a:xfrm>
                      <a:prstGeom prst="rect">
                        <a:avLst/>
                      </a:prstGeom>
                      <a:noFill/>
                      <a:ln w="9525">
                        <a:noFill/>
                      </a:ln>
                    </p:spPr>
                  </p:pic>
                </p:oleObj>
              </mc:Fallback>
            </mc:AlternateContent>
          </a:graphicData>
        </a:graphic>
      </p:graphicFrame>
      <p:graphicFrame>
        <p:nvGraphicFramePr>
          <p:cNvPr id="19" name="对象 18"/>
          <p:cNvGraphicFramePr>
            <a:graphicFrameLocks noChangeAspect="1"/>
          </p:cNvGraphicFramePr>
          <p:nvPr/>
        </p:nvGraphicFramePr>
        <p:xfrm>
          <a:off x="9646920" y="1754029"/>
          <a:ext cx="711200" cy="865188"/>
        </p:xfrm>
        <a:graphic>
          <a:graphicData uri="http://schemas.openxmlformats.org/presentationml/2006/ole">
            <mc:AlternateContent xmlns:mc="http://schemas.openxmlformats.org/markup-compatibility/2006">
              <mc:Choice xmlns:v="urn:schemas-microsoft-com:vml" Requires="v">
                <p:oleObj spid="_x0000_s48134" name="Equation" r:id="rId11" imgW="16764000" imgH="20116800" progId="Equation.DSMT4">
                  <p:embed/>
                </p:oleObj>
              </mc:Choice>
              <mc:Fallback>
                <p:oleObj name="Equation" r:id="rId11" imgW="16764000" imgH="20116800" progId="Equation.DSMT4">
                  <p:embed/>
                  <p:pic>
                    <p:nvPicPr>
                      <p:cNvPr id="0" name="图片 48133"/>
                      <p:cNvPicPr>
                        <a:picLocks noChangeAspect="1"/>
                      </p:cNvPicPr>
                      <p:nvPr/>
                    </p:nvPicPr>
                    <p:blipFill>
                      <a:blip r:embed="rId12"/>
                      <a:stretch>
                        <a:fillRect/>
                      </a:stretch>
                    </p:blipFill>
                    <p:spPr>
                      <a:xfrm>
                        <a:off x="9646920" y="1754029"/>
                        <a:ext cx="711200" cy="865188"/>
                      </a:xfrm>
                      <a:prstGeom prst="rect">
                        <a:avLst/>
                      </a:prstGeom>
                      <a:noFill/>
                      <a:ln w="9525">
                        <a:noFill/>
                      </a:ln>
                    </p:spPr>
                  </p:pic>
                </p:oleObj>
              </mc:Fallback>
            </mc:AlternateContent>
          </a:graphicData>
        </a:graphic>
      </p:graphicFrame>
      <p:graphicFrame>
        <p:nvGraphicFramePr>
          <p:cNvPr id="20" name="对象 19"/>
          <p:cNvGraphicFramePr>
            <a:graphicFrameLocks noChangeAspect="1"/>
          </p:cNvGraphicFramePr>
          <p:nvPr/>
        </p:nvGraphicFramePr>
        <p:xfrm>
          <a:off x="2568243" y="3439671"/>
          <a:ext cx="839787" cy="355600"/>
        </p:xfrm>
        <a:graphic>
          <a:graphicData uri="http://schemas.openxmlformats.org/presentationml/2006/ole">
            <mc:AlternateContent xmlns:mc="http://schemas.openxmlformats.org/markup-compatibility/2006">
              <mc:Choice xmlns:v="urn:schemas-microsoft-com:vml" Requires="v">
                <p:oleObj spid="_x0000_s48135" name="Equation" r:id="rId13" imgW="19812000" imgH="7620000" progId="Equation.DSMT4">
                  <p:embed/>
                </p:oleObj>
              </mc:Choice>
              <mc:Fallback>
                <p:oleObj name="Equation" r:id="rId13" imgW="19812000" imgH="7620000" progId="Equation.DSMT4">
                  <p:embed/>
                  <p:pic>
                    <p:nvPicPr>
                      <p:cNvPr id="0" name="图片 48134"/>
                      <p:cNvPicPr>
                        <a:picLocks noChangeAspect="1"/>
                      </p:cNvPicPr>
                      <p:nvPr/>
                    </p:nvPicPr>
                    <p:blipFill>
                      <a:blip r:embed="rId14"/>
                      <a:stretch>
                        <a:fillRect/>
                      </a:stretch>
                    </p:blipFill>
                    <p:spPr>
                      <a:xfrm>
                        <a:off x="2568243" y="3439671"/>
                        <a:ext cx="839787" cy="355600"/>
                      </a:xfrm>
                      <a:prstGeom prst="rect">
                        <a:avLst/>
                      </a:prstGeom>
                      <a:noFill/>
                      <a:ln w="9525">
                        <a:noFill/>
                      </a:ln>
                    </p:spPr>
                  </p:pic>
                </p:oleObj>
              </mc:Fallback>
            </mc:AlternateContent>
          </a:graphicData>
        </a:graphic>
      </p:graphicFrame>
      <p:sp>
        <p:nvSpPr>
          <p:cNvPr id="31" name="Rectangle 30"/>
          <p:cNvSpPr>
            <a:spLocks noChangeArrowheads="1"/>
          </p:cNvSpPr>
          <p:nvPr/>
        </p:nvSpPr>
        <p:spPr bwMode="auto">
          <a:xfrm>
            <a:off x="1524000" y="-184150"/>
            <a:ext cx="30988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b="1">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2" name="对象 31"/>
          <p:cNvGraphicFramePr>
            <a:graphicFrameLocks noChangeAspect="1"/>
          </p:cNvGraphicFramePr>
          <p:nvPr/>
        </p:nvGraphicFramePr>
        <p:xfrm>
          <a:off x="2891790" y="5582920"/>
          <a:ext cx="1714500" cy="866775"/>
        </p:xfrm>
        <a:graphic>
          <a:graphicData uri="http://schemas.openxmlformats.org/presentationml/2006/ole">
            <mc:AlternateContent xmlns:mc="http://schemas.openxmlformats.org/markup-compatibility/2006">
              <mc:Choice xmlns:v="urn:schemas-microsoft-com:vml" Requires="v">
                <p:oleObj spid="_x0000_s48136" name="Equation" r:id="rId15" imgW="40843200" imgH="20116800" progId="Equation.DSMT4">
                  <p:embed/>
                </p:oleObj>
              </mc:Choice>
              <mc:Fallback>
                <p:oleObj name="Equation" r:id="rId15" imgW="40843200" imgH="20116800" progId="Equation.DSMT4">
                  <p:embed/>
                  <p:pic>
                    <p:nvPicPr>
                      <p:cNvPr id="0" name="图片 48135"/>
                      <p:cNvPicPr>
                        <a:picLocks noChangeAspect="1"/>
                      </p:cNvPicPr>
                      <p:nvPr/>
                    </p:nvPicPr>
                    <p:blipFill>
                      <a:blip r:embed="rId16"/>
                      <a:stretch>
                        <a:fillRect/>
                      </a:stretch>
                    </p:blipFill>
                    <p:spPr>
                      <a:xfrm>
                        <a:off x="2891790" y="5582920"/>
                        <a:ext cx="1714500" cy="866775"/>
                      </a:xfrm>
                      <a:prstGeom prst="rect">
                        <a:avLst/>
                      </a:prstGeom>
                      <a:noFill/>
                      <a:ln w="9525">
                        <a:noFill/>
                      </a:ln>
                    </p:spPr>
                  </p:pic>
                </p:oleObj>
              </mc:Fallback>
            </mc:AlternateContent>
          </a:graphicData>
        </a:graphic>
      </p:graphicFrame>
      <p:graphicFrame>
        <p:nvGraphicFramePr>
          <p:cNvPr id="33" name="对象 32"/>
          <p:cNvGraphicFramePr>
            <a:graphicFrameLocks noChangeAspect="1"/>
          </p:cNvGraphicFramePr>
          <p:nvPr/>
        </p:nvGraphicFramePr>
        <p:xfrm>
          <a:off x="6733858" y="5584190"/>
          <a:ext cx="2803525" cy="865188"/>
        </p:xfrm>
        <a:graphic>
          <a:graphicData uri="http://schemas.openxmlformats.org/presentationml/2006/ole">
            <mc:AlternateContent xmlns:mc="http://schemas.openxmlformats.org/markup-compatibility/2006">
              <mc:Choice xmlns:v="urn:schemas-microsoft-com:vml" Requires="v">
                <p:oleObj spid="_x0000_s48137" name="Equation" r:id="rId17" imgW="67056000" imgH="20116800" progId="Equation.DSMT4">
                  <p:embed/>
                </p:oleObj>
              </mc:Choice>
              <mc:Fallback>
                <p:oleObj name="Equation" r:id="rId17" imgW="67056000" imgH="20116800" progId="Equation.DSMT4">
                  <p:embed/>
                  <p:pic>
                    <p:nvPicPr>
                      <p:cNvPr id="0" name="图片 48136"/>
                      <p:cNvPicPr>
                        <a:picLocks noChangeAspect="1"/>
                      </p:cNvPicPr>
                      <p:nvPr/>
                    </p:nvPicPr>
                    <p:blipFill>
                      <a:blip r:embed="rId18"/>
                      <a:stretch>
                        <a:fillRect/>
                      </a:stretch>
                    </p:blipFill>
                    <p:spPr>
                      <a:xfrm>
                        <a:off x="6733858" y="5584190"/>
                        <a:ext cx="2803525" cy="865188"/>
                      </a:xfrm>
                      <a:prstGeom prst="rect">
                        <a:avLst/>
                      </a:prstGeom>
                      <a:noFill/>
                      <a:ln w="9525">
                        <a:noFill/>
                      </a:ln>
                    </p:spPr>
                  </p:pic>
                </p:oleObj>
              </mc:Fallback>
            </mc:AlternateContent>
          </a:graphicData>
        </a:graphic>
      </p:graphicFrame>
      <p:sp>
        <p:nvSpPr>
          <p:cNvPr id="21" name="TextBox 20"/>
          <p:cNvSpPr txBox="1"/>
          <p:nvPr/>
        </p:nvSpPr>
        <p:spPr>
          <a:xfrm>
            <a:off x="2034474" y="2791302"/>
            <a:ext cx="1255395" cy="521970"/>
          </a:xfrm>
          <a:prstGeom prst="rect">
            <a:avLst/>
          </a:prstGeom>
          <a:noFill/>
        </p:spPr>
        <p:txBody>
          <a:bodyPr wrap="none" rtlCol="0">
            <a:spAutoFit/>
          </a:bodyPr>
          <a:lstStyle/>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答案：</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2" name="TextBox 21"/>
          <p:cNvSpPr txBox="1"/>
          <p:nvPr/>
        </p:nvSpPr>
        <p:spPr>
          <a:xfrm>
            <a:off x="2891910" y="2791302"/>
            <a:ext cx="4103370" cy="521970"/>
          </a:xfrm>
          <a:prstGeom prst="rect">
            <a:avLst/>
          </a:prstGeom>
          <a:noFill/>
        </p:spPr>
        <p:txBody>
          <a:bodyPr wrap="none" rtlCol="0">
            <a:spAutoFit/>
          </a:bodyPr>
          <a:lstStyle/>
          <a:p>
            <a:r>
              <a:rPr lang="en-US"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(1)  (2)  (</a:t>
            </a:r>
            <a:r>
              <a:rPr lang="en-US"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3) </a:t>
            </a:r>
            <a:r>
              <a:rPr lang="zh-CN" altLang="en-US"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是无穷大量；</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TextBox 22"/>
          <p:cNvSpPr txBox="1"/>
          <p:nvPr/>
        </p:nvSpPr>
        <p:spPr>
          <a:xfrm>
            <a:off x="6995319" y="2791480"/>
            <a:ext cx="2473325" cy="52197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(4) </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是无穷小量</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4" name="TextBox 43"/>
          <p:cNvSpPr txBox="1"/>
          <p:nvPr/>
        </p:nvSpPr>
        <p:spPr>
          <a:xfrm>
            <a:off x="2151822" y="4399856"/>
            <a:ext cx="1255395" cy="521970"/>
          </a:xfrm>
          <a:prstGeom prst="rect">
            <a:avLst/>
          </a:prstGeom>
          <a:noFill/>
        </p:spPr>
        <p:txBody>
          <a:bodyPr wrap="none" rtlCol="0">
            <a:spAutoFit/>
          </a:bodyPr>
          <a:lstStyle/>
          <a:p>
            <a:r>
              <a:rPr lang="zh-CN" altLang="en-US" sz="2800" b="1" dirty="0" smtClean="0">
                <a:latin typeface="Times New Roman" panose="02020603050405020304" pitchFamily="18" charset="0"/>
                <a:ea typeface="黑体" panose="02010609060101010101" pitchFamily="49" charset="-122"/>
                <a:cs typeface="Times New Roman" panose="02020603050405020304" pitchFamily="18" charset="0"/>
              </a:rPr>
              <a:t>答案：</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5" name="TextBox 44"/>
          <p:cNvSpPr txBox="1"/>
          <p:nvPr/>
        </p:nvSpPr>
        <p:spPr>
          <a:xfrm>
            <a:off x="2986525" y="4401761"/>
            <a:ext cx="2919730" cy="521970"/>
          </a:xfrm>
          <a:prstGeom prst="rect">
            <a:avLst/>
          </a:prstGeom>
          <a:noFill/>
        </p:spPr>
        <p:txBody>
          <a:bodyPr wrap="none" rtlCol="0">
            <a:spAutoFit/>
          </a:bodyPr>
          <a:lstStyle/>
          <a:p>
            <a:r>
              <a:rPr lang="en-US"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 (4) </a:t>
            </a:r>
            <a:r>
              <a:rPr lang="zh-CN" altLang="en-US"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是无穷大量；</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6" name="TextBox 45"/>
          <p:cNvSpPr txBox="1"/>
          <p:nvPr/>
        </p:nvSpPr>
        <p:spPr>
          <a:xfrm>
            <a:off x="5823427" y="4399856"/>
            <a:ext cx="3065145" cy="521970"/>
          </a:xfrm>
          <a:prstGeom prst="rect">
            <a:avLst/>
          </a:prstGeom>
          <a:noFill/>
        </p:spPr>
        <p:txBody>
          <a:bodyPr wrap="none" rtlCol="0">
            <a:spAutoFit/>
          </a:bodyPr>
          <a:lstStyle/>
          <a:p>
            <a:r>
              <a:rPr lang="en-US"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(2)  (5) </a:t>
            </a:r>
            <a:r>
              <a:rPr lang="zh-CN" altLang="en-US"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是</a:t>
            </a:r>
            <a:r>
              <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无穷小量</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8" name="TextBox 47"/>
          <p:cNvSpPr txBox="1"/>
          <p:nvPr/>
        </p:nvSpPr>
        <p:spPr>
          <a:xfrm>
            <a:off x="4714887" y="5800110"/>
            <a:ext cx="360680" cy="521970"/>
          </a:xfrm>
          <a:prstGeom prst="rect">
            <a:avLst/>
          </a:prstGeom>
          <a:noFill/>
        </p:spPr>
        <p:txBody>
          <a:bodyPr wrap="none" rtlCol="0">
            <a:spAutoFit/>
          </a:bodyPr>
          <a:lstStyle/>
          <a:p>
            <a:r>
              <a:rPr lang="en-US"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0</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 name="TextBox 48"/>
          <p:cNvSpPr txBox="1"/>
          <p:nvPr/>
        </p:nvSpPr>
        <p:spPr>
          <a:xfrm>
            <a:off x="9700242" y="5800199"/>
            <a:ext cx="360680" cy="521970"/>
          </a:xfrm>
          <a:prstGeom prst="rect">
            <a:avLst/>
          </a:prstGeom>
          <a:noFill/>
        </p:spPr>
        <p:txBody>
          <a:bodyPr wrap="none" rtlCol="0">
            <a:spAutoFit/>
          </a:bodyPr>
          <a:lstStyle/>
          <a:p>
            <a:r>
              <a:rPr lang="en-US" altLang="zh-CN" sz="2800" b="1" dirty="0" smtClean="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0</a:t>
            </a:r>
            <a:endParaRPr lang="zh-CN" altLang="en-US" sz="28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500"/>
                                        <p:tgtEl>
                                          <p:spTgt spid="10"/>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par>
                                <p:cTn id="26" presetID="22" presetClass="entr" presetSubtype="8"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wipe(left)">
                                      <p:cBhvr>
                                        <p:cTn id="28" dur="500"/>
                                        <p:tgtEl>
                                          <p:spTgt spid="15"/>
                                        </p:tgtEl>
                                      </p:cBhvr>
                                    </p:animEffect>
                                  </p:childTnLst>
                                </p:cTn>
                              </p:par>
                              <p:par>
                                <p:cTn id="29" presetID="22" presetClass="entr" presetSubtype="8"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wipe(left)">
                                      <p:cBhvr>
                                        <p:cTn id="31" dur="500"/>
                                        <p:tgtEl>
                                          <p:spTgt spid="16"/>
                                        </p:tgtEl>
                                      </p:cBhvr>
                                    </p:animEffect>
                                  </p:childTnLst>
                                </p:cTn>
                              </p:par>
                              <p:par>
                                <p:cTn id="32" presetID="22" presetClass="entr" presetSubtype="8"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left)">
                                      <p:cBhvr>
                                        <p:cTn id="34" dur="500"/>
                                        <p:tgtEl>
                                          <p:spTgt spid="17"/>
                                        </p:tgtEl>
                                      </p:cBhvr>
                                    </p:animEffect>
                                  </p:childTnLst>
                                </p:cTn>
                              </p:par>
                              <p:par>
                                <p:cTn id="35" presetID="22" presetClass="entr" presetSubtype="8"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500"/>
                                        <p:tgtEl>
                                          <p:spTgt spid="18"/>
                                        </p:tgtEl>
                                      </p:cBhvr>
                                    </p:animEffect>
                                  </p:childTnLst>
                                </p:cTn>
                              </p:par>
                              <p:par>
                                <p:cTn id="38" presetID="22" presetClass="entr" presetSubtype="8"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left)">
                                      <p:cBhvr>
                                        <p:cTn id="40" dur="500"/>
                                        <p:tgtEl>
                                          <p:spTgt spid="1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wipe(left)">
                                      <p:cBhvr>
                                        <p:cTn id="45" dur="500"/>
                                        <p:tgtEl>
                                          <p:spTgt spid="2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left)">
                                      <p:cBhvr>
                                        <p:cTn id="50" dur="500"/>
                                        <p:tgtEl>
                                          <p:spTgt spid="2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wipe(left)">
                                      <p:cBhvr>
                                        <p:cTn id="55" dur="500"/>
                                        <p:tgtEl>
                                          <p:spTgt spid="2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down)">
                                      <p:cBhvr>
                                        <p:cTn id="60" dur="500"/>
                                        <p:tgtEl>
                                          <p:spTgt spid="4"/>
                                        </p:tgtEl>
                                      </p:cBhvr>
                                    </p:animEffect>
                                  </p:childTnLst>
                                </p:cTn>
                              </p:par>
                              <p:par>
                                <p:cTn id="61" presetID="22" presetClass="entr" presetSubtype="4"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down)">
                                      <p:cBhvr>
                                        <p:cTn id="63" dur="5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44"/>
                                        </p:tgtEl>
                                        <p:attrNameLst>
                                          <p:attrName>style.visibility</p:attrName>
                                        </p:attrNameLst>
                                      </p:cBhvr>
                                      <p:to>
                                        <p:strVal val="visible"/>
                                      </p:to>
                                    </p:set>
                                    <p:animEffect transition="in" filter="wipe(left)">
                                      <p:cBhvr>
                                        <p:cTn id="68" dur="500"/>
                                        <p:tgtEl>
                                          <p:spTgt spid="44"/>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wipe(left)">
                                      <p:cBhvr>
                                        <p:cTn id="73" dur="500"/>
                                        <p:tgtEl>
                                          <p:spTgt spid="45"/>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46"/>
                                        </p:tgtEl>
                                        <p:attrNameLst>
                                          <p:attrName>style.visibility</p:attrName>
                                        </p:attrNameLst>
                                      </p:cBhvr>
                                      <p:to>
                                        <p:strVal val="visible"/>
                                      </p:to>
                                    </p:set>
                                    <p:animEffect transition="in" filter="wipe(left)">
                                      <p:cBhvr>
                                        <p:cTn id="78" dur="500"/>
                                        <p:tgtEl>
                                          <p:spTgt spid="46"/>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5"/>
                                        </p:tgtEl>
                                        <p:attrNameLst>
                                          <p:attrName>style.visibility</p:attrName>
                                        </p:attrNameLst>
                                      </p:cBhvr>
                                      <p:to>
                                        <p:strVal val="visible"/>
                                      </p:to>
                                    </p:set>
                                    <p:animEffect transition="in" filter="wipe(left)">
                                      <p:cBhvr>
                                        <p:cTn id="83" dur="500"/>
                                        <p:tgtEl>
                                          <p:spTgt spid="5"/>
                                        </p:tgtEl>
                                      </p:cBhvr>
                                    </p:animEffect>
                                  </p:childTnLst>
                                </p:cTn>
                              </p:par>
                              <p:par>
                                <p:cTn id="84" presetID="22" presetClass="entr" presetSubtype="8" fill="hold" grpId="0" nodeType="withEffect">
                                  <p:stCondLst>
                                    <p:cond delay="0"/>
                                  </p:stCondLst>
                                  <p:childTnLst>
                                    <p:set>
                                      <p:cBhvr>
                                        <p:cTn id="85" dur="1" fill="hold">
                                          <p:stCondLst>
                                            <p:cond delay="0"/>
                                          </p:stCondLst>
                                        </p:cTn>
                                        <p:tgtEl>
                                          <p:spTgt spid="8"/>
                                        </p:tgtEl>
                                        <p:attrNameLst>
                                          <p:attrName>style.visibility</p:attrName>
                                        </p:attrNameLst>
                                      </p:cBhvr>
                                      <p:to>
                                        <p:strVal val="visible"/>
                                      </p:to>
                                    </p:set>
                                    <p:animEffect transition="in" filter="wipe(left)">
                                      <p:cBhvr>
                                        <p:cTn id="86" dur="500"/>
                                        <p:tgtEl>
                                          <p:spTgt spid="8"/>
                                        </p:tgtEl>
                                      </p:cBhvr>
                                    </p:animEffect>
                                  </p:childTnLst>
                                </p:cTn>
                              </p:par>
                              <p:par>
                                <p:cTn id="87" presetID="22" presetClass="entr" presetSubtype="8" fill="hold" grpId="0" nodeType="withEffect">
                                  <p:stCondLst>
                                    <p:cond delay="0"/>
                                  </p:stCondLst>
                                  <p:childTnLst>
                                    <p:set>
                                      <p:cBhvr>
                                        <p:cTn id="88" dur="1" fill="hold">
                                          <p:stCondLst>
                                            <p:cond delay="0"/>
                                          </p:stCondLst>
                                        </p:cTn>
                                        <p:tgtEl>
                                          <p:spTgt spid="9"/>
                                        </p:tgtEl>
                                        <p:attrNameLst>
                                          <p:attrName>style.visibility</p:attrName>
                                        </p:attrNameLst>
                                      </p:cBhvr>
                                      <p:to>
                                        <p:strVal val="visible"/>
                                      </p:to>
                                    </p:set>
                                    <p:animEffect transition="in" filter="wipe(left)">
                                      <p:cBhvr>
                                        <p:cTn id="89" dur="500"/>
                                        <p:tgtEl>
                                          <p:spTgt spid="9"/>
                                        </p:tgtEl>
                                      </p:cBhvr>
                                    </p:animEffect>
                                  </p:childTnLst>
                                </p:cTn>
                              </p:par>
                              <p:par>
                                <p:cTn id="90" presetID="22" presetClass="entr" presetSubtype="8" fill="hold"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wipe(left)">
                                      <p:cBhvr>
                                        <p:cTn id="92" dur="500"/>
                                        <p:tgtEl>
                                          <p:spTgt spid="32"/>
                                        </p:tgtEl>
                                      </p:cBhvr>
                                    </p:animEffect>
                                  </p:childTnLst>
                                </p:cTn>
                              </p:par>
                              <p:par>
                                <p:cTn id="93" presetID="22" presetClass="entr" presetSubtype="8" fill="hold"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wipe(left)">
                                      <p:cBhvr>
                                        <p:cTn id="95" dur="500"/>
                                        <p:tgtEl>
                                          <p:spTgt spid="33"/>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48"/>
                                        </p:tgtEl>
                                        <p:attrNameLst>
                                          <p:attrName>style.visibility</p:attrName>
                                        </p:attrNameLst>
                                      </p:cBhvr>
                                      <p:to>
                                        <p:strVal val="visible"/>
                                      </p:to>
                                    </p:set>
                                    <p:animEffect transition="in" filter="wipe(left)">
                                      <p:cBhvr>
                                        <p:cTn id="100" dur="500"/>
                                        <p:tgtEl>
                                          <p:spTgt spid="48"/>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49"/>
                                        </p:tgtEl>
                                        <p:attrNameLst>
                                          <p:attrName>style.visibility</p:attrName>
                                        </p:attrNameLst>
                                      </p:cBhvr>
                                      <p:to>
                                        <p:strVal val="visible"/>
                                      </p:to>
                                    </p:set>
                                    <p:animEffect transition="in" filter="wipe(left)">
                                      <p:cBhvr>
                                        <p:cTn id="105"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P spid="5" grpId="0" bldLvl="0" animBg="1"/>
      <p:bldP spid="7" grpId="0"/>
      <p:bldP spid="8" grpId="0"/>
      <p:bldP spid="9" grpId="0"/>
      <p:bldP spid="10" grpId="0"/>
      <p:bldP spid="11" grpId="0"/>
      <p:bldP spid="12" grpId="0"/>
      <p:bldP spid="13" grpId="0"/>
      <p:bldP spid="21" grpId="0"/>
      <p:bldP spid="22" grpId="0"/>
      <p:bldP spid="23" grpId="0"/>
      <p:bldP spid="44" grpId="0"/>
      <p:bldP spid="45" grpId="0"/>
      <p:bldP spid="46" grpId="0"/>
      <p:bldP spid="48" grpId="0"/>
      <p:bldP spid="4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8" name="文本框 200707"/>
          <p:cNvSpPr txBox="1"/>
          <p:nvPr/>
        </p:nvSpPr>
        <p:spPr>
          <a:xfrm>
            <a:off x="1451610" y="1178560"/>
            <a:ext cx="6459855" cy="2061210"/>
          </a:xfrm>
          <a:prstGeom prst="rect">
            <a:avLst/>
          </a:prstGeom>
          <a:noFill/>
          <a:ln w="9525">
            <a:noFill/>
          </a:ln>
        </p:spPr>
        <p:txBody>
          <a:bodyPr wrap="square">
            <a:spAutoFit/>
          </a:bodyPr>
          <a:p>
            <a:r>
              <a:rPr lang="zh-CN" altLang="en-US" sz="3200" b="1" dirty="0">
                <a:solidFill>
                  <a:srgbClr val="0000FF"/>
                </a:solidFill>
                <a:effectLst>
                  <a:outerShdw blurRad="38100" dist="38100" dir="2700000">
                    <a:srgbClr val="000000"/>
                  </a:outerShdw>
                </a:effectLst>
                <a:latin typeface="宋体" panose="02010600030101010101" pitchFamily="2" charset="-122"/>
                <a:ea typeface="宋体" panose="02010600030101010101" pitchFamily="2" charset="-122"/>
              </a:rPr>
              <a:t>作业</a:t>
            </a:r>
            <a:r>
              <a:rPr lang="en-US" altLang="zh-CN" sz="3200" b="1" dirty="0">
                <a:solidFill>
                  <a:srgbClr val="0000FF"/>
                </a:solidFill>
                <a:effectLst>
                  <a:outerShdw blurRad="38100" dist="38100" dir="2700000">
                    <a:srgbClr val="000000"/>
                  </a:outerShdw>
                </a:effectLst>
                <a:latin typeface="宋体" panose="02010600030101010101" pitchFamily="2" charset="-122"/>
                <a:ea typeface="宋体" panose="02010600030101010101" pitchFamily="2" charset="-122"/>
              </a:rPr>
              <a:t>2</a:t>
            </a:r>
            <a:r>
              <a:rPr lang="zh-CN" altLang="en-US" sz="3200" b="1" dirty="0">
                <a:solidFill>
                  <a:srgbClr val="0000FF"/>
                </a:solidFill>
                <a:effectLst>
                  <a:outerShdw blurRad="38100" dist="38100" dir="2700000">
                    <a:srgbClr val="000000"/>
                  </a:outerShdw>
                </a:effectLst>
                <a:latin typeface="宋体" panose="02010600030101010101" pitchFamily="2" charset="-122"/>
                <a:ea typeface="宋体" panose="02010600030101010101" pitchFamily="2" charset="-122"/>
              </a:rPr>
              <a:t>:</a:t>
            </a:r>
            <a:r>
              <a:rPr lang="en-US" altLang="zh-CN" sz="3200">
                <a:latin typeface="Times New Roman" panose="02020603050405020304" pitchFamily="18" charset="0"/>
              </a:rPr>
              <a:t> </a:t>
            </a:r>
            <a:r>
              <a:rPr lang="en-US" altLang="zh-CN" sz="3200">
                <a:latin typeface="Times New Roman" panose="02020603050405020304" pitchFamily="18" charset="0"/>
              </a:rPr>
              <a:t>P52  </a:t>
            </a:r>
            <a:endParaRPr lang="en-US" altLang="zh-CN" sz="3200">
              <a:latin typeface="Times New Roman" panose="02020603050405020304" pitchFamily="18" charset="0"/>
            </a:endParaRPr>
          </a:p>
          <a:p>
            <a:endParaRPr lang="en-US" altLang="zh-CN" sz="3200">
              <a:latin typeface="Times New Roman" panose="02020603050405020304" pitchFamily="18" charset="0"/>
            </a:endParaRPr>
          </a:p>
          <a:p>
            <a:r>
              <a:rPr lang="en-US" altLang="zh-CN" sz="3200">
                <a:latin typeface="Times New Roman" panose="02020603050405020304" pitchFamily="18" charset="0"/>
              </a:rPr>
              <a:t>           1. (2),   2</a:t>
            </a:r>
            <a:r>
              <a:rPr lang="zh-CN" altLang="en-US" sz="3200">
                <a:latin typeface="Times New Roman" panose="02020603050405020304" pitchFamily="18" charset="0"/>
              </a:rPr>
              <a:t>，</a:t>
            </a:r>
            <a:r>
              <a:rPr lang="en-US" altLang="zh-CN" sz="3200">
                <a:latin typeface="Times New Roman" panose="02020603050405020304" pitchFamily="18" charset="0"/>
              </a:rPr>
              <a:t>3</a:t>
            </a:r>
            <a:endParaRPr lang="en-US" altLang="zh-CN" sz="3200">
              <a:latin typeface="Times New Roman" panose="02020603050405020304" pitchFamily="18" charset="0"/>
            </a:endParaRPr>
          </a:p>
          <a:p>
            <a:r>
              <a:rPr lang="en-US" altLang="zh-CN" sz="3200">
                <a:latin typeface="Times New Roman" panose="02020603050405020304" pitchFamily="18" charset="0"/>
              </a:rPr>
              <a:t>             </a:t>
            </a:r>
            <a:endParaRPr lang="en-US" altLang="zh-CN" sz="3200">
              <a:latin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125.xml><?xml version="1.0" encoding="utf-8"?>
<p:tagLst xmlns:p="http://schemas.openxmlformats.org/presentationml/2006/main">
  <p:tag name="COMMONDATA" val="eyJoZGlkIjoiYTE3YTg1MGUwYzcxMDRmMDA0MjllMmFkNzVlNjE4YTEifQ=="/>
  <p:tag name="KSO_WPP_MARK_KEY" val="d79725b1-2a87-441f-a56e-56336ffbbf54"/>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gs>
            <a:gs pos="100000">
              <a:schemeClr val="phClr">
                <a:lumMod val="85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2493</Words>
  <Application>WPS 演示</Application>
  <PresentationFormat>宽屏</PresentationFormat>
  <Paragraphs>734</Paragraphs>
  <Slides>38</Slides>
  <Notes>4</Notes>
  <HiddenSlides>0</HiddenSlides>
  <MMClips>0</MMClips>
  <ScaleCrop>false</ScaleCrop>
  <HeadingPairs>
    <vt:vector size="8" baseType="variant">
      <vt:variant>
        <vt:lpstr>已用的字体</vt:lpstr>
      </vt:variant>
      <vt:variant>
        <vt:i4>17</vt:i4>
      </vt:variant>
      <vt:variant>
        <vt:lpstr>主题</vt:lpstr>
      </vt:variant>
      <vt:variant>
        <vt:i4>2</vt:i4>
      </vt:variant>
      <vt:variant>
        <vt:lpstr>嵌入 OLE 服务器</vt:lpstr>
      </vt:variant>
      <vt:variant>
        <vt:i4>410</vt:i4>
      </vt:variant>
      <vt:variant>
        <vt:lpstr>幻灯片标题</vt:lpstr>
      </vt:variant>
      <vt:variant>
        <vt:i4>38</vt:i4>
      </vt:variant>
    </vt:vector>
  </HeadingPairs>
  <TitlesOfParts>
    <vt:vector size="467" baseType="lpstr">
      <vt:lpstr>Arial</vt:lpstr>
      <vt:lpstr>宋体</vt:lpstr>
      <vt:lpstr>Wingdings</vt:lpstr>
      <vt:lpstr>Wingdings</vt:lpstr>
      <vt:lpstr>微软雅黑</vt:lpstr>
      <vt:lpstr>黑体</vt:lpstr>
      <vt:lpstr>Times New Roman</vt:lpstr>
      <vt:lpstr>楷体</vt:lpstr>
      <vt:lpstr>Symbol</vt:lpstr>
      <vt:lpstr>Arial Unicode MS</vt:lpstr>
      <vt:lpstr>Calibri</vt:lpstr>
      <vt:lpstr>隶书</vt:lpstr>
      <vt:lpstr>楷体_GB2312</vt:lpstr>
      <vt:lpstr>新宋体</vt:lpstr>
      <vt:lpstr>华文琥珀</vt:lpstr>
      <vt:lpstr>Symbol</vt:lpstr>
      <vt:lpstr>Cambria Math</vt:lpstr>
      <vt:lpstr>Office 主题​​</vt:lpstr>
      <vt:lpstr>1_Office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山人有鱼</cp:lastModifiedBy>
  <cp:revision>220</cp:revision>
  <dcterms:created xsi:type="dcterms:W3CDTF">2019-06-19T02:08:00Z</dcterms:created>
  <dcterms:modified xsi:type="dcterms:W3CDTF">2022-10-15T12:22:23Z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2052-11.1.0.12598</vt:lpwstr>
  </property>
  <property fmtid="{D5CDD505-2E9C-101B-9397-08002B2CF9AE}" pid="3" name="ICV">
    <vt:lpwstr>4AD0890804CB486D8E7D3FE5DA175DAE</vt:lpwstr>
  </property>
</Properties>
</file>