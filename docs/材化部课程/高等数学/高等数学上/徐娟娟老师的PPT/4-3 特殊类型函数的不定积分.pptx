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9" r:id="rId14"/>
    <p:sldId id="300" r:id="rId15"/>
    <p:sldId id="272" r:id="rId16"/>
    <p:sldId id="273" r:id="rId17"/>
    <p:sldId id="274" r:id="rId18"/>
    <p:sldId id="301" r:id="rId19"/>
    <p:sldId id="30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CE9C6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8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gs" Target="tags/tag125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e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image" Target="../media/image47.wmf"/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67.wmf"/><Relationship Id="rId5" Type="http://schemas.openxmlformats.org/officeDocument/2006/relationships/image" Target="../media/image60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97.wmf"/><Relationship Id="rId4" Type="http://schemas.openxmlformats.org/officeDocument/2006/relationships/image" Target="../media/image96.wmf"/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4.wmf"/><Relationship Id="rId4" Type="http://schemas.openxmlformats.org/officeDocument/2006/relationships/image" Target="../media/image113.wmf"/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emf"/><Relationship Id="rId8" Type="http://schemas.openxmlformats.org/officeDocument/2006/relationships/image" Target="../media/image122.emf"/><Relationship Id="rId7" Type="http://schemas.openxmlformats.org/officeDocument/2006/relationships/image" Target="../media/image121.emf"/><Relationship Id="rId6" Type="http://schemas.openxmlformats.org/officeDocument/2006/relationships/image" Target="../media/image120.emf"/><Relationship Id="rId5" Type="http://schemas.openxmlformats.org/officeDocument/2006/relationships/image" Target="../media/image119.emf"/><Relationship Id="rId4" Type="http://schemas.openxmlformats.org/officeDocument/2006/relationships/image" Target="../media/image118.emf"/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1" Type="http://schemas.openxmlformats.org/officeDocument/2006/relationships/image" Target="../media/image125.emf"/><Relationship Id="rId10" Type="http://schemas.openxmlformats.org/officeDocument/2006/relationships/image" Target="../media/image124.emf"/><Relationship Id="rId1" Type="http://schemas.openxmlformats.org/officeDocument/2006/relationships/image" Target="../media/image115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image" Target="../media/image133.wmf"/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9" Type="http://schemas.openxmlformats.org/officeDocument/2006/relationships/image" Target="../media/image144.emf"/><Relationship Id="rId18" Type="http://schemas.openxmlformats.org/officeDocument/2006/relationships/image" Target="../media/image143.emf"/><Relationship Id="rId17" Type="http://schemas.openxmlformats.org/officeDocument/2006/relationships/image" Target="../media/image142.wmf"/><Relationship Id="rId16" Type="http://schemas.openxmlformats.org/officeDocument/2006/relationships/image" Target="../media/image141.wmf"/><Relationship Id="rId15" Type="http://schemas.openxmlformats.org/officeDocument/2006/relationships/image" Target="../media/image140.wmf"/><Relationship Id="rId14" Type="http://schemas.openxmlformats.org/officeDocument/2006/relationships/image" Target="../media/image139.wmf"/><Relationship Id="rId13" Type="http://schemas.openxmlformats.org/officeDocument/2006/relationships/image" Target="../media/image138.wmf"/><Relationship Id="rId12" Type="http://schemas.openxmlformats.org/officeDocument/2006/relationships/image" Target="../media/image137.wmf"/><Relationship Id="rId11" Type="http://schemas.openxmlformats.org/officeDocument/2006/relationships/image" Target="../media/image136.wmf"/><Relationship Id="rId10" Type="http://schemas.openxmlformats.org/officeDocument/2006/relationships/image" Target="../media/image135.wmf"/><Relationship Id="rId1" Type="http://schemas.openxmlformats.org/officeDocument/2006/relationships/image" Target="../media/image126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1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7" Type="http://schemas.openxmlformats.org/officeDocument/2006/relationships/image" Target="../media/image158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4.wmf"/><Relationship Id="rId4" Type="http://schemas.openxmlformats.org/officeDocument/2006/relationships/image" Target="../media/image163.wmf"/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8.wmf"/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3" Type="http://schemas.openxmlformats.org/officeDocument/2006/relationships/image" Target="../media/image191.wmf"/><Relationship Id="rId22" Type="http://schemas.openxmlformats.org/officeDocument/2006/relationships/image" Target="../media/image190.wmf"/><Relationship Id="rId21" Type="http://schemas.openxmlformats.org/officeDocument/2006/relationships/image" Target="../media/image189.wmf"/><Relationship Id="rId20" Type="http://schemas.openxmlformats.org/officeDocument/2006/relationships/image" Target="../media/image188.wmf"/><Relationship Id="rId2" Type="http://schemas.openxmlformats.org/officeDocument/2006/relationships/image" Target="../media/image170.emf"/><Relationship Id="rId19" Type="http://schemas.openxmlformats.org/officeDocument/2006/relationships/image" Target="../media/image187.wmf"/><Relationship Id="rId18" Type="http://schemas.openxmlformats.org/officeDocument/2006/relationships/image" Target="../media/image186.wmf"/><Relationship Id="rId17" Type="http://schemas.openxmlformats.org/officeDocument/2006/relationships/image" Target="../media/image185.wmf"/><Relationship Id="rId16" Type="http://schemas.openxmlformats.org/officeDocument/2006/relationships/image" Target="../media/image184.wmf"/><Relationship Id="rId15" Type="http://schemas.openxmlformats.org/officeDocument/2006/relationships/image" Target="../media/image183.wmf"/><Relationship Id="rId14" Type="http://schemas.openxmlformats.org/officeDocument/2006/relationships/image" Target="../media/image182.wmf"/><Relationship Id="rId13" Type="http://schemas.openxmlformats.org/officeDocument/2006/relationships/image" Target="../media/image181.wmf"/><Relationship Id="rId12" Type="http://schemas.openxmlformats.org/officeDocument/2006/relationships/image" Target="../media/image180.wmf"/><Relationship Id="rId11" Type="http://schemas.openxmlformats.org/officeDocument/2006/relationships/image" Target="../media/image179.wmf"/><Relationship Id="rId10" Type="http://schemas.openxmlformats.org/officeDocument/2006/relationships/image" Target="../media/image178.wmf"/><Relationship Id="rId1" Type="http://schemas.openxmlformats.org/officeDocument/2006/relationships/image" Target="../media/image169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wmf"/><Relationship Id="rId8" Type="http://schemas.openxmlformats.org/officeDocument/2006/relationships/image" Target="../media/image199.wmf"/><Relationship Id="rId7" Type="http://schemas.openxmlformats.org/officeDocument/2006/relationships/image" Target="../media/image198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1" Type="http://schemas.openxmlformats.org/officeDocument/2006/relationships/image" Target="../media/image202.wmf"/><Relationship Id="rId10" Type="http://schemas.openxmlformats.org/officeDocument/2006/relationships/image" Target="../media/image201.wmf"/><Relationship Id="rId1" Type="http://schemas.openxmlformats.org/officeDocument/2006/relationships/image" Target="../media/image19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4.wmf"/><Relationship Id="rId8" Type="http://schemas.openxmlformats.org/officeDocument/2006/relationships/image" Target="../media/image213.wmf"/><Relationship Id="rId7" Type="http://schemas.openxmlformats.org/officeDocument/2006/relationships/image" Target="../media/image212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4" Type="http://schemas.openxmlformats.org/officeDocument/2006/relationships/image" Target="../media/image219.wmf"/><Relationship Id="rId13" Type="http://schemas.openxmlformats.org/officeDocument/2006/relationships/image" Target="../media/image218.wmf"/><Relationship Id="rId12" Type="http://schemas.openxmlformats.org/officeDocument/2006/relationships/image" Target="../media/image217.wmf"/><Relationship Id="rId11" Type="http://schemas.openxmlformats.org/officeDocument/2006/relationships/image" Target="../media/image216.wmf"/><Relationship Id="rId10" Type="http://schemas.openxmlformats.org/officeDocument/2006/relationships/image" Target="../media/image215.wmf"/><Relationship Id="rId1" Type="http://schemas.openxmlformats.org/officeDocument/2006/relationships/image" Target="../media/image206.w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4.wmf"/><Relationship Id="rId4" Type="http://schemas.openxmlformats.org/officeDocument/2006/relationships/image" Target="../media/image223.wmf"/><Relationship Id="rId3" Type="http://schemas.openxmlformats.org/officeDocument/2006/relationships/image" Target="../media/image222.e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/Relationships>
</file>

<file path=ppt/drawings/_rels/vmlDrawing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8.wmf"/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3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2.wmf"/><Relationship Id="rId3" Type="http://schemas.openxmlformats.org/officeDocument/2006/relationships/image" Target="../media/image231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/Relationships>
</file>

<file path=ppt/drawings/_rels/vmlDrawing3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5.wmf"/><Relationship Id="rId3" Type="http://schemas.openxmlformats.org/officeDocument/2006/relationships/image" Target="../media/image244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9.wmf"/><Relationship Id="rId3" Type="http://schemas.openxmlformats.org/officeDocument/2006/relationships/image" Target="../media/image248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8.wmf"/><Relationship Id="rId8" Type="http://schemas.openxmlformats.org/officeDocument/2006/relationships/image" Target="../media/image257.wmf"/><Relationship Id="rId7" Type="http://schemas.openxmlformats.org/officeDocument/2006/relationships/image" Target="../media/image256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1" Type="http://schemas.openxmlformats.org/officeDocument/2006/relationships/image" Target="../media/image260.wmf"/><Relationship Id="rId10" Type="http://schemas.openxmlformats.org/officeDocument/2006/relationships/image" Target="../media/image259.wmf"/><Relationship Id="rId1" Type="http://schemas.openxmlformats.org/officeDocument/2006/relationships/image" Target="../media/image250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9.wmf"/><Relationship Id="rId8" Type="http://schemas.openxmlformats.org/officeDocument/2006/relationships/image" Target="../media/image268.wmf"/><Relationship Id="rId7" Type="http://schemas.openxmlformats.org/officeDocument/2006/relationships/image" Target="../media/image267.wmf"/><Relationship Id="rId6" Type="http://schemas.openxmlformats.org/officeDocument/2006/relationships/image" Target="../media/image266.wmf"/><Relationship Id="rId5" Type="http://schemas.openxmlformats.org/officeDocument/2006/relationships/image" Target="../media/image265.wmf"/><Relationship Id="rId4" Type="http://schemas.openxmlformats.org/officeDocument/2006/relationships/image" Target="../media/image264.wmf"/><Relationship Id="rId3" Type="http://schemas.openxmlformats.org/officeDocument/2006/relationships/image" Target="../media/image263.wmf"/><Relationship Id="rId2" Type="http://schemas.openxmlformats.org/officeDocument/2006/relationships/image" Target="../media/image262.wmf"/><Relationship Id="rId1" Type="http://schemas.openxmlformats.org/officeDocument/2006/relationships/image" Target="../media/image261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7" Type="http://schemas.openxmlformats.org/officeDocument/2006/relationships/image" Target="../media/image276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7" Type="http://schemas.openxmlformats.org/officeDocument/2006/relationships/image" Target="../media/image284.wmf"/><Relationship Id="rId6" Type="http://schemas.openxmlformats.org/officeDocument/2006/relationships/image" Target="../media/image283.wmf"/><Relationship Id="rId5" Type="http://schemas.openxmlformats.org/officeDocument/2006/relationships/image" Target="../media/image282.wmf"/><Relationship Id="rId4" Type="http://schemas.openxmlformats.org/officeDocument/2006/relationships/image" Target="../media/image281.wmf"/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9.xml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8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7.bin"/><Relationship Id="rId20" Type="http://schemas.openxmlformats.org/officeDocument/2006/relationships/vmlDrawing" Target="../drawings/vmlDrawing2.vml"/><Relationship Id="rId2" Type="http://schemas.openxmlformats.org/officeDocument/2006/relationships/image" Target="../media/image6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4.wmf"/><Relationship Id="rId17" Type="http://schemas.openxmlformats.org/officeDocument/2006/relationships/oleObject" Target="../embeddings/oleObject14.bin"/><Relationship Id="rId16" Type="http://schemas.openxmlformats.org/officeDocument/2006/relationships/image" Target="../media/image13.w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5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w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5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30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2.bin"/><Relationship Id="rId22" Type="http://schemas.openxmlformats.org/officeDocument/2006/relationships/vmlDrawing" Target="../drawings/vmlDrawing6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39.wmf"/><Relationship Id="rId2" Type="http://schemas.openxmlformats.org/officeDocument/2006/relationships/image" Target="../media/image31.wmf"/><Relationship Id="rId19" Type="http://schemas.openxmlformats.org/officeDocument/2006/relationships/oleObject" Target="../embeddings/oleObject41.bin"/><Relationship Id="rId18" Type="http://schemas.openxmlformats.org/officeDocument/2006/relationships/image" Target="../media/image38.wmf"/><Relationship Id="rId17" Type="http://schemas.openxmlformats.org/officeDocument/2006/relationships/oleObject" Target="../embeddings/oleObject40.bin"/><Relationship Id="rId16" Type="http://schemas.openxmlformats.org/officeDocument/2006/relationships/image" Target="../media/image37.wmf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36.wmf"/><Relationship Id="rId13" Type="http://schemas.openxmlformats.org/officeDocument/2006/relationships/oleObject" Target="../embeddings/oleObject38.bin"/><Relationship Id="rId12" Type="http://schemas.openxmlformats.org/officeDocument/2006/relationships/oleObject" Target="../embeddings/oleObject37.bin"/><Relationship Id="rId11" Type="http://schemas.openxmlformats.org/officeDocument/2006/relationships/image" Target="../media/image35.wmf"/><Relationship Id="rId10" Type="http://schemas.openxmlformats.org/officeDocument/2006/relationships/oleObject" Target="../embeddings/oleObject36.bin"/><Relationship Id="rId1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3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40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48.wmf"/><Relationship Id="rId17" Type="http://schemas.openxmlformats.org/officeDocument/2006/relationships/oleObject" Target="../embeddings/oleObject50.bin"/><Relationship Id="rId16" Type="http://schemas.openxmlformats.org/officeDocument/2006/relationships/image" Target="../media/image47.wmf"/><Relationship Id="rId15" Type="http://schemas.openxmlformats.org/officeDocument/2006/relationships/oleObject" Target="../embeddings/oleObject49.bin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49.wmf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56.wmf"/><Relationship Id="rId15" Type="http://schemas.openxmlformats.org/officeDocument/2006/relationships/oleObject" Target="../embeddings/oleObject58.bin"/><Relationship Id="rId14" Type="http://schemas.openxmlformats.org/officeDocument/2006/relationships/image" Target="../media/image55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57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5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66.wmf"/><Relationship Id="rId7" Type="http://schemas.openxmlformats.org/officeDocument/2006/relationships/oleObject" Target="../embeddings/Document1.doc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63.wmf"/><Relationship Id="rId14" Type="http://schemas.openxmlformats.org/officeDocument/2006/relationships/vmlDrawing" Target="../drawings/vmlDrawing10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7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6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8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7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4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80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7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1.w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88.wmf"/><Relationship Id="rId15" Type="http://schemas.openxmlformats.org/officeDocument/2006/relationships/oleObject" Target="../embeddings/oleObject90.bin"/><Relationship Id="rId14" Type="http://schemas.openxmlformats.org/officeDocument/2006/relationships/image" Target="../media/image87.wmf"/><Relationship Id="rId13" Type="http://schemas.openxmlformats.org/officeDocument/2006/relationships/oleObject" Target="../embeddings/oleObject89.bin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4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89.wmf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9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6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5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4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3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97.wmf"/><Relationship Id="rId1" Type="http://schemas.openxmlformats.org/officeDocument/2006/relationships/oleObject" Target="../embeddings/oleObject9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01.bin"/><Relationship Id="rId2" Type="http://schemas.openxmlformats.org/officeDocument/2006/relationships/image" Target="../media/image98.wmf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05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0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05.w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04.wmf"/><Relationship Id="rId14" Type="http://schemas.openxmlformats.org/officeDocument/2006/relationships/vmlDrawing" Target="../drawings/vmlDrawing17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10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113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11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10.w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14.wmf"/><Relationship Id="rId1" Type="http://schemas.openxmlformats.org/officeDocument/2006/relationships/oleObject" Target="../embeddings/oleObject112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18.e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6.wmf"/><Relationship Id="rId3" Type="http://schemas.openxmlformats.org/officeDocument/2006/relationships/oleObject" Target="../embeddings/oleObject118.bin"/><Relationship Id="rId24" Type="http://schemas.openxmlformats.org/officeDocument/2006/relationships/vmlDrawing" Target="../drawings/vmlDrawing19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25.emf"/><Relationship Id="rId21" Type="http://schemas.openxmlformats.org/officeDocument/2006/relationships/oleObject" Target="../embeddings/oleObject127.bin"/><Relationship Id="rId20" Type="http://schemas.openxmlformats.org/officeDocument/2006/relationships/image" Target="../media/image124.emf"/><Relationship Id="rId2" Type="http://schemas.openxmlformats.org/officeDocument/2006/relationships/image" Target="../media/image115.wmf"/><Relationship Id="rId19" Type="http://schemas.openxmlformats.org/officeDocument/2006/relationships/oleObject" Target="../embeddings/oleObject126.bin"/><Relationship Id="rId18" Type="http://schemas.openxmlformats.org/officeDocument/2006/relationships/image" Target="../media/image123.emf"/><Relationship Id="rId17" Type="http://schemas.openxmlformats.org/officeDocument/2006/relationships/oleObject" Target="../embeddings/oleObject125.bin"/><Relationship Id="rId16" Type="http://schemas.openxmlformats.org/officeDocument/2006/relationships/image" Target="../media/image122.emf"/><Relationship Id="rId15" Type="http://schemas.openxmlformats.org/officeDocument/2006/relationships/oleObject" Target="../embeddings/oleObject124.bin"/><Relationship Id="rId14" Type="http://schemas.openxmlformats.org/officeDocument/2006/relationships/image" Target="../media/image121.emf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120.e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119.emf"/><Relationship Id="rId1" Type="http://schemas.openxmlformats.org/officeDocument/2006/relationships/oleObject" Target="../embeddings/oleObject11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30.bin"/><Relationship Id="rId40" Type="http://schemas.openxmlformats.org/officeDocument/2006/relationships/vmlDrawing" Target="../drawings/vmlDrawing20.vml"/><Relationship Id="rId4" Type="http://schemas.openxmlformats.org/officeDocument/2006/relationships/image" Target="../media/image127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144.emf"/><Relationship Id="rId37" Type="http://schemas.openxmlformats.org/officeDocument/2006/relationships/oleObject" Target="../embeddings/oleObject146.bin"/><Relationship Id="rId36" Type="http://schemas.openxmlformats.org/officeDocument/2006/relationships/image" Target="../media/image143.emf"/><Relationship Id="rId35" Type="http://schemas.openxmlformats.org/officeDocument/2006/relationships/oleObject" Target="../embeddings/oleObject145.bin"/><Relationship Id="rId34" Type="http://schemas.openxmlformats.org/officeDocument/2006/relationships/image" Target="../media/image142.wmf"/><Relationship Id="rId33" Type="http://schemas.openxmlformats.org/officeDocument/2006/relationships/oleObject" Target="../embeddings/oleObject144.bin"/><Relationship Id="rId32" Type="http://schemas.openxmlformats.org/officeDocument/2006/relationships/image" Target="../media/image141.wmf"/><Relationship Id="rId31" Type="http://schemas.openxmlformats.org/officeDocument/2006/relationships/oleObject" Target="../embeddings/oleObject143.bin"/><Relationship Id="rId30" Type="http://schemas.openxmlformats.org/officeDocument/2006/relationships/image" Target="../media/image140.wmf"/><Relationship Id="rId3" Type="http://schemas.openxmlformats.org/officeDocument/2006/relationships/oleObject" Target="../embeddings/oleObject129.bin"/><Relationship Id="rId29" Type="http://schemas.openxmlformats.org/officeDocument/2006/relationships/oleObject" Target="../embeddings/oleObject142.bin"/><Relationship Id="rId28" Type="http://schemas.openxmlformats.org/officeDocument/2006/relationships/image" Target="../media/image139.wmf"/><Relationship Id="rId27" Type="http://schemas.openxmlformats.org/officeDocument/2006/relationships/oleObject" Target="../embeddings/oleObject141.bin"/><Relationship Id="rId26" Type="http://schemas.openxmlformats.org/officeDocument/2006/relationships/image" Target="../media/image138.wmf"/><Relationship Id="rId25" Type="http://schemas.openxmlformats.org/officeDocument/2006/relationships/oleObject" Target="../embeddings/oleObject140.bin"/><Relationship Id="rId24" Type="http://schemas.openxmlformats.org/officeDocument/2006/relationships/image" Target="../media/image137.wmf"/><Relationship Id="rId23" Type="http://schemas.openxmlformats.org/officeDocument/2006/relationships/oleObject" Target="../embeddings/oleObject139.bin"/><Relationship Id="rId22" Type="http://schemas.openxmlformats.org/officeDocument/2006/relationships/image" Target="../media/image136.wmf"/><Relationship Id="rId21" Type="http://schemas.openxmlformats.org/officeDocument/2006/relationships/oleObject" Target="../embeddings/oleObject138.bin"/><Relationship Id="rId20" Type="http://schemas.openxmlformats.org/officeDocument/2006/relationships/image" Target="../media/image135.wmf"/><Relationship Id="rId2" Type="http://schemas.openxmlformats.org/officeDocument/2006/relationships/image" Target="../media/image126.wmf"/><Relationship Id="rId19" Type="http://schemas.openxmlformats.org/officeDocument/2006/relationships/oleObject" Target="../embeddings/oleObject137.bin"/><Relationship Id="rId18" Type="http://schemas.openxmlformats.org/officeDocument/2006/relationships/image" Target="../media/image134.wmf"/><Relationship Id="rId17" Type="http://schemas.openxmlformats.org/officeDocument/2006/relationships/oleObject" Target="../embeddings/oleObject136.bin"/><Relationship Id="rId16" Type="http://schemas.openxmlformats.org/officeDocument/2006/relationships/image" Target="../media/image133.wmf"/><Relationship Id="rId15" Type="http://schemas.openxmlformats.org/officeDocument/2006/relationships/oleObject" Target="../embeddings/oleObject135.bin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34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28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1.bin"/><Relationship Id="rId8" Type="http://schemas.openxmlformats.org/officeDocument/2006/relationships/image" Target="../media/image148.wmf"/><Relationship Id="rId7" Type="http://schemas.openxmlformats.org/officeDocument/2006/relationships/oleObject" Target="../embeddings/oleObject150.bin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46.wmf"/><Relationship Id="rId3" Type="http://schemas.openxmlformats.org/officeDocument/2006/relationships/oleObject" Target="../embeddings/oleObject148.bin"/><Relationship Id="rId2" Type="http://schemas.openxmlformats.org/officeDocument/2006/relationships/image" Target="../media/image145.wmf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51.wmf"/><Relationship Id="rId13" Type="http://schemas.openxmlformats.org/officeDocument/2006/relationships/oleObject" Target="../embeddings/oleObject153.bin"/><Relationship Id="rId12" Type="http://schemas.openxmlformats.org/officeDocument/2006/relationships/image" Target="../media/image150.wmf"/><Relationship Id="rId11" Type="http://schemas.openxmlformats.org/officeDocument/2006/relationships/oleObject" Target="../embeddings/oleObject152.bin"/><Relationship Id="rId10" Type="http://schemas.openxmlformats.org/officeDocument/2006/relationships/image" Target="../media/image149.wmf"/><Relationship Id="rId1" Type="http://schemas.openxmlformats.org/officeDocument/2006/relationships/oleObject" Target="../embeddings/oleObject147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53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52.wmf"/><Relationship Id="rId18" Type="http://schemas.openxmlformats.org/officeDocument/2006/relationships/vmlDrawing" Target="../drawings/vmlDrawing22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59.wmf"/><Relationship Id="rId15" Type="http://schemas.openxmlformats.org/officeDocument/2006/relationships/oleObject" Target="../embeddings/oleObject161.bin"/><Relationship Id="rId14" Type="http://schemas.openxmlformats.org/officeDocument/2006/relationships/image" Target="../media/image158.wmf"/><Relationship Id="rId13" Type="http://schemas.openxmlformats.org/officeDocument/2006/relationships/oleObject" Target="../embeddings/oleObject160.bin"/><Relationship Id="rId12" Type="http://schemas.openxmlformats.org/officeDocument/2006/relationships/image" Target="../media/image157.wmf"/><Relationship Id="rId11" Type="http://schemas.openxmlformats.org/officeDocument/2006/relationships/oleObject" Target="../embeddings/oleObject159.bin"/><Relationship Id="rId10" Type="http://schemas.openxmlformats.org/officeDocument/2006/relationships/image" Target="../media/image156.wmf"/><Relationship Id="rId1" Type="http://schemas.openxmlformats.org/officeDocument/2006/relationships/oleObject" Target="../embeddings/oleObject15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6.bin"/><Relationship Id="rId8" Type="http://schemas.openxmlformats.org/officeDocument/2006/relationships/image" Target="../media/image163.wmf"/><Relationship Id="rId7" Type="http://schemas.openxmlformats.org/officeDocument/2006/relationships/oleObject" Target="../embeddings/oleObject165.bin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60.wmf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64.wmf"/><Relationship Id="rId1" Type="http://schemas.openxmlformats.org/officeDocument/2006/relationships/oleObject" Target="../embeddings/oleObject162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68.wmf"/><Relationship Id="rId7" Type="http://schemas.openxmlformats.org/officeDocument/2006/relationships/oleObject" Target="../embeddings/oleObject170.bin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66.wmf"/><Relationship Id="rId3" Type="http://schemas.openxmlformats.org/officeDocument/2006/relationships/oleObject" Target="../embeddings/oleObject168.bin"/><Relationship Id="rId2" Type="http://schemas.openxmlformats.org/officeDocument/2006/relationships/image" Target="../media/image165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167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oleObject" Target="../embeddings/oleObject174.bin"/><Relationship Id="rId7" Type="http://schemas.openxmlformats.org/officeDocument/2006/relationships/image" Target="../media/image171.wmf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70.emf"/><Relationship Id="rId49" Type="http://schemas.openxmlformats.org/officeDocument/2006/relationships/vmlDrawing" Target="../drawings/vmlDrawing25.vml"/><Relationship Id="rId48" Type="http://schemas.openxmlformats.org/officeDocument/2006/relationships/slideLayout" Target="../slideLayouts/slideLayout18.xml"/><Relationship Id="rId47" Type="http://schemas.openxmlformats.org/officeDocument/2006/relationships/image" Target="../media/image191.wmf"/><Relationship Id="rId46" Type="http://schemas.openxmlformats.org/officeDocument/2006/relationships/oleObject" Target="../embeddings/oleObject193.bin"/><Relationship Id="rId45" Type="http://schemas.openxmlformats.org/officeDocument/2006/relationships/image" Target="../media/image190.wmf"/><Relationship Id="rId44" Type="http://schemas.openxmlformats.org/officeDocument/2006/relationships/oleObject" Target="../embeddings/oleObject192.bin"/><Relationship Id="rId43" Type="http://schemas.openxmlformats.org/officeDocument/2006/relationships/image" Target="../media/image189.wmf"/><Relationship Id="rId42" Type="http://schemas.openxmlformats.org/officeDocument/2006/relationships/oleObject" Target="../embeddings/oleObject191.bin"/><Relationship Id="rId41" Type="http://schemas.openxmlformats.org/officeDocument/2006/relationships/image" Target="../media/image188.wmf"/><Relationship Id="rId40" Type="http://schemas.openxmlformats.org/officeDocument/2006/relationships/oleObject" Target="../embeddings/oleObject190.bin"/><Relationship Id="rId4" Type="http://schemas.openxmlformats.org/officeDocument/2006/relationships/oleObject" Target="../embeddings/oleObject172.bin"/><Relationship Id="rId39" Type="http://schemas.openxmlformats.org/officeDocument/2006/relationships/image" Target="../media/image187.wmf"/><Relationship Id="rId38" Type="http://schemas.openxmlformats.org/officeDocument/2006/relationships/oleObject" Target="../embeddings/oleObject189.bin"/><Relationship Id="rId37" Type="http://schemas.openxmlformats.org/officeDocument/2006/relationships/image" Target="../media/image186.wmf"/><Relationship Id="rId36" Type="http://schemas.openxmlformats.org/officeDocument/2006/relationships/oleObject" Target="../embeddings/oleObject188.bin"/><Relationship Id="rId35" Type="http://schemas.openxmlformats.org/officeDocument/2006/relationships/image" Target="../media/image185.wmf"/><Relationship Id="rId34" Type="http://schemas.openxmlformats.org/officeDocument/2006/relationships/oleObject" Target="../embeddings/oleObject187.bin"/><Relationship Id="rId33" Type="http://schemas.openxmlformats.org/officeDocument/2006/relationships/image" Target="../media/image184.wmf"/><Relationship Id="rId32" Type="http://schemas.openxmlformats.org/officeDocument/2006/relationships/oleObject" Target="../embeddings/oleObject186.bin"/><Relationship Id="rId31" Type="http://schemas.openxmlformats.org/officeDocument/2006/relationships/image" Target="../media/image183.wmf"/><Relationship Id="rId30" Type="http://schemas.openxmlformats.org/officeDocument/2006/relationships/oleObject" Target="../embeddings/oleObject185.bin"/><Relationship Id="rId3" Type="http://schemas.openxmlformats.org/officeDocument/2006/relationships/image" Target="../media/image169.wmf"/><Relationship Id="rId29" Type="http://schemas.openxmlformats.org/officeDocument/2006/relationships/image" Target="../media/image182.wmf"/><Relationship Id="rId28" Type="http://schemas.openxmlformats.org/officeDocument/2006/relationships/oleObject" Target="../embeddings/oleObject184.bin"/><Relationship Id="rId27" Type="http://schemas.openxmlformats.org/officeDocument/2006/relationships/image" Target="../media/image181.wmf"/><Relationship Id="rId26" Type="http://schemas.openxmlformats.org/officeDocument/2006/relationships/oleObject" Target="../embeddings/oleObject183.bin"/><Relationship Id="rId25" Type="http://schemas.openxmlformats.org/officeDocument/2006/relationships/image" Target="../media/image180.wmf"/><Relationship Id="rId24" Type="http://schemas.openxmlformats.org/officeDocument/2006/relationships/oleObject" Target="../embeddings/oleObject182.bin"/><Relationship Id="rId23" Type="http://schemas.openxmlformats.org/officeDocument/2006/relationships/image" Target="../media/image179.wmf"/><Relationship Id="rId22" Type="http://schemas.openxmlformats.org/officeDocument/2006/relationships/oleObject" Target="../embeddings/oleObject181.bin"/><Relationship Id="rId21" Type="http://schemas.openxmlformats.org/officeDocument/2006/relationships/image" Target="../media/image178.wmf"/><Relationship Id="rId20" Type="http://schemas.openxmlformats.org/officeDocument/2006/relationships/oleObject" Target="../embeddings/oleObject180.bin"/><Relationship Id="rId2" Type="http://schemas.openxmlformats.org/officeDocument/2006/relationships/oleObject" Target="../embeddings/oleObject171.bin"/><Relationship Id="rId19" Type="http://schemas.openxmlformats.org/officeDocument/2006/relationships/image" Target="../media/image177.wmf"/><Relationship Id="rId18" Type="http://schemas.openxmlformats.org/officeDocument/2006/relationships/oleObject" Target="../embeddings/oleObject179.bin"/><Relationship Id="rId17" Type="http://schemas.openxmlformats.org/officeDocument/2006/relationships/image" Target="../media/image176.wmf"/><Relationship Id="rId16" Type="http://schemas.openxmlformats.org/officeDocument/2006/relationships/oleObject" Target="../embeddings/oleObject178.bin"/><Relationship Id="rId15" Type="http://schemas.openxmlformats.org/officeDocument/2006/relationships/image" Target="../media/image175.wmf"/><Relationship Id="rId14" Type="http://schemas.openxmlformats.org/officeDocument/2006/relationships/oleObject" Target="../embeddings/oleObject177.bin"/><Relationship Id="rId13" Type="http://schemas.openxmlformats.org/officeDocument/2006/relationships/image" Target="../media/image174.wmf"/><Relationship Id="rId12" Type="http://schemas.openxmlformats.org/officeDocument/2006/relationships/oleObject" Target="../embeddings/oleObject176.bin"/><Relationship Id="rId11" Type="http://schemas.openxmlformats.org/officeDocument/2006/relationships/image" Target="../media/image173.wmf"/><Relationship Id="rId10" Type="http://schemas.openxmlformats.org/officeDocument/2006/relationships/oleObject" Target="../embeddings/oleObject175.bin"/><Relationship Id="rId1" Type="http://schemas.openxmlformats.org/officeDocument/2006/relationships/slide" Target="slide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8.bin"/><Relationship Id="rId8" Type="http://schemas.openxmlformats.org/officeDocument/2006/relationships/image" Target="../media/image195.wmf"/><Relationship Id="rId7" Type="http://schemas.openxmlformats.org/officeDocument/2006/relationships/oleObject" Target="../embeddings/oleObject197.bin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196.bin"/><Relationship Id="rId4" Type="http://schemas.openxmlformats.org/officeDocument/2006/relationships/image" Target="../media/image193.wmf"/><Relationship Id="rId3" Type="http://schemas.openxmlformats.org/officeDocument/2006/relationships/oleObject" Target="../embeddings/oleObject195.bin"/><Relationship Id="rId24" Type="http://schemas.openxmlformats.org/officeDocument/2006/relationships/vmlDrawing" Target="../drawings/vmlDrawing26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02.wmf"/><Relationship Id="rId21" Type="http://schemas.openxmlformats.org/officeDocument/2006/relationships/oleObject" Target="../embeddings/oleObject204.bin"/><Relationship Id="rId20" Type="http://schemas.openxmlformats.org/officeDocument/2006/relationships/image" Target="../media/image201.wmf"/><Relationship Id="rId2" Type="http://schemas.openxmlformats.org/officeDocument/2006/relationships/image" Target="../media/image192.wmf"/><Relationship Id="rId19" Type="http://schemas.openxmlformats.org/officeDocument/2006/relationships/oleObject" Target="../embeddings/oleObject203.bin"/><Relationship Id="rId18" Type="http://schemas.openxmlformats.org/officeDocument/2006/relationships/image" Target="../media/image200.wmf"/><Relationship Id="rId17" Type="http://schemas.openxmlformats.org/officeDocument/2006/relationships/oleObject" Target="../embeddings/oleObject202.bin"/><Relationship Id="rId16" Type="http://schemas.openxmlformats.org/officeDocument/2006/relationships/image" Target="../media/image199.wmf"/><Relationship Id="rId15" Type="http://schemas.openxmlformats.org/officeDocument/2006/relationships/oleObject" Target="../embeddings/oleObject201.bin"/><Relationship Id="rId14" Type="http://schemas.openxmlformats.org/officeDocument/2006/relationships/image" Target="../media/image198.wmf"/><Relationship Id="rId13" Type="http://schemas.openxmlformats.org/officeDocument/2006/relationships/oleObject" Target="../embeddings/oleObject200.bin"/><Relationship Id="rId12" Type="http://schemas.openxmlformats.org/officeDocument/2006/relationships/image" Target="../media/image197.wmf"/><Relationship Id="rId11" Type="http://schemas.openxmlformats.org/officeDocument/2006/relationships/oleObject" Target="../embeddings/oleObject199.bin"/><Relationship Id="rId10" Type="http://schemas.openxmlformats.org/officeDocument/2006/relationships/image" Target="../media/image196.wmf"/><Relationship Id="rId1" Type="http://schemas.openxmlformats.org/officeDocument/2006/relationships/oleObject" Target="../embeddings/oleObject19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7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04.wmf"/><Relationship Id="rId3" Type="http://schemas.openxmlformats.org/officeDocument/2006/relationships/oleObject" Target="../embeddings/oleObject206.bin"/><Relationship Id="rId2" Type="http://schemas.openxmlformats.org/officeDocument/2006/relationships/image" Target="../media/image203.wmf"/><Relationship Id="rId1" Type="http://schemas.openxmlformats.org/officeDocument/2006/relationships/oleObject" Target="../embeddings/oleObject205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2.bin"/><Relationship Id="rId8" Type="http://schemas.openxmlformats.org/officeDocument/2006/relationships/image" Target="../media/image209.wmf"/><Relationship Id="rId7" Type="http://schemas.openxmlformats.org/officeDocument/2006/relationships/oleObject" Target="../embeddings/oleObject211.bin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207.wmf"/><Relationship Id="rId30" Type="http://schemas.openxmlformats.org/officeDocument/2006/relationships/vmlDrawing" Target="../drawings/vmlDrawing28.vml"/><Relationship Id="rId3" Type="http://schemas.openxmlformats.org/officeDocument/2006/relationships/oleObject" Target="../embeddings/oleObject209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219.wmf"/><Relationship Id="rId27" Type="http://schemas.openxmlformats.org/officeDocument/2006/relationships/oleObject" Target="../embeddings/oleObject221.bin"/><Relationship Id="rId26" Type="http://schemas.openxmlformats.org/officeDocument/2006/relationships/image" Target="../media/image218.wmf"/><Relationship Id="rId25" Type="http://schemas.openxmlformats.org/officeDocument/2006/relationships/oleObject" Target="../embeddings/oleObject220.bin"/><Relationship Id="rId24" Type="http://schemas.openxmlformats.org/officeDocument/2006/relationships/image" Target="../media/image217.wmf"/><Relationship Id="rId23" Type="http://schemas.openxmlformats.org/officeDocument/2006/relationships/oleObject" Target="../embeddings/oleObject219.bin"/><Relationship Id="rId22" Type="http://schemas.openxmlformats.org/officeDocument/2006/relationships/image" Target="../media/image216.wmf"/><Relationship Id="rId21" Type="http://schemas.openxmlformats.org/officeDocument/2006/relationships/oleObject" Target="../embeddings/oleObject218.bin"/><Relationship Id="rId20" Type="http://schemas.openxmlformats.org/officeDocument/2006/relationships/image" Target="../media/image215.wmf"/><Relationship Id="rId2" Type="http://schemas.openxmlformats.org/officeDocument/2006/relationships/image" Target="../media/image206.wmf"/><Relationship Id="rId19" Type="http://schemas.openxmlformats.org/officeDocument/2006/relationships/oleObject" Target="../embeddings/oleObject217.bin"/><Relationship Id="rId18" Type="http://schemas.openxmlformats.org/officeDocument/2006/relationships/image" Target="../media/image214.wmf"/><Relationship Id="rId17" Type="http://schemas.openxmlformats.org/officeDocument/2006/relationships/oleObject" Target="../embeddings/oleObject216.bin"/><Relationship Id="rId16" Type="http://schemas.openxmlformats.org/officeDocument/2006/relationships/image" Target="../media/image213.wmf"/><Relationship Id="rId15" Type="http://schemas.openxmlformats.org/officeDocument/2006/relationships/oleObject" Target="../embeddings/oleObject215.bin"/><Relationship Id="rId14" Type="http://schemas.openxmlformats.org/officeDocument/2006/relationships/image" Target="../media/image212.wmf"/><Relationship Id="rId13" Type="http://schemas.openxmlformats.org/officeDocument/2006/relationships/oleObject" Target="../embeddings/oleObject214.bin"/><Relationship Id="rId12" Type="http://schemas.openxmlformats.org/officeDocument/2006/relationships/image" Target="../media/image211.wmf"/><Relationship Id="rId11" Type="http://schemas.openxmlformats.org/officeDocument/2006/relationships/oleObject" Target="../embeddings/oleObject213.bin"/><Relationship Id="rId10" Type="http://schemas.openxmlformats.org/officeDocument/2006/relationships/image" Target="../media/image210.wmf"/><Relationship Id="rId1" Type="http://schemas.openxmlformats.org/officeDocument/2006/relationships/oleObject" Target="../embeddings/oleObject208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223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22.e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21.wmf"/><Relationship Id="rId3" Type="http://schemas.openxmlformats.org/officeDocument/2006/relationships/oleObject" Target="../embeddings/oleObject223.bin"/><Relationship Id="rId2" Type="http://schemas.openxmlformats.org/officeDocument/2006/relationships/image" Target="../media/image220.wmf"/><Relationship Id="rId12" Type="http://schemas.openxmlformats.org/officeDocument/2006/relationships/vmlDrawing" Target="../drawings/vmlDrawing2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24.wmf"/><Relationship Id="rId1" Type="http://schemas.openxmlformats.org/officeDocument/2006/relationships/oleObject" Target="../embeddings/oleObject22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28.wmf"/><Relationship Id="rId7" Type="http://schemas.openxmlformats.org/officeDocument/2006/relationships/oleObject" Target="../embeddings/oleObject230.bin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229.bin"/><Relationship Id="rId4" Type="http://schemas.openxmlformats.org/officeDocument/2006/relationships/image" Target="../media/image226.wmf"/><Relationship Id="rId3" Type="http://schemas.openxmlformats.org/officeDocument/2006/relationships/oleObject" Target="../embeddings/oleObject228.bin"/><Relationship Id="rId2" Type="http://schemas.openxmlformats.org/officeDocument/2006/relationships/image" Target="../media/image225.wmf"/><Relationship Id="rId10" Type="http://schemas.openxmlformats.org/officeDocument/2006/relationships/vmlDrawing" Target="../drawings/vmlDrawing30.vml"/><Relationship Id="rId1" Type="http://schemas.openxmlformats.org/officeDocument/2006/relationships/oleObject" Target="../embeddings/oleObject227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32.wmf"/><Relationship Id="rId7" Type="http://schemas.openxmlformats.org/officeDocument/2006/relationships/oleObject" Target="../embeddings/oleObject234.bin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233.bin"/><Relationship Id="rId4" Type="http://schemas.openxmlformats.org/officeDocument/2006/relationships/image" Target="../media/image230.wmf"/><Relationship Id="rId3" Type="http://schemas.openxmlformats.org/officeDocument/2006/relationships/oleObject" Target="../embeddings/oleObject232.bin"/><Relationship Id="rId2" Type="http://schemas.openxmlformats.org/officeDocument/2006/relationships/image" Target="../media/image229.wmf"/><Relationship Id="rId10" Type="http://schemas.openxmlformats.org/officeDocument/2006/relationships/vmlDrawing" Target="../drawings/vmlDrawing31.vml"/><Relationship Id="rId1" Type="http://schemas.openxmlformats.org/officeDocument/2006/relationships/oleObject" Target="../embeddings/oleObject231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9.bin"/><Relationship Id="rId8" Type="http://schemas.openxmlformats.org/officeDocument/2006/relationships/image" Target="../media/image236.wmf"/><Relationship Id="rId7" Type="http://schemas.openxmlformats.org/officeDocument/2006/relationships/oleObject" Target="../embeddings/oleObject238.bin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237.bin"/><Relationship Id="rId4" Type="http://schemas.openxmlformats.org/officeDocument/2006/relationships/image" Target="../media/image234.wmf"/><Relationship Id="rId3" Type="http://schemas.openxmlformats.org/officeDocument/2006/relationships/oleObject" Target="../embeddings/oleObject236.bin"/><Relationship Id="rId2" Type="http://schemas.openxmlformats.org/officeDocument/2006/relationships/image" Target="../media/image233.wmf"/><Relationship Id="rId14" Type="http://schemas.openxmlformats.org/officeDocument/2006/relationships/vmlDrawing" Target="../drawings/vmlDrawing32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38.wmf"/><Relationship Id="rId11" Type="http://schemas.openxmlformats.org/officeDocument/2006/relationships/oleObject" Target="../embeddings/oleObject240.bin"/><Relationship Id="rId10" Type="http://schemas.openxmlformats.org/officeDocument/2006/relationships/image" Target="../media/image237.wmf"/><Relationship Id="rId1" Type="http://schemas.openxmlformats.org/officeDocument/2006/relationships/oleObject" Target="../embeddings/oleObject23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3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41.w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240.wmf"/><Relationship Id="rId3" Type="http://schemas.openxmlformats.org/officeDocument/2006/relationships/oleObject" Target="../embeddings/oleObject242.bin"/><Relationship Id="rId2" Type="http://schemas.openxmlformats.org/officeDocument/2006/relationships/image" Target="../media/image239.wmf"/><Relationship Id="rId1" Type="http://schemas.openxmlformats.org/officeDocument/2006/relationships/oleObject" Target="../embeddings/oleObject241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45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244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243.wmf"/><Relationship Id="rId3" Type="http://schemas.openxmlformats.org/officeDocument/2006/relationships/oleObject" Target="../embeddings/oleObject245.bin"/><Relationship Id="rId2" Type="http://schemas.openxmlformats.org/officeDocument/2006/relationships/image" Target="../media/image242.wmf"/><Relationship Id="rId10" Type="http://schemas.openxmlformats.org/officeDocument/2006/relationships/vmlDrawing" Target="../drawings/vmlDrawing34.vml"/><Relationship Id="rId1" Type="http://schemas.openxmlformats.org/officeDocument/2006/relationships/oleObject" Target="../embeddings/oleObject244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49.wmf"/><Relationship Id="rId7" Type="http://schemas.openxmlformats.org/officeDocument/2006/relationships/oleObject" Target="../embeddings/oleObject251.bin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49.bin"/><Relationship Id="rId2" Type="http://schemas.openxmlformats.org/officeDocument/2006/relationships/image" Target="../media/image246.w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248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6.bin"/><Relationship Id="rId8" Type="http://schemas.openxmlformats.org/officeDocument/2006/relationships/image" Target="../media/image253.wmf"/><Relationship Id="rId7" Type="http://schemas.openxmlformats.org/officeDocument/2006/relationships/oleObject" Target="../embeddings/oleObject255.bin"/><Relationship Id="rId6" Type="http://schemas.openxmlformats.org/officeDocument/2006/relationships/image" Target="../media/image252.wmf"/><Relationship Id="rId5" Type="http://schemas.openxmlformats.org/officeDocument/2006/relationships/oleObject" Target="../embeddings/oleObject254.bin"/><Relationship Id="rId4" Type="http://schemas.openxmlformats.org/officeDocument/2006/relationships/image" Target="../media/image251.wmf"/><Relationship Id="rId3" Type="http://schemas.openxmlformats.org/officeDocument/2006/relationships/oleObject" Target="../embeddings/oleObject253.bin"/><Relationship Id="rId25" Type="http://schemas.openxmlformats.org/officeDocument/2006/relationships/vmlDrawing" Target="../drawings/vmlDrawing36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260.wmf"/><Relationship Id="rId22" Type="http://schemas.openxmlformats.org/officeDocument/2006/relationships/oleObject" Target="../embeddings/oleObject263.bin"/><Relationship Id="rId21" Type="http://schemas.openxmlformats.org/officeDocument/2006/relationships/image" Target="../media/image259.wmf"/><Relationship Id="rId20" Type="http://schemas.openxmlformats.org/officeDocument/2006/relationships/oleObject" Target="../embeddings/oleObject262.bin"/><Relationship Id="rId2" Type="http://schemas.openxmlformats.org/officeDocument/2006/relationships/image" Target="../media/image250.wmf"/><Relationship Id="rId19" Type="http://schemas.openxmlformats.org/officeDocument/2006/relationships/image" Target="../media/image258.wmf"/><Relationship Id="rId18" Type="http://schemas.openxmlformats.org/officeDocument/2006/relationships/oleObject" Target="../embeddings/oleObject261.bin"/><Relationship Id="rId17" Type="http://schemas.openxmlformats.org/officeDocument/2006/relationships/image" Target="../media/image257.wmf"/><Relationship Id="rId16" Type="http://schemas.openxmlformats.org/officeDocument/2006/relationships/oleObject" Target="../embeddings/oleObject260.bin"/><Relationship Id="rId15" Type="http://schemas.openxmlformats.org/officeDocument/2006/relationships/image" Target="../media/image256.wmf"/><Relationship Id="rId14" Type="http://schemas.openxmlformats.org/officeDocument/2006/relationships/oleObject" Target="../embeddings/oleObject259.bin"/><Relationship Id="rId13" Type="http://schemas.openxmlformats.org/officeDocument/2006/relationships/image" Target="../media/image255.wmf"/><Relationship Id="rId12" Type="http://schemas.openxmlformats.org/officeDocument/2006/relationships/oleObject" Target="../embeddings/oleObject258.bin"/><Relationship Id="rId11" Type="http://schemas.openxmlformats.org/officeDocument/2006/relationships/image" Target="../media/image254.wmf"/><Relationship Id="rId10" Type="http://schemas.openxmlformats.org/officeDocument/2006/relationships/oleObject" Target="../embeddings/oleObject257.bin"/><Relationship Id="rId1" Type="http://schemas.openxmlformats.org/officeDocument/2006/relationships/oleObject" Target="../embeddings/oleObject252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8.bin"/><Relationship Id="rId8" Type="http://schemas.openxmlformats.org/officeDocument/2006/relationships/image" Target="../media/image264.wmf"/><Relationship Id="rId7" Type="http://schemas.openxmlformats.org/officeDocument/2006/relationships/oleObject" Target="../embeddings/oleObject267.bin"/><Relationship Id="rId6" Type="http://schemas.openxmlformats.org/officeDocument/2006/relationships/image" Target="../media/image263.wmf"/><Relationship Id="rId5" Type="http://schemas.openxmlformats.org/officeDocument/2006/relationships/oleObject" Target="../embeddings/oleObject266.bin"/><Relationship Id="rId4" Type="http://schemas.openxmlformats.org/officeDocument/2006/relationships/image" Target="../media/image262.wmf"/><Relationship Id="rId3" Type="http://schemas.openxmlformats.org/officeDocument/2006/relationships/oleObject" Target="../embeddings/oleObject265.bin"/><Relationship Id="rId20" Type="http://schemas.openxmlformats.org/officeDocument/2006/relationships/vmlDrawing" Target="../drawings/vmlDrawing37.vml"/><Relationship Id="rId2" Type="http://schemas.openxmlformats.org/officeDocument/2006/relationships/image" Target="../media/image26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69.wmf"/><Relationship Id="rId17" Type="http://schemas.openxmlformats.org/officeDocument/2006/relationships/oleObject" Target="../embeddings/oleObject272.bin"/><Relationship Id="rId16" Type="http://schemas.openxmlformats.org/officeDocument/2006/relationships/image" Target="../media/image268.wmf"/><Relationship Id="rId15" Type="http://schemas.openxmlformats.org/officeDocument/2006/relationships/oleObject" Target="../embeddings/oleObject271.bin"/><Relationship Id="rId14" Type="http://schemas.openxmlformats.org/officeDocument/2006/relationships/image" Target="../media/image267.wmf"/><Relationship Id="rId13" Type="http://schemas.openxmlformats.org/officeDocument/2006/relationships/oleObject" Target="../embeddings/oleObject270.bin"/><Relationship Id="rId12" Type="http://schemas.openxmlformats.org/officeDocument/2006/relationships/image" Target="../media/image266.wmf"/><Relationship Id="rId11" Type="http://schemas.openxmlformats.org/officeDocument/2006/relationships/oleObject" Target="../embeddings/oleObject269.bin"/><Relationship Id="rId10" Type="http://schemas.openxmlformats.org/officeDocument/2006/relationships/image" Target="../media/image265.wmf"/><Relationship Id="rId1" Type="http://schemas.openxmlformats.org/officeDocument/2006/relationships/oleObject" Target="../embeddings/oleObject264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7.bin"/><Relationship Id="rId8" Type="http://schemas.openxmlformats.org/officeDocument/2006/relationships/image" Target="../media/image273.wmf"/><Relationship Id="rId7" Type="http://schemas.openxmlformats.org/officeDocument/2006/relationships/oleObject" Target="../embeddings/oleObject276.bin"/><Relationship Id="rId6" Type="http://schemas.openxmlformats.org/officeDocument/2006/relationships/image" Target="../media/image272.w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71.wmf"/><Relationship Id="rId3" Type="http://schemas.openxmlformats.org/officeDocument/2006/relationships/oleObject" Target="../embeddings/oleObject274.bin"/><Relationship Id="rId2" Type="http://schemas.openxmlformats.org/officeDocument/2006/relationships/image" Target="../media/image270.wmf"/><Relationship Id="rId18" Type="http://schemas.openxmlformats.org/officeDocument/2006/relationships/vmlDrawing" Target="../drawings/vmlDrawing38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77.wmf"/><Relationship Id="rId15" Type="http://schemas.openxmlformats.org/officeDocument/2006/relationships/oleObject" Target="../embeddings/oleObject280.bin"/><Relationship Id="rId14" Type="http://schemas.openxmlformats.org/officeDocument/2006/relationships/image" Target="../media/image276.wmf"/><Relationship Id="rId13" Type="http://schemas.openxmlformats.org/officeDocument/2006/relationships/oleObject" Target="../embeddings/oleObject279.bin"/><Relationship Id="rId12" Type="http://schemas.openxmlformats.org/officeDocument/2006/relationships/image" Target="../media/image275.wmf"/><Relationship Id="rId11" Type="http://schemas.openxmlformats.org/officeDocument/2006/relationships/oleObject" Target="../embeddings/oleObject278.bin"/><Relationship Id="rId10" Type="http://schemas.openxmlformats.org/officeDocument/2006/relationships/image" Target="../media/image274.wmf"/><Relationship Id="rId1" Type="http://schemas.openxmlformats.org/officeDocument/2006/relationships/oleObject" Target="../embeddings/oleObject273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5.bin"/><Relationship Id="rId8" Type="http://schemas.openxmlformats.org/officeDocument/2006/relationships/image" Target="../media/image281.wmf"/><Relationship Id="rId7" Type="http://schemas.openxmlformats.org/officeDocument/2006/relationships/oleObject" Target="../embeddings/oleObject284.bin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283.bin"/><Relationship Id="rId4" Type="http://schemas.openxmlformats.org/officeDocument/2006/relationships/image" Target="../media/image279.wmf"/><Relationship Id="rId3" Type="http://schemas.openxmlformats.org/officeDocument/2006/relationships/oleObject" Target="../embeddings/oleObject282.bin"/><Relationship Id="rId2" Type="http://schemas.openxmlformats.org/officeDocument/2006/relationships/image" Target="../media/image278.wmf"/><Relationship Id="rId18" Type="http://schemas.openxmlformats.org/officeDocument/2006/relationships/vmlDrawing" Target="../drawings/vmlDrawing39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85.wmf"/><Relationship Id="rId15" Type="http://schemas.openxmlformats.org/officeDocument/2006/relationships/oleObject" Target="../embeddings/oleObject288.bin"/><Relationship Id="rId14" Type="http://schemas.openxmlformats.org/officeDocument/2006/relationships/image" Target="../media/image284.wmf"/><Relationship Id="rId13" Type="http://schemas.openxmlformats.org/officeDocument/2006/relationships/oleObject" Target="../embeddings/oleObject287.bin"/><Relationship Id="rId12" Type="http://schemas.openxmlformats.org/officeDocument/2006/relationships/image" Target="../media/image283.wmf"/><Relationship Id="rId11" Type="http://schemas.openxmlformats.org/officeDocument/2006/relationships/oleObject" Target="../embeddings/oleObject286.bin"/><Relationship Id="rId10" Type="http://schemas.openxmlformats.org/officeDocument/2006/relationships/image" Target="../media/image282.wmf"/><Relationship Id="rId1" Type="http://schemas.openxmlformats.org/officeDocument/2006/relationships/oleObject" Target="../embeddings/oleObject28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91544" y="188640"/>
            <a:ext cx="7920880" cy="2168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4.3特殊类型函数的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不定积分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787070" y="2890788"/>
            <a:ext cx="7629836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4.3.1   三角有理函数和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  一般有理函数的不定积分 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772847" y="4120932"/>
            <a:ext cx="853244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4.3.2   关于积分公式表的注记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281610" y="1075353"/>
            <a:ext cx="7629836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4.3.1三角有理函数和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    一般有理函数的不定积分 </a:t>
            </a:r>
            <a:endParaRPr lang="zh-CN" altLang="en-US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06042" y="2436059"/>
            <a:ext cx="38881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855640" y="3200152"/>
            <a:ext cx="597666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一．三角有理函数积分的杂例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855640" y="3964755"/>
            <a:ext cx="547260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二．一般有理函数的积分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686228" y="583099"/>
            <a:ext cx="597666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三角有理函数积分的杂例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01692" y="1218595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有理函数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是指两个多项式的商．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01692" y="1830080"/>
            <a:ext cx="7650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三角有理函数（也称三角函数有理式）是指形如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34064" y="2512199"/>
          <a:ext cx="2004345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47244000" imgH="9448800" progId="Equation.DSMT4">
                  <p:embed/>
                </p:oleObj>
              </mc:Choice>
              <mc:Fallback>
                <p:oleObj name="Equation" r:id="rId1" imgW="47244000" imgH="9448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4064" y="2512199"/>
                        <a:ext cx="2004345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50618" y="2441461"/>
            <a:ext cx="5220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是一个有理函数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02198" y="3102476"/>
            <a:ext cx="6939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尽管三角有理函数总可以通过万能代换公式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15939" y="3729861"/>
          <a:ext cx="130333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3" imgW="31089600" imgH="19812000" progId="Equation.DSMT4">
                  <p:embed/>
                </p:oleObj>
              </mc:Choice>
              <mc:Fallback>
                <p:oleObj name="Equation" r:id="rId3" imgW="31089600" imgH="19812000" progId="Equation.DSMT4">
                  <p:embed/>
                  <p:pic>
                    <p:nvPicPr>
                      <p:cNvPr id="0" name="图片 107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5939" y="3729861"/>
                        <a:ext cx="1303337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643610" y="3674616"/>
          <a:ext cx="18716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Equation" r:id="rId5" imgW="45110400" imgH="20116800" progId="Equation.DSMT4">
                  <p:embed/>
                </p:oleObj>
              </mc:Choice>
              <mc:Fallback>
                <p:oleObj name="Equation" r:id="rId5" imgW="45110400" imgH="20116800" progId="Equation.DSMT4">
                  <p:embed/>
                  <p:pic>
                    <p:nvPicPr>
                      <p:cNvPr id="0" name="图片 107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3610" y="3674616"/>
                        <a:ext cx="18716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938971" y="3703191"/>
          <a:ext cx="1892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7" imgW="45415200" imgH="20116800" progId="Equation.DSMT4">
                  <p:embed/>
                </p:oleObj>
              </mc:Choice>
              <mc:Fallback>
                <p:oleObj name="Equation" r:id="rId7" imgW="45415200" imgH="20116800" progId="Equation.DSMT4">
                  <p:embed/>
                  <p:pic>
                    <p:nvPicPr>
                      <p:cNvPr id="0" name="图片 108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38971" y="3703191"/>
                        <a:ext cx="1892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198455" y="3646041"/>
          <a:ext cx="1835151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Equation" r:id="rId9" imgW="43891200" imgH="21336000" progId="Equation.DSMT4">
                  <p:embed/>
                </p:oleObj>
              </mc:Choice>
              <mc:Fallback>
                <p:oleObj name="Equation" r:id="rId9" imgW="43891200" imgH="21336000" progId="Equation.DSMT4">
                  <p:embed/>
                  <p:pic>
                    <p:nvPicPr>
                      <p:cNvPr id="0" name="图片 108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98455" y="3646041"/>
                        <a:ext cx="1835151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809046" y="4654406"/>
            <a:ext cx="8717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化为有理函数，但是如果了解一些解题的规律和经验，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47781" y="5324311"/>
            <a:ext cx="849694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大多数三角有理函数的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积分就可以更直接地获得解决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568401" y="157939"/>
            <a:ext cx="40089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 smtClean="0"/>
              <a:t>求不定积分</a:t>
            </a:r>
            <a:endParaRPr lang="zh-CN" altLang="en-US" sz="28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02877" y="1399859"/>
            <a:ext cx="147876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r>
              <a:rPr lang="en-US" sz="2800" b="1" dirty="0" smtClean="0">
                <a:ea typeface="黑体" panose="02010609060101010101" pitchFamily="49" charset="-122"/>
                <a:sym typeface="Wingdings" panose="05000000000000000000" pitchFamily="2" charset="2"/>
              </a:rPr>
              <a:t>(1)</a:t>
            </a:r>
            <a:endParaRPr lang="en-US" sz="2800" b="1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358250" y="680321"/>
          <a:ext cx="30067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72237600" imgH="13106400" progId="Equation.DSMT4">
                  <p:embed/>
                </p:oleObj>
              </mc:Choice>
              <mc:Fallback>
                <p:oleObj name="Equation" r:id="rId1" imgW="72237600" imgH="1310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58250" y="680321"/>
                        <a:ext cx="3006725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2063552" y="5167605"/>
          <a:ext cx="8321625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9" name="Equation" r:id="rId3" imgW="173431200" imgH="9753600" progId="Equation.DSMT4">
                  <p:embed/>
                </p:oleObj>
              </mc:Choice>
              <mc:Fallback>
                <p:oleObj name="Equation" r:id="rId3" imgW="173431200" imgH="9753600" progId="Equation.DSMT4">
                  <p:embed/>
                  <p:pic>
                    <p:nvPicPr>
                      <p:cNvPr id="0" name="图片 214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552" y="5167605"/>
                        <a:ext cx="8321625" cy="4680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49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5389508" y="1451893"/>
          <a:ext cx="349408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Equation" r:id="rId5" imgW="4103370" imgH="680085" progId="Equation.DSMT4">
                  <p:embed/>
                </p:oleObj>
              </mc:Choice>
              <mc:Fallback>
                <p:oleObj name="Equation" r:id="rId5" imgW="4103370" imgH="680085" progId="Equation.DSMT4">
                  <p:embed/>
                  <p:pic>
                    <p:nvPicPr>
                      <p:cNvPr id="0" name="图片 21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89508" y="1451893"/>
                        <a:ext cx="3494088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4664688" y="2131189"/>
          <a:ext cx="42973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Equation" r:id="rId7" imgW="103327200" imgH="14020800" progId="Equation.DSMT4">
                  <p:embed/>
                </p:oleObj>
              </mc:Choice>
              <mc:Fallback>
                <p:oleObj name="Equation" r:id="rId7" imgW="103327200" imgH="14020800" progId="Equation.DSMT4">
                  <p:embed/>
                  <p:pic>
                    <p:nvPicPr>
                      <p:cNvPr id="0" name="图片 215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64688" y="2131189"/>
                        <a:ext cx="4297362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4665005" y="2920176"/>
          <a:ext cx="45878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Equation" r:id="rId9" imgW="125577600" imgH="14020800" progId="Equation.DSMT4">
                  <p:embed/>
                </p:oleObj>
              </mc:Choice>
              <mc:Fallback>
                <p:oleObj name="Equation" r:id="rId9" imgW="125577600" imgH="14020800" progId="Equation.DSMT4">
                  <p:embed/>
                  <p:pic>
                    <p:nvPicPr>
                      <p:cNvPr id="0" name="图片 215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65005" y="2920176"/>
                        <a:ext cx="4587875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4664688" y="3631694"/>
          <a:ext cx="52578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11" imgW="50901600" imgH="9448800" progId="Equation.DSMT4">
                  <p:embed/>
                </p:oleObj>
              </mc:Choice>
              <mc:Fallback>
                <p:oleObj name="Equation" r:id="rId11" imgW="50901600" imgH="9448800" progId="Equation.DSMT4">
                  <p:embed/>
                  <p:pic>
                    <p:nvPicPr>
                      <p:cNvPr id="0" name="图片 215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64688" y="3631694"/>
                        <a:ext cx="5257800" cy="869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/>
        </p:nvGraphicFramePr>
        <p:xfrm>
          <a:off x="3034325" y="1400458"/>
          <a:ext cx="22098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Equation" r:id="rId13" imgW="59436000" imgH="14020800" progId="Equation.DSMT4">
                  <p:embed/>
                </p:oleObj>
              </mc:Choice>
              <mc:Fallback>
                <p:oleObj name="Equation" r:id="rId13" imgW="59436000" imgH="14020800" progId="Equation.DSMT4">
                  <p:embed/>
                  <p:pic>
                    <p:nvPicPr>
                      <p:cNvPr id="0" name="图片 215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34325" y="1400458"/>
                        <a:ext cx="2209800" cy="585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72866" y="709099"/>
          <a:ext cx="2882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" name="Equation" r:id="rId15" imgW="69189600" imgH="13106400" progId="Equation.DSMT4">
                  <p:embed/>
                </p:oleObj>
              </mc:Choice>
              <mc:Fallback>
                <p:oleObj name="Equation" r:id="rId15" imgW="69189600" imgH="13106400" progId="Equation.DSMT4">
                  <p:embed/>
                  <p:pic>
                    <p:nvPicPr>
                      <p:cNvPr id="0" name="图片 215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72866" y="709099"/>
                        <a:ext cx="28829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63552" y="4629486"/>
          <a:ext cx="4762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" name="Equation" r:id="rId17" imgW="114300000" imgH="14020800" progId="Equation.DSMT4">
                  <p:embed/>
                </p:oleObj>
              </mc:Choice>
              <mc:Fallback>
                <p:oleObj name="Equation" r:id="rId17" imgW="114300000" imgH="14020800" progId="Equation.DSMT4">
                  <p:embed/>
                  <p:pic>
                    <p:nvPicPr>
                      <p:cNvPr id="0" name="图片 215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3552" y="4629486"/>
                        <a:ext cx="4762500" cy="584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1890450" y="4400922"/>
          <a:ext cx="6113462" cy="197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70408800" imgH="22250400" progId="Equation.DSMT4">
                  <p:embed/>
                </p:oleObj>
              </mc:Choice>
              <mc:Fallback>
                <p:oleObj name="Equation" r:id="rId1" imgW="70408800" imgH="22250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0450" y="4400922"/>
                        <a:ext cx="6113462" cy="197802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4925" cap="flat" cmpd="sng">
                        <a:solidFill>
                          <a:srgbClr val="7030A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495600" y="156445"/>
          <a:ext cx="7666037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Equation" r:id="rId3" imgW="184099200" imgH="44196000" progId="Equation.DSMT4">
                  <p:embed/>
                </p:oleObj>
              </mc:Choice>
              <mc:Fallback>
                <p:oleObj name="Equation" r:id="rId3" imgW="184099200" imgH="44196000" progId="Equation.DSMT4">
                  <p:embed/>
                  <p:pic>
                    <p:nvPicPr>
                      <p:cNvPr id="0" name="图片 31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156445"/>
                        <a:ext cx="7666037" cy="1838325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/>
          <p:nvPr/>
        </p:nvGrpSpPr>
        <p:grpSpPr bwMode="auto">
          <a:xfrm>
            <a:off x="7501440" y="1837215"/>
            <a:ext cx="1006475" cy="368300"/>
            <a:chOff x="3312" y="1536"/>
            <a:chExt cx="634" cy="232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3312" y="1536"/>
              <a:ext cx="384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312" y="1536"/>
              <a:ext cx="634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0" dirty="0">
                  <a:ea typeface="华文新魏" panose="02010800040101010101" pitchFamily="2" charset="-122"/>
                </a:rPr>
                <a:t>降幂</a:t>
              </a:r>
              <a:endParaRPr lang="zh-CN" altLang="en-US" b="0" dirty="0">
                <a:ea typeface="华文新魏" panose="02010800040101010101" pitchFamily="2" charset="-122"/>
              </a:endParaRPr>
            </a:p>
          </p:txBody>
        </p:sp>
      </p:grpSp>
      <p:grpSp>
        <p:nvGrpSpPr>
          <p:cNvPr id="7" name="Group 7"/>
          <p:cNvGrpSpPr/>
          <p:nvPr/>
        </p:nvGrpSpPr>
        <p:grpSpPr bwMode="auto">
          <a:xfrm>
            <a:off x="8684443" y="1837336"/>
            <a:ext cx="1006475" cy="368300"/>
            <a:chOff x="3984" y="1536"/>
            <a:chExt cx="634" cy="232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3984" y="1536"/>
              <a:ext cx="48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3984" y="1536"/>
              <a:ext cx="634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0" dirty="0">
                  <a:ea typeface="华文新魏" panose="02010800040101010101" pitchFamily="2" charset="-122"/>
                </a:rPr>
                <a:t>拆项</a:t>
              </a:r>
              <a:endParaRPr lang="zh-CN" altLang="en-US" b="0" dirty="0">
                <a:ea typeface="华文新魏" panose="02010800040101010101" pitchFamily="2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 bwMode="auto">
          <a:xfrm>
            <a:off x="7895456" y="2205337"/>
            <a:ext cx="2095500" cy="1016001"/>
            <a:chOff x="3752" y="1683"/>
            <a:chExt cx="1320" cy="640"/>
          </a:xfrm>
        </p:grpSpPr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512" y="1683"/>
              <a:ext cx="0" cy="38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752" y="1955"/>
            <a:ext cx="132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Equation" r:id="rId5" imgW="50292000" imgH="14020800" progId="Equation.DSMT4">
                    <p:embed/>
                  </p:oleObj>
                </mc:Choice>
                <mc:Fallback>
                  <p:oleObj name="Equation" r:id="rId5" imgW="50292000" imgH="14020800" progId="Equation.DSMT4">
                    <p:embed/>
                    <p:pic>
                      <p:nvPicPr>
                        <p:cNvPr id="0" name="图片 31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752" y="1955"/>
                          <a:ext cx="1320" cy="3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Box 13"/>
          <p:cNvSpPr txBox="1"/>
          <p:nvPr/>
        </p:nvSpPr>
        <p:spPr>
          <a:xfrm>
            <a:off x="1631504" y="332656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0"/>
          <p:cNvGrpSpPr/>
          <p:nvPr/>
        </p:nvGrpSpPr>
        <p:grpSpPr bwMode="auto">
          <a:xfrm>
            <a:off x="7355815" y="3153192"/>
            <a:ext cx="3175000" cy="1136651"/>
            <a:chOff x="3412" y="1683"/>
            <a:chExt cx="2000" cy="716"/>
          </a:xfrm>
        </p:grpSpPr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4512" y="1683"/>
              <a:ext cx="0" cy="38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" name="Object 12"/>
            <p:cNvGraphicFramePr>
              <a:graphicFrameLocks noChangeAspect="1"/>
            </p:cNvGraphicFramePr>
            <p:nvPr/>
          </p:nvGraphicFramePr>
          <p:xfrm>
            <a:off x="3412" y="1879"/>
            <a:ext cx="2000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Equation" r:id="rId7" imgW="76200000" imgH="19812000" progId="Equation.DSMT4">
                    <p:embed/>
                  </p:oleObj>
                </mc:Choice>
                <mc:Fallback>
                  <p:oleObj name="Equation" r:id="rId7" imgW="76200000" imgH="19812000" progId="Equation.DSMT4">
                    <p:embed/>
                    <p:pic>
                      <p:nvPicPr>
                        <p:cNvPr id="0" name="图片 31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12" y="1879"/>
                          <a:ext cx="2000" cy="5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351714" y="327983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 smtClean="0"/>
              <a:t>求</a:t>
            </a:r>
            <a:endParaRPr lang="zh-CN" altLang="en-US" sz="28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351584" y="1176659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957312" y="328300"/>
          <a:ext cx="24003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57607200" imgH="13411200" progId="Equation.DSMT4">
                  <p:embed/>
                </p:oleObj>
              </mc:Choice>
              <mc:Fallback>
                <p:oleObj name="Equation" r:id="rId1" imgW="57607200" imgH="13411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7312" y="328300"/>
                        <a:ext cx="2400300" cy="557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 descr="大纸屑"/>
          <p:cNvGraphicFramePr>
            <a:graphicFrameLocks noChangeAspect="1"/>
          </p:cNvGraphicFramePr>
          <p:nvPr/>
        </p:nvGraphicFramePr>
        <p:xfrm>
          <a:off x="2763307" y="4116824"/>
          <a:ext cx="574020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Equation" r:id="rId3" imgW="137769600" imgH="19812000" progId="Equation.DSMT4">
                  <p:embed/>
                </p:oleObj>
              </mc:Choice>
              <mc:Fallback>
                <p:oleObj name="Equation" r:id="rId3" imgW="137769600" imgH="19812000" progId="Equation.DSMT4">
                  <p:embed/>
                  <p:pic>
                    <p:nvPicPr>
                      <p:cNvPr id="0" name="图片 4158" descr="大纸屑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63307" y="4116824"/>
                        <a:ext cx="5740200" cy="82548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34925" cap="flat" cmpd="sng">
                        <a:noFill/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081012" y="967110"/>
          <a:ext cx="5105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Equation" r:id="rId5" imgW="122529600" imgH="21336000" progId="Equation.DSMT4">
                  <p:embed/>
                </p:oleObj>
              </mc:Choice>
              <mc:Fallback>
                <p:oleObj name="Equation" r:id="rId5" imgW="122529600" imgH="21336000" progId="Equation.DSMT4">
                  <p:embed/>
                  <p:pic>
                    <p:nvPicPr>
                      <p:cNvPr id="0" name="图片 41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1012" y="967110"/>
                        <a:ext cx="5105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864794" y="2068835"/>
          <a:ext cx="55387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Equation" r:id="rId7" imgW="132892800" imgH="18897600" progId="Equation.DSMT4">
                  <p:embed/>
                </p:oleObj>
              </mc:Choice>
              <mc:Fallback>
                <p:oleObj name="Equation" r:id="rId7" imgW="132892800" imgH="18897600" progId="Equation.DSMT4">
                  <p:embed/>
                  <p:pic>
                    <p:nvPicPr>
                      <p:cNvPr id="0" name="图片 416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64794" y="2068835"/>
                        <a:ext cx="5538788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216199" y="3086105"/>
          <a:ext cx="3365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Equation" r:id="rId9" imgW="80772000" imgH="19202400" progId="Equation.DSMT4">
                  <p:embed/>
                </p:oleObj>
              </mc:Choice>
              <mc:Fallback>
                <p:oleObj name="Equation" r:id="rId9" imgW="80772000" imgH="19202400" progId="Equation.DSMT4">
                  <p:embed/>
                  <p:pic>
                    <p:nvPicPr>
                      <p:cNvPr id="0" name="图片 416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6199" y="3086105"/>
                        <a:ext cx="3365500" cy="80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1078147" y="5353010"/>
          <a:ext cx="10252801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Equation" r:id="rId11" imgW="217017600" imgH="10668000" progId="Equation.DSMT4">
                  <p:embed/>
                </p:oleObj>
              </mc:Choice>
              <mc:Fallback>
                <p:oleObj name="Equation" r:id="rId11" imgW="217017600" imgH="10668000" progId="Equation.DSMT4">
                  <p:embed/>
                  <p:pic>
                    <p:nvPicPr>
                      <p:cNvPr id="0" name="图片 416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78147" y="5353010"/>
                        <a:ext cx="10252801" cy="5040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1750"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70604" y="481013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</a:t>
            </a:r>
            <a:r>
              <a:rPr lang="zh-CN" altLang="en-US" sz="2800" b="1" dirty="0"/>
              <a:t>求</a:t>
            </a:r>
            <a:endParaRPr lang="zh-CN" altLang="en-US" sz="2800" b="1" dirty="0"/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999656" y="1329532"/>
          <a:ext cx="22574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54254400" imgH="20116800" progId="Equation.DSMT4">
                  <p:embed/>
                </p:oleObj>
              </mc:Choice>
              <mc:Fallback>
                <p:oleObj name="Equation" r:id="rId1" imgW="54254400" imgH="20116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99656" y="1329532"/>
                        <a:ext cx="225742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880485" y="296863"/>
          <a:ext cx="2414588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name="Equation" r:id="rId3" imgW="57912000" imgH="21336000" progId="Equation.DSMT4">
                  <p:embed/>
                </p:oleObj>
              </mc:Choice>
              <mc:Fallback>
                <p:oleObj name="Equation" r:id="rId3" imgW="57912000" imgH="21336000" progId="Equation.DSMT4">
                  <p:embed/>
                  <p:pic>
                    <p:nvPicPr>
                      <p:cNvPr id="0" name="图片 517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0485" y="296863"/>
                        <a:ext cx="2414588" cy="890587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913811" y="4592553"/>
          <a:ext cx="8982766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8" name="Equation" r:id="rId5" imgW="102717600" imgH="16459200" progId="Equation.DSMT4">
                  <p:embed/>
                </p:oleObj>
              </mc:Choice>
              <mc:Fallback>
                <p:oleObj name="Equation" r:id="rId5" imgW="102717600" imgH="16459200" progId="Equation.DSMT4">
                  <p:embed/>
                  <p:pic>
                    <p:nvPicPr>
                      <p:cNvPr id="0" name="图片 517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3811" y="4592553"/>
                        <a:ext cx="8982766" cy="14400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4925" cap="flat" cmpd="sng">
                        <a:solidFill>
                          <a:srgbClr val="7030A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351428" y="1489076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37426" y="3541142"/>
          <a:ext cx="646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name="Equation" r:id="rId7" imgW="155143200" imgH="19812000" progId="Equation.DSMT4">
                  <p:embed/>
                </p:oleObj>
              </mc:Choice>
              <mc:Fallback>
                <p:oleObj name="Equation" r:id="rId7" imgW="155143200" imgH="19812000" progId="Equation.DSMT4">
                  <p:embed/>
                  <p:pic>
                    <p:nvPicPr>
                      <p:cNvPr id="0" name="图片 517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7426" y="3541142"/>
                        <a:ext cx="6464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37808" y="2368947"/>
          <a:ext cx="6731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Equation" r:id="rId9" imgW="161544000" imgH="24993600" progId="Equation.DSMT4">
                  <p:embed/>
                </p:oleObj>
              </mc:Choice>
              <mc:Fallback>
                <p:oleObj name="Equation" r:id="rId9" imgW="161544000" imgH="24993600" progId="Equation.DSMT4">
                  <p:embed/>
                  <p:pic>
                    <p:nvPicPr>
                      <p:cNvPr id="0" name="图片 517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37808" y="2368947"/>
                        <a:ext cx="67310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333122" y="1336517"/>
          <a:ext cx="5041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" name="Equation" r:id="rId11" imgW="121005600" imgH="21640800" progId="Equation.DSMT4">
                  <p:embed/>
                </p:oleObj>
              </mc:Choice>
              <mc:Fallback>
                <p:oleObj name="Equation" r:id="rId11" imgW="121005600" imgH="21640800" progId="Equation.DSMT4">
                  <p:embed/>
                  <p:pic>
                    <p:nvPicPr>
                      <p:cNvPr id="0" name="图片 518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33122" y="1336517"/>
                        <a:ext cx="50419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38045" y="5054600"/>
            <a:ext cx="7308215" cy="13684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7030A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57355" y="207168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求</a:t>
            </a:r>
            <a:r>
              <a:rPr lang="zh-CN" altLang="en-US" sz="2800" b="1" dirty="0">
                <a:ea typeface="黑体" panose="02010609060101010101" pitchFamily="49" charset="-122"/>
              </a:rPr>
              <a:t>积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19295" y="1484313"/>
          <a:ext cx="38798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71018400" imgH="14020800" progId="Equation.DSMT4">
                  <p:embed/>
                </p:oleObj>
              </mc:Choice>
              <mc:Fallback>
                <p:oleObj name="Equation" r:id="rId1" imgW="71018400" imgH="14020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9295" y="1484313"/>
                        <a:ext cx="3879850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809078" y="2904118"/>
          <a:ext cx="39957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" name="Equation" r:id="rId3" imgW="96012000" imgH="14020800" progId="Equation.DSMT4">
                  <p:embed/>
                </p:oleObj>
              </mc:Choice>
              <mc:Fallback>
                <p:oleObj name="Equation" r:id="rId3" imgW="96012000" imgH="14020800" progId="Equation.DSMT4">
                  <p:embed/>
                  <p:pic>
                    <p:nvPicPr>
                      <p:cNvPr id="0" name="图片 629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09078" y="2904118"/>
                        <a:ext cx="3995738" cy="582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24105" y="792083"/>
          <a:ext cx="2095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5" imgW="50292000" imgH="14020800" progId="Equation.DSMT4">
                  <p:embed/>
                </p:oleObj>
              </mc:Choice>
              <mc:Fallback>
                <p:oleObj name="Equation" r:id="rId5" imgW="50292000" imgH="14020800" progId="Equation.DSMT4">
                  <p:embed/>
                  <p:pic>
                    <p:nvPicPr>
                      <p:cNvPr id="0" name="图片 629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4105" y="792083"/>
                        <a:ext cx="2095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41948" y="797698"/>
          <a:ext cx="299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" name="Equation" r:id="rId7" imgW="71932800" imgH="14020800" progId="Equation.DSMT4">
                  <p:embed/>
                </p:oleObj>
              </mc:Choice>
              <mc:Fallback>
                <p:oleObj name="Equation" r:id="rId7" imgW="71932800" imgH="14020800" progId="Equation.DSMT4">
                  <p:embed/>
                  <p:pic>
                    <p:nvPicPr>
                      <p:cNvPr id="0" name="图片 629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41948" y="797698"/>
                        <a:ext cx="2997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747830" y="1439053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423592" y="1439053"/>
          <a:ext cx="2095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6" name="Equation" r:id="rId9" imgW="50292000" imgH="14020800" progId="Equation.DSMT4">
                  <p:embed/>
                </p:oleObj>
              </mc:Choice>
              <mc:Fallback>
                <p:oleObj name="Equation" r:id="rId9" imgW="50292000" imgH="14020800" progId="Equation.DSMT4">
                  <p:embed/>
                  <p:pic>
                    <p:nvPicPr>
                      <p:cNvPr id="0" name="图片 62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3592" y="1439053"/>
                        <a:ext cx="2095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565968" y="2022793"/>
          <a:ext cx="44815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Equation" r:id="rId10" imgW="81991200" imgH="19812000" progId="Equation.DSMT4">
                  <p:embed/>
                </p:oleObj>
              </mc:Choice>
              <mc:Fallback>
                <p:oleObj name="Equation" r:id="rId10" imgW="81991200" imgH="19812000" progId="Equation.DSMT4">
                  <p:embed/>
                  <p:pic>
                    <p:nvPicPr>
                      <p:cNvPr id="0" name="图片 6296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65968" y="2022793"/>
                        <a:ext cx="4481512" cy="823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757052" y="2869193"/>
          <a:ext cx="2997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12" imgW="71932800" imgH="14020800" progId="Equation.DSMT4">
                  <p:embed/>
                </p:oleObj>
              </mc:Choice>
              <mc:Fallback>
                <p:oleObj name="Equation" r:id="rId12" imgW="71932800" imgH="14020800" progId="Equation.DSMT4">
                  <p:embed/>
                  <p:pic>
                    <p:nvPicPr>
                      <p:cNvPr id="0" name="图片 629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57052" y="2869193"/>
                        <a:ext cx="2997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809078" y="3487802"/>
          <a:ext cx="373062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13" imgW="89611200" imgH="15544800" progId="Equation.DSMT4">
                  <p:embed/>
                </p:oleObj>
              </mc:Choice>
              <mc:Fallback>
                <p:oleObj name="Equation" r:id="rId13" imgW="89611200" imgH="15544800" progId="Equation.DSMT4">
                  <p:embed/>
                  <p:pic>
                    <p:nvPicPr>
                      <p:cNvPr id="0" name="图片 62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09078" y="3487802"/>
                        <a:ext cx="3730625" cy="646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754468" y="4193277"/>
          <a:ext cx="470693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15" imgW="113080800" imgH="20116800" progId="Equation.DSMT4">
                  <p:embed/>
                </p:oleObj>
              </mc:Choice>
              <mc:Fallback>
                <p:oleObj name="Equation" r:id="rId15" imgW="113080800" imgH="20116800" progId="Equation.DSMT4">
                  <p:embed/>
                  <p:pic>
                    <p:nvPicPr>
                      <p:cNvPr id="0" name="图片 62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54468" y="4193277"/>
                        <a:ext cx="4706937" cy="836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351584" y="5221667"/>
          <a:ext cx="4978401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17" imgW="119481600" imgH="14020800" progId="Equation.DSMT4">
                  <p:embed/>
                </p:oleObj>
              </mc:Choice>
              <mc:Fallback>
                <p:oleObj name="Equation" r:id="rId17" imgW="119481600" imgH="14020800" progId="Equation.DSMT4">
                  <p:embed/>
                  <p:pic>
                    <p:nvPicPr>
                      <p:cNvPr id="0" name="图片 63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51584" y="5221667"/>
                        <a:ext cx="4978401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351405" y="5805805"/>
          <a:ext cx="6404914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" name="Equation" r:id="rId19" imgW="145999200" imgH="10668000" progId="Equation.DSMT4">
                  <p:embed/>
                </p:oleObj>
              </mc:Choice>
              <mc:Fallback>
                <p:oleObj name="Equation" r:id="rId19" imgW="145999200" imgH="10668000" progId="Equation.DSMT4">
                  <p:embed/>
                  <p:pic>
                    <p:nvPicPr>
                      <p:cNvPr id="0" name="图片 630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51405" y="5805805"/>
                        <a:ext cx="6404914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014530" y="188753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求</a:t>
            </a:r>
            <a:r>
              <a:rPr lang="zh-CN" altLang="en-US" sz="2800" b="1" dirty="0">
                <a:ea typeface="黑体" panose="02010609060101010101" pitchFamily="49" charset="-122"/>
              </a:rPr>
              <a:t>积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分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115842" y="33803"/>
          <a:ext cx="1765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42367200" imgH="20116800" progId="Equation.DSMT4">
                  <p:embed/>
                </p:oleObj>
              </mc:Choice>
              <mc:Fallback>
                <p:oleObj name="Equation" r:id="rId1" imgW="42367200" imgH="20116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5842" y="33803"/>
                        <a:ext cx="1765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211245" y="1026303"/>
          <a:ext cx="1765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5" name="Equation" r:id="rId3" imgW="42367200" imgH="20116800" progId="Equation.DSMT4">
                  <p:embed/>
                </p:oleObj>
              </mc:Choice>
              <mc:Fallback>
                <p:oleObj name="Equation" r:id="rId3" imgW="42367200" imgH="20116800" progId="Equation.DSMT4">
                  <p:embed/>
                  <p:pic>
                    <p:nvPicPr>
                      <p:cNvPr id="0" name="图片 730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1245" y="1026303"/>
                        <a:ext cx="1765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178478" y="1024398"/>
          <a:ext cx="44275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6" name="Equation" r:id="rId5" imgW="106070400" imgH="20116800" progId="Equation.DSMT4">
                  <p:embed/>
                </p:oleObj>
              </mc:Choice>
              <mc:Fallback>
                <p:oleObj name="Equation" r:id="rId5" imgW="106070400" imgH="20116800" progId="Equation.DSMT4">
                  <p:embed/>
                  <p:pic>
                    <p:nvPicPr>
                      <p:cNvPr id="0" name="图片 730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78478" y="1024398"/>
                        <a:ext cx="44275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23592" y="2060848"/>
          <a:ext cx="41783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7" name="Equation" r:id="rId7" imgW="100279200" imgH="24384000" progId="Equation.DSMT4">
                  <p:embed/>
                </p:oleObj>
              </mc:Choice>
              <mc:Fallback>
                <p:oleObj name="Equation" r:id="rId7" imgW="100279200" imgH="24384000" progId="Equation.DSMT4">
                  <p:embed/>
                  <p:pic>
                    <p:nvPicPr>
                      <p:cNvPr id="0" name="图片 73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3592" y="2060848"/>
                        <a:ext cx="4178300" cy="1009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44730" y="3068960"/>
          <a:ext cx="2070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8" name="Equation" r:id="rId9" imgW="49682400" imgH="25603200" progId="Equation.DSMT4">
                  <p:embed/>
                </p:oleObj>
              </mc:Choice>
              <mc:Fallback>
                <p:oleObj name="Equation" r:id="rId9" imgW="49682400" imgH="25603200" progId="Equation.DSMT4">
                  <p:embed/>
                  <p:pic>
                    <p:nvPicPr>
                      <p:cNvPr id="0" name="图片 730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44730" y="3068960"/>
                        <a:ext cx="20701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506908" y="3011557"/>
          <a:ext cx="3421063" cy="108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9" name="Equation" r:id="rId11" imgW="82296000" imgH="26212800" progId="Equation.DSMT4">
                  <p:embed/>
                </p:oleObj>
              </mc:Choice>
              <mc:Fallback>
                <p:oleObj name="Equation" r:id="rId11" imgW="82296000" imgH="26212800" progId="Equation.DSMT4">
                  <p:embed/>
                  <p:pic>
                    <p:nvPicPr>
                      <p:cNvPr id="0" name="图片 730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06908" y="3011557"/>
                        <a:ext cx="3421063" cy="1085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344730" y="4103816"/>
          <a:ext cx="3987800" cy="108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0" name="Equation" r:id="rId13" imgW="95707200" imgH="26212800" progId="Equation.DSMT4">
                  <p:embed/>
                </p:oleObj>
              </mc:Choice>
              <mc:Fallback>
                <p:oleObj name="Equation" r:id="rId13" imgW="95707200" imgH="26212800" progId="Equation.DSMT4">
                  <p:embed/>
                  <p:pic>
                    <p:nvPicPr>
                      <p:cNvPr id="0" name="图片 730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44730" y="4103816"/>
                        <a:ext cx="3987800" cy="1085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2014533" y="1181402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24165" y="5252189"/>
            <a:ext cx="12553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endParaRPr lang="zh-CN" altLang="en-US" sz="28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523365" y="5774055"/>
          <a:ext cx="8905875" cy="454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1" name="Equation" r:id="rId15" imgW="206044800" imgH="9144000" progId="Equation.DSMT4">
                  <p:embed/>
                </p:oleObj>
              </mc:Choice>
              <mc:Fallback>
                <p:oleObj name="Equation" r:id="rId15" imgW="206044800" imgH="9144000" progId="Equation.DSMT4">
                  <p:embed/>
                  <p:pic>
                    <p:nvPicPr>
                      <p:cNvPr id="0" name="图片 731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23365" y="5774055"/>
                        <a:ext cx="8905875" cy="45466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3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2669943" y="5251554"/>
            <a:ext cx="77594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以下三角公式可用以将函数化作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二次齐次型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682224" y="2007637"/>
          <a:ext cx="274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" name="Equation" r:id="rId17" imgW="65836800" imgH="20116800" progId="Equation.DSMT4">
                  <p:embed/>
                </p:oleObj>
              </mc:Choice>
              <mc:Fallback>
                <p:oleObj name="Equation" r:id="rId17" imgW="65836800" imgH="20116800" progId="Equation.DSMT4">
                  <p:embed/>
                  <p:pic>
                    <p:nvPicPr>
                      <p:cNvPr id="0" name="图片 731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82224" y="2007637"/>
                        <a:ext cx="2743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ldLvl="0" animBg="1"/>
      <p:bldP spid="3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1777415" y="124252"/>
            <a:ext cx="547260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一般有理函数的积分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4065905" y="1270000"/>
          <a:ext cx="1979295" cy="1026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19507200" imgH="10058400" progId="Equation.DSMT4">
                  <p:embed/>
                </p:oleObj>
              </mc:Choice>
              <mc:Fallback>
                <p:oleObj name="Equation" r:id="rId1" imgW="19507200" imgH="10058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65905" y="1270000"/>
                        <a:ext cx="1979295" cy="1026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6045277" y="1347723"/>
          <a:ext cx="4140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3" imgW="99364800" imgH="19812000" progId="Equation.DSMT4">
                  <p:embed/>
                </p:oleObj>
              </mc:Choice>
              <mc:Fallback>
                <p:oleObj name="Equation" r:id="rId3" imgW="99364800" imgH="19812000" progId="Equation.DSMT4">
                  <p:embed/>
                  <p:pic>
                    <p:nvPicPr>
                      <p:cNvPr id="0" name="图片 82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45277" y="1347723"/>
                        <a:ext cx="4140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5"/>
          <p:cNvGraphicFramePr>
            <a:graphicFrameLocks noChangeAspect="1"/>
          </p:cNvGraphicFramePr>
          <p:nvPr/>
        </p:nvGraphicFramePr>
        <p:xfrm>
          <a:off x="6450558" y="1201950"/>
          <a:ext cx="3035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Equation" r:id="rId5" imgW="72847200" imgH="11277600" progId="Equation.DSMT4">
                  <p:embed/>
                </p:oleObj>
              </mc:Choice>
              <mc:Fallback>
                <p:oleObj name="Equation" r:id="rId5" imgW="72847200" imgH="11277600" progId="Equation.DSMT4">
                  <p:embed/>
                  <p:pic>
                    <p:nvPicPr>
                      <p:cNvPr id="0" name="图片 82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50558" y="1201950"/>
                        <a:ext cx="30353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6450558" y="1841179"/>
          <a:ext cx="3086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Equation" r:id="rId7" imgW="74066400" imgH="11277600" progId="Equation.DSMT4">
                  <p:embed/>
                </p:oleObj>
              </mc:Choice>
              <mc:Fallback>
                <p:oleObj name="Equation" r:id="rId7" imgW="74066400" imgH="11277600" progId="Equation.DSMT4">
                  <p:embed/>
                  <p:pic>
                    <p:nvPicPr>
                      <p:cNvPr id="0" name="图片 829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50558" y="1841179"/>
                        <a:ext cx="30861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2084846" y="1403188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有理函数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8" name="Object 3"/>
          <p:cNvGraphicFramePr>
            <a:graphicFrameLocks noChangeAspect="1"/>
          </p:cNvGraphicFramePr>
          <p:nvPr/>
        </p:nvGraphicFramePr>
        <p:xfrm>
          <a:off x="2196516" y="2473536"/>
          <a:ext cx="1816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公式" r:id="rId9" imgW="43586400" imgH="9753600" progId="Equation.3">
                  <p:embed/>
                </p:oleObj>
              </mc:Choice>
              <mc:Fallback>
                <p:oleObj name="公式" r:id="rId9" imgW="43586400" imgH="9753600" progId="Equation.3">
                  <p:embed/>
                  <p:pic>
                    <p:nvPicPr>
                      <p:cNvPr id="0" name="图片 83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6516" y="2473536"/>
                        <a:ext cx="1816100" cy="404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 Box 4"/>
          <p:cNvSpPr txBox="1">
            <a:spLocks noChangeArrowheads="1"/>
          </p:cNvSpPr>
          <p:nvPr/>
        </p:nvSpPr>
        <p:spPr bwMode="auto">
          <a:xfrm>
            <a:off x="4065956" y="2421149"/>
            <a:ext cx="381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这有理函数是</a:t>
            </a: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真分式</a:t>
            </a:r>
            <a:r>
              <a:rPr lang="zh-CN" altLang="en-US" sz="2800" b="1"/>
              <a:t>；</a:t>
            </a:r>
            <a:endParaRPr lang="zh-CN" altLang="en-US" sz="2800" b="1"/>
          </a:p>
        </p:txBody>
      </p:sp>
      <p:graphicFrame>
        <p:nvGraphicFramePr>
          <p:cNvPr id="50" name="Object 5"/>
          <p:cNvGraphicFramePr>
            <a:graphicFrameLocks noChangeAspect="1"/>
          </p:cNvGraphicFramePr>
          <p:nvPr/>
        </p:nvGraphicFramePr>
        <p:xfrm>
          <a:off x="2177492" y="3020788"/>
          <a:ext cx="1854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公式" r:id="rId11" imgW="44500800" imgH="9753600" progId="Equation.3">
                  <p:embed/>
                </p:oleObj>
              </mc:Choice>
              <mc:Fallback>
                <p:oleObj name="公式" r:id="rId11" imgW="44500800" imgH="9753600" progId="Equation.3">
                  <p:embed/>
                  <p:pic>
                    <p:nvPicPr>
                      <p:cNvPr id="0" name="图片 83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77492" y="3020788"/>
                        <a:ext cx="1854200" cy="404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4065982" y="2941096"/>
            <a:ext cx="3810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这有理函数是</a:t>
            </a:r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</a:rPr>
              <a:t>假分式</a:t>
            </a:r>
            <a:r>
              <a:rPr lang="zh-CN" altLang="en-US" sz="2800" b="1"/>
              <a:t>；</a:t>
            </a:r>
            <a:endParaRPr lang="zh-CN" altLang="en-US" sz="2800" b="1"/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2196542" y="3510373"/>
            <a:ext cx="70866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/>
              <a:t>        </a:t>
            </a:r>
            <a:r>
              <a:rPr lang="zh-CN" altLang="en-US" sz="2800" b="1" dirty="0"/>
              <a:t>利用</a:t>
            </a:r>
            <a:r>
              <a:rPr lang="zh-CN" altLang="en-US" sz="2800" b="1" dirty="0">
                <a:solidFill>
                  <a:srgbClr val="7030A0"/>
                </a:solidFill>
              </a:rPr>
              <a:t>多项式</a:t>
            </a:r>
            <a:r>
              <a:rPr lang="zh-CN" altLang="en-US" sz="2800" b="1" dirty="0" smtClean="0">
                <a:solidFill>
                  <a:srgbClr val="7030A0"/>
                </a:solidFill>
              </a:rPr>
              <a:t>除法</a:t>
            </a:r>
            <a:r>
              <a:rPr lang="en-US" altLang="zh-CN" sz="2800" b="1" dirty="0" smtClean="0"/>
              <a:t>(</a:t>
            </a:r>
            <a:r>
              <a:rPr lang="zh-CN" altLang="en-US" sz="2800" b="1" dirty="0" smtClean="0"/>
              <a:t>见阅读材料</a:t>
            </a:r>
            <a:r>
              <a:rPr lang="en-US" altLang="zh-CN" sz="2800" b="1" dirty="0" smtClean="0"/>
              <a:t>1.2),  </a:t>
            </a:r>
            <a:r>
              <a:rPr lang="zh-CN" altLang="en-US" sz="2800" b="1" dirty="0"/>
              <a:t>假分式可以化成一个多项式和一个真分式之和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sp>
        <p:nvSpPr>
          <p:cNvPr id="53" name="Text Box 8"/>
          <p:cNvSpPr txBox="1">
            <a:spLocks noChangeArrowheads="1"/>
          </p:cNvSpPr>
          <p:nvPr/>
        </p:nvSpPr>
        <p:spPr bwMode="auto">
          <a:xfrm>
            <a:off x="2006042" y="4858796"/>
            <a:ext cx="800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</a:rPr>
              <a:t>例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graphicFrame>
        <p:nvGraphicFramePr>
          <p:cNvPr id="54" name="Object 9"/>
          <p:cNvGraphicFramePr>
            <a:graphicFrameLocks noChangeAspect="1"/>
          </p:cNvGraphicFramePr>
          <p:nvPr/>
        </p:nvGraphicFramePr>
        <p:xfrm>
          <a:off x="2806142" y="4547963"/>
          <a:ext cx="1562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公式" r:id="rId13" imgW="37490400" imgH="22250400" progId="Equation.3">
                  <p:embed/>
                </p:oleObj>
              </mc:Choice>
              <mc:Fallback>
                <p:oleObj name="公式" r:id="rId13" imgW="37490400" imgH="22250400" progId="Equation.3">
                  <p:embed/>
                  <p:pic>
                    <p:nvPicPr>
                      <p:cNvPr id="0" name="图片 83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06142" y="4547963"/>
                        <a:ext cx="15621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0"/>
          <p:cNvGraphicFramePr>
            <a:graphicFrameLocks noChangeAspect="1"/>
          </p:cNvGraphicFramePr>
          <p:nvPr/>
        </p:nvGraphicFramePr>
        <p:xfrm>
          <a:off x="4456507" y="4577808"/>
          <a:ext cx="1993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公式" r:id="rId15" imgW="47853600" imgH="21336000" progId="Equation.3">
                  <p:embed/>
                </p:oleObj>
              </mc:Choice>
              <mc:Fallback>
                <p:oleObj name="公式" r:id="rId15" imgW="47853600" imgH="21336000" progId="Equation.3">
                  <p:embed/>
                  <p:pic>
                    <p:nvPicPr>
                      <p:cNvPr id="0" name="图片 83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56507" y="4577808"/>
                        <a:ext cx="1993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1"/>
          <p:cNvSpPr txBox="1">
            <a:spLocks noChangeArrowheads="1"/>
          </p:cNvSpPr>
          <p:nvPr/>
        </p:nvSpPr>
        <p:spPr bwMode="auto">
          <a:xfrm>
            <a:off x="2084782" y="5800818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难点</a:t>
            </a:r>
            <a:r>
              <a:rPr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:</a:t>
            </a:r>
            <a:endParaRPr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57" name="Text Box 12"/>
          <p:cNvSpPr txBox="1">
            <a:spLocks noChangeArrowheads="1"/>
          </p:cNvSpPr>
          <p:nvPr/>
        </p:nvSpPr>
        <p:spPr bwMode="auto">
          <a:xfrm>
            <a:off x="3110942" y="5801136"/>
            <a:ext cx="541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将有理函数化为部分分式之和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58" name="TextBox 57"/>
          <p:cNvSpPr txBox="1"/>
          <p:nvPr/>
        </p:nvSpPr>
        <p:spPr>
          <a:xfrm>
            <a:off x="1828877" y="763860"/>
            <a:ext cx="35168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1.有理函数的积分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49" grpId="0" autoUpdateAnimBg="0"/>
      <p:bldP spid="51" grpId="0" autoUpdateAnimBg="0"/>
      <p:bldP spid="52" grpId="0" autoUpdateAnimBg="0"/>
      <p:bldP spid="53" grpId="0" autoUpdateAnimBg="0"/>
      <p:bldP spid="56" grpId="0" autoUpdateAnimBg="0"/>
      <p:bldP spid="5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 bwMode="auto">
          <a:xfrm>
            <a:off x="1925440" y="1528763"/>
            <a:ext cx="7239000" cy="522288"/>
            <a:chOff x="441" y="1619"/>
            <a:chExt cx="4560" cy="329"/>
          </a:xfrm>
        </p:grpSpPr>
        <p:sp>
          <p:nvSpPr>
            <p:cNvPr id="3" name="Text Box 2"/>
            <p:cNvSpPr txBox="1">
              <a:spLocks noChangeArrowheads="1"/>
            </p:cNvSpPr>
            <p:nvPr/>
          </p:nvSpPr>
          <p:spPr bwMode="auto">
            <a:xfrm>
              <a:off x="441" y="1619"/>
              <a:ext cx="456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（</a:t>
              </a:r>
              <a:r>
                <a:rPr lang="en-US" altLang="zh-CN" sz="2800" b="1" dirty="0"/>
                <a:t>1</a:t>
              </a:r>
              <a:r>
                <a:rPr lang="zh-CN" altLang="en-US" sz="2800" b="1" dirty="0"/>
                <a:t>）分母中若有因</a:t>
              </a:r>
              <a:r>
                <a:rPr lang="zh-CN" altLang="en-US" sz="2800" b="1" dirty="0" smtClean="0"/>
                <a:t>式              </a:t>
              </a:r>
              <a:r>
                <a:rPr lang="zh-CN" altLang="en-US" sz="2800" b="1" dirty="0"/>
                <a:t>，则分解后为</a:t>
              </a:r>
              <a:endParaRPr lang="zh-CN" altLang="en-US" sz="2800" b="1" dirty="0"/>
            </a:p>
          </p:txBody>
        </p:sp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2680" y="1637"/>
            <a:ext cx="77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公式" r:id="rId1" imgW="29565600" imgH="11887200" progId="Equation.3">
                    <p:embed/>
                  </p:oleObj>
                </mc:Choice>
                <mc:Fallback>
                  <p:oleObj name="公式" r:id="rId1" imgW="29565600" imgH="11887200" progId="Equation.3">
                    <p:embed/>
                    <p:pic>
                      <p:nvPicPr>
                        <p:cNvPr id="0" name="图片 1126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80" y="1637"/>
                          <a:ext cx="776" cy="3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92557" y="2323465"/>
          <a:ext cx="5105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公式" r:id="rId3" imgW="122529600" imgH="23164800" progId="Equation.3">
                  <p:embed/>
                </p:oleObj>
              </mc:Choice>
              <mc:Fallback>
                <p:oleObj name="公式" r:id="rId3" imgW="122529600" imgH="23164800" progId="Equation.3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2557" y="2323465"/>
                        <a:ext cx="5105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855590" y="685483"/>
            <a:ext cx="7532370" cy="5835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有理函数化为部分分式之和的一般规律：</a:t>
            </a:r>
            <a:endParaRPr lang="zh-CN" altLang="en-US" sz="3200" b="1" dirty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92557" y="3556635"/>
          <a:ext cx="48196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文档" r:id="rId5" imgW="9039225" imgH="1143000" progId="Word.Document.8">
                  <p:embed/>
                </p:oleObj>
              </mc:Choice>
              <mc:Fallback>
                <p:oleObj name="文档" r:id="rId5" imgW="9039225" imgH="1143000" progId="Word.Document.8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2557" y="3556635"/>
                        <a:ext cx="481965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670612" y="4434205"/>
            <a:ext cx="190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特殊地：</a:t>
            </a:r>
            <a:endParaRPr lang="zh-CN" altLang="en-US" sz="2800" b="1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211757" y="4498975"/>
          <a:ext cx="889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公式" r:id="rId7" imgW="21336000" imgH="9448800" progId="Equation.3">
                  <p:embed/>
                </p:oleObj>
              </mc:Choice>
              <mc:Fallback>
                <p:oleObj name="公式" r:id="rId7" imgW="21336000" imgH="9448800" progId="Equation.3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11757" y="4498975"/>
                        <a:ext cx="889000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293162" y="4434205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分解后为</a:t>
            </a:r>
            <a:endParaRPr lang="zh-CN" altLang="en-US" sz="2800" b="1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022267" y="4166235"/>
          <a:ext cx="977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公式" r:id="rId9" imgW="23469600" imgH="21336000" progId="Equation.3">
                  <p:embed/>
                </p:oleObj>
              </mc:Choice>
              <mc:Fallback>
                <p:oleObj name="公式" r:id="rId9" imgW="23469600" imgH="21336000" progId="Equation.3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22267" y="4166235"/>
                        <a:ext cx="977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5911652" y="2305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2743200" imgH="5181600" progId="Equation.3">
                  <p:embed/>
                </p:oleObj>
              </mc:Choice>
              <mc:Fallback>
                <p:oleObj name="Equation" r:id="rId11" imgW="2743200" imgH="5181600" progId="Equation.3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11652" y="2305050"/>
                        <a:ext cx="114300" cy="21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 bwMode="auto">
          <a:xfrm>
            <a:off x="2106930" y="713105"/>
            <a:ext cx="7010400" cy="1154705"/>
            <a:chOff x="624" y="727"/>
            <a:chExt cx="4416" cy="734"/>
          </a:xfrm>
        </p:grpSpPr>
        <p:sp>
          <p:nvSpPr>
            <p:cNvPr id="3" name="Text Box 2"/>
            <p:cNvSpPr txBox="1">
              <a:spLocks noChangeArrowheads="1"/>
            </p:cNvSpPr>
            <p:nvPr/>
          </p:nvSpPr>
          <p:spPr bwMode="auto">
            <a:xfrm>
              <a:off x="624" y="727"/>
              <a:ext cx="4416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/>
                <a:t>（</a:t>
              </a:r>
              <a:r>
                <a:rPr lang="en-US" altLang="zh-CN" sz="2800" b="1" dirty="0"/>
                <a:t>2</a:t>
              </a:r>
              <a:r>
                <a:rPr lang="zh-CN" altLang="en-US" sz="2800" b="1" dirty="0"/>
                <a:t>）分母中若有因</a:t>
              </a:r>
              <a:r>
                <a:rPr lang="zh-CN" altLang="en-US" sz="2800" b="1" dirty="0" smtClean="0"/>
                <a:t>式                       </a:t>
              </a:r>
              <a:r>
                <a:rPr lang="zh-CN" altLang="en-US" sz="2800" b="1" dirty="0"/>
                <a:t>，其中</a:t>
              </a:r>
              <a:endParaRPr lang="zh-CN" altLang="en-US" sz="2800" b="1" dirty="0"/>
            </a:p>
          </p:txBody>
        </p:sp>
        <p:graphicFrame>
          <p:nvGraphicFramePr>
            <p:cNvPr id="4" name="Object 3"/>
            <p:cNvGraphicFramePr>
              <a:graphicFrameLocks noChangeAspect="1"/>
            </p:cNvGraphicFramePr>
            <p:nvPr/>
          </p:nvGraphicFramePr>
          <p:xfrm>
            <a:off x="2880" y="763"/>
            <a:ext cx="139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" name="Equation" r:id="rId1" imgW="53035200" imgH="11887200" progId="Equation.DSMT4">
                    <p:embed/>
                  </p:oleObj>
                </mc:Choice>
                <mc:Fallback>
                  <p:oleObj name="Equation" r:id="rId1" imgW="53035200" imgH="118872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80" y="763"/>
                          <a:ext cx="1392" cy="3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375" y="1129"/>
              <a:ext cx="1340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/>
                <a:t>则分解后为</a:t>
              </a:r>
              <a:endParaRPr lang="zh-CN" altLang="en-US" sz="2800" b="1"/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1222" y="1130"/>
            <a:ext cx="1104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" name="公式" r:id="rId3" imgW="42062400" imgH="11887200" progId="Equation.3">
                    <p:embed/>
                  </p:oleObj>
                </mc:Choice>
                <mc:Fallback>
                  <p:oleObj name="公式" r:id="rId3" imgW="42062400" imgH="11887200" progId="Equation.3">
                    <p:embed/>
                    <p:pic>
                      <p:nvPicPr>
                        <p:cNvPr id="0" name="图片 122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22" y="1130"/>
                          <a:ext cx="1104" cy="3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09825" y="2113766"/>
          <a:ext cx="79136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公式" r:id="rId5" imgW="189890400" imgH="23164800" progId="Equation.3">
                  <p:embed/>
                </p:oleObj>
              </mc:Choice>
              <mc:Fallback>
                <p:oleObj name="公式" r:id="rId5" imgW="189890400" imgH="23164800" progId="Equation.3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09825" y="2113766"/>
                        <a:ext cx="7913688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409825" y="3329791"/>
          <a:ext cx="61150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文档" r:id="rId7" imgW="11496675" imgH="1323975" progId="Word.Document.8">
                  <p:embed/>
                </p:oleObj>
              </mc:Choice>
              <mc:Fallback>
                <p:oleObj name="文档" r:id="rId7" imgW="11496675" imgH="1323975" progId="Word.Document.8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09825" y="3329791"/>
                        <a:ext cx="6115050" cy="704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311400" y="4382621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特殊地：</a:t>
            </a:r>
            <a:endParaRPr lang="zh-CN" altLang="en-US" sz="2800" b="1"/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802380" y="4447709"/>
          <a:ext cx="889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公式" r:id="rId9" imgW="21336000" imgH="9448800" progId="Equation.3">
                  <p:embed/>
                </p:oleObj>
              </mc:Choice>
              <mc:Fallback>
                <p:oleObj name="公式" r:id="rId9" imgW="21336000" imgH="9448800" progId="Equation.3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02380" y="4447709"/>
                        <a:ext cx="889000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809490" y="4382621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分解后为</a:t>
            </a:r>
            <a:endParaRPr lang="zh-CN" altLang="en-US" sz="2800" b="1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414770" y="4161006"/>
          <a:ext cx="1943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公式" r:id="rId11" imgW="46634400" imgH="23164800" progId="Equation.3">
                  <p:embed/>
                </p:oleObj>
              </mc:Choice>
              <mc:Fallback>
                <p:oleObj name="公式" r:id="rId11" imgW="46634400" imgH="23164800" progId="Equation.3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14770" y="4161006"/>
                        <a:ext cx="19431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172335" y="549910"/>
            <a:ext cx="16764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说明</a:t>
            </a:r>
            <a:r>
              <a:rPr lang="en-US" altLang="zh-CN" sz="3200" b="1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:</a:t>
            </a:r>
            <a:endParaRPr lang="en-US" altLang="zh-CN" sz="3200" b="1">
              <a:solidFill>
                <a:schemeClr val="accent5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228975" y="549593"/>
            <a:ext cx="64008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7030A0"/>
                </a:solidFill>
              </a:rPr>
              <a:t>将有理函数化为部分分式之和后，只出现三类情况：</a:t>
            </a:r>
            <a:endParaRPr lang="zh-CN" altLang="en-US" sz="2800" b="1">
              <a:solidFill>
                <a:srgbClr val="7030A0"/>
              </a:solidFill>
            </a:endParaRPr>
          </a:p>
        </p:txBody>
      </p:sp>
      <p:grpSp>
        <p:nvGrpSpPr>
          <p:cNvPr id="4" name="Group 6"/>
          <p:cNvGrpSpPr/>
          <p:nvPr/>
        </p:nvGrpSpPr>
        <p:grpSpPr bwMode="auto">
          <a:xfrm>
            <a:off x="2251075" y="1919923"/>
            <a:ext cx="2559050" cy="522287"/>
            <a:chOff x="816" y="1333"/>
            <a:chExt cx="1612" cy="329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816" y="1392"/>
            <a:ext cx="27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3" name="公式" r:id="rId1" imgW="10668000" imgH="9753600" progId="Equation.3">
                    <p:embed/>
                  </p:oleObj>
                </mc:Choice>
                <mc:Fallback>
                  <p:oleObj name="公式" r:id="rId1" imgW="10668000" imgH="9753600" progId="Equation.3">
                    <p:embed/>
                    <p:pic>
                      <p:nvPicPr>
                        <p:cNvPr id="0" name="图片 133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16" y="1392"/>
                          <a:ext cx="279" cy="25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084" y="1333"/>
              <a:ext cx="134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多项式；</a:t>
              </a:r>
              <a:endParaRPr lang="zh-CN" altLang="en-US" sz="2800" b="1"/>
            </a:p>
          </p:txBody>
        </p:sp>
      </p:grp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308475" y="1698625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公式" r:id="rId3" imgW="49377600" imgH="23164800" progId="Equation.3">
                  <p:embed/>
                </p:oleObj>
              </mc:Choice>
              <mc:Fallback>
                <p:oleObj name="公式" r:id="rId3" imgW="49377600" imgH="23164800" progId="Equation.3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08475" y="1698625"/>
                        <a:ext cx="2057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748780" y="1698625"/>
          <a:ext cx="3022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公式" r:id="rId5" imgW="72542400" imgH="23164800" progId="Equation.3">
                  <p:embed/>
                </p:oleObj>
              </mc:Choice>
              <mc:Fallback>
                <p:oleObj name="公式" r:id="rId5" imgW="72542400" imgH="23164800" progId="Equation.3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48780" y="1698625"/>
                        <a:ext cx="30226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251075" y="3055303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讨论积分</a:t>
            </a:r>
            <a:endParaRPr lang="zh-CN" altLang="en-US" sz="2800" b="1"/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927475" y="2859405"/>
          <a:ext cx="288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69189600" imgH="21945600" progId="Equation.DSMT4">
                  <p:embed/>
                </p:oleObj>
              </mc:Choice>
              <mc:Fallback>
                <p:oleObj name="Equation" r:id="rId7" imgW="69189600" imgH="219456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7475" y="2859405"/>
                        <a:ext cx="28829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228975" y="3900805"/>
          <a:ext cx="5473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公式" r:id="rId9" imgW="131368800" imgH="24993600" progId="Equation.3">
                  <p:embed/>
                </p:oleObj>
              </mc:Choice>
              <mc:Fallback>
                <p:oleObj name="公式" r:id="rId9" imgW="131368800" imgH="24993600" progId="Equation.3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28975" y="3900805"/>
                        <a:ext cx="54737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4"/>
          <p:cNvGrpSpPr/>
          <p:nvPr/>
        </p:nvGrpSpPr>
        <p:grpSpPr bwMode="auto">
          <a:xfrm>
            <a:off x="3228975" y="5236845"/>
            <a:ext cx="1981200" cy="889000"/>
            <a:chOff x="816" y="3360"/>
            <a:chExt cx="1248" cy="560"/>
          </a:xfrm>
        </p:grpSpPr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816" y="3456"/>
              <a:ext cx="6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令</a:t>
              </a:r>
              <a:endParaRPr lang="zh-CN" altLang="en-US" sz="2800" b="1"/>
            </a:p>
          </p:txBody>
        </p:sp>
        <p:graphicFrame>
          <p:nvGraphicFramePr>
            <p:cNvPr id="14" name="Object 13"/>
            <p:cNvGraphicFramePr>
              <a:graphicFrameLocks noChangeAspect="1"/>
            </p:cNvGraphicFramePr>
            <p:nvPr/>
          </p:nvGraphicFramePr>
          <p:xfrm>
            <a:off x="1168" y="3360"/>
            <a:ext cx="896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8" name="公式" r:id="rId11" imgW="34137600" imgH="21336000" progId="Equation.3">
                    <p:embed/>
                  </p:oleObj>
                </mc:Choice>
                <mc:Fallback>
                  <p:oleObj name="公式" r:id="rId11" imgW="34137600" imgH="21336000" progId="Equation.3">
                    <p:embed/>
                    <p:pic>
                      <p:nvPicPr>
                        <p:cNvPr id="0" name="图片 133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68" y="3360"/>
                          <a:ext cx="896" cy="56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Line 20"/>
          <p:cNvSpPr>
            <a:spLocks noChangeShapeType="1"/>
          </p:cNvSpPr>
          <p:nvPr/>
        </p:nvSpPr>
        <p:spPr bwMode="auto">
          <a:xfrm flipV="1">
            <a:off x="6048375" y="4942205"/>
            <a:ext cx="762000" cy="889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2988945" y="1920726"/>
          <a:ext cx="190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公式" r:id="rId1" imgW="45720000" imgH="22250400" progId="Equation.3">
                  <p:embed/>
                </p:oleObj>
              </mc:Choice>
              <mc:Fallback>
                <p:oleObj name="公式" r:id="rId1" imgW="45720000" imgH="22250400" progId="Equation.3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8945" y="1920726"/>
                        <a:ext cx="19050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337175" y="1939776"/>
          <a:ext cx="2019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公式" r:id="rId3" imgW="48463200" imgH="21336000" progId="Equation.3">
                  <p:embed/>
                </p:oleObj>
              </mc:Choice>
              <mc:Fallback>
                <p:oleObj name="公式" r:id="rId3" imgW="48463200" imgH="21336000" progId="Equation.3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7175" y="1939776"/>
                        <a:ext cx="2019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141220" y="2123609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则</a:t>
            </a:r>
            <a:endParaRPr lang="zh-CN" altLang="en-US" sz="2800" b="1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2632075" y="3026896"/>
          <a:ext cx="3086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74066400" imgH="21945600" progId="Equation.DSMT4">
                  <p:embed/>
                </p:oleObj>
              </mc:Choice>
              <mc:Fallback>
                <p:oleObj name="Equation" r:id="rId5" imgW="74066400" imgH="219456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2075" y="3026896"/>
                        <a:ext cx="3086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632075" y="4195614"/>
          <a:ext cx="231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55473600" imgH="21945600" progId="Equation.DSMT4">
                  <p:embed/>
                </p:oleObj>
              </mc:Choice>
              <mc:Fallback>
                <p:oleObj name="Equation" r:id="rId7" imgW="55473600" imgH="219456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32075" y="4195614"/>
                        <a:ext cx="23114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5121275" y="4195296"/>
          <a:ext cx="223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53644800" imgH="21945600" progId="Equation.DSMT4">
                  <p:embed/>
                </p:oleObj>
              </mc:Choice>
              <mc:Fallback>
                <p:oleObj name="Equation" r:id="rId9" imgW="53644800" imgH="219456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21275" y="4195296"/>
                        <a:ext cx="2235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/>
          <p:cNvGraphicFramePr>
            <a:graphicFrameLocks noChangeAspect="1"/>
          </p:cNvGraphicFramePr>
          <p:nvPr/>
        </p:nvGraphicFramePr>
        <p:xfrm>
          <a:off x="2754948" y="1237784"/>
          <a:ext cx="344649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公式" r:id="rId11" imgW="78943200" imgH="11582400" progId="Equation.3">
                  <p:embed/>
                </p:oleObj>
              </mc:Choice>
              <mc:Fallback>
                <p:oleObj name="公式" r:id="rId11" imgW="78943200" imgH="11582400" progId="Equation.3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54948" y="1237784"/>
                        <a:ext cx="3446499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6336030" y="1302236"/>
          <a:ext cx="312019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公式" r:id="rId13" imgW="67970400" imgH="9448800" progId="Equation.3">
                  <p:embed/>
                </p:oleObj>
              </mc:Choice>
              <mc:Fallback>
                <p:oleObj name="公式" r:id="rId13" imgW="67970400" imgH="9448800" progId="Equation.3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36030" y="1302236"/>
                        <a:ext cx="312019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2055178" y="1237466"/>
            <a:ext cx="933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记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479602" y="2211809"/>
          <a:ext cx="13525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公式" r:id="rId1" imgW="40538400" imgH="9753600" progId="Equation.3">
                  <p:embed/>
                </p:oleObj>
              </mc:Choice>
              <mc:Fallback>
                <p:oleObj name="公式" r:id="rId1" imgW="40538400" imgH="9753600" progId="Equation.3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79602" y="2211809"/>
                        <a:ext cx="13525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283637" y="2011467"/>
          <a:ext cx="22383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67056000" imgH="21945600" progId="Equation.DSMT4">
                  <p:embed/>
                </p:oleObj>
              </mc:Choice>
              <mc:Fallback>
                <p:oleObj name="Equation" r:id="rId3" imgW="67056000" imgH="219456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3637" y="2011467"/>
                        <a:ext cx="2238375" cy="731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206167" y="2991589"/>
          <a:ext cx="2817813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公式" r:id="rId5" imgW="84429600" imgH="23164800" progId="Equation.3">
                  <p:embed/>
                </p:oleObj>
              </mc:Choice>
              <mc:Fallback>
                <p:oleObj name="公式" r:id="rId5" imgW="84429600" imgH="23164800" progId="Equation.3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6167" y="2991589"/>
                        <a:ext cx="2817813" cy="773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7127802" y="2939519"/>
          <a:ext cx="2184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26212800" imgH="10363200" progId="Equation.3">
                  <p:embed/>
                </p:oleObj>
              </mc:Choice>
              <mc:Fallback>
                <p:oleObj name="Equation" r:id="rId7" imgW="26212800" imgH="10363200" progId="Equation.3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27802" y="2939519"/>
                        <a:ext cx="2184400" cy="863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120827" y="4198089"/>
            <a:ext cx="760095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</a:rPr>
              <a:t>这三类积分均可</a:t>
            </a:r>
            <a:r>
              <a:rPr lang="zh-CN" altLang="en-US" sz="2800" b="1" dirty="0">
                <a:solidFill>
                  <a:srgbClr val="7030A0"/>
                </a:solidFill>
              </a:rPr>
              <a:t>积出</a:t>
            </a:r>
            <a:r>
              <a:rPr lang="en-US" altLang="zh-CN" sz="2800" b="1" dirty="0">
                <a:solidFill>
                  <a:schemeClr val="tx1"/>
                </a:solidFill>
              </a:rPr>
              <a:t>,  </a:t>
            </a:r>
            <a:r>
              <a:rPr lang="zh-CN" altLang="en-US" sz="2800" b="1" dirty="0">
                <a:solidFill>
                  <a:schemeClr val="tx1"/>
                </a:solidFill>
              </a:rPr>
              <a:t>且原函数都是初等函数</a:t>
            </a:r>
            <a:r>
              <a:rPr lang="en-US" altLang="zh-CN" sz="2800" b="1" dirty="0">
                <a:solidFill>
                  <a:schemeClr val="tx1"/>
                </a:solidFill>
              </a:rPr>
              <a:t>.</a:t>
            </a:r>
            <a:endParaRPr lang="en-US" altLang="zh-CN" sz="2800" b="1" dirty="0">
              <a:solidFill>
                <a:schemeClr val="tx1"/>
              </a:solidFill>
            </a:endParaRP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2454202" y="476672"/>
          <a:ext cx="1628648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公式" r:id="rId9" imgW="39928800" imgH="9753600" progId="Equation.3">
                  <p:embed/>
                </p:oleObj>
              </mc:Choice>
              <mc:Fallback>
                <p:oleObj name="公式" r:id="rId9" imgW="39928800" imgH="9753600" progId="Equation.3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54202" y="476672"/>
                        <a:ext cx="1628648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4206167" y="1146914"/>
          <a:ext cx="2563393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公式" r:id="rId11" imgW="75895200" imgH="21336000" progId="Equation.3">
                  <p:embed/>
                </p:oleObj>
              </mc:Choice>
              <mc:Fallback>
                <p:oleObj name="公式" r:id="rId11" imgW="75895200" imgH="21336000" progId="Equation.3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06167" y="1146914"/>
                        <a:ext cx="2563393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/>
        </p:nvGraphicFramePr>
        <p:xfrm>
          <a:off x="6857292" y="786869"/>
          <a:ext cx="2726182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公式" r:id="rId13" imgW="79248000" imgH="31394400" progId="Equation.3">
                  <p:embed/>
                </p:oleObj>
              </mc:Choice>
              <mc:Fallback>
                <p:oleObj name="公式" r:id="rId13" imgW="79248000" imgH="31394400" progId="Equation.3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57292" y="786869"/>
                        <a:ext cx="2726182" cy="108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1847528" y="4720108"/>
            <a:ext cx="8382000" cy="1383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800" i="1" dirty="0">
                <a:solidFill>
                  <a:srgbClr val="FF0000"/>
                </a:solidFill>
                <a:ea typeface="黑体" panose="02010609060101010101" pitchFamily="49" charset="-122"/>
              </a:rPr>
              <a:t>结论：</a:t>
            </a:r>
            <a:endParaRPr lang="zh-CN" altLang="en-US" sz="2800" i="1" dirty="0">
              <a:solidFill>
                <a:schemeClr val="accent2"/>
              </a:solidFill>
              <a:ea typeface="黑体" panose="02010609060101010101" pitchFamily="49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有理函数都</a:t>
            </a:r>
            <a:r>
              <a:rPr lang="zh-CN" altLang="en-US" sz="2800" b="1" dirty="0" smtClean="0">
                <a:solidFill>
                  <a:schemeClr val="tx1"/>
                </a:solidFill>
                <a:ea typeface="黑体" panose="02010609060101010101" pitchFamily="49" charset="-122"/>
              </a:rPr>
              <a:t>可</a:t>
            </a: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积出</a:t>
            </a:r>
            <a:r>
              <a:rPr lang="zh-CN" altLang="en-US" sz="2800" b="1" dirty="0" smtClean="0">
                <a:solidFill>
                  <a:schemeClr val="tx1"/>
                </a:solidFill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且积分结果可能的形式为有理函数、反正切函数、对数函数及它们之间的组合。</a:t>
            </a:r>
            <a:endParaRPr lang="zh-CN" altLang="en-US" sz="2800" b="1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4283955" y="254104"/>
          <a:ext cx="1971817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57302400" imgH="21945600" progId="Equation.DSMT4">
                  <p:embed/>
                </p:oleObj>
              </mc:Choice>
              <mc:Fallback>
                <p:oleObj name="Equation" r:id="rId15" imgW="57302400" imgH="219456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83955" y="254104"/>
                        <a:ext cx="1971817" cy="75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10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178255" y="311586"/>
            <a:ext cx="7991475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      </a:t>
            </a:r>
            <a:r>
              <a:rPr lang="zh-CN" altLang="en-US" sz="2800" b="1" dirty="0"/>
              <a:t>理论上，</a:t>
            </a:r>
            <a:r>
              <a:rPr lang="zh-CN" altLang="en-US" sz="2800" b="1" dirty="0">
                <a:solidFill>
                  <a:srgbClr val="7030A0"/>
                </a:solidFill>
              </a:rPr>
              <a:t>任何一个有理函数</a:t>
            </a:r>
            <a:r>
              <a:rPr lang="en-US" altLang="zh-CN" sz="2800" b="1" dirty="0">
                <a:solidFill>
                  <a:srgbClr val="7030A0"/>
                </a:solidFill>
              </a:rPr>
              <a:t>(</a:t>
            </a:r>
            <a:r>
              <a:rPr lang="zh-CN" altLang="en-US" sz="2800" b="1" dirty="0">
                <a:solidFill>
                  <a:srgbClr val="7030A0"/>
                </a:solidFill>
              </a:rPr>
              <a:t>真分式</a:t>
            </a:r>
            <a:r>
              <a:rPr lang="en-US" altLang="zh-CN" sz="2800" b="1" dirty="0">
                <a:solidFill>
                  <a:srgbClr val="7030A0"/>
                </a:solidFill>
              </a:rPr>
              <a:t>)</a:t>
            </a:r>
            <a:r>
              <a:rPr lang="zh-CN" altLang="en-US" sz="2800" b="1" dirty="0">
                <a:solidFill>
                  <a:srgbClr val="7030A0"/>
                </a:solidFill>
              </a:rPr>
              <a:t>都可分为以下六个类型的基本积分的代数和</a:t>
            </a:r>
            <a:r>
              <a:rPr lang="en-US" altLang="zh-CN" sz="2800" b="1" dirty="0">
                <a:solidFill>
                  <a:srgbClr val="7030A0"/>
                </a:solidFill>
              </a:rPr>
              <a:t>: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3113292" y="1653024"/>
          <a:ext cx="33321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82296000" imgH="21640800" progId="Equation.DSMT4">
                  <p:embed/>
                </p:oleObj>
              </mc:Choice>
              <mc:Fallback>
                <p:oleObj name="Equation" r:id="rId1" imgW="82296000" imgH="21640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3292" y="1653024"/>
                        <a:ext cx="3332163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119642" y="3030974"/>
          <a:ext cx="4162425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22834400" imgH="23469600" progId="Equation.DSMT4">
                  <p:embed/>
                </p:oleObj>
              </mc:Choice>
              <mc:Fallback>
                <p:oleObj name="Equation" r:id="rId3" imgW="122834400" imgH="234696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9642" y="3030974"/>
                        <a:ext cx="4162425" cy="795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3119642" y="4327961"/>
          <a:ext cx="43370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106375200" imgH="23469600" progId="Equation.DSMT4">
                  <p:embed/>
                </p:oleObj>
              </mc:Choice>
              <mc:Fallback>
                <p:oleObj name="Equation" r:id="rId5" imgW="106375200" imgH="234696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9642" y="4327961"/>
                        <a:ext cx="4337050" cy="957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2466862" y="1829871"/>
            <a:ext cx="5422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2517980" y="3211949"/>
            <a:ext cx="5422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endParaRPr lang="en-US" altLang="zh-CN" dirty="0"/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2537030" y="4559736"/>
            <a:ext cx="5422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7569405" y="3232904"/>
          <a:ext cx="21113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1277600" imgH="4876800" progId="Equation.3">
                  <p:embed/>
                </p:oleObj>
              </mc:Choice>
              <mc:Fallback>
                <p:oleObj name="Equation" r:id="rId7" imgW="11277600" imgH="4876800" progId="Equation.3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69405" y="3232904"/>
                        <a:ext cx="2111375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276342" y="899050"/>
            <a:ext cx="4381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76342" y="2346850"/>
            <a:ext cx="5422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276342" y="3794650"/>
            <a:ext cx="5422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endParaRPr lang="en-US" altLang="zh-CN"/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3009767" y="695215"/>
          <a:ext cx="44942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107594400" imgH="21640800" progId="Equation.DSMT4">
                  <p:embed/>
                </p:oleObj>
              </mc:Choice>
              <mc:Fallback>
                <p:oleObj name="Equation" r:id="rId1" imgW="107594400" imgH="21640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09767" y="695215"/>
                        <a:ext cx="4494213" cy="903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2875147" y="2093485"/>
          <a:ext cx="62801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43256000" imgH="23469600" progId="Equation.DSMT4">
                  <p:embed/>
                </p:oleObj>
              </mc:Choice>
              <mc:Fallback>
                <p:oleObj name="Equation" r:id="rId3" imgW="143256000" imgH="234696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5147" y="2093485"/>
                        <a:ext cx="628015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2828792" y="3535888"/>
          <a:ext cx="189706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45415200" imgH="23469600" progId="Equation.DSMT4">
                  <p:embed/>
                </p:oleObj>
              </mc:Choice>
              <mc:Fallback>
                <p:oleObj name="Equation" r:id="rId5" imgW="45415200" imgH="234696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28792" y="3535888"/>
                        <a:ext cx="1897063" cy="981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9300395" y="2475120"/>
          <a:ext cx="10461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25908000" imgH="9753600" progId="Equation.DSMT4">
                  <p:embed/>
                </p:oleObj>
              </mc:Choice>
              <mc:Fallback>
                <p:oleObj name="Equation" r:id="rId7" imgW="25908000" imgH="97536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00395" y="2475120"/>
                        <a:ext cx="1046162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/>
          <p:cNvGraphicFramePr>
            <a:graphicFrameLocks noChangeAspect="1"/>
          </p:cNvGraphicFramePr>
          <p:nvPr/>
        </p:nvGraphicFramePr>
        <p:xfrm>
          <a:off x="4926515" y="3837195"/>
          <a:ext cx="14001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25908000" imgH="9753600" progId="Equation.DSMT4">
                  <p:embed/>
                </p:oleObj>
              </mc:Choice>
              <mc:Fallback>
                <p:oleObj name="Equation" r:id="rId9" imgW="25908000" imgH="97536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26515" y="3837195"/>
                        <a:ext cx="140017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6785610" y="3794760"/>
            <a:ext cx="36810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可用递推法求出</a:t>
            </a:r>
            <a:r>
              <a:rPr lang="en-US" altLang="zh-CN" sz="28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10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38020" y="515620"/>
            <a:ext cx="6400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2800" b="1" dirty="0" smtClean="0"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将下列真分式分解为部分分式 </a:t>
            </a:r>
            <a:r>
              <a:rPr lang="en-US" altLang="zh-CN" sz="2800" b="1" dirty="0" smtClean="0">
                <a:ea typeface="楷体_GB2312" pitchFamily="49" charset="-122"/>
              </a:rPr>
              <a:t>:</a:t>
            </a:r>
            <a:endParaRPr lang="en-US" altLang="zh-CN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070475" y="1341438"/>
          <a:ext cx="219233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21640800" imgH="10058400" progId="Equation.DSMT4">
                  <p:embed/>
                </p:oleObj>
              </mc:Choice>
              <mc:Fallback>
                <p:oleObj name="Equation" r:id="rId1" imgW="21640800" imgH="100584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0475" y="1341438"/>
                        <a:ext cx="2192338" cy="1019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20900" y="1341438"/>
          <a:ext cx="24368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24079200" imgH="9448800" progId="Equation.DSMT4">
                  <p:embed/>
                </p:oleObj>
              </mc:Choice>
              <mc:Fallback>
                <p:oleObj name="Equation" r:id="rId3" imgW="24079200" imgH="9448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20900" y="1341438"/>
                        <a:ext cx="2436813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572375" y="1412875"/>
          <a:ext cx="28178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67665600" imgH="21640800" progId="Equation.DSMT4">
                  <p:embed/>
                </p:oleObj>
              </mc:Choice>
              <mc:Fallback>
                <p:oleObj name="Equation" r:id="rId5" imgW="67665600" imgH="216408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572375" y="1412875"/>
                        <a:ext cx="2817813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120900" y="2726055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811463" y="2724150"/>
            <a:ext cx="46529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待定系数法、赋值法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8" name="Object 27"/>
          <p:cNvGraphicFramePr>
            <a:graphicFrameLocks noChangeAspect="1"/>
          </p:cNvGraphicFramePr>
          <p:nvPr/>
        </p:nvGraphicFramePr>
        <p:xfrm>
          <a:off x="2984500" y="3500438"/>
          <a:ext cx="41814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40233600" imgH="10058400" progId="Equation.DSMT4">
                  <p:embed/>
                </p:oleObj>
              </mc:Choice>
              <mc:Fallback>
                <p:oleObj name="Equation" r:id="rId7" imgW="40233600" imgH="100584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4500" y="3500438"/>
                        <a:ext cx="4181475" cy="1044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8"/>
          <p:cNvGraphicFramePr>
            <a:graphicFrameLocks noChangeAspect="1"/>
          </p:cNvGraphicFramePr>
          <p:nvPr/>
        </p:nvGraphicFramePr>
        <p:xfrm>
          <a:off x="7161213" y="3513138"/>
          <a:ext cx="226218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22250400" imgH="9448800" progId="Equation.DSMT4">
                  <p:embed/>
                </p:oleObj>
              </mc:Choice>
              <mc:Fallback>
                <p:oleObj name="Equation" r:id="rId9" imgW="22250400" imgH="94488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61213" y="3513138"/>
                        <a:ext cx="2262187" cy="960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9"/>
          <p:cNvSpPr txBox="1">
            <a:spLocks noChangeArrowheads="1"/>
          </p:cNvSpPr>
          <p:nvPr/>
        </p:nvSpPr>
        <p:spPr bwMode="auto">
          <a:xfrm>
            <a:off x="2352675" y="3716338"/>
            <a:ext cx="1079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30"/>
          <p:cNvGraphicFramePr>
            <a:graphicFrameLocks noChangeAspect="1"/>
          </p:cNvGraphicFramePr>
          <p:nvPr/>
        </p:nvGraphicFramePr>
        <p:xfrm>
          <a:off x="7232650" y="4845050"/>
          <a:ext cx="226218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22250400" imgH="9448800" progId="Equation.DSMT4">
                  <p:embed/>
                </p:oleObj>
              </mc:Choice>
              <mc:Fallback>
                <p:oleObj name="Equation" r:id="rId11" imgW="22250400" imgH="94488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32650" y="4845050"/>
                        <a:ext cx="2262188" cy="960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2410143" y="114935"/>
            <a:ext cx="46529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待定系数法、赋值法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3074210" y="2951659"/>
          <a:ext cx="240823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23164800" imgH="10058400" progId="Equation.DSMT4">
                  <p:embed/>
                </p:oleObj>
              </mc:Choice>
              <mc:Fallback>
                <p:oleObj name="Equation" r:id="rId1" imgW="23164800" imgH="100584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4210" y="2951659"/>
                        <a:ext cx="2408237" cy="1044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6"/>
          <p:cNvGraphicFramePr>
            <a:graphicFrameLocks noChangeAspect="1"/>
          </p:cNvGraphicFramePr>
          <p:nvPr/>
        </p:nvGraphicFramePr>
        <p:xfrm>
          <a:off x="5482447" y="2994204"/>
          <a:ext cx="272573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26822400" imgH="9448800" progId="Equation.DSMT4">
                  <p:embed/>
                </p:oleObj>
              </mc:Choice>
              <mc:Fallback>
                <p:oleObj name="Equation" r:id="rId3" imgW="26822400" imgH="9448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82447" y="2994204"/>
                        <a:ext cx="2725738" cy="960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2351262" y="3212644"/>
            <a:ext cx="1079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19"/>
          <p:cNvGraphicFramePr>
            <a:graphicFrameLocks noChangeAspect="1"/>
          </p:cNvGraphicFramePr>
          <p:nvPr/>
        </p:nvGraphicFramePr>
        <p:xfrm>
          <a:off x="5447928" y="4149080"/>
          <a:ext cx="3005137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29565600" imgH="13716000" progId="Equation.DSMT4">
                  <p:embed/>
                </p:oleObj>
              </mc:Choice>
              <mc:Fallback>
                <p:oleObj name="Equation" r:id="rId5" imgW="29565600" imgH="137160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47928" y="4149080"/>
                        <a:ext cx="3005137" cy="1393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/>
          <p:cNvGraphicFramePr>
            <a:graphicFrameLocks noChangeAspect="1"/>
          </p:cNvGraphicFramePr>
          <p:nvPr/>
        </p:nvGraphicFramePr>
        <p:xfrm>
          <a:off x="3143672" y="789911"/>
          <a:ext cx="1295280" cy="90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31089600" imgH="21640800" progId="Equation.DSMT4">
                  <p:embed/>
                </p:oleObj>
              </mc:Choice>
              <mc:Fallback>
                <p:oleObj name="Equation" r:id="rId7" imgW="31089600" imgH="216408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3672" y="789911"/>
                        <a:ext cx="1295280" cy="901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/>
          <p:cNvGraphicFramePr>
            <a:graphicFrameLocks noChangeAspect="1"/>
          </p:cNvGraphicFramePr>
          <p:nvPr/>
        </p:nvGraphicFramePr>
        <p:xfrm>
          <a:off x="4440120" y="791181"/>
          <a:ext cx="2997000" cy="90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71932800" imgH="21640800" progId="Equation.DSMT4">
                  <p:embed/>
                </p:oleObj>
              </mc:Choice>
              <mc:Fallback>
                <p:oleObj name="Equation" r:id="rId9" imgW="71932800" imgH="21640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40120" y="791181"/>
                        <a:ext cx="2997000" cy="901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/>
          <p:cNvGraphicFramePr>
            <a:graphicFrameLocks noChangeAspect="1"/>
          </p:cNvGraphicFramePr>
          <p:nvPr/>
        </p:nvGraphicFramePr>
        <p:xfrm>
          <a:off x="4439816" y="1844824"/>
          <a:ext cx="2933640" cy="90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70408800" imgH="21640800" progId="Equation.DSMT4">
                  <p:embed/>
                </p:oleObj>
              </mc:Choice>
              <mc:Fallback>
                <p:oleObj name="Equation" r:id="rId11" imgW="70408800" imgH="216408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9816" y="1844824"/>
                        <a:ext cx="2933640" cy="9014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2351088" y="981075"/>
            <a:ext cx="10795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075"/>
          <p:cNvSpPr txBox="1">
            <a:spLocks noChangeArrowheads="1"/>
          </p:cNvSpPr>
          <p:nvPr/>
        </p:nvSpPr>
        <p:spPr bwMode="auto">
          <a:xfrm>
            <a:off x="2338889" y="476672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</a:t>
            </a:r>
            <a:r>
              <a:rPr lang="zh-CN" altLang="en-US" sz="2800" b="1" dirty="0" smtClean="0"/>
              <a:t>求积</a:t>
            </a:r>
            <a:r>
              <a:rPr lang="zh-CN" altLang="en-US" sz="2800" b="1" dirty="0"/>
              <a:t>分   </a:t>
            </a:r>
            <a:endParaRPr lang="zh-CN" altLang="en-US" sz="2800" b="1" dirty="0"/>
          </a:p>
        </p:txBody>
      </p:sp>
      <p:graphicFrame>
        <p:nvGraphicFramePr>
          <p:cNvPr id="3" name="Object 3076"/>
          <p:cNvGraphicFramePr>
            <a:graphicFrameLocks noChangeAspect="1"/>
          </p:cNvGraphicFramePr>
          <p:nvPr/>
        </p:nvGraphicFramePr>
        <p:xfrm>
          <a:off x="4313739" y="267122"/>
          <a:ext cx="2222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53340000" imgH="23469600" progId="Equation.DSMT4">
                  <p:embed/>
                </p:oleObj>
              </mc:Choice>
              <mc:Fallback>
                <p:oleObj name="Equation" r:id="rId1" imgW="53340000" imgH="234696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13739" y="267122"/>
                        <a:ext cx="22225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078"/>
          <p:cNvGraphicFramePr>
            <a:graphicFrameLocks noChangeAspect="1"/>
          </p:cNvGraphicFramePr>
          <p:nvPr/>
        </p:nvGraphicFramePr>
        <p:xfrm>
          <a:off x="3062789" y="1511722"/>
          <a:ext cx="2133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51206400" imgH="23469600" progId="Equation.DSMT4">
                  <p:embed/>
                </p:oleObj>
              </mc:Choice>
              <mc:Fallback>
                <p:oleObj name="Equation" r:id="rId3" imgW="51206400" imgH="234696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62789" y="1511722"/>
                        <a:ext cx="21336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79"/>
          <p:cNvGraphicFramePr>
            <a:graphicFrameLocks noChangeAspect="1"/>
          </p:cNvGraphicFramePr>
          <p:nvPr/>
        </p:nvGraphicFramePr>
        <p:xfrm>
          <a:off x="5276800" y="1467272"/>
          <a:ext cx="4419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106070400" imgH="25603200" progId="Equation.DSMT4">
                  <p:embed/>
                </p:oleObj>
              </mc:Choice>
              <mc:Fallback>
                <p:oleObj name="Equation" r:id="rId5" imgW="106070400" imgH="256032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6800" y="1467272"/>
                        <a:ext cx="44196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80"/>
          <p:cNvGraphicFramePr>
            <a:graphicFrameLocks noChangeAspect="1"/>
          </p:cNvGraphicFramePr>
          <p:nvPr/>
        </p:nvGraphicFramePr>
        <p:xfrm>
          <a:off x="3088189" y="2830935"/>
          <a:ext cx="5308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127406400" imgH="23469600" progId="Equation.DSMT4">
                  <p:embed/>
                </p:oleObj>
              </mc:Choice>
              <mc:Fallback>
                <p:oleObj name="Equation" r:id="rId7" imgW="127406400" imgH="234696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8189" y="2830935"/>
                        <a:ext cx="530860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081"/>
          <p:cNvGraphicFramePr>
            <a:graphicFrameLocks noChangeAspect="1"/>
          </p:cNvGraphicFramePr>
          <p:nvPr/>
        </p:nvGraphicFramePr>
        <p:xfrm>
          <a:off x="3092952" y="4240635"/>
          <a:ext cx="4851400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116128800" imgH="21640800" progId="Equation.DSMT4">
                  <p:embed/>
                </p:oleObj>
              </mc:Choice>
              <mc:Fallback>
                <p:oleObj name="Equation" r:id="rId9" imgW="116128800" imgH="216408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92952" y="4240635"/>
                        <a:ext cx="4851400" cy="903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082"/>
          <p:cNvSpPr txBox="1">
            <a:spLocks noChangeArrowheads="1"/>
          </p:cNvSpPr>
          <p:nvPr/>
        </p:nvSpPr>
        <p:spPr bwMode="auto">
          <a:xfrm>
            <a:off x="2338889" y="1702222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51100" y="673174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999740" y="800296"/>
          <a:ext cx="207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49682400" imgH="9448800" progId="Equation.DSMT4">
                  <p:embed/>
                </p:oleObj>
              </mc:Choice>
              <mc:Fallback>
                <p:oleObj name="Equation" r:id="rId1" imgW="49682400" imgH="9448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99740" y="800296"/>
                        <a:ext cx="2070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59680" y="705877"/>
            <a:ext cx="3657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表示三角函数有理式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57756" y="1288302"/>
          <a:ext cx="267493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63703200" imgH="14020800" progId="Equation.DSMT4">
                  <p:embed/>
                </p:oleObj>
              </mc:Choice>
              <mc:Fallback>
                <p:oleObj name="Equation" r:id="rId3" imgW="63703200" imgH="14020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57756" y="1288302"/>
                        <a:ext cx="2674938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651305" y="1320836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226548" y="1320825"/>
          <a:ext cx="1323598" cy="572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12801600" imgH="5486400" progId="Equation.DSMT4">
                  <p:embed/>
                </p:oleObj>
              </mc:Choice>
              <mc:Fallback>
                <p:oleObj name="Equation" r:id="rId5" imgW="12801600" imgH="54864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26548" y="1320825"/>
                        <a:ext cx="1323598" cy="5724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2999740" y="1758950"/>
            <a:ext cx="10160" cy="400939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767439" y="1282736"/>
            <a:ext cx="16002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7030A0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kumimoji="1" lang="zh-C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万能代换</a:t>
            </a:r>
            <a:endParaRPr kumimoji="1" lang="zh-CN" altLang="en-US" sz="24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679505" y="5846668"/>
            <a:ext cx="3733800" cy="685800"/>
          </a:xfrm>
          <a:prstGeom prst="rect">
            <a:avLst/>
          </a:prstGeom>
          <a:noFill/>
          <a:ln w="19050">
            <a:solidFill>
              <a:srgbClr val="7030A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的有理函数的积分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8480425" y="67317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89300" y="2132399"/>
          <a:ext cx="3149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3691255" imgH="1605915" progId="Equation.DSMT4">
                  <p:embed/>
                </p:oleObj>
              </mc:Choice>
              <mc:Fallback>
                <p:oleObj name="Equation" r:id="rId7" imgW="3691255" imgH="1605915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89300" y="2132399"/>
                        <a:ext cx="3149600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413500" y="2132399"/>
          <a:ext cx="1676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1962785" imgH="1605915" progId="Equation.DSMT4">
                  <p:embed/>
                </p:oleObj>
              </mc:Choice>
              <mc:Fallback>
                <p:oleObj name="Equation" r:id="rId9" imgW="1962785" imgH="1605915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13500" y="2132399"/>
                        <a:ext cx="1676400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089900" y="2401639"/>
          <a:ext cx="107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1259840" imgH="981075" progId="Equation.DSMT4">
                  <p:embed/>
                </p:oleObj>
              </mc:Choice>
              <mc:Fallback>
                <p:oleObj name="Equation" r:id="rId11" imgW="1259840" imgH="981075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89900" y="2401639"/>
                        <a:ext cx="1079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143672" y="3608946"/>
          <a:ext cx="3200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3746500" imgH="1605915" progId="Equation.DSMT4">
                  <p:embed/>
                </p:oleObj>
              </mc:Choice>
              <mc:Fallback>
                <p:oleObj name="Equation" r:id="rId13" imgW="3746500" imgH="1605915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43672" y="3608946"/>
                        <a:ext cx="3200400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413500" y="3535114"/>
          <a:ext cx="1676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1962785" imgH="1605915" progId="Equation.DSMT4">
                  <p:embed/>
                </p:oleObj>
              </mc:Choice>
              <mc:Fallback>
                <p:oleObj name="Equation" r:id="rId15" imgW="1962785" imgH="1605915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13500" y="3535114"/>
                        <a:ext cx="1676400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210550" y="3749427"/>
          <a:ext cx="107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1259840" imgH="1036955" progId="Equation.DSMT4">
                  <p:embed/>
                </p:oleObj>
              </mc:Choice>
              <mc:Fallback>
                <p:oleObj name="Equation" r:id="rId17" imgW="1259840" imgH="1036955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10550" y="3749427"/>
                        <a:ext cx="1079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377311" y="5216629"/>
          <a:ext cx="67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791845" imgH="457200" progId="Equation.DSMT4">
                  <p:embed/>
                </p:oleObj>
              </mc:Choice>
              <mc:Fallback>
                <p:oleObj name="Equation" r:id="rId19" imgW="791845" imgH="457200" progId="Equation.DSMT4">
                  <p:embed/>
                  <p:pic>
                    <p:nvPicPr>
                      <p:cNvPr id="0" name="图片 194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77311" y="5216629"/>
                        <a:ext cx="673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127019" y="4979258"/>
          <a:ext cx="1117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1304925" imgH="981075" progId="Equation.DSMT4">
                  <p:embed/>
                </p:oleObj>
              </mc:Choice>
              <mc:Fallback>
                <p:oleObj name="Equation" r:id="rId21" imgW="1304925" imgH="981075" progId="Equation.DSMT4">
                  <p:embed/>
                  <p:pic>
                    <p:nvPicPr>
                      <p:cNvPr id="0" name="图片 194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27019" y="4979258"/>
                        <a:ext cx="1117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279576" y="122689"/>
            <a:ext cx="688271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2.可化为有理函数的函数的积分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10" grpId="0" bldLvl="0" animBg="1"/>
      <p:bldP spid="11" grpId="0" bldLvl="0" animBg="1" autoUpdateAnimBg="0"/>
      <p:bldP spid="12" grpId="0" bldLvl="0" animBg="1" autoUpdateAnimBg="0"/>
      <p:bldP spid="13" grpId="0" autoUpdateAnimBg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70490" y="317500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43690" y="171450"/>
          <a:ext cx="2832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67970400" imgH="21640800" progId="Equation.DSMT4">
                  <p:embed/>
                </p:oleObj>
              </mc:Choice>
              <mc:Fallback>
                <p:oleObj name="Equation" r:id="rId1" imgW="67970400" imgH="21640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3690" y="171450"/>
                        <a:ext cx="2832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70490" y="1270000"/>
            <a:ext cx="1289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56340" y="1106805"/>
          <a:ext cx="1346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32308800" imgH="19812000" progId="Equation.DSMT4">
                  <p:embed/>
                </p:oleObj>
              </mc:Choice>
              <mc:Fallback>
                <p:oleObj name="Equation" r:id="rId3" imgW="32308800" imgH="198120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6340" y="1106805"/>
                        <a:ext cx="1346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02540" y="1255713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42883" y="2420888"/>
          <a:ext cx="27019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64617600" imgH="21640800" progId="Equation.DSMT4">
                  <p:embed/>
                </p:oleObj>
              </mc:Choice>
              <mc:Fallback>
                <p:oleObj name="Equation" r:id="rId5" imgW="64617600" imgH="216408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42883" y="2420888"/>
                        <a:ext cx="2701925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959740" y="2420888"/>
          <a:ext cx="26511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63398400" imgH="19812000" progId="Equation.DSMT4">
                  <p:embed/>
                </p:oleObj>
              </mc:Choice>
              <mc:Fallback>
                <p:oleObj name="Equation" r:id="rId7" imgW="63398400" imgH="198120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59740" y="2420888"/>
                        <a:ext cx="265112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830570" y="1892300"/>
          <a:ext cx="12779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30480000" imgH="22860000" progId="Equation.DSMT4">
                  <p:embed/>
                </p:oleObj>
              </mc:Choice>
              <mc:Fallback>
                <p:oleObj name="Equation" r:id="rId9" imgW="30480000" imgH="228600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30570" y="1892300"/>
                        <a:ext cx="1277938" cy="960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303912" y="2852936"/>
          <a:ext cx="8509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20116800" imgH="22860000" progId="Equation.DSMT4">
                  <p:embed/>
                </p:oleObj>
              </mc:Choice>
              <mc:Fallback>
                <p:oleObj name="Equation" r:id="rId11" imgW="20116800" imgH="228600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3912" y="2852936"/>
                        <a:ext cx="850900" cy="962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124575" y="2760663"/>
          <a:ext cx="15398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36576000" imgH="25603200" progId="Equation.DSMT4">
                  <p:embed/>
                </p:oleObj>
              </mc:Choice>
              <mc:Fallback>
                <p:oleObj name="Equation" r:id="rId13" imgW="36576000" imgH="256032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24575" y="2760663"/>
                        <a:ext cx="1539875" cy="1076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660005" y="2445703"/>
          <a:ext cx="12636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30175200" imgH="21031200" progId="Equation.DSMT4">
                  <p:embed/>
                </p:oleObj>
              </mc:Choice>
              <mc:Fallback>
                <p:oleObj name="Equation" r:id="rId15" imgW="30175200" imgH="210312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60005" y="2445703"/>
                        <a:ext cx="126365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70418" y="3942080"/>
          <a:ext cx="27146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64922400" imgH="24384000" progId="Equation.DSMT4">
                  <p:embed/>
                </p:oleObj>
              </mc:Choice>
              <mc:Fallback>
                <p:oleObj name="Equation" r:id="rId17" imgW="64922400" imgH="243840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70418" y="3942080"/>
                        <a:ext cx="2714625" cy="1022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06950" y="3910013"/>
          <a:ext cx="849313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9" imgW="20116800" imgH="24384000" progId="Equation.DSMT4">
                  <p:embed/>
                </p:oleObj>
              </mc:Choice>
              <mc:Fallback>
                <p:oleObj name="Equation" r:id="rId19" imgW="20116800" imgH="243840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06950" y="3910013"/>
                        <a:ext cx="849313" cy="1030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586413" y="4005263"/>
          <a:ext cx="5921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21" imgW="14020800" imgH="19812000" progId="Equation.DSMT4">
                  <p:embed/>
                </p:oleObj>
              </mc:Choice>
              <mc:Fallback>
                <p:oleObj name="Equation" r:id="rId21" imgW="14020800" imgH="19812000" progId="Equation.DSMT4">
                  <p:embed/>
                  <p:pic>
                    <p:nvPicPr>
                      <p:cNvPr id="0" name="图片 2049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86413" y="4005263"/>
                        <a:ext cx="59213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199188" y="4221163"/>
          <a:ext cx="5413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23" imgW="12801600" imgH="9448800" progId="Equation.DSMT4">
                  <p:embed/>
                </p:oleObj>
              </mc:Choice>
              <mc:Fallback>
                <p:oleObj name="Equation" r:id="rId23" imgW="12801600" imgH="9448800" progId="Equation.DSMT4">
                  <p:embed/>
                  <p:pic>
                    <p:nvPicPr>
                      <p:cNvPr id="0" name="图片 2049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99188" y="4221163"/>
                        <a:ext cx="541337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853238" y="4187825"/>
          <a:ext cx="9477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25" imgW="22555200" imgH="11582400" progId="Equation.DSMT4">
                  <p:embed/>
                </p:oleObj>
              </mc:Choice>
              <mc:Fallback>
                <p:oleObj name="Equation" r:id="rId25" imgW="22555200" imgH="11582400" progId="Equation.DSMT4">
                  <p:embed/>
                  <p:pic>
                    <p:nvPicPr>
                      <p:cNvPr id="0" name="图片 2049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853238" y="4187825"/>
                        <a:ext cx="947737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748588" y="3935413"/>
          <a:ext cx="90805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27" imgW="21640800" imgH="24384000" progId="Equation.DSMT4">
                  <p:embed/>
                </p:oleObj>
              </mc:Choice>
              <mc:Fallback>
                <p:oleObj name="Equation" r:id="rId27" imgW="21640800" imgH="24384000" progId="Equation.DSMT4">
                  <p:embed/>
                  <p:pic>
                    <p:nvPicPr>
                      <p:cNvPr id="0" name="图片 2049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748588" y="3935413"/>
                        <a:ext cx="908050" cy="1030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074863" y="5098098"/>
          <a:ext cx="1470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29" imgW="35052000" imgH="19812000" progId="Equation.DSMT4">
                  <p:embed/>
                </p:oleObj>
              </mc:Choice>
              <mc:Fallback>
                <p:oleObj name="Equation" r:id="rId29" imgW="35052000" imgH="19812000" progId="Equation.DSMT4">
                  <p:embed/>
                  <p:pic>
                    <p:nvPicPr>
                      <p:cNvPr id="0" name="图片 2049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074863" y="5098098"/>
                        <a:ext cx="147002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636963" y="5100003"/>
          <a:ext cx="10128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6" name="Equation" r:id="rId31" imgW="24079200" imgH="19812000" progId="Equation.DSMT4">
                  <p:embed/>
                </p:oleObj>
              </mc:Choice>
              <mc:Fallback>
                <p:oleObj name="Equation" r:id="rId31" imgW="24079200" imgH="19812000" progId="Equation.DSMT4">
                  <p:embed/>
                  <p:pic>
                    <p:nvPicPr>
                      <p:cNvPr id="0" name="图片 2049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636963" y="5100003"/>
                        <a:ext cx="1012825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741863" y="5035550"/>
          <a:ext cx="240982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33" imgW="57607200" imgH="22555200" progId="Equation.DSMT4">
                  <p:embed/>
                </p:oleObj>
              </mc:Choice>
              <mc:Fallback>
                <p:oleObj name="Equation" r:id="rId33" imgW="57607200" imgH="22555200" progId="Equation.DSMT4">
                  <p:embed/>
                  <p:pic>
                    <p:nvPicPr>
                      <p:cNvPr id="0" name="图片 2049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741863" y="5035550"/>
                        <a:ext cx="2409825" cy="949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095630" y="1349693"/>
          <a:ext cx="67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35" imgW="780415" imgH="445770" progId="Equation.DSMT4">
                  <p:embed/>
                </p:oleObj>
              </mc:Choice>
              <mc:Fallback>
                <p:oleObj name="Equation" r:id="rId35" imgW="780415" imgH="445770" progId="Equation.DSMT4">
                  <p:embed/>
                  <p:pic>
                    <p:nvPicPr>
                      <p:cNvPr id="0" name="图片 20497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095630" y="1349693"/>
                        <a:ext cx="673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849693" y="1085850"/>
          <a:ext cx="1117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37" imgW="1293495" imgH="970280" progId="Equation.DSMT4">
                  <p:embed/>
                </p:oleObj>
              </mc:Choice>
              <mc:Fallback>
                <p:oleObj name="Equation" r:id="rId37" imgW="1293495" imgH="970280" progId="Equation.DSMT4">
                  <p:embed/>
                  <p:pic>
                    <p:nvPicPr>
                      <p:cNvPr id="0" name="图片 2049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849693" y="1085850"/>
                        <a:ext cx="1117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8353" y="5051342"/>
            <a:ext cx="10121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经验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0820" y="5051206"/>
            <a:ext cx="8361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任何三角有理函数都是积得出的，简单根式的有理式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20784" y="5573156"/>
            <a:ext cx="27609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也总是积得出的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3465871" y="1607838"/>
          <a:ext cx="2779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66751200" imgH="14020800" progId="Equation.DSMT4">
                  <p:embed/>
                </p:oleObj>
              </mc:Choice>
              <mc:Fallback>
                <p:oleObj name="Equation" r:id="rId1" imgW="66751200" imgH="14020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65871" y="1607838"/>
                        <a:ext cx="27797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576920" y="1646482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  <a:endParaRPr kumimoji="1"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7199670" y="1556792"/>
          <a:ext cx="1908705" cy="616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38709600" imgH="12496800" progId="Equation.DSMT4">
                  <p:embed/>
                </p:oleObj>
              </mc:Choice>
              <mc:Fallback>
                <p:oleObj name="Equation" r:id="rId3" imgW="38709600" imgH="12496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9670" y="1556792"/>
                        <a:ext cx="1908705" cy="6161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3478571" y="2496838"/>
          <a:ext cx="24876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59740800" imgH="15240000" progId="Equation.DSMT4">
                  <p:embed/>
                </p:oleObj>
              </mc:Choice>
              <mc:Fallback>
                <p:oleObj name="Equation" r:id="rId5" imgW="59740800" imgH="152400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78571" y="2496838"/>
                        <a:ext cx="2487613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564220" y="2560882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</a:rPr>
              <a:t>令</a:t>
            </a:r>
            <a:endParaRPr kumimoji="1"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7256820" y="2420888"/>
          <a:ext cx="1641297" cy="79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31394400" imgH="15240000" progId="Equation.DSMT4">
                  <p:embed/>
                </p:oleObj>
              </mc:Choice>
              <mc:Fallback>
                <p:oleObj name="Equation" r:id="rId7" imgW="31394400" imgH="152400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56820" y="2420888"/>
                        <a:ext cx="1641297" cy="7927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893920" y="352987"/>
            <a:ext cx="76885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被积函数为简单根式的有理式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可通过根式代换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220820" y="874957"/>
            <a:ext cx="35782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化为有理函数的积分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649820" y="884482"/>
            <a:ext cx="101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例如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8"/>
          <p:cNvGraphicFramePr>
            <a:graphicFrameLocks noChangeAspect="1"/>
          </p:cNvGraphicFramePr>
          <p:nvPr/>
        </p:nvGraphicFramePr>
        <p:xfrm>
          <a:off x="3465871" y="3493788"/>
          <a:ext cx="40100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96316800" imgH="14020800" progId="Equation.DSMT4">
                  <p:embed/>
                </p:oleObj>
              </mc:Choice>
              <mc:Fallback>
                <p:oleObj name="Equation" r:id="rId9" imgW="96316800" imgH="140208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65871" y="3493788"/>
                        <a:ext cx="4010025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4655840" y="4077072"/>
          <a:ext cx="2098277" cy="711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11" imgW="18592800" imgH="6096000" progId="Equation.DSMT4">
                  <p:embed/>
                </p:oleObj>
              </mc:Choice>
              <mc:Fallback>
                <p:oleObj name="Equation" r:id="rId11" imgW="18592800" imgH="6096000" progId="Equation.DSMT4">
                  <p:embed/>
                  <p:pic>
                    <p:nvPicPr>
                      <p:cNvPr id="0" name="图片 215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55840" y="4077072"/>
                        <a:ext cx="2098277" cy="7112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4125820" y="416108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21"/>
          <p:cNvGraphicFramePr>
            <a:graphicFrameLocks noChangeAspect="1"/>
          </p:cNvGraphicFramePr>
          <p:nvPr/>
        </p:nvGraphicFramePr>
        <p:xfrm>
          <a:off x="6753584" y="4200543"/>
          <a:ext cx="3492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3" imgW="83820000" imgH="10668000" progId="Equation.DSMT4">
                  <p:embed/>
                </p:oleObj>
              </mc:Choice>
              <mc:Fallback>
                <p:oleObj name="Equation" r:id="rId13" imgW="83820000" imgH="10668000" progId="Equation.DSMT4">
                  <p:embed/>
                  <p:pic>
                    <p:nvPicPr>
                      <p:cNvPr id="0" name="图片 2151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53584" y="4200543"/>
                        <a:ext cx="34925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6" grpId="0" autoUpdateAnimBg="0"/>
      <p:bldP spid="9" grpId="0" autoUpdateAnimBg="0"/>
      <p:bldP spid="13" grpId="0" autoUpdateAnimBg="0" build="p"/>
      <p:bldP spid="16" grpId="0" autoUpdateAnimBg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79576" y="599927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</a:t>
            </a:r>
            <a:r>
              <a:rPr lang="zh-CN" altLang="en-US" sz="2800" b="1" dirty="0"/>
              <a:t>求积分</a:t>
            </a:r>
            <a:endParaRPr lang="zh-CN" altLang="en-US" sz="2800" b="1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279457" y="1872054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432300" y="404813"/>
          <a:ext cx="325120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72542400" imgH="25908000" progId="Equation.DSMT4">
                  <p:embed/>
                </p:oleObj>
              </mc:Choice>
              <mc:Fallback>
                <p:oleObj name="Equation" r:id="rId1" imgW="72542400" imgH="259080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32300" y="404813"/>
                        <a:ext cx="3251200" cy="1160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 bwMode="auto">
          <a:xfrm>
            <a:off x="3098607" y="1647900"/>
            <a:ext cx="1474788" cy="746124"/>
            <a:chOff x="1056" y="1260"/>
            <a:chExt cx="929" cy="470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056" y="1401"/>
              <a:ext cx="4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/>
                <a:t>令</a:t>
              </a:r>
              <a:endParaRPr lang="zh-CN" altLang="en-US" sz="2800" b="1"/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1420" y="1260"/>
            <a:ext cx="56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0" name="Equation" r:id="rId3" imgW="19507200" imgH="14935200" progId="Equation.DSMT4">
                    <p:embed/>
                  </p:oleObj>
                </mc:Choice>
                <mc:Fallback>
                  <p:oleObj name="Equation" r:id="rId3" imgW="19507200" imgH="14935200" progId="Equation.DSMT4">
                    <p:embed/>
                    <p:pic>
                      <p:nvPicPr>
                        <p:cNvPr id="0" name="图片 2252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20" y="1260"/>
                          <a:ext cx="565" cy="4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729287" y="1989212"/>
          <a:ext cx="1930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公式" r:id="rId5" imgW="46329600" imgH="9448800" progId="Equation.3">
                  <p:embed/>
                </p:oleObj>
              </mc:Choice>
              <mc:Fallback>
                <p:oleObj name="公式" r:id="rId5" imgW="46329600" imgH="9448800" progId="Equation.3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9287" y="1989212"/>
                        <a:ext cx="1930400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100377" y="1765692"/>
          <a:ext cx="146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35052000" imgH="20116800" progId="Equation.DSMT4">
                  <p:embed/>
                </p:oleObj>
              </mc:Choice>
              <mc:Fallback>
                <p:oleObj name="Equation" r:id="rId7" imgW="35052000" imgH="201168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00377" y="1765692"/>
                        <a:ext cx="1460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887346" y="2768505"/>
          <a:ext cx="3082925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70408800" imgH="25908000" progId="Equation.DSMT4">
                  <p:embed/>
                </p:oleObj>
              </mc:Choice>
              <mc:Fallback>
                <p:oleObj name="Equation" r:id="rId9" imgW="70408800" imgH="259080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7346" y="2768505"/>
                        <a:ext cx="3082925" cy="1135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097712" y="2805187"/>
          <a:ext cx="3238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77724000" imgH="20116800" progId="Equation.DSMT4">
                  <p:embed/>
                </p:oleObj>
              </mc:Choice>
              <mc:Fallback>
                <p:oleObj name="Equation" r:id="rId11" imgW="77724000" imgH="201168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7712" y="2805187"/>
                        <a:ext cx="3238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698557" y="4197424"/>
          <a:ext cx="3149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75590400" imgH="21945600" progId="Equation.DSMT4">
                  <p:embed/>
                </p:oleObj>
              </mc:Choice>
              <mc:Fallback>
                <p:oleObj name="Equation" r:id="rId13" imgW="75590400" imgH="219456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8557" y="4197424"/>
                        <a:ext cx="3149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970077" y="4178374"/>
          <a:ext cx="3721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5" imgW="89306400" imgH="22860000" progId="Equation.DSMT4">
                  <p:embed/>
                </p:oleObj>
              </mc:Choice>
              <mc:Fallback>
                <p:oleObj name="Equation" r:id="rId15" imgW="89306400" imgH="228600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70077" y="4178374"/>
                        <a:ext cx="37211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23592" y="2780928"/>
          <a:ext cx="69357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166420800" imgH="20116800" progId="Equation.DSMT4">
                  <p:embed/>
                </p:oleObj>
              </mc:Choice>
              <mc:Fallback>
                <p:oleObj name="Equation" r:id="rId1" imgW="166420800" imgH="20116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23592" y="2780928"/>
                        <a:ext cx="6935788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95600" y="404664"/>
          <a:ext cx="3721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89306400" imgH="22860000" progId="Equation.DSMT4">
                  <p:embed/>
                </p:oleObj>
              </mc:Choice>
              <mc:Fallback>
                <p:oleObj name="Equation" r:id="rId3" imgW="89306400" imgH="228600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404664"/>
                        <a:ext cx="37211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81263" y="3848100"/>
          <a:ext cx="72532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174040800" imgH="21640800" progId="Equation.DSMT4">
                  <p:embed/>
                </p:oleObj>
              </mc:Choice>
              <mc:Fallback>
                <p:oleObj name="Equation" r:id="rId5" imgW="174040800" imgH="216408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81263" y="3848100"/>
                        <a:ext cx="7253287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23592" y="1714128"/>
          <a:ext cx="328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78943200" imgH="20116800" progId="Equation.DSMT4">
                  <p:embed/>
                </p:oleObj>
              </mc:Choice>
              <mc:Fallback>
                <p:oleObj name="Equation" r:id="rId7" imgW="78943200" imgH="201168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23592" y="1714128"/>
                        <a:ext cx="3289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65292" y="1650628"/>
          <a:ext cx="3429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82296000" imgH="21336000" progId="Equation.DSMT4">
                  <p:embed/>
                </p:oleObj>
              </mc:Choice>
              <mc:Fallback>
                <p:oleObj name="Equation" r:id="rId9" imgW="82296000" imgH="213360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5292" y="1650628"/>
                        <a:ext cx="34290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524000" y="1412776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练习4.3.1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76063" y="839084"/>
            <a:ext cx="2583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计算不定积分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592263" y="656194"/>
          <a:ext cx="1498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35966400" imgH="21336000" progId="Equation.DSMT4">
                  <p:embed/>
                </p:oleObj>
              </mc:Choice>
              <mc:Fallback>
                <p:oleObj name="Equation" r:id="rId1" imgW="35966400" imgH="213360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92263" y="656194"/>
                        <a:ext cx="1498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76063" y="2720082"/>
            <a:ext cx="805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50207" y="2504058"/>
          <a:ext cx="493236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118567200" imgH="26212800" progId="Equation.DSMT4">
                  <p:embed/>
                </p:oleObj>
              </mc:Choice>
              <mc:Fallback>
                <p:oleObj name="Equation" r:id="rId3" imgW="118567200" imgH="262128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0207" y="2504058"/>
                        <a:ext cx="4932363" cy="1085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51584" y="3656186"/>
            <a:ext cx="7028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试写出它的标准分解形式（不必算出系数）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00075" y="177281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00075" y="4469611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283530" y="1873295"/>
          <a:ext cx="2297113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54864000" imgH="7620000" progId="Equation.DSMT4">
                  <p:embed/>
                </p:oleObj>
              </mc:Choice>
              <mc:Fallback>
                <p:oleObj name="Equation" r:id="rId5" imgW="54864000" imgH="76200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3530" y="1873295"/>
                        <a:ext cx="2297113" cy="322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283796" y="4244950"/>
          <a:ext cx="49530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118872000" imgH="24079200" progId="Equation.DSMT4">
                  <p:embed/>
                </p:oleObj>
              </mc:Choice>
              <mc:Fallback>
                <p:oleObj name="Equation" r:id="rId7" imgW="118872000" imgH="240792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83796" y="4244950"/>
                        <a:ext cx="4953000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135560" y="260648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09600" indent="-609600" algn="ctr" eaLnBrk="0" hangingPunct="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4.3.2  关于积分公式表的注记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Box 9" descr="90%"/>
          <p:cNvSpPr txBox="1">
            <a:spLocks noChangeAspect="1" noChangeArrowheads="1"/>
          </p:cNvSpPr>
          <p:nvPr/>
        </p:nvSpPr>
        <p:spPr bwMode="auto">
          <a:xfrm flipH="1">
            <a:off x="2548255" y="1066919"/>
            <a:ext cx="3810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pattFill prst="pct90">
                  <a:fgClr>
                    <a:schemeClr val="hlink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32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积分表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" name="Group 10"/>
          <p:cNvGrpSpPr>
            <a:grpSpLocks noChangeAspect="1"/>
          </p:cNvGrpSpPr>
          <p:nvPr/>
        </p:nvGrpSpPr>
        <p:grpSpPr bwMode="auto">
          <a:xfrm>
            <a:off x="2705100" y="1793875"/>
            <a:ext cx="3452813" cy="407988"/>
            <a:chOff x="921" y="2840"/>
            <a:chExt cx="3275" cy="383"/>
          </a:xfrm>
        </p:grpSpPr>
        <p:graphicFrame>
          <p:nvGraphicFramePr>
            <p:cNvPr id="7" name="Object 11"/>
            <p:cNvGraphicFramePr>
              <a:graphicFrameLocks noChangeAspect="1"/>
            </p:cNvGraphicFramePr>
            <p:nvPr/>
          </p:nvGraphicFramePr>
          <p:xfrm>
            <a:off x="921" y="2847"/>
            <a:ext cx="2247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1" name="Equation" r:id="rId2" imgW="85648800" imgH="14325600" progId="Equation.DSMT4">
                    <p:embed/>
                  </p:oleObj>
                </mc:Choice>
                <mc:Fallback>
                  <p:oleObj name="Equation" r:id="rId2" imgW="85648800" imgH="14325600" progId="Equation.DSMT4">
                    <p:embed/>
                    <p:pic>
                      <p:nvPicPr>
                        <p:cNvPr id="0" name="图片 256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21" y="2847"/>
                          <a:ext cx="2247" cy="37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12"/>
            <p:cNvSpPr txBox="1">
              <a:spLocks noChangeAspect="1" noChangeArrowheads="1"/>
            </p:cNvSpPr>
            <p:nvPr/>
          </p:nvSpPr>
          <p:spPr bwMode="auto">
            <a:xfrm>
              <a:off x="3141" y="2840"/>
              <a:ext cx="1055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/>
                <a:t>是常数</a:t>
              </a:r>
              <a:r>
                <a:rPr lang="en-US" altLang="zh-CN" sz="2000" b="1"/>
                <a:t>)</a:t>
              </a:r>
              <a:endParaRPr lang="en-US" altLang="zh-CN" sz="2000" b="1"/>
            </a:p>
          </p:txBody>
        </p:sp>
      </p:grpSp>
      <p:graphicFrame>
        <p:nvGraphicFramePr>
          <p:cNvPr id="9" name="Object 13"/>
          <p:cNvGraphicFramePr>
            <a:graphicFrameLocks noChangeAspect="1"/>
          </p:cNvGraphicFramePr>
          <p:nvPr/>
        </p:nvGraphicFramePr>
        <p:xfrm>
          <a:off x="2679700" y="2392363"/>
          <a:ext cx="35052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4" imgW="5977255" imgH="1115060" progId="Equation.DSMT4">
                  <p:embed/>
                </p:oleObj>
              </mc:Choice>
              <mc:Fallback>
                <p:oleObj name="Equation" r:id="rId4" imgW="5977255" imgH="111506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9700" y="2392363"/>
                        <a:ext cx="3505200" cy="658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2664778" y="3209925"/>
          <a:ext cx="24495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6" imgW="74371200" imgH="20116800" progId="Equation.DSMT4">
                  <p:embed/>
                </p:oleObj>
              </mc:Choice>
              <mc:Fallback>
                <p:oleObj name="Equation" r:id="rId6" imgW="74371200" imgH="201168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4778" y="3209925"/>
                        <a:ext cx="2449512" cy="661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2671445" y="3925253"/>
          <a:ext cx="177323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8" imgW="61874400" imgH="20116800" progId="Equation.DSMT4">
                  <p:embed/>
                </p:oleObj>
              </mc:Choice>
              <mc:Fallback>
                <p:oleObj name="Equation" r:id="rId8" imgW="61874400" imgH="201168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71445" y="3925253"/>
                        <a:ext cx="1773238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4521200" y="4109085"/>
          <a:ext cx="1298575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10" imgW="44805600" imgH="7315200" progId="Equation.3">
                  <p:embed/>
                </p:oleObj>
              </mc:Choice>
              <mc:Fallback>
                <p:oleObj name="Equation" r:id="rId10" imgW="44805600" imgH="7315200" progId="Equation.3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21200" y="4109085"/>
                        <a:ext cx="1298575" cy="209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2665095" y="4633278"/>
          <a:ext cx="195103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2" imgW="68275200" imgH="22555200" progId="Equation.DSMT4">
                  <p:embed/>
                </p:oleObj>
              </mc:Choice>
              <mc:Fallback>
                <p:oleObj name="Equation" r:id="rId12" imgW="68275200" imgH="225552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65095" y="4633278"/>
                        <a:ext cx="1951038" cy="644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/>
          <p:cNvGraphicFramePr>
            <a:graphicFrameLocks noChangeAspect="1"/>
          </p:cNvGraphicFramePr>
          <p:nvPr/>
        </p:nvGraphicFramePr>
        <p:xfrm>
          <a:off x="4616450" y="4795520"/>
          <a:ext cx="1323975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公式" r:id="rId14" imgW="46329600" imgH="7924800" progId="Equation.3">
                  <p:embed/>
                </p:oleObj>
              </mc:Choice>
              <mc:Fallback>
                <p:oleObj name="公式" r:id="rId14" imgW="46329600" imgH="7924800" progId="Equation.3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16450" y="4795520"/>
                        <a:ext cx="1323975" cy="227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2705100" y="5435600"/>
          <a:ext cx="164623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6" imgW="57607200" imgH="14325600" progId="Equation.DSMT4">
                  <p:embed/>
                </p:oleObj>
              </mc:Choice>
              <mc:Fallback>
                <p:oleObj name="Equation" r:id="rId16" imgW="57607200" imgH="143256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05100" y="5435600"/>
                        <a:ext cx="1646238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0"/>
          <p:cNvGraphicFramePr>
            <a:graphicFrameLocks noChangeAspect="1"/>
          </p:cNvGraphicFramePr>
          <p:nvPr/>
        </p:nvGraphicFramePr>
        <p:xfrm>
          <a:off x="4445000" y="5499100"/>
          <a:ext cx="968375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公式" r:id="rId18" imgW="33832800" imgH="7924800" progId="Equation.3">
                  <p:embed/>
                </p:oleObj>
              </mc:Choice>
              <mc:Fallback>
                <p:oleObj name="公式" r:id="rId18" imgW="33832800" imgH="7924800" progId="Equation.3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45000" y="5499100"/>
                        <a:ext cx="968375" cy="227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/>
          <p:cNvGraphicFramePr>
            <a:graphicFrameLocks noChangeAspect="1"/>
          </p:cNvGraphicFramePr>
          <p:nvPr/>
        </p:nvGraphicFramePr>
        <p:xfrm>
          <a:off x="6478588" y="1693863"/>
          <a:ext cx="16843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20" imgW="56997600" imgH="14325600" progId="Equation.DSMT4">
                  <p:embed/>
                </p:oleObj>
              </mc:Choice>
              <mc:Fallback>
                <p:oleObj name="Equation" r:id="rId20" imgW="56997600" imgH="14325600" progId="Equation.DSMT4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78588" y="1693863"/>
                        <a:ext cx="1684337" cy="422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8255000" y="1765300"/>
          <a:ext cx="1223963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公式" r:id="rId22" imgW="41452800" imgH="7924800" progId="Equation.3">
                  <p:embed/>
                </p:oleObj>
              </mc:Choice>
              <mc:Fallback>
                <p:oleObj name="公式" r:id="rId22" imgW="41452800" imgH="7924800" progId="Equation.3">
                  <p:embed/>
                  <p:pic>
                    <p:nvPicPr>
                      <p:cNvPr id="0" name="图片 25610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255000" y="1765300"/>
                        <a:ext cx="1223963" cy="234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9"/>
          <p:cNvGraphicFramePr>
            <a:graphicFrameLocks noChangeAspect="1"/>
          </p:cNvGraphicFramePr>
          <p:nvPr/>
        </p:nvGraphicFramePr>
        <p:xfrm>
          <a:off x="6479858" y="4048125"/>
          <a:ext cx="224472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24" imgW="79857600" imgH="14325600" progId="Equation.DSMT4">
                  <p:embed/>
                </p:oleObj>
              </mc:Choice>
              <mc:Fallback>
                <p:oleObj name="Equation" r:id="rId24" imgW="79857600" imgH="143256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479858" y="4048125"/>
                        <a:ext cx="2244725" cy="401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0"/>
          <p:cNvGraphicFramePr>
            <a:graphicFrameLocks noChangeAspect="1"/>
          </p:cNvGraphicFramePr>
          <p:nvPr/>
        </p:nvGraphicFramePr>
        <p:xfrm>
          <a:off x="8832850" y="4108450"/>
          <a:ext cx="957263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公式" r:id="rId26" imgW="34137600" imgH="7924800" progId="Equation.3">
                  <p:embed/>
                </p:oleObj>
              </mc:Choice>
              <mc:Fallback>
                <p:oleObj name="公式" r:id="rId26" imgW="34137600" imgH="7924800" progId="Equation.3">
                  <p:embed/>
                  <p:pic>
                    <p:nvPicPr>
                      <p:cNvPr id="0" name="图片 25612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832850" y="4108450"/>
                        <a:ext cx="957263" cy="222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1"/>
          <p:cNvGraphicFramePr>
            <a:graphicFrameLocks noChangeAspect="1"/>
          </p:cNvGraphicFramePr>
          <p:nvPr/>
        </p:nvGraphicFramePr>
        <p:xfrm>
          <a:off x="6514783" y="4745990"/>
          <a:ext cx="22098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28" imgW="78638400" imgH="14325600" progId="Equation.DSMT4">
                  <p:embed/>
                </p:oleObj>
              </mc:Choice>
              <mc:Fallback>
                <p:oleObj name="Equation" r:id="rId28" imgW="78638400" imgH="14325600" progId="Equation.DSMT4">
                  <p:embed/>
                  <p:pic>
                    <p:nvPicPr>
                      <p:cNvPr id="0" name="图片 25613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514783" y="4745990"/>
                        <a:ext cx="2209800" cy="401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2"/>
          <p:cNvGraphicFramePr>
            <a:graphicFrameLocks noChangeAspect="1"/>
          </p:cNvGraphicFramePr>
          <p:nvPr/>
        </p:nvGraphicFramePr>
        <p:xfrm>
          <a:off x="8734425" y="4832985"/>
          <a:ext cx="1154113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公式" r:id="rId30" imgW="41148000" imgH="7924800" progId="Equation.3">
                  <p:embed/>
                </p:oleObj>
              </mc:Choice>
              <mc:Fallback>
                <p:oleObj name="公式" r:id="rId30" imgW="41148000" imgH="7924800" progId="Equation.3">
                  <p:embed/>
                  <p:pic>
                    <p:nvPicPr>
                      <p:cNvPr id="0" name="图片 25614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734425" y="4832985"/>
                        <a:ext cx="1154113" cy="222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3"/>
          <p:cNvGraphicFramePr>
            <a:graphicFrameLocks noChangeAspect="1"/>
          </p:cNvGraphicFramePr>
          <p:nvPr/>
        </p:nvGraphicFramePr>
        <p:xfrm>
          <a:off x="6514783" y="5443538"/>
          <a:ext cx="143986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Equation" r:id="rId32" imgW="51206400" imgH="14325600" progId="Equation.DSMT4">
                  <p:embed/>
                </p:oleObj>
              </mc:Choice>
              <mc:Fallback>
                <p:oleObj name="Equation" r:id="rId32" imgW="51206400" imgH="14325600" progId="Equation.DSMT4">
                  <p:embed/>
                  <p:pic>
                    <p:nvPicPr>
                      <p:cNvPr id="0" name="图片 25615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514783" y="5443538"/>
                        <a:ext cx="1439862" cy="401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4"/>
          <p:cNvGraphicFramePr>
            <a:graphicFrameLocks noChangeAspect="1"/>
          </p:cNvGraphicFramePr>
          <p:nvPr/>
        </p:nvGraphicFramePr>
        <p:xfrm>
          <a:off x="8133080" y="5508625"/>
          <a:ext cx="642938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34" imgW="22860000" imgH="9448800" progId="Equation.DSMT4">
                  <p:embed/>
                </p:oleObj>
              </mc:Choice>
              <mc:Fallback>
                <p:oleObj name="Equation" r:id="rId34" imgW="22860000" imgH="9448800" progId="Equation.DSMT4">
                  <p:embed/>
                  <p:pic>
                    <p:nvPicPr>
                      <p:cNvPr id="0" name="图片 25616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133080" y="5508625"/>
                        <a:ext cx="642938" cy="265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5"/>
          <p:cNvGraphicFramePr>
            <a:graphicFrameLocks noChangeAspect="1"/>
          </p:cNvGraphicFramePr>
          <p:nvPr/>
        </p:nvGraphicFramePr>
        <p:xfrm>
          <a:off x="6437313" y="2316163"/>
          <a:ext cx="134778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36" imgW="45415200" imgH="20116800" progId="Equation.DSMT4">
                  <p:embed/>
                </p:oleObj>
              </mc:Choice>
              <mc:Fallback>
                <p:oleObj name="Equation" r:id="rId36" imgW="45415200" imgH="20116800" progId="Equation.DSMT4">
                  <p:embed/>
                  <p:pic>
                    <p:nvPicPr>
                      <p:cNvPr id="0" name="图片 25617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437313" y="2316163"/>
                        <a:ext cx="1347787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6"/>
          <p:cNvGraphicFramePr>
            <a:graphicFrameLocks noChangeAspect="1"/>
          </p:cNvGraphicFramePr>
          <p:nvPr/>
        </p:nvGraphicFramePr>
        <p:xfrm>
          <a:off x="7904163" y="2443163"/>
          <a:ext cx="12525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Equation" r:id="rId38" imgW="42367200" imgH="14325600" progId="Equation.DSMT4">
                  <p:embed/>
                </p:oleObj>
              </mc:Choice>
              <mc:Fallback>
                <p:oleObj name="Equation" r:id="rId38" imgW="42367200" imgH="14325600" progId="Equation.DSMT4">
                  <p:embed/>
                  <p:pic>
                    <p:nvPicPr>
                      <p:cNvPr id="0" name="图片 25618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904163" y="2443163"/>
                        <a:ext cx="1252537" cy="422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7"/>
          <p:cNvGraphicFramePr>
            <a:graphicFrameLocks noChangeAspect="1"/>
          </p:cNvGraphicFramePr>
          <p:nvPr/>
        </p:nvGraphicFramePr>
        <p:xfrm>
          <a:off x="9245600" y="2527300"/>
          <a:ext cx="97472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公式" r:id="rId40" imgW="32918400" imgH="7315200" progId="Equation.3">
                  <p:embed/>
                </p:oleObj>
              </mc:Choice>
              <mc:Fallback>
                <p:oleObj name="公式" r:id="rId40" imgW="32918400" imgH="7315200" progId="Equation.3">
                  <p:embed/>
                  <p:pic>
                    <p:nvPicPr>
                      <p:cNvPr id="0" name="图片 25619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9245600" y="2527300"/>
                        <a:ext cx="974725" cy="21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8"/>
          <p:cNvGraphicFramePr>
            <a:graphicFrameLocks noChangeAspect="1"/>
          </p:cNvGraphicFramePr>
          <p:nvPr/>
        </p:nvGraphicFramePr>
        <p:xfrm>
          <a:off x="6476365" y="3154998"/>
          <a:ext cx="13303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42" imgW="44805600" imgH="20116800" progId="Equation.DSMT4">
                  <p:embed/>
                </p:oleObj>
              </mc:Choice>
              <mc:Fallback>
                <p:oleObj name="Equation" r:id="rId42" imgW="44805600" imgH="20116800" progId="Equation.DSMT4">
                  <p:embed/>
                  <p:pic>
                    <p:nvPicPr>
                      <p:cNvPr id="0" name="图片 25620"/>
                      <p:cNvPicPr>
                        <a:picLocks noChangeAspect="1"/>
                      </p:cNvPicPr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476365" y="3154998"/>
                        <a:ext cx="1330325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9"/>
          <p:cNvGraphicFramePr>
            <a:graphicFrameLocks noChangeAspect="1"/>
          </p:cNvGraphicFramePr>
          <p:nvPr/>
        </p:nvGraphicFramePr>
        <p:xfrm>
          <a:off x="7905750" y="3275648"/>
          <a:ext cx="12509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44" imgW="42367200" imgH="14325600" progId="Equation.DSMT4">
                  <p:embed/>
                </p:oleObj>
              </mc:Choice>
              <mc:Fallback>
                <p:oleObj name="Equation" r:id="rId44" imgW="42367200" imgH="14325600" progId="Equation.DSMT4">
                  <p:embed/>
                  <p:pic>
                    <p:nvPicPr>
                      <p:cNvPr id="0" name="图片 25621"/>
                      <p:cNvPicPr>
                        <a:picLocks noChangeAspect="1"/>
                      </p:cNvPicPr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7905750" y="3275648"/>
                        <a:ext cx="1250950" cy="422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0"/>
          <p:cNvGraphicFramePr>
            <a:graphicFrameLocks noChangeAspect="1"/>
          </p:cNvGraphicFramePr>
          <p:nvPr/>
        </p:nvGraphicFramePr>
        <p:xfrm>
          <a:off x="9255760" y="3365500"/>
          <a:ext cx="1138238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公式" r:id="rId46" imgW="38404800" imgH="7315200" progId="Equation.3">
                  <p:embed/>
                </p:oleObj>
              </mc:Choice>
              <mc:Fallback>
                <p:oleObj name="公式" r:id="rId46" imgW="38404800" imgH="7315200" progId="Equation.3">
                  <p:embed/>
                  <p:pic>
                    <p:nvPicPr>
                      <p:cNvPr id="0" name="图片 25622"/>
                      <p:cNvPicPr>
                        <a:picLocks noChangeAspect="1"/>
                      </p:cNvPicPr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9255760" y="3365500"/>
                        <a:ext cx="1138238" cy="21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00226" y="360140"/>
          <a:ext cx="15827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52425600" imgH="14325600" progId="Equation.DSMT4">
                  <p:embed/>
                </p:oleObj>
              </mc:Choice>
              <mc:Fallback>
                <p:oleObj name="Equation" r:id="rId1" imgW="52425600" imgH="143256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0226" y="360140"/>
                        <a:ext cx="1582738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111551" y="291877"/>
          <a:ext cx="7604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30175200" imgH="22250400" progId="Equation.DSMT4">
                  <p:embed/>
                </p:oleObj>
              </mc:Choice>
              <mc:Fallback>
                <p:oleObj name="Equation" r:id="rId3" imgW="30175200" imgH="222504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1551" y="291877"/>
                        <a:ext cx="760413" cy="560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9576" y="1196752"/>
          <a:ext cx="32988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49682400" imgH="7010400" progId="Equation.DSMT4">
                  <p:embed/>
                </p:oleObj>
              </mc:Choice>
              <mc:Fallback>
                <p:oleObj name="Equation" r:id="rId5" imgW="49682400" imgH="70104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576" y="1196752"/>
                        <a:ext cx="329882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87514" y="1958752"/>
          <a:ext cx="310038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46329600" imgH="7010400" progId="Equation.DSMT4">
                  <p:embed/>
                </p:oleObj>
              </mc:Choice>
              <mc:Fallback>
                <p:oleObj name="Equation" r:id="rId7" imgW="46329600" imgH="70104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87514" y="1958752"/>
                        <a:ext cx="310038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49414" y="2720752"/>
          <a:ext cx="38735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57912000" imgH="7010400" progId="Equation.DSMT4">
                  <p:embed/>
                </p:oleObj>
              </mc:Choice>
              <mc:Fallback>
                <p:oleObj name="Equation" r:id="rId9" imgW="57912000" imgH="70104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49414" y="2720752"/>
                        <a:ext cx="38735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60526" y="3558952"/>
          <a:ext cx="38338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57302400" imgH="7010400" progId="Equation.DSMT4">
                  <p:embed/>
                </p:oleObj>
              </mc:Choice>
              <mc:Fallback>
                <p:oleObj name="Equation" r:id="rId11" imgW="57302400" imgH="70104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60526" y="3558952"/>
                        <a:ext cx="383381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17664" y="4390802"/>
          <a:ext cx="35290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124358400" imgH="20116800" progId="Equation.DSMT4">
                  <p:embed/>
                </p:oleObj>
              </mc:Choice>
              <mc:Fallback>
                <p:oleObj name="Equation" r:id="rId13" imgW="124358400" imgH="201168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17664" y="4390802"/>
                        <a:ext cx="3529012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265789" y="1392015"/>
          <a:ext cx="40195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15" imgW="56692800" imgH="10668000" progId="Equation.DSMT4">
                  <p:embed/>
                </p:oleObj>
              </mc:Choice>
              <mc:Fallback>
                <p:oleObj name="Equation" r:id="rId15" imgW="56692800" imgH="10668000" progId="Equation.DSMT4">
                  <p:embed/>
                  <p:pic>
                    <p:nvPicPr>
                      <p:cNvPr id="0" name="图片 266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65789" y="1392015"/>
                        <a:ext cx="4019550" cy="758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249914" y="2608040"/>
          <a:ext cx="381635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17" imgW="123139200" imgH="22555200" progId="Equation.DSMT4">
                  <p:embed/>
                </p:oleObj>
              </mc:Choice>
              <mc:Fallback>
                <p:oleObj name="Equation" r:id="rId17" imgW="123139200" imgH="22555200" progId="Equation.DSMT4">
                  <p:embed/>
                  <p:pic>
                    <p:nvPicPr>
                      <p:cNvPr id="0" name="图片 266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49914" y="2608040"/>
                        <a:ext cx="3816350" cy="703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49914" y="3598640"/>
          <a:ext cx="3349625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Equation" r:id="rId19" imgW="106984800" imgH="38404800" progId="Equation.DSMT4">
                  <p:embed/>
                </p:oleObj>
              </mc:Choice>
              <mc:Fallback>
                <p:oleObj name="Equation" r:id="rId19" imgW="106984800" imgH="38404800" progId="Equation.DSMT4">
                  <p:embed/>
                  <p:pic>
                    <p:nvPicPr>
                      <p:cNvPr id="0" name="图片 2663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49914" y="3598640"/>
                        <a:ext cx="3349625" cy="1204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283251" y="249015"/>
          <a:ext cx="39989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21" imgW="56388000" imgH="10668000" progId="Equation.DSMT4">
                  <p:embed/>
                </p:oleObj>
              </mc:Choice>
              <mc:Fallback>
                <p:oleObj name="Equation" r:id="rId21" imgW="56388000" imgH="10668000" progId="Equation.DSMT4">
                  <p:embed/>
                  <p:pic>
                    <p:nvPicPr>
                      <p:cNvPr id="0" name="图片 2663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83251" y="249015"/>
                        <a:ext cx="3998913" cy="758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10616" y="1042969"/>
            <a:ext cx="82727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熟悉公式推导过程，也要记住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一些不在积分表中的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511824" y="2220799"/>
          <a:ext cx="20653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42976800" imgH="20116800" progId="Equation.DSMT4">
                  <p:embed/>
                </p:oleObj>
              </mc:Choice>
              <mc:Fallback>
                <p:oleObj name="Equation" r:id="rId1" imgW="42976800" imgH="20116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824" y="2220799"/>
                        <a:ext cx="2065337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146720" y="2395940"/>
            <a:ext cx="258112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</a:t>
            </a:r>
            <a:r>
              <a:rPr lang="zh-CN" altLang="en-US" sz="2800" b="1" dirty="0"/>
              <a:t>求积分</a:t>
            </a:r>
            <a:endParaRPr lang="zh-CN" altLang="en-US" sz="2800" b="1" dirty="0"/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146720" y="3517034"/>
            <a:ext cx="17890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原式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875088" y="3356719"/>
          <a:ext cx="3943350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94488000" imgH="32613600" progId="Equation.DSMT4">
                  <p:embed/>
                </p:oleObj>
              </mc:Choice>
              <mc:Fallback>
                <p:oleObj name="Equation" r:id="rId3" imgW="94488000" imgH="326136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5088" y="3356719"/>
                        <a:ext cx="3943350" cy="1368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968208" y="3477438"/>
          <a:ext cx="18605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38709600" imgH="19812000" progId="Equation.DSMT4">
                  <p:embed/>
                </p:oleObj>
              </mc:Choice>
              <mc:Fallback>
                <p:oleObj name="Equation" r:id="rId5" imgW="38709600" imgH="198120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68208" y="3477438"/>
                        <a:ext cx="186055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710616" y="303214"/>
            <a:ext cx="1612900" cy="52197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经验回顾</a:t>
            </a:r>
            <a:endParaRPr lang="zh-CN" altLang="en-US" sz="28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0497" y="1564919"/>
            <a:ext cx="16941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常用结果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9366" y="179062"/>
            <a:ext cx="46526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不在积分表中的常用的积分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66772" y="709816"/>
          <a:ext cx="28860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60045600" imgH="20116800" progId="Equation.DSMT4">
                  <p:embed/>
                </p:oleObj>
              </mc:Choice>
              <mc:Fallback>
                <p:oleObj name="Equation" r:id="rId1" imgW="60045600" imgH="201168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66772" y="709816"/>
                        <a:ext cx="288607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446898" y="731768"/>
          <a:ext cx="18605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38709600" imgH="19812000" progId="Equation.DSMT4">
                  <p:embed/>
                </p:oleObj>
              </mc:Choice>
              <mc:Fallback>
                <p:oleObj name="Equation" r:id="rId3" imgW="38709600" imgH="198120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46898" y="731768"/>
                        <a:ext cx="186055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496141" y="3472944"/>
          <a:ext cx="20939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43586400" imgH="14020800" progId="Equation.DSMT4">
                  <p:embed/>
                </p:oleObj>
              </mc:Choice>
              <mc:Fallback>
                <p:oleObj name="Equation" r:id="rId5" imgW="43586400" imgH="140208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6141" y="3472944"/>
                        <a:ext cx="20939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764409" y="3538984"/>
          <a:ext cx="2373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49377600" imgH="10972800" progId="Equation.DSMT4">
                  <p:embed/>
                </p:oleObj>
              </mc:Choice>
              <mc:Fallback>
                <p:oleObj name="Equation" r:id="rId7" imgW="49377600" imgH="109728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64409" y="3538984"/>
                        <a:ext cx="2373313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16448" y="4163814"/>
          <a:ext cx="13477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28041600" imgH="14020800" progId="Equation.DSMT4">
                  <p:embed/>
                </p:oleObj>
              </mc:Choice>
              <mc:Fallback>
                <p:oleObj name="Equation" r:id="rId9" imgW="28041600" imgH="140208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6448" y="4163814"/>
                        <a:ext cx="1347787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841750" y="4227314"/>
          <a:ext cx="276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57607200" imgH="10972800" progId="Equation.DSMT4">
                  <p:embed/>
                </p:oleObj>
              </mc:Choice>
              <mc:Fallback>
                <p:oleObj name="Equation" r:id="rId11" imgW="57607200" imgH="109728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41750" y="4227314"/>
                        <a:ext cx="2768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96234" y="4699814"/>
          <a:ext cx="28273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58826400" imgH="22250400" progId="Equation.DSMT4">
                  <p:embed/>
                </p:oleObj>
              </mc:Choice>
              <mc:Fallback>
                <p:oleObj name="Equation" r:id="rId13" imgW="58826400" imgH="222504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96234" y="4699814"/>
                        <a:ext cx="2827337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47079" y="4915396"/>
          <a:ext cx="24463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50901600" imgH="11887200" progId="Equation.DSMT4">
                  <p:embed/>
                </p:oleObj>
              </mc:Choice>
              <mc:Fallback>
                <p:oleObj name="Equation" r:id="rId15" imgW="50901600" imgH="118872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47079" y="4915396"/>
                        <a:ext cx="2446337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17626" y="5769198"/>
          <a:ext cx="20351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42367200" imgH="15240000" progId="Equation.DSMT4">
                  <p:embed/>
                </p:oleObj>
              </mc:Choice>
              <mc:Fallback>
                <p:oleObj name="Equation" r:id="rId17" imgW="42367200" imgH="15240000" progId="Equation.DSMT4">
                  <p:embed/>
                  <p:pic>
                    <p:nvPicPr>
                      <p:cNvPr id="0" name="图片 286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7626" y="5769198"/>
                        <a:ext cx="2035175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447277" y="5641821"/>
          <a:ext cx="29733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Equation" r:id="rId19" imgW="61874400" imgH="21336000" progId="Equation.DSMT4">
                  <p:embed/>
                </p:oleObj>
              </mc:Choice>
              <mc:Fallback>
                <p:oleObj name="Equation" r:id="rId19" imgW="61874400" imgH="21336000" progId="Equation.DSMT4">
                  <p:embed/>
                  <p:pic>
                    <p:nvPicPr>
                      <p:cNvPr id="0" name="图片 2868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47277" y="5641821"/>
                        <a:ext cx="297338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87688" y="1667282"/>
          <a:ext cx="20653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21" imgW="42976800" imgH="20116800" progId="Equation.DSMT4">
                  <p:embed/>
                </p:oleObj>
              </mc:Choice>
              <mc:Fallback>
                <p:oleObj name="Equation" r:id="rId21" imgW="42976800" imgH="20116800" progId="Equation.DSMT4">
                  <p:embed/>
                  <p:pic>
                    <p:nvPicPr>
                      <p:cNvPr id="0" name="图片 286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87688" y="1667282"/>
                        <a:ext cx="2065338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6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287688" y="2476133"/>
          <a:ext cx="17938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23" imgW="42976800" imgH="20116800" progId="Equation.DSMT4">
                  <p:embed/>
                </p:oleObj>
              </mc:Choice>
              <mc:Fallback>
                <p:oleObj name="Equation" r:id="rId23" imgW="42976800" imgH="20116800" progId="Equation.DSMT4">
                  <p:embed/>
                  <p:pic>
                    <p:nvPicPr>
                      <p:cNvPr id="0" name="图片 286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87688" y="2476133"/>
                        <a:ext cx="17938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4"/>
          <p:cNvSpPr>
            <a:spLocks noChangeArrowheads="1"/>
          </p:cNvSpPr>
          <p:nvPr/>
        </p:nvSpPr>
        <p:spPr bwMode="auto">
          <a:xfrm>
            <a:off x="1524000" y="244475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447134" y="1869971"/>
          <a:ext cx="2832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25" imgW="67970400" imgH="11582400" progId="Equation.DSMT4">
                  <p:embed/>
                </p:oleObj>
              </mc:Choice>
              <mc:Fallback>
                <p:oleObj name="Equation" r:id="rId25" imgW="67970400" imgH="11582400" progId="Equation.DSMT4">
                  <p:embed/>
                  <p:pic>
                    <p:nvPicPr>
                      <p:cNvPr id="0" name="图片 2868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447134" y="1869971"/>
                        <a:ext cx="2832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447266" y="2475880"/>
          <a:ext cx="3543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Equation" r:id="rId27" imgW="85039200" imgH="22555200" progId="Equation.DSMT4">
                  <p:embed/>
                </p:oleObj>
              </mc:Choice>
              <mc:Fallback>
                <p:oleObj name="Equation" r:id="rId27" imgW="85039200" imgH="22555200" progId="Equation.DSMT4">
                  <p:embed/>
                  <p:pic>
                    <p:nvPicPr>
                      <p:cNvPr id="0" name="图片 2868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447266" y="2475880"/>
                        <a:ext cx="35433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8436" y="365304"/>
            <a:ext cx="80949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熟能生巧，公式和方法有机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结合时才能发挥作用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1026"/>
          <p:cNvSpPr txBox="1">
            <a:spLocks noChangeArrowheads="1"/>
          </p:cNvSpPr>
          <p:nvPr/>
        </p:nvSpPr>
        <p:spPr bwMode="auto">
          <a:xfrm>
            <a:off x="1986179" y="1220212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 </a:t>
            </a:r>
            <a:r>
              <a:rPr lang="zh-CN" altLang="en-US" sz="2800" b="1" dirty="0"/>
              <a:t>求</a:t>
            </a:r>
            <a:endParaRPr lang="zh-CN" altLang="en-US" sz="2800" b="1" dirty="0"/>
          </a:p>
        </p:txBody>
      </p:sp>
      <p:sp>
        <p:nvSpPr>
          <p:cNvPr id="4" name="Text Box 1027"/>
          <p:cNvSpPr txBox="1">
            <a:spLocks noChangeArrowheads="1"/>
          </p:cNvSpPr>
          <p:nvPr/>
        </p:nvSpPr>
        <p:spPr bwMode="auto">
          <a:xfrm>
            <a:off x="2098737" y="2211566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" name="Object 1028"/>
          <p:cNvGraphicFramePr>
            <a:graphicFrameLocks noChangeAspect="1"/>
          </p:cNvGraphicFramePr>
          <p:nvPr/>
        </p:nvGraphicFramePr>
        <p:xfrm>
          <a:off x="3799517" y="965894"/>
          <a:ext cx="33147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79552800" imgH="32004000" progId="Equation.DSMT4">
                  <p:embed/>
                </p:oleObj>
              </mc:Choice>
              <mc:Fallback>
                <p:oleObj name="Equation" r:id="rId1" imgW="79552800" imgH="320040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9517" y="965894"/>
                        <a:ext cx="3314700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9"/>
          <p:cNvGraphicFramePr>
            <a:graphicFrameLocks noChangeAspect="1"/>
          </p:cNvGraphicFramePr>
          <p:nvPr/>
        </p:nvGraphicFramePr>
        <p:xfrm>
          <a:off x="2890360" y="2378221"/>
          <a:ext cx="28829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69189600" imgH="28956000" progId="Equation.DSMT4">
                  <p:embed/>
                </p:oleObj>
              </mc:Choice>
              <mc:Fallback>
                <p:oleObj name="Equation" r:id="rId3" imgW="69189600" imgH="289560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0360" y="2378221"/>
                        <a:ext cx="2882900" cy="1206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30"/>
          <p:cNvGraphicFramePr>
            <a:graphicFrameLocks noChangeAspect="1"/>
          </p:cNvGraphicFramePr>
          <p:nvPr/>
        </p:nvGraphicFramePr>
        <p:xfrm>
          <a:off x="5905001" y="2378107"/>
          <a:ext cx="4321175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5051425" imgH="1739900" progId="Equation.DSMT4">
                  <p:embed/>
                </p:oleObj>
              </mc:Choice>
              <mc:Fallback>
                <p:oleObj name="Equation" r:id="rId5" imgW="5051425" imgH="17399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5001" y="2378107"/>
                        <a:ext cx="4321175" cy="14874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1"/>
          <p:cNvGraphicFramePr>
            <a:graphicFrameLocks noChangeAspect="1"/>
          </p:cNvGraphicFramePr>
          <p:nvPr/>
        </p:nvGraphicFramePr>
        <p:xfrm>
          <a:off x="2890825" y="4151384"/>
          <a:ext cx="32512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78028800" imgH="28956000" progId="Equation.DSMT4">
                  <p:embed/>
                </p:oleObj>
              </mc:Choice>
              <mc:Fallback>
                <p:oleObj name="Equation" r:id="rId7" imgW="78028800" imgH="289560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0825" y="4151384"/>
                        <a:ext cx="3251200" cy="1206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2"/>
          <p:cNvGraphicFramePr>
            <a:graphicFrameLocks noChangeAspect="1"/>
          </p:cNvGraphicFramePr>
          <p:nvPr/>
        </p:nvGraphicFramePr>
        <p:xfrm>
          <a:off x="6315970" y="4151459"/>
          <a:ext cx="2501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60045600" imgH="21336000" progId="Equation.DSMT4">
                  <p:embed/>
                </p:oleObj>
              </mc:Choice>
              <mc:Fallback>
                <p:oleObj name="Equation" r:id="rId9" imgW="60045600" imgH="213360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15970" y="4151459"/>
                        <a:ext cx="2501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592" y="143054"/>
            <a:ext cx="22275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举一反三，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5873" y="143054"/>
            <a:ext cx="38277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深入探究才能发展思维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88417" y="1079951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例如，对于积分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028950" y="922188"/>
          <a:ext cx="21240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44196000" imgH="20116800" progId="Equation.DSMT4">
                  <p:embed/>
                </p:oleObj>
              </mc:Choice>
              <mc:Fallback>
                <p:oleObj name="Equation" r:id="rId1" imgW="44196000" imgH="20116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28950" y="922188"/>
                        <a:ext cx="212407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88417" y="1872039"/>
            <a:ext cx="4272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）此题还有哪些方法？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032375" y="2380783"/>
          <a:ext cx="22558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46939200" imgH="20116800" progId="Equation.DSMT4">
                  <p:embed/>
                </p:oleObj>
              </mc:Choice>
              <mc:Fallback>
                <p:oleObj name="Equation" r:id="rId3" imgW="46939200" imgH="201168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2375" y="2380783"/>
                        <a:ext cx="2255838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88417" y="2547659"/>
            <a:ext cx="4627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）用同样的方法能否解决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68732" y="3260744"/>
            <a:ext cx="2494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）如果改为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955925" y="3102461"/>
          <a:ext cx="219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45720000" imgH="20116800" progId="Equation.DSMT4">
                  <p:embed/>
                </p:oleObj>
              </mc:Choice>
              <mc:Fallback>
                <p:oleObj name="Equation" r:id="rId5" imgW="45720000" imgH="201168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55925" y="3102461"/>
                        <a:ext cx="2197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246608" y="3260744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怎么做呢？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8417" y="4096657"/>
            <a:ext cx="7472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）这个结论有什么用呢？例如能否由此做出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01750" y="4649321"/>
          <a:ext cx="23145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48158400" imgH="20116800" progId="Equation.DSMT4">
                  <p:embed/>
                </p:oleObj>
              </mc:Choice>
              <mc:Fallback>
                <p:oleObj name="Equation" r:id="rId7" imgW="48158400" imgH="201168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01750" y="4649321"/>
                        <a:ext cx="231457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/>
      <p:bldP spid="7" grpId="0"/>
      <p:bldP spid="9" grpId="0"/>
      <p:bldP spid="10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26"/>
          <p:cNvSpPr txBox="1">
            <a:spLocks noChangeArrowheads="1"/>
          </p:cNvSpPr>
          <p:nvPr/>
        </p:nvSpPr>
        <p:spPr bwMode="auto">
          <a:xfrm>
            <a:off x="2248041" y="194709"/>
            <a:ext cx="187220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 </a:t>
            </a:r>
            <a:r>
              <a:rPr lang="zh-CN" altLang="en-US" sz="2800" b="1" dirty="0"/>
              <a:t>求</a:t>
            </a:r>
            <a:endParaRPr lang="zh-CN" altLang="en-US" sz="2800" b="1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07768" y="116632"/>
          <a:ext cx="188595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45415200" imgH="20116800" progId="Equation.DSMT4">
                  <p:embed/>
                </p:oleObj>
              </mc:Choice>
              <mc:Fallback>
                <p:oleObj name="Equation" r:id="rId1" imgW="45415200" imgH="201168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116632"/>
                        <a:ext cx="188595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27"/>
          <p:cNvSpPr txBox="1">
            <a:spLocks noChangeArrowheads="1"/>
          </p:cNvSpPr>
          <p:nvPr/>
        </p:nvSpPr>
        <p:spPr bwMode="auto">
          <a:xfrm>
            <a:off x="2063552" y="1124744"/>
            <a:ext cx="13681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解法一：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31704" y="112474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（齐次化）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581275" y="1844824"/>
          <a:ext cx="702945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168554400" imgH="34442400" progId="Equation.DSMT4">
                  <p:embed/>
                </p:oleObj>
              </mc:Choice>
              <mc:Fallback>
                <p:oleObj name="Equation" r:id="rId3" imgW="168554400" imgH="344424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1275" y="1844824"/>
                        <a:ext cx="7029450" cy="1441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52668" y="3501008"/>
          <a:ext cx="22225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53340000" imgH="43891200" progId="Equation.DSMT4">
                  <p:embed/>
                </p:oleObj>
              </mc:Choice>
              <mc:Fallback>
                <p:oleObj name="Equation" r:id="rId5" imgW="53340000" imgH="438912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52668" y="3501008"/>
                        <a:ext cx="2222500" cy="182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015880" y="3861048"/>
          <a:ext cx="2328863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56083200" imgH="30175200" progId="Equation.DSMT4">
                  <p:embed/>
                </p:oleObj>
              </mc:Choice>
              <mc:Fallback>
                <p:oleObj name="Equation" r:id="rId7" imgW="56083200" imgH="301752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15880" y="3861048"/>
                        <a:ext cx="2328863" cy="1249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7"/>
          <p:cNvSpPr txBox="1">
            <a:spLocks noChangeArrowheads="1"/>
          </p:cNvSpPr>
          <p:nvPr/>
        </p:nvSpPr>
        <p:spPr bwMode="auto">
          <a:xfrm>
            <a:off x="2279576" y="404664"/>
            <a:ext cx="13681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解法二：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91744" y="40466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（余弦化）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03907" y="836712"/>
          <a:ext cx="54991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131978400" imgH="44500800" progId="Equation.DSMT4">
                  <p:embed/>
                </p:oleObj>
              </mc:Choice>
              <mc:Fallback>
                <p:oleObj name="Equation" r:id="rId1" imgW="131978400" imgH="445008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03907" y="836712"/>
                        <a:ext cx="5499100" cy="185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11624" y="2690887"/>
          <a:ext cx="2527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60655200" imgH="22555200" progId="Equation.DSMT4">
                  <p:embed/>
                </p:oleObj>
              </mc:Choice>
              <mc:Fallback>
                <p:oleObj name="Equation" r:id="rId3" imgW="60655200" imgH="225552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624" y="2690887"/>
                        <a:ext cx="25273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27"/>
          <p:cNvSpPr txBox="1">
            <a:spLocks noChangeArrowheads="1"/>
          </p:cNvSpPr>
          <p:nvPr/>
        </p:nvSpPr>
        <p:spPr bwMode="auto">
          <a:xfrm>
            <a:off x="2207568" y="3763387"/>
            <a:ext cx="13681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解法三：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9576" y="376338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（同乘法）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541493" y="4471385"/>
          <a:ext cx="24161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5" imgW="57912000" imgH="20116800" progId="Equation.DSMT4">
                  <p:embed/>
                </p:oleObj>
              </mc:Choice>
              <mc:Fallback>
                <p:oleObj name="Equation" r:id="rId5" imgW="57912000" imgH="201168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1493" y="4471385"/>
                        <a:ext cx="24161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98237" y="5536158"/>
          <a:ext cx="3657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7" imgW="87782400" imgH="14020800" progId="Equation.DSMT4">
                  <p:embed/>
                </p:oleObj>
              </mc:Choice>
              <mc:Fallback>
                <p:oleObj name="Equation" r:id="rId7" imgW="87782400" imgH="140208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98237" y="5536158"/>
                        <a:ext cx="3657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514460" y="5669379"/>
          <a:ext cx="2540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9" imgW="60960000" imgH="7620000" progId="Equation.DSMT4">
                  <p:embed/>
                </p:oleObj>
              </mc:Choice>
              <mc:Fallback>
                <p:oleObj name="Equation" r:id="rId9" imgW="60960000" imgH="7620000" progId="Equation.DSMT4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14460" y="5669379"/>
                        <a:ext cx="25400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90557" y="4471531"/>
          <a:ext cx="20097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11" imgW="48158400" imgH="20116800" progId="Equation.DSMT4">
                  <p:embed/>
                </p:oleObj>
              </mc:Choice>
              <mc:Fallback>
                <p:oleObj name="Equation" r:id="rId11" imgW="48158400" imgH="20116800" progId="Equation.DSMT4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90557" y="4471531"/>
                        <a:ext cx="20097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7"/>
          <p:cNvSpPr txBox="1">
            <a:spLocks noChangeArrowheads="1"/>
          </p:cNvSpPr>
          <p:nvPr/>
        </p:nvSpPr>
        <p:spPr bwMode="auto">
          <a:xfrm>
            <a:off x="2270557" y="926634"/>
            <a:ext cx="13681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解法四：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06148" y="926634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（万能代换法）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35720" y="1538119"/>
          <a:ext cx="17113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40843200" imgH="19812000" progId="Equation.DSMT4">
                  <p:embed/>
                </p:oleObj>
              </mc:Choice>
              <mc:Fallback>
                <p:oleObj name="Equation" r:id="rId1" imgW="40843200" imgH="198120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35720" y="1538119"/>
                        <a:ext cx="1711325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638982" y="2593107"/>
          <a:ext cx="5137150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123139200" imgH="30480000" progId="Equation.DSMT4">
                  <p:embed/>
                </p:oleObj>
              </mc:Choice>
              <mc:Fallback>
                <p:oleObj name="Equation" r:id="rId3" imgW="123139200" imgH="304800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8982" y="2593107"/>
                        <a:ext cx="5137150" cy="1262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975403" y="4092704"/>
          <a:ext cx="41021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98450400" imgH="30175200" progId="Equation.DSMT4">
                  <p:embed/>
                </p:oleObj>
              </mc:Choice>
              <mc:Fallback>
                <p:oleObj name="Equation" r:id="rId5" imgW="98450400" imgH="301752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5403" y="4092704"/>
                        <a:ext cx="4102100" cy="1257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5642" y="156389"/>
            <a:ext cx="58724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举三反一，不断归纳才能提高效率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30907" y="746919"/>
            <a:ext cx="7870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将外形相似的积分问题放在一起探寻联系或规律</a:t>
            </a:r>
            <a:r>
              <a:rPr lang="en-US" altLang="zh-CN" sz="2800" b="1" dirty="0" smtClean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en-US" altLang="zh-CN" sz="2800" b="1" dirty="0" smtClean="0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" name="Text Box 1026"/>
          <p:cNvSpPr txBox="1">
            <a:spLocks noChangeArrowheads="1"/>
          </p:cNvSpPr>
          <p:nvPr/>
        </p:nvSpPr>
        <p:spPr bwMode="auto">
          <a:xfrm>
            <a:off x="2248041" y="1268760"/>
            <a:ext cx="269583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 </a:t>
            </a:r>
            <a:r>
              <a:rPr lang="zh-CN" altLang="en-US" sz="2800" b="1" dirty="0" smtClean="0"/>
              <a:t>求积分</a:t>
            </a:r>
            <a:endParaRPr lang="zh-CN" altLang="en-US" sz="28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557258" y="1933821"/>
          <a:ext cx="29892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71932800" imgH="22250400" progId="Equation.DSMT4">
                  <p:embed/>
                </p:oleObj>
              </mc:Choice>
              <mc:Fallback>
                <p:oleObj name="Equation" r:id="rId1" imgW="71932800" imgH="222504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57258" y="1933821"/>
                        <a:ext cx="2989262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33752" y="1933284"/>
          <a:ext cx="28876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69494400" imgH="22250400" progId="Equation.DSMT4">
                  <p:embed/>
                </p:oleObj>
              </mc:Choice>
              <mc:Fallback>
                <p:oleObj name="Equation" r:id="rId3" imgW="69494400" imgH="22250400" progId="Equation.DSMT4">
                  <p:embed/>
                  <p:pic>
                    <p:nvPicPr>
                      <p:cNvPr id="0" name="图片 348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3752" y="1933284"/>
                        <a:ext cx="2887662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27"/>
          <p:cNvSpPr txBox="1">
            <a:spLocks noChangeArrowheads="1"/>
          </p:cNvSpPr>
          <p:nvPr/>
        </p:nvSpPr>
        <p:spPr bwMode="auto">
          <a:xfrm>
            <a:off x="2219751" y="3717032"/>
            <a:ext cx="13681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66628" y="2996952"/>
          <a:ext cx="4154487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5" imgW="99974400" imgH="52425600" progId="Equation.DSMT4">
                  <p:embed/>
                </p:oleObj>
              </mc:Choice>
              <mc:Fallback>
                <p:oleObj name="Equation" r:id="rId5" imgW="99974400" imgH="52425600" progId="Equation.DSMT4">
                  <p:embed/>
                  <p:pic>
                    <p:nvPicPr>
                      <p:cNvPr id="0" name="图片 348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6628" y="2996952"/>
                        <a:ext cx="4154487" cy="2168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87903" y="5372457"/>
          <a:ext cx="44704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7" imgW="107594400" imgH="23774400" progId="Equation.DSMT4">
                  <p:embed/>
                </p:oleObj>
              </mc:Choice>
              <mc:Fallback>
                <p:oleObj name="Equation" r:id="rId7" imgW="107594400" imgH="23774400" progId="Equation.DSMT4">
                  <p:embed/>
                  <p:pic>
                    <p:nvPicPr>
                      <p:cNvPr id="0" name="图片 348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87903" y="5372457"/>
                        <a:ext cx="4470400" cy="984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4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278941" y="947455"/>
          <a:ext cx="5826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14020800" imgH="11582400" progId="Equation.DSMT4">
                  <p:embed/>
                </p:oleObj>
              </mc:Choice>
              <mc:Fallback>
                <p:oleObj name="Equation" r:id="rId1" imgW="14020800" imgH="115824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8941" y="947455"/>
                        <a:ext cx="582613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862243" y="904657"/>
            <a:ext cx="1783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由（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51979" y="1904519"/>
          <a:ext cx="50339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3" imgW="121005600" imgH="23774400" progId="Equation.DSMT4">
                  <p:embed/>
                </p:oleObj>
              </mc:Choice>
              <mc:Fallback>
                <p:oleObj name="Equation" r:id="rId3" imgW="121005600" imgH="23774400" progId="Equation.DSMT4">
                  <p:embed/>
                  <p:pic>
                    <p:nvPicPr>
                      <p:cNvPr id="0" name="图片 358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1979" y="1904519"/>
                        <a:ext cx="5033963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524796" y="3440693"/>
          <a:ext cx="24066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5" imgW="57607200" imgH="19812000" progId="Equation.DSMT4">
                  <p:embed/>
                </p:oleObj>
              </mc:Choice>
              <mc:Fallback>
                <p:oleObj name="Equation" r:id="rId5" imgW="57607200" imgH="19812000" progId="Equation.DSMT4">
                  <p:embed/>
                  <p:pic>
                    <p:nvPicPr>
                      <p:cNvPr id="0" name="图片 358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24796" y="3440693"/>
                        <a:ext cx="2406650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31540" y="3354715"/>
          <a:ext cx="4254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7" imgW="102108000" imgH="23774400" progId="Equation.DSMT4">
                  <p:embed/>
                </p:oleObj>
              </mc:Choice>
              <mc:Fallback>
                <p:oleObj name="Equation" r:id="rId7" imgW="102108000" imgH="23774400" progId="Equation.DSMT4">
                  <p:embed/>
                  <p:pic>
                    <p:nvPicPr>
                      <p:cNvPr id="0" name="图片 358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31540" y="3354715"/>
                        <a:ext cx="42545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26"/>
          <p:cNvSpPr txBox="1">
            <a:spLocks noChangeArrowheads="1"/>
          </p:cNvSpPr>
          <p:nvPr/>
        </p:nvSpPr>
        <p:spPr bwMode="auto">
          <a:xfrm>
            <a:off x="1690541" y="555721"/>
            <a:ext cx="892899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14.(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找规律）</a:t>
            </a:r>
            <a:r>
              <a:rPr lang="zh-CN" altLang="en-US" sz="2800" b="1" dirty="0" smtClean="0"/>
              <a:t>你能从以下积分的结果中发现什么规律？</a:t>
            </a:r>
            <a:endParaRPr lang="zh-CN" altLang="en-US" sz="28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59546" y="1158741"/>
          <a:ext cx="1828801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43891200" imgH="14020800" progId="Equation.DSMT4">
                  <p:embed/>
                </p:oleObj>
              </mc:Choice>
              <mc:Fallback>
                <p:oleObj name="Equation" r:id="rId1" imgW="43891200" imgH="140208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9546" y="1158741"/>
                        <a:ext cx="1828801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248454" y="1191761"/>
          <a:ext cx="18796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3" imgW="45110400" imgH="14020800" progId="Equation.DSMT4">
                  <p:embed/>
                </p:oleObj>
              </mc:Choice>
              <mc:Fallback>
                <p:oleObj name="Equation" r:id="rId3" imgW="45110400" imgH="14020800" progId="Equation.DSMT4">
                  <p:embed/>
                  <p:pic>
                    <p:nvPicPr>
                      <p:cNvPr id="0" name="图片 368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8454" y="1191761"/>
                        <a:ext cx="18796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487526" y="1191761"/>
          <a:ext cx="18796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5" imgW="45110400" imgH="14020800" progId="Equation.DSMT4">
                  <p:embed/>
                </p:oleObj>
              </mc:Choice>
              <mc:Fallback>
                <p:oleObj name="Equation" r:id="rId5" imgW="45110400" imgH="14020800" progId="Equation.DSMT4">
                  <p:embed/>
                  <p:pic>
                    <p:nvPicPr>
                      <p:cNvPr id="0" name="图片 368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87526" y="1191761"/>
                        <a:ext cx="18796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727233" y="1191761"/>
          <a:ext cx="18923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Equation" r:id="rId7" imgW="45415200" imgH="14020800" progId="Equation.DSMT4">
                  <p:embed/>
                </p:oleObj>
              </mc:Choice>
              <mc:Fallback>
                <p:oleObj name="Equation" r:id="rId7" imgW="45415200" imgH="14020800" progId="Equation.DSMT4">
                  <p:embed/>
                  <p:pic>
                    <p:nvPicPr>
                      <p:cNvPr id="0" name="图片 368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727233" y="1191761"/>
                        <a:ext cx="18923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27"/>
          <p:cNvSpPr txBox="1">
            <a:spLocks noChangeArrowheads="1"/>
          </p:cNvSpPr>
          <p:nvPr/>
        </p:nvSpPr>
        <p:spPr bwMode="auto">
          <a:xfrm>
            <a:off x="1756843" y="1816074"/>
            <a:ext cx="93610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04553" y="2464239"/>
          <a:ext cx="18288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9" imgW="43891200" imgH="14020800" progId="Equation.DSMT4">
                  <p:embed/>
                </p:oleObj>
              </mc:Choice>
              <mc:Fallback>
                <p:oleObj name="Equation" r:id="rId9" imgW="43891200" imgH="14020800" progId="Equation.DSMT4">
                  <p:embed/>
                  <p:pic>
                    <p:nvPicPr>
                      <p:cNvPr id="0" name="图片 368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4553" y="2464239"/>
                        <a:ext cx="18288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575057" y="2466203"/>
          <a:ext cx="23368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Equation" r:id="rId10" imgW="56083200" imgH="14020800" progId="Equation.DSMT4">
                  <p:embed/>
                </p:oleObj>
              </mc:Choice>
              <mc:Fallback>
                <p:oleObj name="Equation" r:id="rId10" imgW="56083200" imgH="14020800" progId="Equation.DSMT4">
                  <p:embed/>
                  <p:pic>
                    <p:nvPicPr>
                      <p:cNvPr id="0" name="图片 36869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75057" y="2466203"/>
                        <a:ext cx="2336800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053809" y="2600266"/>
          <a:ext cx="20574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12" imgW="49377600" imgH="7620000" progId="Equation.DSMT4">
                  <p:embed/>
                </p:oleObj>
              </mc:Choice>
              <mc:Fallback>
                <p:oleObj name="Equation" r:id="rId12" imgW="49377600" imgH="7620000" progId="Equation.DSMT4">
                  <p:embed/>
                  <p:pic>
                    <p:nvPicPr>
                      <p:cNvPr id="0" name="图片 36870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53809" y="2600266"/>
                        <a:ext cx="2057400" cy="314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604553" y="3131444"/>
          <a:ext cx="4914901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Equation" r:id="rId14" imgW="117957600" imgH="14020800" progId="Equation.DSMT4">
                  <p:embed/>
                </p:oleObj>
              </mc:Choice>
              <mc:Fallback>
                <p:oleObj name="Equation" r:id="rId14" imgW="117957600" imgH="14020800" progId="Equation.DSMT4">
                  <p:embed/>
                  <p:pic>
                    <p:nvPicPr>
                      <p:cNvPr id="0" name="图片 36871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04553" y="3131444"/>
                        <a:ext cx="4914901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575057" y="3662423"/>
          <a:ext cx="3416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16" imgW="81991200" imgH="19812000" progId="Equation.DSMT4">
                  <p:embed/>
                </p:oleObj>
              </mc:Choice>
              <mc:Fallback>
                <p:oleObj name="Equation" r:id="rId16" imgW="81991200" imgH="19812000" progId="Equation.DSMT4">
                  <p:embed/>
                  <p:pic>
                    <p:nvPicPr>
                      <p:cNvPr id="0" name="图片 36872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75057" y="3662423"/>
                        <a:ext cx="3416300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692818" y="4534774"/>
          <a:ext cx="51181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18" imgW="122834400" imgH="14020800" progId="Equation.DSMT4">
                  <p:embed/>
                </p:oleObj>
              </mc:Choice>
              <mc:Fallback>
                <p:oleObj name="Equation" r:id="rId18" imgW="122834400" imgH="14020800" progId="Equation.DSMT4">
                  <p:embed/>
                  <p:pic>
                    <p:nvPicPr>
                      <p:cNvPr id="0" name="图片 36873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692818" y="4534774"/>
                        <a:ext cx="5118100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65350" y="5227931"/>
          <a:ext cx="30226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20" imgW="72542400" imgH="20116800" progId="Equation.DSMT4">
                  <p:embed/>
                </p:oleObj>
              </mc:Choice>
              <mc:Fallback>
                <p:oleObj name="Equation" r:id="rId20" imgW="72542400" imgH="20116800" progId="Equation.DSMT4">
                  <p:embed/>
                  <p:pic>
                    <p:nvPicPr>
                      <p:cNvPr id="0" name="图片 3687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65350" y="5227931"/>
                        <a:ext cx="3022600" cy="827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576681" y="5227931"/>
          <a:ext cx="37084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22" imgW="89001600" imgH="20116800" progId="Equation.DSMT4">
                  <p:embed/>
                </p:oleObj>
              </mc:Choice>
              <mc:Fallback>
                <p:oleObj name="Equation" r:id="rId22" imgW="89001600" imgH="20116800" progId="Equation.DSMT4">
                  <p:embed/>
                  <p:pic>
                    <p:nvPicPr>
                      <p:cNvPr id="0" name="图片 36875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576681" y="5227931"/>
                        <a:ext cx="3708400" cy="827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>
            <a:off x="8557797" y="2914532"/>
            <a:ext cx="0" cy="25922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04682" y="1855444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算出结果：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31904" y="68580"/>
            <a:ext cx="1426845" cy="52197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开 放 题</a:t>
            </a:r>
            <a:endParaRPr lang="zh-CN" altLang="en-US" sz="2800" b="1" dirty="0" smtClean="0">
              <a:solidFill>
                <a:schemeClr val="tx1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utoUpdateAnimBg="0"/>
      <p:bldP spid="24" grpId="0" bldLvl="0" animBg="1"/>
      <p:bldP spid="25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434340" y="192197"/>
          <a:ext cx="34798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83515200" imgH="14020800" progId="Equation.DSMT4">
                  <p:embed/>
                </p:oleObj>
              </mc:Choice>
              <mc:Fallback>
                <p:oleObj name="Equation" r:id="rId1" imgW="83515200" imgH="140208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34340" y="192197"/>
                        <a:ext cx="34798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434340" y="790486"/>
          <a:ext cx="48133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Equation" r:id="rId3" imgW="115519200" imgH="19812000" progId="Equation.DSMT4">
                  <p:embed/>
                </p:oleObj>
              </mc:Choice>
              <mc:Fallback>
                <p:oleObj name="Equation" r:id="rId3" imgW="115519200" imgH="19812000" progId="Equation.DSMT4">
                  <p:embed/>
                  <p:pic>
                    <p:nvPicPr>
                      <p:cNvPr id="0" name="图片 378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34340" y="790486"/>
                        <a:ext cx="4813300" cy="814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375920" y="1578129"/>
          <a:ext cx="4851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5" imgW="116433600" imgH="20116800" progId="Equation.DSMT4">
                  <p:embed/>
                </p:oleObj>
              </mc:Choice>
              <mc:Fallback>
                <p:oleObj name="Equation" r:id="rId5" imgW="116433600" imgH="20116800" progId="Equation.DSMT4">
                  <p:embed/>
                  <p:pic>
                    <p:nvPicPr>
                      <p:cNvPr id="0" name="图片 378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5920" y="1578129"/>
                        <a:ext cx="4851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524000" y="2458606"/>
            <a:ext cx="9001000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66546" y="2589034"/>
          <a:ext cx="51054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7" imgW="122529600" imgH="14020800" progId="Equation.DSMT4">
                  <p:embed/>
                </p:oleObj>
              </mc:Choice>
              <mc:Fallback>
                <p:oleObj name="Equation" r:id="rId7" imgW="122529600" imgH="14020800" progId="Equation.DSMT4">
                  <p:embed/>
                  <p:pic>
                    <p:nvPicPr>
                      <p:cNvPr id="0" name="图片 378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6546" y="2589034"/>
                        <a:ext cx="51054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165372" y="3212976"/>
          <a:ext cx="30480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9" imgW="73152000" imgH="19812000" progId="Equation.DSMT4">
                  <p:embed/>
                </p:oleObj>
              </mc:Choice>
              <mc:Fallback>
                <p:oleObj name="Equation" r:id="rId9" imgW="73152000" imgH="19812000" progId="Equation.DSMT4">
                  <p:embed/>
                  <p:pic>
                    <p:nvPicPr>
                      <p:cNvPr id="0" name="图片 378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65372" y="3212976"/>
                        <a:ext cx="3048000" cy="814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165372" y="4149080"/>
          <a:ext cx="48133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11" imgW="115519200" imgH="19812000" progId="Equation.DSMT4">
                  <p:embed/>
                </p:oleObj>
              </mc:Choice>
              <mc:Fallback>
                <p:oleObj name="Equation" r:id="rId11" imgW="115519200" imgH="19812000" progId="Equation.DSMT4">
                  <p:embed/>
                  <p:pic>
                    <p:nvPicPr>
                      <p:cNvPr id="0" name="图片 378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65372" y="4149080"/>
                        <a:ext cx="4813300" cy="814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84240" y="5053539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322955" y="5677218"/>
          <a:ext cx="32893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5" name="Equation" r:id="rId13" imgW="78943200" imgH="20116800" progId="Equation.DSMT4">
                  <p:embed/>
                </p:oleObj>
              </mc:Choice>
              <mc:Fallback>
                <p:oleObj name="Equation" r:id="rId13" imgW="78943200" imgH="20116800" progId="Equation.DSMT4">
                  <p:embed/>
                  <p:pic>
                    <p:nvPicPr>
                      <p:cNvPr id="0" name="图片 378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22955" y="5677218"/>
                        <a:ext cx="3289300" cy="827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407574" y="5062071"/>
          <a:ext cx="2095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quation" r:id="rId15" imgW="50292000" imgH="14020800" progId="Equation.DSMT4">
                  <p:embed/>
                </p:oleObj>
              </mc:Choice>
              <mc:Fallback>
                <p:oleObj name="Equation" r:id="rId15" imgW="50292000" imgH="14020800" progId="Equation.DSMT4">
                  <p:embed/>
                  <p:pic>
                    <p:nvPicPr>
                      <p:cNvPr id="0" name="图片 378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07574" y="5062071"/>
                        <a:ext cx="2095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587281" y="5084970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则存在递推公式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631315" y="192197"/>
          <a:ext cx="35052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17" imgW="84124800" imgH="14020800" progId="Equation.DSMT4">
                  <p:embed/>
                </p:oleObj>
              </mc:Choice>
              <mc:Fallback>
                <p:oleObj name="Equation" r:id="rId17" imgW="84124800" imgH="14020800" progId="Equation.DSMT4">
                  <p:embed/>
                  <p:pic>
                    <p:nvPicPr>
                      <p:cNvPr id="0" name="图片 378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31315" y="192197"/>
                        <a:ext cx="35052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75520" y="450912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pitchFamily="49" charset="-122"/>
              </a:rPr>
              <a:t>初探规律：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5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7032" y="216833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pitchFamily="49" charset="-122"/>
              </a:rPr>
              <a:t>再探规律：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09842" y="811808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既然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54231" y="815216"/>
          <a:ext cx="2019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48463200" imgH="14020800" progId="Equation.DSMT4">
                  <p:embed/>
                </p:oleObj>
              </mc:Choice>
              <mc:Fallback>
                <p:oleObj name="Equation" r:id="rId1" imgW="48463200" imgH="140208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4231" y="815216"/>
                        <a:ext cx="20193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186" y="811808"/>
            <a:ext cx="4805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是一个三角有理函数的积分，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16974" y="1440716"/>
            <a:ext cx="6583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用有理函数积分的方法会是什么结果呢？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462464" y="2147441"/>
          <a:ext cx="147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Equation" r:id="rId3" imgW="29870400" imgH="7315200" progId="Equation.DSMT4">
                  <p:embed/>
                </p:oleObj>
              </mc:Choice>
              <mc:Fallback>
                <p:oleObj name="Equation" r:id="rId3" imgW="29870400" imgH="7315200" progId="Equation.DSMT4">
                  <p:embed/>
                  <p:pic>
                    <p:nvPicPr>
                      <p:cNvPr id="0" name="图片 389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62464" y="2147441"/>
                        <a:ext cx="1470000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9839" y="2050296"/>
            <a:ext cx="4627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首先，改造万能代换公式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11950" y="2542287"/>
          <a:ext cx="187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Equation" r:id="rId5" imgW="45110400" imgH="20116800" progId="Equation.DSMT4">
                  <p:embed/>
                </p:oleObj>
              </mc:Choice>
              <mc:Fallback>
                <p:oleObj name="Equation" r:id="rId5" imgW="45110400" imgH="20116800" progId="Equation.DSMT4">
                  <p:embed/>
                  <p:pic>
                    <p:nvPicPr>
                      <p:cNvPr id="0" name="图片 389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1950" y="2542287"/>
                        <a:ext cx="1879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816974" y="2664852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471307" y="2542401"/>
          <a:ext cx="1905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Equation" r:id="rId7" imgW="45720000" imgH="21336000" progId="Equation.DSMT4">
                  <p:embed/>
                </p:oleObj>
              </mc:Choice>
              <mc:Fallback>
                <p:oleObj name="Equation" r:id="rId7" imgW="45720000" imgH="21336000" progId="Equation.DSMT4">
                  <p:embed/>
                  <p:pic>
                    <p:nvPicPr>
                      <p:cNvPr id="0" name="图片 389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71307" y="2542401"/>
                        <a:ext cx="19050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858364" y="3672964"/>
          <a:ext cx="78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name="Equation" r:id="rId9" imgW="18897600" imgH="21336000" progId="Equation.DSMT4">
                  <p:embed/>
                </p:oleObj>
              </mc:Choice>
              <mc:Fallback>
                <p:oleObj name="Equation" r:id="rId9" imgW="18897600" imgH="21336000" progId="Equation.DSMT4">
                  <p:embed/>
                  <p:pic>
                    <p:nvPicPr>
                      <p:cNvPr id="0" name="图片 389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58364" y="3672964"/>
                        <a:ext cx="787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816974" y="3888988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除式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3864" y="3888988"/>
            <a:ext cx="2672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的真分式部分，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166226" y="3223498"/>
          <a:ext cx="32766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Equation" r:id="rId11" imgW="78638400" imgH="44500800" progId="Equation.DSMT4">
                  <p:embed/>
                </p:oleObj>
              </mc:Choice>
              <mc:Fallback>
                <p:oleObj name="Equation" r:id="rId11" imgW="78638400" imgH="44500800" progId="Equation.DSMT4">
                  <p:embed/>
                  <p:pic>
                    <p:nvPicPr>
                      <p:cNvPr id="0" name="图片 389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66226" y="3223498"/>
                        <a:ext cx="3276600" cy="185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816974" y="5185132"/>
            <a:ext cx="5161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这就导致：原函数的最后一项为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964210" y="5300692"/>
          <a:ext cx="431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Equation" r:id="rId13" imgW="10363200" imgH="7010400" progId="Equation.DSMT4">
                  <p:embed/>
                </p:oleObj>
              </mc:Choice>
              <mc:Fallback>
                <p:oleObj name="Equation" r:id="rId13" imgW="10363200" imgH="7010400" progId="Equation.DSMT4">
                  <p:embed/>
                  <p:pic>
                    <p:nvPicPr>
                      <p:cNvPr id="0" name="图片 389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64210" y="5300692"/>
                        <a:ext cx="431800" cy="29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462370" y="5185132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007712" y="5225752"/>
          <a:ext cx="1473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15" imgW="35356800" imgH="11582400" progId="Equation.DSMT4">
                  <p:embed/>
                </p:oleObj>
              </mc:Choice>
              <mc:Fallback>
                <p:oleObj name="Equation" r:id="rId15" imgW="35356800" imgH="11582400" progId="Equation.DSMT4">
                  <p:embed/>
                  <p:pic>
                    <p:nvPicPr>
                      <p:cNvPr id="0" name="图片 389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07712" y="5225752"/>
                        <a:ext cx="1473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9" grpId="0"/>
      <p:bldP spid="11" grpId="0"/>
      <p:bldP spid="14" grpId="0"/>
      <p:bldP spid="15" grpId="0"/>
      <p:bldP spid="20" grpId="0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练习4.3.2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76063" y="871897"/>
            <a:ext cx="1871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计算积分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68906" y="1395117"/>
          <a:ext cx="30622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63703200" imgH="20116800" progId="Equation.DSMT4">
                  <p:embed/>
                </p:oleObj>
              </mc:Choice>
              <mc:Fallback>
                <p:oleObj name="Equation" r:id="rId1" imgW="63703200" imgH="201168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8906" y="1395117"/>
                        <a:ext cx="3062288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4893" y="2348880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5800" y="3165101"/>
            <a:ext cx="1871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计算积分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768906" y="3688544"/>
          <a:ext cx="28860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3" name="Equation" r:id="rId3" imgW="60045600" imgH="20116800" progId="Equation.DSMT4">
                  <p:embed/>
                </p:oleObj>
              </mc:Choice>
              <mc:Fallback>
                <p:oleObj name="Equation" r:id="rId3" imgW="60045600" imgH="20116800" progId="Equation.DSMT4">
                  <p:embed/>
                  <p:pic>
                    <p:nvPicPr>
                      <p:cNvPr id="0" name="图片 4000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8906" y="3688544"/>
                        <a:ext cx="288607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84893" y="4725144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960096" y="1395117"/>
          <a:ext cx="29606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4" name="Equation" r:id="rId5" imgW="61569600" imgH="20116800" progId="Equation.DSMT4">
                  <p:embed/>
                </p:oleObj>
              </mc:Choice>
              <mc:Fallback>
                <p:oleObj name="Equation" r:id="rId5" imgW="61569600" imgH="20116800" progId="Equation.DSMT4">
                  <p:embed/>
                  <p:pic>
                    <p:nvPicPr>
                      <p:cNvPr id="0" name="图片 4000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60096" y="1395117"/>
                        <a:ext cx="2960688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960096" y="3688544"/>
          <a:ext cx="29733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5" name="Equation" r:id="rId7" imgW="61874400" imgH="20116800" progId="Equation.DSMT4">
                  <p:embed/>
                </p:oleObj>
              </mc:Choice>
              <mc:Fallback>
                <p:oleObj name="Equation" r:id="rId7" imgW="61874400" imgH="20116800" progId="Equation.DSMT4">
                  <p:embed/>
                  <p:pic>
                    <p:nvPicPr>
                      <p:cNvPr id="0" name="图片 4000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60096" y="3688544"/>
                        <a:ext cx="2973387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68906" y="2256575"/>
          <a:ext cx="40449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6" name="Equation" r:id="rId9" imgW="84124800" imgH="21031200" progId="Equation.DSMT4">
                  <p:embed/>
                </p:oleObj>
              </mc:Choice>
              <mc:Fallback>
                <p:oleObj name="Equation" r:id="rId9" imgW="84124800" imgH="21031200" progId="Equation.DSMT4">
                  <p:embed/>
                  <p:pic>
                    <p:nvPicPr>
                      <p:cNvPr id="0" name="图片 4000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68906" y="2256575"/>
                        <a:ext cx="404495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60096" y="2256575"/>
          <a:ext cx="27416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7" name="Equation" r:id="rId11" imgW="56997600" imgH="19812000" progId="Equation.DSMT4">
                  <p:embed/>
                </p:oleObj>
              </mc:Choice>
              <mc:Fallback>
                <p:oleObj name="Equation" r:id="rId11" imgW="56997600" imgH="19812000" progId="Equation.DSMT4">
                  <p:embed/>
                  <p:pic>
                    <p:nvPicPr>
                      <p:cNvPr id="0" name="图片 400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60096" y="2256575"/>
                        <a:ext cx="27416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68906" y="4718647"/>
          <a:ext cx="3721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8" name="Equation" r:id="rId13" imgW="77419200" imgH="11582400" progId="Equation.DSMT4">
                  <p:embed/>
                </p:oleObj>
              </mc:Choice>
              <mc:Fallback>
                <p:oleObj name="Equation" r:id="rId13" imgW="77419200" imgH="11582400" progId="Equation.DSMT4">
                  <p:embed/>
                  <p:pic>
                    <p:nvPicPr>
                      <p:cNvPr id="0" name="图片 4000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68906" y="4718647"/>
                        <a:ext cx="3721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68906" y="5157192"/>
          <a:ext cx="46720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9" name="Equation" r:id="rId15" imgW="97231200" imgH="22555200" progId="Equation.DSMT4">
                  <p:embed/>
                </p:oleObj>
              </mc:Choice>
              <mc:Fallback>
                <p:oleObj name="Equation" r:id="rId15" imgW="97231200" imgH="22555200" progId="Equation.DSMT4">
                  <p:embed/>
                  <p:pic>
                    <p:nvPicPr>
                      <p:cNvPr id="0" name="图片 4000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68906" y="5157192"/>
                        <a:ext cx="4672012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44a84684-62ac-4029-8fef-b54c915e8052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1416</Words>
  <Application>WPS 演示</Application>
  <PresentationFormat>宽屏</PresentationFormat>
  <Paragraphs>316</Paragraphs>
  <Slides>41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289</vt:i4>
      </vt:variant>
      <vt:variant>
        <vt:lpstr>幻灯片标题</vt:lpstr>
      </vt:variant>
      <vt:variant>
        <vt:i4>41</vt:i4>
      </vt:variant>
    </vt:vector>
  </HeadingPairs>
  <TitlesOfParts>
    <vt:vector size="347" baseType="lpstr">
      <vt:lpstr>Arial</vt:lpstr>
      <vt:lpstr>宋体</vt:lpstr>
      <vt:lpstr>Wingdings</vt:lpstr>
      <vt:lpstr>Wingdings</vt:lpstr>
      <vt:lpstr>华文新魏</vt:lpstr>
      <vt:lpstr>微软雅黑</vt:lpstr>
      <vt:lpstr>黑体</vt:lpstr>
      <vt:lpstr>华文琥珀</vt:lpstr>
      <vt:lpstr>Times New Roman</vt:lpstr>
      <vt:lpstr>楷体_GB2312</vt:lpstr>
      <vt:lpstr>新宋体</vt:lpstr>
      <vt:lpstr>楷体</vt:lpstr>
      <vt:lpstr>Calibri</vt:lpstr>
      <vt:lpstr>Arial Unicode MS</vt:lpstr>
      <vt:lpstr>隶书</vt:lpstr>
      <vt:lpstr>Office 主题​​</vt:lpstr>
      <vt:lpstr>1_Office 主题​​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Word.Document.8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182</cp:revision>
  <dcterms:created xsi:type="dcterms:W3CDTF">2019-06-19T02:08:00Z</dcterms:created>
  <dcterms:modified xsi:type="dcterms:W3CDTF">2022-12-04T11:57:54Z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EB1174F513574D0981D0D5190CCACE8A</vt:lpwstr>
  </property>
</Properties>
</file>