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339" r:id="rId33"/>
    <p:sldId id="340" r:id="rId34"/>
    <p:sldId id="341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34" r:id="rId52"/>
    <p:sldId id="335" r:id="rId53"/>
    <p:sldId id="336" r:id="rId54"/>
    <p:sldId id="321" r:id="rId55"/>
    <p:sldId id="322" r:id="rId56"/>
    <p:sldId id="323" r:id="rId57"/>
    <p:sldId id="324" r:id="rId58"/>
    <p:sldId id="325" r:id="rId59"/>
    <p:sldId id="326" r:id="rId60"/>
    <p:sldId id="327" r:id="rId61"/>
    <p:sldId id="328" r:id="rId62"/>
    <p:sldId id="329" r:id="rId63"/>
    <p:sldId id="330" r:id="rId64"/>
    <p:sldId id="331" r:id="rId65"/>
    <p:sldId id="332" r:id="rId66"/>
    <p:sldId id="333" r:id="rId67"/>
  </p:sldIdLst>
  <p:sldSz cx="12192000" cy="6858000"/>
  <p:notesSz cx="6858000" cy="9144000"/>
  <p:custDataLst>
    <p:tags r:id="rId7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54"/>
        <p:guide pos="366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gs" Target="tags/tag125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image" Target="../media/image18.wmf"/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1" Type="http://schemas.openxmlformats.org/officeDocument/2006/relationships/image" Target="../media/image21.wmf"/><Relationship Id="rId10" Type="http://schemas.openxmlformats.org/officeDocument/2006/relationships/image" Target="../media/image20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.wmf"/><Relationship Id="rId8" Type="http://schemas.openxmlformats.org/officeDocument/2006/relationships/image" Target="../media/image29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2" Type="http://schemas.openxmlformats.org/officeDocument/2006/relationships/image" Target="../media/image33.wmf"/><Relationship Id="rId11" Type="http://schemas.openxmlformats.org/officeDocument/2006/relationships/image" Target="../media/image32.wmf"/><Relationship Id="rId10" Type="http://schemas.openxmlformats.org/officeDocument/2006/relationships/image" Target="../media/image31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4" Type="http://schemas.openxmlformats.org/officeDocument/2006/relationships/image" Target="../media/image47.wmf"/><Relationship Id="rId13" Type="http://schemas.openxmlformats.org/officeDocument/2006/relationships/image" Target="../media/image46.wmf"/><Relationship Id="rId12" Type="http://schemas.openxmlformats.org/officeDocument/2006/relationships/image" Target="../media/image45.wmf"/><Relationship Id="rId11" Type="http://schemas.openxmlformats.org/officeDocument/2006/relationships/image" Target="../media/image44.wmf"/><Relationship Id="rId10" Type="http://schemas.openxmlformats.org/officeDocument/2006/relationships/image" Target="../media/image43.wmf"/><Relationship Id="rId1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6.wmf"/><Relationship Id="rId8" Type="http://schemas.openxmlformats.org/officeDocument/2006/relationships/image" Target="../media/image55.wmf"/><Relationship Id="rId7" Type="http://schemas.openxmlformats.org/officeDocument/2006/relationships/image" Target="../media/image54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0" Type="http://schemas.openxmlformats.org/officeDocument/2006/relationships/image" Target="../media/image67.wmf"/><Relationship Id="rId2" Type="http://schemas.openxmlformats.org/officeDocument/2006/relationships/image" Target="../media/image49.wmf"/><Relationship Id="rId19" Type="http://schemas.openxmlformats.org/officeDocument/2006/relationships/image" Target="../media/image66.wmf"/><Relationship Id="rId18" Type="http://schemas.openxmlformats.org/officeDocument/2006/relationships/image" Target="../media/image65.wmf"/><Relationship Id="rId17" Type="http://schemas.openxmlformats.org/officeDocument/2006/relationships/image" Target="../media/image64.wmf"/><Relationship Id="rId16" Type="http://schemas.openxmlformats.org/officeDocument/2006/relationships/image" Target="../media/image63.wmf"/><Relationship Id="rId15" Type="http://schemas.openxmlformats.org/officeDocument/2006/relationships/image" Target="../media/image62.wmf"/><Relationship Id="rId14" Type="http://schemas.openxmlformats.org/officeDocument/2006/relationships/image" Target="../media/image61.wmf"/><Relationship Id="rId13" Type="http://schemas.openxmlformats.org/officeDocument/2006/relationships/image" Target="../media/image60.wmf"/><Relationship Id="rId12" Type="http://schemas.openxmlformats.org/officeDocument/2006/relationships/image" Target="../media/image59.wmf"/><Relationship Id="rId11" Type="http://schemas.openxmlformats.org/officeDocument/2006/relationships/image" Target="../media/image58.wmf"/><Relationship Id="rId10" Type="http://schemas.openxmlformats.org/officeDocument/2006/relationships/image" Target="../media/image57.wmf"/><Relationship Id="rId1" Type="http://schemas.openxmlformats.org/officeDocument/2006/relationships/image" Target="../media/image48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6.wmf"/><Relationship Id="rId8" Type="http://schemas.openxmlformats.org/officeDocument/2006/relationships/image" Target="../media/image75.wmf"/><Relationship Id="rId7" Type="http://schemas.openxmlformats.org/officeDocument/2006/relationships/image" Target="../media/image74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89.wmf"/><Relationship Id="rId8" Type="http://schemas.openxmlformats.org/officeDocument/2006/relationships/image" Target="../media/image88.wmf"/><Relationship Id="rId7" Type="http://schemas.openxmlformats.org/officeDocument/2006/relationships/image" Target="../media/image87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4" Type="http://schemas.openxmlformats.org/officeDocument/2006/relationships/image" Target="../media/image94.wmf"/><Relationship Id="rId13" Type="http://schemas.openxmlformats.org/officeDocument/2006/relationships/image" Target="../media/image93.wmf"/><Relationship Id="rId12" Type="http://schemas.openxmlformats.org/officeDocument/2006/relationships/image" Target="../media/image92.wmf"/><Relationship Id="rId11" Type="http://schemas.openxmlformats.org/officeDocument/2006/relationships/image" Target="../media/image91.wmf"/><Relationship Id="rId10" Type="http://schemas.openxmlformats.org/officeDocument/2006/relationships/image" Target="../media/image90.wmf"/><Relationship Id="rId1" Type="http://schemas.openxmlformats.org/officeDocument/2006/relationships/image" Target="../media/image81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wmf"/><Relationship Id="rId8" Type="http://schemas.openxmlformats.org/officeDocument/2006/relationships/image" Target="../media/image102.wmf"/><Relationship Id="rId7" Type="http://schemas.openxmlformats.org/officeDocument/2006/relationships/image" Target="../media/image101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4" Type="http://schemas.openxmlformats.org/officeDocument/2006/relationships/image" Target="../media/image108.wmf"/><Relationship Id="rId13" Type="http://schemas.openxmlformats.org/officeDocument/2006/relationships/image" Target="../media/image107.wmf"/><Relationship Id="rId12" Type="http://schemas.openxmlformats.org/officeDocument/2006/relationships/image" Target="../media/image106.wmf"/><Relationship Id="rId11" Type="http://schemas.openxmlformats.org/officeDocument/2006/relationships/image" Target="../media/image105.wmf"/><Relationship Id="rId10" Type="http://schemas.openxmlformats.org/officeDocument/2006/relationships/image" Target="../media/image104.wmf"/><Relationship Id="rId1" Type="http://schemas.openxmlformats.org/officeDocument/2006/relationships/image" Target="../media/image95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wmf"/><Relationship Id="rId8" Type="http://schemas.openxmlformats.org/officeDocument/2006/relationships/image" Target="../media/image116.wmf"/><Relationship Id="rId7" Type="http://schemas.openxmlformats.org/officeDocument/2006/relationships/image" Target="../media/image115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wmf"/><Relationship Id="rId8" Type="http://schemas.openxmlformats.org/officeDocument/2006/relationships/image" Target="../media/image125.wmf"/><Relationship Id="rId7" Type="http://schemas.openxmlformats.org/officeDocument/2006/relationships/image" Target="../media/image124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3" Type="http://schemas.openxmlformats.org/officeDocument/2006/relationships/image" Target="../media/image130.wmf"/><Relationship Id="rId12" Type="http://schemas.openxmlformats.org/officeDocument/2006/relationships/image" Target="../media/image129.wmf"/><Relationship Id="rId11" Type="http://schemas.openxmlformats.org/officeDocument/2006/relationships/image" Target="../media/image128.wmf"/><Relationship Id="rId10" Type="http://schemas.openxmlformats.org/officeDocument/2006/relationships/image" Target="../media/image127.wmf"/><Relationship Id="rId1" Type="http://schemas.openxmlformats.org/officeDocument/2006/relationships/image" Target="../media/image118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7.wmf"/><Relationship Id="rId8" Type="http://schemas.openxmlformats.org/officeDocument/2006/relationships/image" Target="../media/image136.wmf"/><Relationship Id="rId7" Type="http://schemas.openxmlformats.org/officeDocument/2006/relationships/image" Target="../media/image135.wmf"/><Relationship Id="rId6" Type="http://schemas.openxmlformats.org/officeDocument/2006/relationships/image" Target="../media/image134.wmf"/><Relationship Id="rId5" Type="http://schemas.openxmlformats.org/officeDocument/2006/relationships/image" Target="../media/image121.wmf"/><Relationship Id="rId4" Type="http://schemas.openxmlformats.org/officeDocument/2006/relationships/image" Target="../media/image133.wmf"/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0" Type="http://schemas.openxmlformats.org/officeDocument/2006/relationships/image" Target="../media/image138.wmf"/><Relationship Id="rId1" Type="http://schemas.openxmlformats.org/officeDocument/2006/relationships/image" Target="../media/image120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wmf"/><Relationship Id="rId8" Type="http://schemas.openxmlformats.org/officeDocument/2006/relationships/image" Target="../media/image146.wmf"/><Relationship Id="rId7" Type="http://schemas.openxmlformats.org/officeDocument/2006/relationships/image" Target="../media/image145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0" Type="http://schemas.openxmlformats.org/officeDocument/2006/relationships/image" Target="../media/image148.wmf"/><Relationship Id="rId1" Type="http://schemas.openxmlformats.org/officeDocument/2006/relationships/image" Target="../media/image139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7.wmf"/><Relationship Id="rId8" Type="http://schemas.openxmlformats.org/officeDocument/2006/relationships/image" Target="../media/image156.wmf"/><Relationship Id="rId7" Type="http://schemas.openxmlformats.org/officeDocument/2006/relationships/image" Target="../media/image155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5" Type="http://schemas.openxmlformats.org/officeDocument/2006/relationships/image" Target="../media/image163.wmf"/><Relationship Id="rId14" Type="http://schemas.openxmlformats.org/officeDocument/2006/relationships/image" Target="../media/image162.wmf"/><Relationship Id="rId13" Type="http://schemas.openxmlformats.org/officeDocument/2006/relationships/image" Target="../media/image161.wmf"/><Relationship Id="rId12" Type="http://schemas.openxmlformats.org/officeDocument/2006/relationships/image" Target="../media/image160.wmf"/><Relationship Id="rId11" Type="http://schemas.openxmlformats.org/officeDocument/2006/relationships/image" Target="../media/image159.wmf"/><Relationship Id="rId10" Type="http://schemas.openxmlformats.org/officeDocument/2006/relationships/image" Target="../media/image158.wmf"/><Relationship Id="rId1" Type="http://schemas.openxmlformats.org/officeDocument/2006/relationships/image" Target="../media/image149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2.wmf"/><Relationship Id="rId8" Type="http://schemas.openxmlformats.org/officeDocument/2006/relationships/image" Target="../media/image171.wmf"/><Relationship Id="rId7" Type="http://schemas.openxmlformats.org/officeDocument/2006/relationships/image" Target="../media/image170.wmf"/><Relationship Id="rId6" Type="http://schemas.openxmlformats.org/officeDocument/2006/relationships/image" Target="../media/image169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8" Type="http://schemas.openxmlformats.org/officeDocument/2006/relationships/image" Target="../media/image181.wmf"/><Relationship Id="rId17" Type="http://schemas.openxmlformats.org/officeDocument/2006/relationships/image" Target="../media/image180.wmf"/><Relationship Id="rId16" Type="http://schemas.openxmlformats.org/officeDocument/2006/relationships/image" Target="../media/image179.wmf"/><Relationship Id="rId15" Type="http://schemas.openxmlformats.org/officeDocument/2006/relationships/image" Target="../media/image178.wmf"/><Relationship Id="rId14" Type="http://schemas.openxmlformats.org/officeDocument/2006/relationships/image" Target="../media/image177.wmf"/><Relationship Id="rId13" Type="http://schemas.openxmlformats.org/officeDocument/2006/relationships/image" Target="../media/image176.wmf"/><Relationship Id="rId12" Type="http://schemas.openxmlformats.org/officeDocument/2006/relationships/image" Target="../media/image175.wmf"/><Relationship Id="rId11" Type="http://schemas.openxmlformats.org/officeDocument/2006/relationships/image" Target="../media/image174.wmf"/><Relationship Id="rId10" Type="http://schemas.openxmlformats.org/officeDocument/2006/relationships/image" Target="../media/image173.wmf"/><Relationship Id="rId1" Type="http://schemas.openxmlformats.org/officeDocument/2006/relationships/image" Target="../media/image164.wmf"/></Relationships>
</file>

<file path=ppt/drawings/_rels/vmlDrawing16.vml.rels><?xml version="1.0" encoding="UTF-8" standalone="yes"?>
<Relationships xmlns="http://schemas.openxmlformats.org/package/2006/relationships"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6.wmf"/><Relationship Id="rId8" Type="http://schemas.openxmlformats.org/officeDocument/2006/relationships/image" Target="../media/image195.wmf"/><Relationship Id="rId7" Type="http://schemas.openxmlformats.org/officeDocument/2006/relationships/image" Target="../media/image194.wmf"/><Relationship Id="rId6" Type="http://schemas.openxmlformats.org/officeDocument/2006/relationships/image" Target="../media/image193.wmf"/><Relationship Id="rId5" Type="http://schemas.openxmlformats.org/officeDocument/2006/relationships/image" Target="../media/image192.wmf"/><Relationship Id="rId4" Type="http://schemas.openxmlformats.org/officeDocument/2006/relationships/image" Target="../media/image191.wmf"/><Relationship Id="rId3" Type="http://schemas.openxmlformats.org/officeDocument/2006/relationships/image" Target="../media/image190.wmf"/><Relationship Id="rId2" Type="http://schemas.openxmlformats.org/officeDocument/2006/relationships/image" Target="../media/image189.wmf"/><Relationship Id="rId17" Type="http://schemas.openxmlformats.org/officeDocument/2006/relationships/image" Target="../media/image204.wmf"/><Relationship Id="rId16" Type="http://schemas.openxmlformats.org/officeDocument/2006/relationships/image" Target="../media/image203.wmf"/><Relationship Id="rId15" Type="http://schemas.openxmlformats.org/officeDocument/2006/relationships/image" Target="../media/image202.wmf"/><Relationship Id="rId14" Type="http://schemas.openxmlformats.org/officeDocument/2006/relationships/image" Target="../media/image201.wmf"/><Relationship Id="rId13" Type="http://schemas.openxmlformats.org/officeDocument/2006/relationships/image" Target="../media/image200.wmf"/><Relationship Id="rId12" Type="http://schemas.openxmlformats.org/officeDocument/2006/relationships/image" Target="../media/image199.wmf"/><Relationship Id="rId11" Type="http://schemas.openxmlformats.org/officeDocument/2006/relationships/image" Target="../media/image198.wmf"/><Relationship Id="rId10" Type="http://schemas.openxmlformats.org/officeDocument/2006/relationships/image" Target="../media/image197.wmf"/><Relationship Id="rId1" Type="http://schemas.openxmlformats.org/officeDocument/2006/relationships/image" Target="../media/image188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3.wmf"/><Relationship Id="rId8" Type="http://schemas.openxmlformats.org/officeDocument/2006/relationships/image" Target="../media/image212.wmf"/><Relationship Id="rId7" Type="http://schemas.openxmlformats.org/officeDocument/2006/relationships/image" Target="../media/image211.wmf"/><Relationship Id="rId6" Type="http://schemas.openxmlformats.org/officeDocument/2006/relationships/image" Target="../media/image210.wmf"/><Relationship Id="rId5" Type="http://schemas.openxmlformats.org/officeDocument/2006/relationships/image" Target="../media/image209.wmf"/><Relationship Id="rId4" Type="http://schemas.openxmlformats.org/officeDocument/2006/relationships/image" Target="../media/image208.wmf"/><Relationship Id="rId3" Type="http://schemas.openxmlformats.org/officeDocument/2006/relationships/image" Target="../media/image207.wmf"/><Relationship Id="rId2" Type="http://schemas.openxmlformats.org/officeDocument/2006/relationships/image" Target="../media/image206.wmf"/><Relationship Id="rId12" Type="http://schemas.openxmlformats.org/officeDocument/2006/relationships/image" Target="../media/image216.wmf"/><Relationship Id="rId11" Type="http://schemas.openxmlformats.org/officeDocument/2006/relationships/image" Target="../media/image215.wmf"/><Relationship Id="rId10" Type="http://schemas.openxmlformats.org/officeDocument/2006/relationships/image" Target="../media/image214.wmf"/><Relationship Id="rId1" Type="http://schemas.openxmlformats.org/officeDocument/2006/relationships/image" Target="../media/image205.wmf"/></Relationships>
</file>

<file path=ppt/drawings/_rels/vmlDrawing19.vml.rels><?xml version="1.0" encoding="UTF-8" standalone="yes"?>
<Relationships xmlns="http://schemas.openxmlformats.org/package/2006/relationships"><Relationship Id="rId7" Type="http://schemas.openxmlformats.org/officeDocument/2006/relationships/image" Target="../media/image223.wmf"/><Relationship Id="rId6" Type="http://schemas.openxmlformats.org/officeDocument/2006/relationships/image" Target="../media/image222.wmf"/><Relationship Id="rId5" Type="http://schemas.openxmlformats.org/officeDocument/2006/relationships/image" Target="../media/image221.wmf"/><Relationship Id="rId4" Type="http://schemas.openxmlformats.org/officeDocument/2006/relationships/image" Target="../media/image220.wmf"/><Relationship Id="rId3" Type="http://schemas.openxmlformats.org/officeDocument/2006/relationships/image" Target="../media/image219.wmf"/><Relationship Id="rId2" Type="http://schemas.openxmlformats.org/officeDocument/2006/relationships/image" Target="../media/image218.wmf"/><Relationship Id="rId1" Type="http://schemas.openxmlformats.org/officeDocument/2006/relationships/image" Target="../media/image21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wmf"/><Relationship Id="rId2" Type="http://schemas.openxmlformats.org/officeDocument/2006/relationships/image" Target="../media/image225.wmf"/><Relationship Id="rId1" Type="http://schemas.openxmlformats.org/officeDocument/2006/relationships/image" Target="../media/image224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7" Type="http://schemas.openxmlformats.org/officeDocument/2006/relationships/image" Target="../media/image233.wmf"/><Relationship Id="rId6" Type="http://schemas.openxmlformats.org/officeDocument/2006/relationships/image" Target="../media/image232.wmf"/><Relationship Id="rId5" Type="http://schemas.openxmlformats.org/officeDocument/2006/relationships/image" Target="../media/image231.wmf"/><Relationship Id="rId4" Type="http://schemas.openxmlformats.org/officeDocument/2006/relationships/image" Target="../media/image230.wmf"/><Relationship Id="rId3" Type="http://schemas.openxmlformats.org/officeDocument/2006/relationships/image" Target="../media/image229.wmf"/><Relationship Id="rId2" Type="http://schemas.openxmlformats.org/officeDocument/2006/relationships/image" Target="../media/image228.wmf"/><Relationship Id="rId1" Type="http://schemas.openxmlformats.org/officeDocument/2006/relationships/image" Target="../media/image227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3.wmf"/><Relationship Id="rId8" Type="http://schemas.openxmlformats.org/officeDocument/2006/relationships/image" Target="../media/image242.wmf"/><Relationship Id="rId7" Type="http://schemas.openxmlformats.org/officeDocument/2006/relationships/image" Target="../media/image241.wmf"/><Relationship Id="rId6" Type="http://schemas.openxmlformats.org/officeDocument/2006/relationships/image" Target="../media/image240.wmf"/><Relationship Id="rId5" Type="http://schemas.openxmlformats.org/officeDocument/2006/relationships/image" Target="../media/image239.wmf"/><Relationship Id="rId4" Type="http://schemas.openxmlformats.org/officeDocument/2006/relationships/image" Target="../media/image238.wmf"/><Relationship Id="rId3" Type="http://schemas.openxmlformats.org/officeDocument/2006/relationships/image" Target="../media/image237.wmf"/><Relationship Id="rId2" Type="http://schemas.openxmlformats.org/officeDocument/2006/relationships/image" Target="../media/image236.wmf"/><Relationship Id="rId10" Type="http://schemas.openxmlformats.org/officeDocument/2006/relationships/image" Target="../media/image244.wmf"/><Relationship Id="rId1" Type="http://schemas.openxmlformats.org/officeDocument/2006/relationships/image" Target="../media/image235.wmf"/></Relationships>
</file>

<file path=ppt/drawings/_rels/vmlDrawing2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8.wmf"/><Relationship Id="rId3" Type="http://schemas.openxmlformats.org/officeDocument/2006/relationships/image" Target="../media/image247.wmf"/><Relationship Id="rId2" Type="http://schemas.openxmlformats.org/officeDocument/2006/relationships/image" Target="../media/image246.wmf"/><Relationship Id="rId1" Type="http://schemas.openxmlformats.org/officeDocument/2006/relationships/image" Target="../media/image245.w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7.wmf"/><Relationship Id="rId8" Type="http://schemas.openxmlformats.org/officeDocument/2006/relationships/image" Target="../media/image256.wmf"/><Relationship Id="rId7" Type="http://schemas.openxmlformats.org/officeDocument/2006/relationships/image" Target="../media/image255.wmf"/><Relationship Id="rId6" Type="http://schemas.openxmlformats.org/officeDocument/2006/relationships/image" Target="../media/image254.wmf"/><Relationship Id="rId5" Type="http://schemas.openxmlformats.org/officeDocument/2006/relationships/image" Target="../media/image253.wmf"/><Relationship Id="rId4" Type="http://schemas.openxmlformats.org/officeDocument/2006/relationships/image" Target="../media/image252.wmf"/><Relationship Id="rId3" Type="http://schemas.openxmlformats.org/officeDocument/2006/relationships/image" Target="../media/image251.wmf"/><Relationship Id="rId2" Type="http://schemas.openxmlformats.org/officeDocument/2006/relationships/image" Target="../media/image250.wmf"/><Relationship Id="rId13" Type="http://schemas.openxmlformats.org/officeDocument/2006/relationships/image" Target="../media/image261.wmf"/><Relationship Id="rId12" Type="http://schemas.openxmlformats.org/officeDocument/2006/relationships/image" Target="../media/image260.wmf"/><Relationship Id="rId11" Type="http://schemas.openxmlformats.org/officeDocument/2006/relationships/image" Target="../media/image259.wmf"/><Relationship Id="rId10" Type="http://schemas.openxmlformats.org/officeDocument/2006/relationships/image" Target="../media/image258.wmf"/><Relationship Id="rId1" Type="http://schemas.openxmlformats.org/officeDocument/2006/relationships/image" Target="../media/image24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7" Type="http://schemas.openxmlformats.org/officeDocument/2006/relationships/image" Target="../media/image268.wmf"/><Relationship Id="rId6" Type="http://schemas.openxmlformats.org/officeDocument/2006/relationships/image" Target="../media/image267.wmf"/><Relationship Id="rId5" Type="http://schemas.openxmlformats.org/officeDocument/2006/relationships/image" Target="../media/image266.wmf"/><Relationship Id="rId4" Type="http://schemas.openxmlformats.org/officeDocument/2006/relationships/image" Target="../media/image265.wmf"/><Relationship Id="rId3" Type="http://schemas.openxmlformats.org/officeDocument/2006/relationships/image" Target="../media/image264.wmf"/><Relationship Id="rId2" Type="http://schemas.openxmlformats.org/officeDocument/2006/relationships/image" Target="../media/image263.wmf"/><Relationship Id="rId1" Type="http://schemas.openxmlformats.org/officeDocument/2006/relationships/image" Target="../media/image262.wmf"/></Relationships>
</file>

<file path=ppt/drawings/_rels/vmlDrawing26.vml.rels><?xml version="1.0" encoding="UTF-8" standalone="yes"?>
<Relationships xmlns="http://schemas.openxmlformats.org/package/2006/relationships"><Relationship Id="rId7" Type="http://schemas.openxmlformats.org/officeDocument/2006/relationships/image" Target="../media/image276.wmf"/><Relationship Id="rId6" Type="http://schemas.openxmlformats.org/officeDocument/2006/relationships/image" Target="../media/image275.wmf"/><Relationship Id="rId5" Type="http://schemas.openxmlformats.org/officeDocument/2006/relationships/image" Target="../media/image274.wmf"/><Relationship Id="rId4" Type="http://schemas.openxmlformats.org/officeDocument/2006/relationships/image" Target="../media/image273.wmf"/><Relationship Id="rId3" Type="http://schemas.openxmlformats.org/officeDocument/2006/relationships/image" Target="../media/image272.wmf"/><Relationship Id="rId2" Type="http://schemas.openxmlformats.org/officeDocument/2006/relationships/image" Target="../media/image271.wmf"/><Relationship Id="rId1" Type="http://schemas.openxmlformats.org/officeDocument/2006/relationships/image" Target="../media/image270.emf"/></Relationships>
</file>

<file path=ppt/drawings/_rels/vmlDrawing2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80.wmf"/><Relationship Id="rId3" Type="http://schemas.openxmlformats.org/officeDocument/2006/relationships/image" Target="../media/image279.wmf"/><Relationship Id="rId2" Type="http://schemas.openxmlformats.org/officeDocument/2006/relationships/image" Target="../media/image278.wmf"/><Relationship Id="rId1" Type="http://schemas.openxmlformats.org/officeDocument/2006/relationships/image" Target="../media/image277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9.wmf"/><Relationship Id="rId8" Type="http://schemas.openxmlformats.org/officeDocument/2006/relationships/image" Target="../media/image288.wmf"/><Relationship Id="rId7" Type="http://schemas.openxmlformats.org/officeDocument/2006/relationships/image" Target="../media/image287.wmf"/><Relationship Id="rId6" Type="http://schemas.openxmlformats.org/officeDocument/2006/relationships/image" Target="../media/image286.wmf"/><Relationship Id="rId5" Type="http://schemas.openxmlformats.org/officeDocument/2006/relationships/image" Target="../media/image285.wmf"/><Relationship Id="rId4" Type="http://schemas.openxmlformats.org/officeDocument/2006/relationships/image" Target="../media/image284.wmf"/><Relationship Id="rId3" Type="http://schemas.openxmlformats.org/officeDocument/2006/relationships/image" Target="../media/image283.wmf"/><Relationship Id="rId2" Type="http://schemas.openxmlformats.org/officeDocument/2006/relationships/image" Target="../media/image282.wmf"/><Relationship Id="rId11" Type="http://schemas.openxmlformats.org/officeDocument/2006/relationships/image" Target="../media/image291.wmf"/><Relationship Id="rId10" Type="http://schemas.openxmlformats.org/officeDocument/2006/relationships/image" Target="../media/image290.wmf"/><Relationship Id="rId1" Type="http://schemas.openxmlformats.org/officeDocument/2006/relationships/image" Target="../media/image281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0.wmf"/><Relationship Id="rId8" Type="http://schemas.openxmlformats.org/officeDocument/2006/relationships/image" Target="../media/image299.wmf"/><Relationship Id="rId7" Type="http://schemas.openxmlformats.org/officeDocument/2006/relationships/image" Target="../media/image298.wmf"/><Relationship Id="rId6" Type="http://schemas.openxmlformats.org/officeDocument/2006/relationships/image" Target="../media/image297.wmf"/><Relationship Id="rId5" Type="http://schemas.openxmlformats.org/officeDocument/2006/relationships/image" Target="../media/image296.wmf"/><Relationship Id="rId4" Type="http://schemas.openxmlformats.org/officeDocument/2006/relationships/image" Target="../media/image295.wmf"/><Relationship Id="rId3" Type="http://schemas.openxmlformats.org/officeDocument/2006/relationships/image" Target="../media/image294.wmf"/><Relationship Id="rId2" Type="http://schemas.openxmlformats.org/officeDocument/2006/relationships/image" Target="../media/image293.wmf"/><Relationship Id="rId14" Type="http://schemas.openxmlformats.org/officeDocument/2006/relationships/image" Target="../media/image305.wmf"/><Relationship Id="rId13" Type="http://schemas.openxmlformats.org/officeDocument/2006/relationships/image" Target="../media/image304.wmf"/><Relationship Id="rId12" Type="http://schemas.openxmlformats.org/officeDocument/2006/relationships/image" Target="../media/image303.wmf"/><Relationship Id="rId11" Type="http://schemas.openxmlformats.org/officeDocument/2006/relationships/image" Target="../media/image302.wmf"/><Relationship Id="rId10" Type="http://schemas.openxmlformats.org/officeDocument/2006/relationships/image" Target="../media/image301.wmf"/><Relationship Id="rId1" Type="http://schemas.openxmlformats.org/officeDocument/2006/relationships/image" Target="../media/image292.wmf"/></Relationships>
</file>

<file path=ppt/drawings/_rels/vmlDrawing30.vml.rels><?xml version="1.0" encoding="UTF-8" standalone="yes"?>
<Relationships xmlns="http://schemas.openxmlformats.org/package/2006/relationships"><Relationship Id="rId7" Type="http://schemas.openxmlformats.org/officeDocument/2006/relationships/image" Target="../media/image312.wmf"/><Relationship Id="rId6" Type="http://schemas.openxmlformats.org/officeDocument/2006/relationships/image" Target="../media/image311.wmf"/><Relationship Id="rId5" Type="http://schemas.openxmlformats.org/officeDocument/2006/relationships/image" Target="../media/image310.wmf"/><Relationship Id="rId4" Type="http://schemas.openxmlformats.org/officeDocument/2006/relationships/image" Target="../media/image309.wmf"/><Relationship Id="rId3" Type="http://schemas.openxmlformats.org/officeDocument/2006/relationships/image" Target="../media/image308.wmf"/><Relationship Id="rId2" Type="http://schemas.openxmlformats.org/officeDocument/2006/relationships/image" Target="../media/image307.wmf"/><Relationship Id="rId1" Type="http://schemas.openxmlformats.org/officeDocument/2006/relationships/image" Target="../media/image306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wmf"/><Relationship Id="rId7" Type="http://schemas.openxmlformats.org/officeDocument/2006/relationships/image" Target="../media/image319.wmf"/><Relationship Id="rId6" Type="http://schemas.openxmlformats.org/officeDocument/2006/relationships/image" Target="../media/image318.wmf"/><Relationship Id="rId5" Type="http://schemas.openxmlformats.org/officeDocument/2006/relationships/image" Target="../media/image317.wmf"/><Relationship Id="rId4" Type="http://schemas.openxmlformats.org/officeDocument/2006/relationships/image" Target="../media/image316.wmf"/><Relationship Id="rId3" Type="http://schemas.openxmlformats.org/officeDocument/2006/relationships/image" Target="../media/image315.wmf"/><Relationship Id="rId2" Type="http://schemas.openxmlformats.org/officeDocument/2006/relationships/image" Target="../media/image314.wmf"/><Relationship Id="rId1" Type="http://schemas.openxmlformats.org/officeDocument/2006/relationships/image" Target="../media/image313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9.wmf"/><Relationship Id="rId8" Type="http://schemas.openxmlformats.org/officeDocument/2006/relationships/image" Target="../media/image328.wmf"/><Relationship Id="rId7" Type="http://schemas.openxmlformats.org/officeDocument/2006/relationships/image" Target="../media/image327.wmf"/><Relationship Id="rId6" Type="http://schemas.openxmlformats.org/officeDocument/2006/relationships/image" Target="../media/image326.emf"/><Relationship Id="rId5" Type="http://schemas.openxmlformats.org/officeDocument/2006/relationships/image" Target="../media/image325.emf"/><Relationship Id="rId4" Type="http://schemas.openxmlformats.org/officeDocument/2006/relationships/image" Target="../media/image324.emf"/><Relationship Id="rId3" Type="http://schemas.openxmlformats.org/officeDocument/2006/relationships/image" Target="../media/image323.wmf"/><Relationship Id="rId2" Type="http://schemas.openxmlformats.org/officeDocument/2006/relationships/image" Target="../media/image322.wmf"/><Relationship Id="rId11" Type="http://schemas.openxmlformats.org/officeDocument/2006/relationships/image" Target="../media/image331.wmf"/><Relationship Id="rId10" Type="http://schemas.openxmlformats.org/officeDocument/2006/relationships/image" Target="../media/image330.wmf"/><Relationship Id="rId1" Type="http://schemas.openxmlformats.org/officeDocument/2006/relationships/image" Target="../media/image321.wmf"/></Relationships>
</file>

<file path=ppt/drawings/_rels/vmlDrawing3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0.wmf"/><Relationship Id="rId8" Type="http://schemas.openxmlformats.org/officeDocument/2006/relationships/image" Target="../media/image339.wmf"/><Relationship Id="rId7" Type="http://schemas.openxmlformats.org/officeDocument/2006/relationships/image" Target="../media/image338.wmf"/><Relationship Id="rId6" Type="http://schemas.openxmlformats.org/officeDocument/2006/relationships/image" Target="../media/image337.wmf"/><Relationship Id="rId5" Type="http://schemas.openxmlformats.org/officeDocument/2006/relationships/image" Target="../media/image336.wmf"/><Relationship Id="rId4" Type="http://schemas.openxmlformats.org/officeDocument/2006/relationships/image" Target="../media/image335.wmf"/><Relationship Id="rId3" Type="http://schemas.openxmlformats.org/officeDocument/2006/relationships/image" Target="../media/image334.wmf"/><Relationship Id="rId2" Type="http://schemas.openxmlformats.org/officeDocument/2006/relationships/image" Target="../media/image333.wmf"/><Relationship Id="rId10" Type="http://schemas.openxmlformats.org/officeDocument/2006/relationships/image" Target="../media/image341.wmf"/><Relationship Id="rId1" Type="http://schemas.openxmlformats.org/officeDocument/2006/relationships/image" Target="../media/image332.wmf"/></Relationships>
</file>

<file path=ppt/drawings/_rels/vmlDrawing3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46.wmf"/><Relationship Id="rId4" Type="http://schemas.openxmlformats.org/officeDocument/2006/relationships/image" Target="../media/image345.wmf"/><Relationship Id="rId3" Type="http://schemas.openxmlformats.org/officeDocument/2006/relationships/image" Target="../media/image344.wmf"/><Relationship Id="rId2" Type="http://schemas.openxmlformats.org/officeDocument/2006/relationships/image" Target="../media/image343.wmf"/><Relationship Id="rId1" Type="http://schemas.openxmlformats.org/officeDocument/2006/relationships/image" Target="../media/image342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wmf"/><Relationship Id="rId7" Type="http://schemas.openxmlformats.org/officeDocument/2006/relationships/image" Target="../media/image354.wmf"/><Relationship Id="rId6" Type="http://schemas.openxmlformats.org/officeDocument/2006/relationships/image" Target="../media/image353.wmf"/><Relationship Id="rId5" Type="http://schemas.openxmlformats.org/officeDocument/2006/relationships/image" Target="../media/image352.wmf"/><Relationship Id="rId4" Type="http://schemas.openxmlformats.org/officeDocument/2006/relationships/image" Target="../media/image351.wmf"/><Relationship Id="rId3" Type="http://schemas.openxmlformats.org/officeDocument/2006/relationships/image" Target="../media/image350.wmf"/><Relationship Id="rId2" Type="http://schemas.openxmlformats.org/officeDocument/2006/relationships/image" Target="../media/image349.wmf"/><Relationship Id="rId1" Type="http://schemas.openxmlformats.org/officeDocument/2006/relationships/image" Target="../media/image348.wmf"/></Relationships>
</file>

<file path=ppt/drawings/_rels/vmlDrawing36.vml.rels><?xml version="1.0" encoding="UTF-8" standalone="yes"?>
<Relationships xmlns="http://schemas.openxmlformats.org/package/2006/relationships"><Relationship Id="rId5" Type="http://schemas.openxmlformats.org/officeDocument/2006/relationships/image" Target="../media/image358.wmf"/><Relationship Id="rId4" Type="http://schemas.openxmlformats.org/officeDocument/2006/relationships/image" Target="../media/image357.wmf"/><Relationship Id="rId3" Type="http://schemas.openxmlformats.org/officeDocument/2006/relationships/image" Target="../media/image349.wmf"/><Relationship Id="rId2" Type="http://schemas.openxmlformats.org/officeDocument/2006/relationships/image" Target="../media/image356.wmf"/><Relationship Id="rId1" Type="http://schemas.openxmlformats.org/officeDocument/2006/relationships/image" Target="../media/image348.w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7.wmf"/><Relationship Id="rId8" Type="http://schemas.openxmlformats.org/officeDocument/2006/relationships/image" Target="../media/image366.wmf"/><Relationship Id="rId7" Type="http://schemas.openxmlformats.org/officeDocument/2006/relationships/image" Target="../media/image365.wmf"/><Relationship Id="rId6" Type="http://schemas.openxmlformats.org/officeDocument/2006/relationships/image" Target="../media/image364.wmf"/><Relationship Id="rId5" Type="http://schemas.openxmlformats.org/officeDocument/2006/relationships/image" Target="../media/image363.wmf"/><Relationship Id="rId4" Type="http://schemas.openxmlformats.org/officeDocument/2006/relationships/image" Target="../media/image362.wmf"/><Relationship Id="rId3" Type="http://schemas.openxmlformats.org/officeDocument/2006/relationships/image" Target="../media/image361.wmf"/><Relationship Id="rId2" Type="http://schemas.openxmlformats.org/officeDocument/2006/relationships/image" Target="../media/image360.wmf"/><Relationship Id="rId1" Type="http://schemas.openxmlformats.org/officeDocument/2006/relationships/image" Target="../media/image359.w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76.wmf"/><Relationship Id="rId8" Type="http://schemas.openxmlformats.org/officeDocument/2006/relationships/image" Target="../media/image375.wmf"/><Relationship Id="rId7" Type="http://schemas.openxmlformats.org/officeDocument/2006/relationships/image" Target="../media/image374.wmf"/><Relationship Id="rId6" Type="http://schemas.openxmlformats.org/officeDocument/2006/relationships/image" Target="../media/image373.wmf"/><Relationship Id="rId5" Type="http://schemas.openxmlformats.org/officeDocument/2006/relationships/image" Target="../media/image372.wmf"/><Relationship Id="rId4" Type="http://schemas.openxmlformats.org/officeDocument/2006/relationships/image" Target="../media/image371.wmf"/><Relationship Id="rId3" Type="http://schemas.openxmlformats.org/officeDocument/2006/relationships/image" Target="../media/image370.wmf"/><Relationship Id="rId2" Type="http://schemas.openxmlformats.org/officeDocument/2006/relationships/image" Target="../media/image369.wmf"/><Relationship Id="rId10" Type="http://schemas.openxmlformats.org/officeDocument/2006/relationships/image" Target="../media/image377.wmf"/><Relationship Id="rId1" Type="http://schemas.openxmlformats.org/officeDocument/2006/relationships/image" Target="../media/image368.wmf"/></Relationships>
</file>

<file path=ppt/drawings/_rels/vmlDrawing39.vml.rels><?xml version="1.0" encoding="UTF-8" standalone="yes"?>
<Relationships xmlns="http://schemas.openxmlformats.org/package/2006/relationships"><Relationship Id="rId9" Type="http://schemas.openxmlformats.org/officeDocument/2006/relationships/image" Target="../media/image386.wmf"/><Relationship Id="rId8" Type="http://schemas.openxmlformats.org/officeDocument/2006/relationships/image" Target="../media/image385.wmf"/><Relationship Id="rId7" Type="http://schemas.openxmlformats.org/officeDocument/2006/relationships/image" Target="../media/image384.wmf"/><Relationship Id="rId6" Type="http://schemas.openxmlformats.org/officeDocument/2006/relationships/image" Target="../media/image383.wmf"/><Relationship Id="rId5" Type="http://schemas.openxmlformats.org/officeDocument/2006/relationships/image" Target="../media/image382.wmf"/><Relationship Id="rId4" Type="http://schemas.openxmlformats.org/officeDocument/2006/relationships/image" Target="../media/image381.wmf"/><Relationship Id="rId3" Type="http://schemas.openxmlformats.org/officeDocument/2006/relationships/image" Target="../media/image380.wmf"/><Relationship Id="rId21" Type="http://schemas.openxmlformats.org/officeDocument/2006/relationships/image" Target="../media/image398.wmf"/><Relationship Id="rId20" Type="http://schemas.openxmlformats.org/officeDocument/2006/relationships/image" Target="../media/image397.wmf"/><Relationship Id="rId2" Type="http://schemas.openxmlformats.org/officeDocument/2006/relationships/image" Target="../media/image379.wmf"/><Relationship Id="rId19" Type="http://schemas.openxmlformats.org/officeDocument/2006/relationships/image" Target="../media/image396.wmf"/><Relationship Id="rId18" Type="http://schemas.openxmlformats.org/officeDocument/2006/relationships/image" Target="../media/image395.wmf"/><Relationship Id="rId17" Type="http://schemas.openxmlformats.org/officeDocument/2006/relationships/image" Target="../media/image394.wmf"/><Relationship Id="rId16" Type="http://schemas.openxmlformats.org/officeDocument/2006/relationships/image" Target="../media/image393.wmf"/><Relationship Id="rId15" Type="http://schemas.openxmlformats.org/officeDocument/2006/relationships/image" Target="../media/image392.wmf"/><Relationship Id="rId14" Type="http://schemas.openxmlformats.org/officeDocument/2006/relationships/image" Target="../media/image391.wmf"/><Relationship Id="rId13" Type="http://schemas.openxmlformats.org/officeDocument/2006/relationships/image" Target="../media/image390.wmf"/><Relationship Id="rId12" Type="http://schemas.openxmlformats.org/officeDocument/2006/relationships/image" Target="../media/image389.wmf"/><Relationship Id="rId11" Type="http://schemas.openxmlformats.org/officeDocument/2006/relationships/image" Target="../media/image388.wmf"/><Relationship Id="rId10" Type="http://schemas.openxmlformats.org/officeDocument/2006/relationships/image" Target="../media/image387.wmf"/><Relationship Id="rId1" Type="http://schemas.openxmlformats.org/officeDocument/2006/relationships/image" Target="../media/image378.wmf"/></Relationships>
</file>

<file path=ppt/drawings/_rels/vmlDrawing40.vml.rels><?xml version="1.0" encoding="UTF-8" standalone="yes"?>
<Relationships xmlns="http://schemas.openxmlformats.org/package/2006/relationships"><Relationship Id="rId9" Type="http://schemas.openxmlformats.org/officeDocument/2006/relationships/image" Target="../media/image407.wmf"/><Relationship Id="rId8" Type="http://schemas.openxmlformats.org/officeDocument/2006/relationships/image" Target="../media/image406.wmf"/><Relationship Id="rId7" Type="http://schemas.openxmlformats.org/officeDocument/2006/relationships/image" Target="../media/image405.wmf"/><Relationship Id="rId6" Type="http://schemas.openxmlformats.org/officeDocument/2006/relationships/image" Target="../media/image404.wmf"/><Relationship Id="rId5" Type="http://schemas.openxmlformats.org/officeDocument/2006/relationships/image" Target="../media/image403.wmf"/><Relationship Id="rId4" Type="http://schemas.openxmlformats.org/officeDocument/2006/relationships/image" Target="../media/image402.wmf"/><Relationship Id="rId3" Type="http://schemas.openxmlformats.org/officeDocument/2006/relationships/image" Target="../media/image401.wmf"/><Relationship Id="rId24" Type="http://schemas.openxmlformats.org/officeDocument/2006/relationships/image" Target="../media/image422.wmf"/><Relationship Id="rId23" Type="http://schemas.openxmlformats.org/officeDocument/2006/relationships/image" Target="../media/image421.wmf"/><Relationship Id="rId22" Type="http://schemas.openxmlformats.org/officeDocument/2006/relationships/image" Target="../media/image420.wmf"/><Relationship Id="rId21" Type="http://schemas.openxmlformats.org/officeDocument/2006/relationships/image" Target="../media/image419.wmf"/><Relationship Id="rId20" Type="http://schemas.openxmlformats.org/officeDocument/2006/relationships/image" Target="../media/image418.wmf"/><Relationship Id="rId2" Type="http://schemas.openxmlformats.org/officeDocument/2006/relationships/image" Target="../media/image400.wmf"/><Relationship Id="rId19" Type="http://schemas.openxmlformats.org/officeDocument/2006/relationships/image" Target="../media/image417.wmf"/><Relationship Id="rId18" Type="http://schemas.openxmlformats.org/officeDocument/2006/relationships/image" Target="../media/image416.wmf"/><Relationship Id="rId17" Type="http://schemas.openxmlformats.org/officeDocument/2006/relationships/image" Target="../media/image415.wmf"/><Relationship Id="rId16" Type="http://schemas.openxmlformats.org/officeDocument/2006/relationships/image" Target="../media/image414.wmf"/><Relationship Id="rId15" Type="http://schemas.openxmlformats.org/officeDocument/2006/relationships/image" Target="../media/image413.wmf"/><Relationship Id="rId14" Type="http://schemas.openxmlformats.org/officeDocument/2006/relationships/image" Target="../media/image412.wmf"/><Relationship Id="rId13" Type="http://schemas.openxmlformats.org/officeDocument/2006/relationships/image" Target="../media/image411.wmf"/><Relationship Id="rId12" Type="http://schemas.openxmlformats.org/officeDocument/2006/relationships/image" Target="../media/image410.wmf"/><Relationship Id="rId11" Type="http://schemas.openxmlformats.org/officeDocument/2006/relationships/image" Target="../media/image409.wmf"/><Relationship Id="rId10" Type="http://schemas.openxmlformats.org/officeDocument/2006/relationships/image" Target="../media/image408.wmf"/><Relationship Id="rId1" Type="http://schemas.openxmlformats.org/officeDocument/2006/relationships/image" Target="../media/image399.wmf"/></Relationships>
</file>

<file path=ppt/drawings/_rels/vmlDrawing41.vml.rels><?xml version="1.0" encoding="UTF-8" standalone="yes"?>
<Relationships xmlns="http://schemas.openxmlformats.org/package/2006/relationships"><Relationship Id="rId9" Type="http://schemas.openxmlformats.org/officeDocument/2006/relationships/image" Target="../media/image431.wmf"/><Relationship Id="rId8" Type="http://schemas.openxmlformats.org/officeDocument/2006/relationships/image" Target="../media/image430.wmf"/><Relationship Id="rId7" Type="http://schemas.openxmlformats.org/officeDocument/2006/relationships/image" Target="../media/image429.wmf"/><Relationship Id="rId6" Type="http://schemas.openxmlformats.org/officeDocument/2006/relationships/image" Target="../media/image428.wmf"/><Relationship Id="rId5" Type="http://schemas.openxmlformats.org/officeDocument/2006/relationships/image" Target="../media/image427.wmf"/><Relationship Id="rId4" Type="http://schemas.openxmlformats.org/officeDocument/2006/relationships/image" Target="../media/image426.wmf"/><Relationship Id="rId3" Type="http://schemas.openxmlformats.org/officeDocument/2006/relationships/image" Target="../media/image425.wmf"/><Relationship Id="rId23" Type="http://schemas.openxmlformats.org/officeDocument/2006/relationships/image" Target="../media/image445.wmf"/><Relationship Id="rId22" Type="http://schemas.openxmlformats.org/officeDocument/2006/relationships/image" Target="../media/image444.wmf"/><Relationship Id="rId21" Type="http://schemas.openxmlformats.org/officeDocument/2006/relationships/image" Target="../media/image443.wmf"/><Relationship Id="rId20" Type="http://schemas.openxmlformats.org/officeDocument/2006/relationships/image" Target="../media/image442.wmf"/><Relationship Id="rId2" Type="http://schemas.openxmlformats.org/officeDocument/2006/relationships/image" Target="../media/image424.wmf"/><Relationship Id="rId19" Type="http://schemas.openxmlformats.org/officeDocument/2006/relationships/image" Target="../media/image441.wmf"/><Relationship Id="rId18" Type="http://schemas.openxmlformats.org/officeDocument/2006/relationships/image" Target="../media/image440.wmf"/><Relationship Id="rId17" Type="http://schemas.openxmlformats.org/officeDocument/2006/relationships/image" Target="../media/image439.wmf"/><Relationship Id="rId16" Type="http://schemas.openxmlformats.org/officeDocument/2006/relationships/image" Target="../media/image438.wmf"/><Relationship Id="rId15" Type="http://schemas.openxmlformats.org/officeDocument/2006/relationships/image" Target="../media/image437.wmf"/><Relationship Id="rId14" Type="http://schemas.openxmlformats.org/officeDocument/2006/relationships/image" Target="../media/image436.wmf"/><Relationship Id="rId13" Type="http://schemas.openxmlformats.org/officeDocument/2006/relationships/image" Target="../media/image435.wmf"/><Relationship Id="rId12" Type="http://schemas.openxmlformats.org/officeDocument/2006/relationships/image" Target="../media/image434.wmf"/><Relationship Id="rId11" Type="http://schemas.openxmlformats.org/officeDocument/2006/relationships/image" Target="../media/image433.wmf"/><Relationship Id="rId10" Type="http://schemas.openxmlformats.org/officeDocument/2006/relationships/image" Target="../media/image432.wmf"/><Relationship Id="rId1" Type="http://schemas.openxmlformats.org/officeDocument/2006/relationships/image" Target="../media/image423.wmf"/></Relationships>
</file>

<file path=ppt/drawings/_rels/vmlDrawing42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4.wmf"/><Relationship Id="rId8" Type="http://schemas.openxmlformats.org/officeDocument/2006/relationships/image" Target="../media/image453.wmf"/><Relationship Id="rId7" Type="http://schemas.openxmlformats.org/officeDocument/2006/relationships/image" Target="../media/image452.wmf"/><Relationship Id="rId6" Type="http://schemas.openxmlformats.org/officeDocument/2006/relationships/image" Target="../media/image451.wmf"/><Relationship Id="rId5" Type="http://schemas.openxmlformats.org/officeDocument/2006/relationships/image" Target="../media/image450.wmf"/><Relationship Id="rId4" Type="http://schemas.openxmlformats.org/officeDocument/2006/relationships/image" Target="../media/image449.wmf"/><Relationship Id="rId3" Type="http://schemas.openxmlformats.org/officeDocument/2006/relationships/image" Target="../media/image448.wmf"/><Relationship Id="rId2" Type="http://schemas.openxmlformats.org/officeDocument/2006/relationships/image" Target="../media/image447.wmf"/><Relationship Id="rId13" Type="http://schemas.openxmlformats.org/officeDocument/2006/relationships/image" Target="../media/image458.wmf"/><Relationship Id="rId12" Type="http://schemas.openxmlformats.org/officeDocument/2006/relationships/image" Target="../media/image457.wmf"/><Relationship Id="rId11" Type="http://schemas.openxmlformats.org/officeDocument/2006/relationships/image" Target="../media/image456.wmf"/><Relationship Id="rId10" Type="http://schemas.openxmlformats.org/officeDocument/2006/relationships/image" Target="../media/image455.wmf"/><Relationship Id="rId1" Type="http://schemas.openxmlformats.org/officeDocument/2006/relationships/image" Target="../media/image446.wmf"/></Relationships>
</file>

<file path=ppt/drawings/_rels/vmlDrawing4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67.wmf"/><Relationship Id="rId8" Type="http://schemas.openxmlformats.org/officeDocument/2006/relationships/image" Target="../media/image466.wmf"/><Relationship Id="rId7" Type="http://schemas.openxmlformats.org/officeDocument/2006/relationships/image" Target="../media/image465.wmf"/><Relationship Id="rId6" Type="http://schemas.openxmlformats.org/officeDocument/2006/relationships/image" Target="../media/image464.wmf"/><Relationship Id="rId5" Type="http://schemas.openxmlformats.org/officeDocument/2006/relationships/image" Target="../media/image463.wmf"/><Relationship Id="rId4" Type="http://schemas.openxmlformats.org/officeDocument/2006/relationships/image" Target="../media/image462.wmf"/><Relationship Id="rId3" Type="http://schemas.openxmlformats.org/officeDocument/2006/relationships/image" Target="../media/image461.wmf"/><Relationship Id="rId2" Type="http://schemas.openxmlformats.org/officeDocument/2006/relationships/image" Target="../media/image460.wmf"/><Relationship Id="rId13" Type="http://schemas.openxmlformats.org/officeDocument/2006/relationships/image" Target="../media/image471.wmf"/><Relationship Id="rId12" Type="http://schemas.openxmlformats.org/officeDocument/2006/relationships/image" Target="../media/image470.wmf"/><Relationship Id="rId11" Type="http://schemas.openxmlformats.org/officeDocument/2006/relationships/image" Target="../media/image469.wmf"/><Relationship Id="rId10" Type="http://schemas.openxmlformats.org/officeDocument/2006/relationships/image" Target="../media/image468.wmf"/><Relationship Id="rId1" Type="http://schemas.openxmlformats.org/officeDocument/2006/relationships/image" Target="../media/image459.wmf"/></Relationships>
</file>

<file path=ppt/drawings/_rels/vmlDrawing44.vml.rels><?xml version="1.0" encoding="UTF-8" standalone="yes"?>
<Relationships xmlns="http://schemas.openxmlformats.org/package/2006/relationships"><Relationship Id="rId7" Type="http://schemas.openxmlformats.org/officeDocument/2006/relationships/image" Target="../media/image478.wmf"/><Relationship Id="rId6" Type="http://schemas.openxmlformats.org/officeDocument/2006/relationships/image" Target="../media/image477.wmf"/><Relationship Id="rId5" Type="http://schemas.openxmlformats.org/officeDocument/2006/relationships/image" Target="../media/image476.wmf"/><Relationship Id="rId4" Type="http://schemas.openxmlformats.org/officeDocument/2006/relationships/image" Target="../media/image475.wmf"/><Relationship Id="rId3" Type="http://schemas.openxmlformats.org/officeDocument/2006/relationships/image" Target="../media/image474.wmf"/><Relationship Id="rId2" Type="http://schemas.openxmlformats.org/officeDocument/2006/relationships/image" Target="../media/image473.wmf"/><Relationship Id="rId1" Type="http://schemas.openxmlformats.org/officeDocument/2006/relationships/image" Target="../media/image472.wmf"/></Relationships>
</file>

<file path=ppt/drawings/_rels/vmlDrawing45.vml.rels><?xml version="1.0" encoding="UTF-8" standalone="yes"?>
<Relationships xmlns="http://schemas.openxmlformats.org/package/2006/relationships"><Relationship Id="rId9" Type="http://schemas.openxmlformats.org/officeDocument/2006/relationships/image" Target="../media/image487.emf"/><Relationship Id="rId8" Type="http://schemas.openxmlformats.org/officeDocument/2006/relationships/image" Target="../media/image486.emf"/><Relationship Id="rId7" Type="http://schemas.openxmlformats.org/officeDocument/2006/relationships/image" Target="../media/image485.emf"/><Relationship Id="rId6" Type="http://schemas.openxmlformats.org/officeDocument/2006/relationships/image" Target="../media/image484.emf"/><Relationship Id="rId5" Type="http://schemas.openxmlformats.org/officeDocument/2006/relationships/image" Target="../media/image483.emf"/><Relationship Id="rId4" Type="http://schemas.openxmlformats.org/officeDocument/2006/relationships/image" Target="../media/image482.emf"/><Relationship Id="rId3" Type="http://schemas.openxmlformats.org/officeDocument/2006/relationships/image" Target="../media/image481.emf"/><Relationship Id="rId2" Type="http://schemas.openxmlformats.org/officeDocument/2006/relationships/image" Target="../media/image480.emf"/><Relationship Id="rId15" Type="http://schemas.openxmlformats.org/officeDocument/2006/relationships/image" Target="../media/image493.wmf"/><Relationship Id="rId14" Type="http://schemas.openxmlformats.org/officeDocument/2006/relationships/image" Target="../media/image492.emf"/><Relationship Id="rId13" Type="http://schemas.openxmlformats.org/officeDocument/2006/relationships/image" Target="../media/image491.emf"/><Relationship Id="rId12" Type="http://schemas.openxmlformats.org/officeDocument/2006/relationships/image" Target="../media/image490.emf"/><Relationship Id="rId11" Type="http://schemas.openxmlformats.org/officeDocument/2006/relationships/image" Target="../media/image489.emf"/><Relationship Id="rId10" Type="http://schemas.openxmlformats.org/officeDocument/2006/relationships/image" Target="../media/image488.emf"/><Relationship Id="rId1" Type="http://schemas.openxmlformats.org/officeDocument/2006/relationships/image" Target="../media/image479.emf"/></Relationships>
</file>

<file path=ppt/drawings/_rels/vmlDrawing46.vml.rels><?xml version="1.0" encoding="UTF-8" standalone="yes"?>
<Relationships xmlns="http://schemas.openxmlformats.org/package/2006/relationships"><Relationship Id="rId9" Type="http://schemas.openxmlformats.org/officeDocument/2006/relationships/image" Target="../media/image502.wmf"/><Relationship Id="rId8" Type="http://schemas.openxmlformats.org/officeDocument/2006/relationships/image" Target="../media/image501.wmf"/><Relationship Id="rId7" Type="http://schemas.openxmlformats.org/officeDocument/2006/relationships/image" Target="../media/image500.wmf"/><Relationship Id="rId6" Type="http://schemas.openxmlformats.org/officeDocument/2006/relationships/image" Target="../media/image499.wmf"/><Relationship Id="rId5" Type="http://schemas.openxmlformats.org/officeDocument/2006/relationships/image" Target="../media/image498.wmf"/><Relationship Id="rId4" Type="http://schemas.openxmlformats.org/officeDocument/2006/relationships/image" Target="../media/image497.wmf"/><Relationship Id="rId3" Type="http://schemas.openxmlformats.org/officeDocument/2006/relationships/image" Target="../media/image496.wmf"/><Relationship Id="rId2" Type="http://schemas.openxmlformats.org/officeDocument/2006/relationships/image" Target="../media/image495.wmf"/><Relationship Id="rId10" Type="http://schemas.openxmlformats.org/officeDocument/2006/relationships/image" Target="../media/image503.wmf"/><Relationship Id="rId1" Type="http://schemas.openxmlformats.org/officeDocument/2006/relationships/image" Target="../media/image494.wmf"/></Relationships>
</file>

<file path=ppt/drawings/_rels/vmlDrawing47.vml.rels><?xml version="1.0" encoding="UTF-8" standalone="yes"?>
<Relationships xmlns="http://schemas.openxmlformats.org/package/2006/relationships"><Relationship Id="rId5" Type="http://schemas.openxmlformats.org/officeDocument/2006/relationships/image" Target="../media/image507.wmf"/><Relationship Id="rId4" Type="http://schemas.openxmlformats.org/officeDocument/2006/relationships/image" Target="../media/image506.wmf"/><Relationship Id="rId3" Type="http://schemas.openxmlformats.org/officeDocument/2006/relationships/image" Target="../media/image505.wmf"/><Relationship Id="rId2" Type="http://schemas.openxmlformats.org/officeDocument/2006/relationships/image" Target="../media/image504.wmf"/><Relationship Id="rId1" Type="http://schemas.openxmlformats.org/officeDocument/2006/relationships/image" Target="../media/image495.wmf"/></Relationships>
</file>

<file path=ppt/drawings/_rels/vmlDrawing48.vml.rels><?xml version="1.0" encoding="UTF-8" standalone="yes"?>
<Relationships xmlns="http://schemas.openxmlformats.org/package/2006/relationships"><Relationship Id="rId9" Type="http://schemas.openxmlformats.org/officeDocument/2006/relationships/image" Target="../media/image516.wmf"/><Relationship Id="rId8" Type="http://schemas.openxmlformats.org/officeDocument/2006/relationships/image" Target="../media/image515.wmf"/><Relationship Id="rId7" Type="http://schemas.openxmlformats.org/officeDocument/2006/relationships/image" Target="../media/image514.wmf"/><Relationship Id="rId6" Type="http://schemas.openxmlformats.org/officeDocument/2006/relationships/image" Target="../media/image513.wmf"/><Relationship Id="rId5" Type="http://schemas.openxmlformats.org/officeDocument/2006/relationships/image" Target="../media/image512.wmf"/><Relationship Id="rId4" Type="http://schemas.openxmlformats.org/officeDocument/2006/relationships/image" Target="../media/image511.wmf"/><Relationship Id="rId3" Type="http://schemas.openxmlformats.org/officeDocument/2006/relationships/image" Target="../media/image510.wmf"/><Relationship Id="rId2" Type="http://schemas.openxmlformats.org/officeDocument/2006/relationships/image" Target="../media/image509.wmf"/><Relationship Id="rId10" Type="http://schemas.openxmlformats.org/officeDocument/2006/relationships/image" Target="../media/image517.wmf"/><Relationship Id="rId1" Type="http://schemas.openxmlformats.org/officeDocument/2006/relationships/image" Target="../media/image508.wmf"/></Relationships>
</file>

<file path=ppt/drawings/_rels/vmlDrawing49.vml.rels><?xml version="1.0" encoding="UTF-8" standalone="yes"?>
<Relationships xmlns="http://schemas.openxmlformats.org/package/2006/relationships"><Relationship Id="rId9" Type="http://schemas.openxmlformats.org/officeDocument/2006/relationships/image" Target="../media/image526.wmf"/><Relationship Id="rId8" Type="http://schemas.openxmlformats.org/officeDocument/2006/relationships/image" Target="../media/image525.wmf"/><Relationship Id="rId7" Type="http://schemas.openxmlformats.org/officeDocument/2006/relationships/image" Target="../media/image524.wmf"/><Relationship Id="rId6" Type="http://schemas.openxmlformats.org/officeDocument/2006/relationships/image" Target="../media/image523.wmf"/><Relationship Id="rId5" Type="http://schemas.openxmlformats.org/officeDocument/2006/relationships/image" Target="../media/image522.wmf"/><Relationship Id="rId4" Type="http://schemas.openxmlformats.org/officeDocument/2006/relationships/image" Target="../media/image521.wmf"/><Relationship Id="rId3" Type="http://schemas.openxmlformats.org/officeDocument/2006/relationships/image" Target="../media/image520.wmf"/><Relationship Id="rId2" Type="http://schemas.openxmlformats.org/officeDocument/2006/relationships/image" Target="../media/image519.wmf"/><Relationship Id="rId10" Type="http://schemas.openxmlformats.org/officeDocument/2006/relationships/image" Target="../media/image527.wmf"/><Relationship Id="rId1" Type="http://schemas.openxmlformats.org/officeDocument/2006/relationships/image" Target="../media/image518.wmf"/></Relationships>
</file>

<file path=ppt/drawings/_rels/vmlDrawing50.vml.rels><?xml version="1.0" encoding="UTF-8" standalone="yes"?>
<Relationships xmlns="http://schemas.openxmlformats.org/package/2006/relationships"><Relationship Id="rId6" Type="http://schemas.openxmlformats.org/officeDocument/2006/relationships/image" Target="../media/image533.emf"/><Relationship Id="rId5" Type="http://schemas.openxmlformats.org/officeDocument/2006/relationships/image" Target="../media/image532.wmf"/><Relationship Id="rId4" Type="http://schemas.openxmlformats.org/officeDocument/2006/relationships/image" Target="../media/image531.wmf"/><Relationship Id="rId3" Type="http://schemas.openxmlformats.org/officeDocument/2006/relationships/image" Target="../media/image530.wmf"/><Relationship Id="rId2" Type="http://schemas.openxmlformats.org/officeDocument/2006/relationships/image" Target="../media/image529.wmf"/><Relationship Id="rId1" Type="http://schemas.openxmlformats.org/officeDocument/2006/relationships/image" Target="../media/image528.wmf"/></Relationships>
</file>

<file path=ppt/drawings/_rels/vmlDrawing51.vml.rels><?xml version="1.0" encoding="UTF-8" standalone="yes"?>
<Relationships xmlns="http://schemas.openxmlformats.org/package/2006/relationships"><Relationship Id="rId9" Type="http://schemas.openxmlformats.org/officeDocument/2006/relationships/image" Target="../media/image542.wmf"/><Relationship Id="rId8" Type="http://schemas.openxmlformats.org/officeDocument/2006/relationships/image" Target="../media/image541.wmf"/><Relationship Id="rId7" Type="http://schemas.openxmlformats.org/officeDocument/2006/relationships/image" Target="../media/image540.wmf"/><Relationship Id="rId6" Type="http://schemas.openxmlformats.org/officeDocument/2006/relationships/image" Target="../media/image539.wmf"/><Relationship Id="rId5" Type="http://schemas.openxmlformats.org/officeDocument/2006/relationships/image" Target="../media/image538.wmf"/><Relationship Id="rId4" Type="http://schemas.openxmlformats.org/officeDocument/2006/relationships/image" Target="../media/image537.wmf"/><Relationship Id="rId3" Type="http://schemas.openxmlformats.org/officeDocument/2006/relationships/image" Target="../media/image536.wmf"/><Relationship Id="rId2" Type="http://schemas.openxmlformats.org/officeDocument/2006/relationships/image" Target="../media/image535.wmf"/><Relationship Id="rId14" Type="http://schemas.openxmlformats.org/officeDocument/2006/relationships/image" Target="../media/image547.wmf"/><Relationship Id="rId13" Type="http://schemas.openxmlformats.org/officeDocument/2006/relationships/image" Target="../media/image546.wmf"/><Relationship Id="rId12" Type="http://schemas.openxmlformats.org/officeDocument/2006/relationships/image" Target="../media/image545.wmf"/><Relationship Id="rId11" Type="http://schemas.openxmlformats.org/officeDocument/2006/relationships/image" Target="../media/image544.wmf"/><Relationship Id="rId10" Type="http://schemas.openxmlformats.org/officeDocument/2006/relationships/image" Target="../media/image543.wmf"/><Relationship Id="rId1" Type="http://schemas.openxmlformats.org/officeDocument/2006/relationships/image" Target="../media/image534.wmf"/></Relationships>
</file>

<file path=ppt/drawings/_rels/vmlDrawing52.vml.rels><?xml version="1.0" encoding="UTF-8" standalone="yes"?>
<Relationships xmlns="http://schemas.openxmlformats.org/package/2006/relationships"><Relationship Id="rId9" Type="http://schemas.openxmlformats.org/officeDocument/2006/relationships/image" Target="../media/image556.wmf"/><Relationship Id="rId8" Type="http://schemas.openxmlformats.org/officeDocument/2006/relationships/image" Target="../media/image555.wmf"/><Relationship Id="rId7" Type="http://schemas.openxmlformats.org/officeDocument/2006/relationships/image" Target="../media/image554.wmf"/><Relationship Id="rId6" Type="http://schemas.openxmlformats.org/officeDocument/2006/relationships/image" Target="../media/image553.wmf"/><Relationship Id="rId5" Type="http://schemas.openxmlformats.org/officeDocument/2006/relationships/image" Target="../media/image552.wmf"/><Relationship Id="rId4" Type="http://schemas.openxmlformats.org/officeDocument/2006/relationships/image" Target="../media/image551.wmf"/><Relationship Id="rId3" Type="http://schemas.openxmlformats.org/officeDocument/2006/relationships/image" Target="../media/image550.wmf"/><Relationship Id="rId2" Type="http://schemas.openxmlformats.org/officeDocument/2006/relationships/image" Target="../media/image549.wmf"/><Relationship Id="rId15" Type="http://schemas.openxmlformats.org/officeDocument/2006/relationships/image" Target="../media/image562.wmf"/><Relationship Id="rId14" Type="http://schemas.openxmlformats.org/officeDocument/2006/relationships/image" Target="../media/image561.wmf"/><Relationship Id="rId13" Type="http://schemas.openxmlformats.org/officeDocument/2006/relationships/image" Target="../media/image560.wmf"/><Relationship Id="rId12" Type="http://schemas.openxmlformats.org/officeDocument/2006/relationships/image" Target="../media/image559.wmf"/><Relationship Id="rId11" Type="http://schemas.openxmlformats.org/officeDocument/2006/relationships/image" Target="../media/image558.wmf"/><Relationship Id="rId10" Type="http://schemas.openxmlformats.org/officeDocument/2006/relationships/image" Target="../media/image557.wmf"/><Relationship Id="rId1" Type="http://schemas.openxmlformats.org/officeDocument/2006/relationships/image" Target="../media/image548.wmf"/></Relationships>
</file>

<file path=ppt/drawings/_rels/vmlDrawing53.vml.rels><?xml version="1.0" encoding="UTF-8" standalone="yes"?>
<Relationships xmlns="http://schemas.openxmlformats.org/package/2006/relationships"><Relationship Id="rId9" Type="http://schemas.openxmlformats.org/officeDocument/2006/relationships/image" Target="../media/image571.wmf"/><Relationship Id="rId8" Type="http://schemas.openxmlformats.org/officeDocument/2006/relationships/image" Target="../media/image570.wmf"/><Relationship Id="rId7" Type="http://schemas.openxmlformats.org/officeDocument/2006/relationships/image" Target="../media/image569.wmf"/><Relationship Id="rId6" Type="http://schemas.openxmlformats.org/officeDocument/2006/relationships/image" Target="../media/image568.wmf"/><Relationship Id="rId5" Type="http://schemas.openxmlformats.org/officeDocument/2006/relationships/image" Target="../media/image567.wmf"/><Relationship Id="rId4" Type="http://schemas.openxmlformats.org/officeDocument/2006/relationships/image" Target="../media/image566.wmf"/><Relationship Id="rId3" Type="http://schemas.openxmlformats.org/officeDocument/2006/relationships/image" Target="../media/image565.wmf"/><Relationship Id="rId2" Type="http://schemas.openxmlformats.org/officeDocument/2006/relationships/image" Target="../media/image564.wmf"/><Relationship Id="rId11" Type="http://schemas.openxmlformats.org/officeDocument/2006/relationships/image" Target="../media/image573.wmf"/><Relationship Id="rId10" Type="http://schemas.openxmlformats.org/officeDocument/2006/relationships/image" Target="../media/image572.wmf"/><Relationship Id="rId1" Type="http://schemas.openxmlformats.org/officeDocument/2006/relationships/image" Target="../media/image563.wmf"/></Relationships>
</file>

<file path=ppt/drawings/_rels/vmlDrawing54.vml.rels><?xml version="1.0" encoding="UTF-8" standalone="yes"?>
<Relationships xmlns="http://schemas.openxmlformats.org/package/2006/relationships"><Relationship Id="rId9" Type="http://schemas.openxmlformats.org/officeDocument/2006/relationships/image" Target="../media/image582.wmf"/><Relationship Id="rId8" Type="http://schemas.openxmlformats.org/officeDocument/2006/relationships/image" Target="../media/image581.wmf"/><Relationship Id="rId7" Type="http://schemas.openxmlformats.org/officeDocument/2006/relationships/image" Target="../media/image580.wmf"/><Relationship Id="rId6" Type="http://schemas.openxmlformats.org/officeDocument/2006/relationships/image" Target="../media/image579.wmf"/><Relationship Id="rId5" Type="http://schemas.openxmlformats.org/officeDocument/2006/relationships/image" Target="../media/image578.wmf"/><Relationship Id="rId4" Type="http://schemas.openxmlformats.org/officeDocument/2006/relationships/image" Target="../media/image577.wmf"/><Relationship Id="rId3" Type="http://schemas.openxmlformats.org/officeDocument/2006/relationships/image" Target="../media/image576.wmf"/><Relationship Id="rId2" Type="http://schemas.openxmlformats.org/officeDocument/2006/relationships/image" Target="../media/image575.wmf"/><Relationship Id="rId13" Type="http://schemas.openxmlformats.org/officeDocument/2006/relationships/image" Target="../media/image586.wmf"/><Relationship Id="rId12" Type="http://schemas.openxmlformats.org/officeDocument/2006/relationships/image" Target="../media/image585.wmf"/><Relationship Id="rId11" Type="http://schemas.openxmlformats.org/officeDocument/2006/relationships/image" Target="../media/image584.wmf"/><Relationship Id="rId10" Type="http://schemas.openxmlformats.org/officeDocument/2006/relationships/image" Target="../media/image583.wmf"/><Relationship Id="rId1" Type="http://schemas.openxmlformats.org/officeDocument/2006/relationships/image" Target="../media/image574.wmf"/></Relationships>
</file>

<file path=ppt/drawings/_rels/vmlDrawing5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95.wmf"/><Relationship Id="rId8" Type="http://schemas.openxmlformats.org/officeDocument/2006/relationships/image" Target="../media/image594.wmf"/><Relationship Id="rId7" Type="http://schemas.openxmlformats.org/officeDocument/2006/relationships/image" Target="../media/image593.wmf"/><Relationship Id="rId6" Type="http://schemas.openxmlformats.org/officeDocument/2006/relationships/image" Target="../media/image592.wmf"/><Relationship Id="rId5" Type="http://schemas.openxmlformats.org/officeDocument/2006/relationships/image" Target="../media/image591.wmf"/><Relationship Id="rId4" Type="http://schemas.openxmlformats.org/officeDocument/2006/relationships/image" Target="../media/image590.wmf"/><Relationship Id="rId3" Type="http://schemas.openxmlformats.org/officeDocument/2006/relationships/image" Target="../media/image589.wmf"/><Relationship Id="rId2" Type="http://schemas.openxmlformats.org/officeDocument/2006/relationships/image" Target="../media/image588.wmf"/><Relationship Id="rId13" Type="http://schemas.openxmlformats.org/officeDocument/2006/relationships/image" Target="../media/image599.wmf"/><Relationship Id="rId12" Type="http://schemas.openxmlformats.org/officeDocument/2006/relationships/image" Target="../media/image598.wmf"/><Relationship Id="rId11" Type="http://schemas.openxmlformats.org/officeDocument/2006/relationships/image" Target="../media/image597.wmf"/><Relationship Id="rId10" Type="http://schemas.openxmlformats.org/officeDocument/2006/relationships/image" Target="../media/image596.wmf"/><Relationship Id="rId1" Type="http://schemas.openxmlformats.org/officeDocument/2006/relationships/image" Target="../media/image587.wmf"/></Relationships>
</file>

<file path=ppt/drawings/_rels/vmlDrawing56.vml.rels><?xml version="1.0" encoding="UTF-8" standalone="yes"?>
<Relationships xmlns="http://schemas.openxmlformats.org/package/2006/relationships"><Relationship Id="rId9" Type="http://schemas.openxmlformats.org/officeDocument/2006/relationships/image" Target="../media/image608.wmf"/><Relationship Id="rId8" Type="http://schemas.openxmlformats.org/officeDocument/2006/relationships/image" Target="../media/image607.wmf"/><Relationship Id="rId7" Type="http://schemas.openxmlformats.org/officeDocument/2006/relationships/image" Target="../media/image606.wmf"/><Relationship Id="rId6" Type="http://schemas.openxmlformats.org/officeDocument/2006/relationships/image" Target="../media/image605.wmf"/><Relationship Id="rId5" Type="http://schemas.openxmlformats.org/officeDocument/2006/relationships/image" Target="../media/image604.wmf"/><Relationship Id="rId4" Type="http://schemas.openxmlformats.org/officeDocument/2006/relationships/image" Target="../media/image603.wmf"/><Relationship Id="rId3" Type="http://schemas.openxmlformats.org/officeDocument/2006/relationships/image" Target="../media/image602.wmf"/><Relationship Id="rId2" Type="http://schemas.openxmlformats.org/officeDocument/2006/relationships/image" Target="../media/image601.wmf"/><Relationship Id="rId10" Type="http://schemas.openxmlformats.org/officeDocument/2006/relationships/image" Target="../media/image609.wmf"/><Relationship Id="rId1" Type="http://schemas.openxmlformats.org/officeDocument/2006/relationships/image" Target="../media/image600.wmf"/></Relationships>
</file>

<file path=ppt/drawings/_rels/vmlDrawing57.vml.rels><?xml version="1.0" encoding="UTF-8" standalone="yes"?>
<Relationships xmlns="http://schemas.openxmlformats.org/package/2006/relationships"><Relationship Id="rId9" Type="http://schemas.openxmlformats.org/officeDocument/2006/relationships/image" Target="../media/image618.wmf"/><Relationship Id="rId8" Type="http://schemas.openxmlformats.org/officeDocument/2006/relationships/image" Target="../media/image617.wmf"/><Relationship Id="rId7" Type="http://schemas.openxmlformats.org/officeDocument/2006/relationships/image" Target="../media/image616.wmf"/><Relationship Id="rId6" Type="http://schemas.openxmlformats.org/officeDocument/2006/relationships/image" Target="../media/image615.wmf"/><Relationship Id="rId5" Type="http://schemas.openxmlformats.org/officeDocument/2006/relationships/image" Target="../media/image614.wmf"/><Relationship Id="rId4" Type="http://schemas.openxmlformats.org/officeDocument/2006/relationships/image" Target="../media/image613.wmf"/><Relationship Id="rId3" Type="http://schemas.openxmlformats.org/officeDocument/2006/relationships/image" Target="../media/image612.wmf"/><Relationship Id="rId2" Type="http://schemas.openxmlformats.org/officeDocument/2006/relationships/image" Target="../media/image611.wmf"/><Relationship Id="rId15" Type="http://schemas.openxmlformats.org/officeDocument/2006/relationships/image" Target="../media/image624.wmf"/><Relationship Id="rId14" Type="http://schemas.openxmlformats.org/officeDocument/2006/relationships/image" Target="../media/image623.wmf"/><Relationship Id="rId13" Type="http://schemas.openxmlformats.org/officeDocument/2006/relationships/image" Target="../media/image622.wmf"/><Relationship Id="rId12" Type="http://schemas.openxmlformats.org/officeDocument/2006/relationships/image" Target="../media/image621.wmf"/><Relationship Id="rId11" Type="http://schemas.openxmlformats.org/officeDocument/2006/relationships/image" Target="../media/image620.wmf"/><Relationship Id="rId10" Type="http://schemas.openxmlformats.org/officeDocument/2006/relationships/image" Target="../media/image619.wmf"/><Relationship Id="rId1" Type="http://schemas.openxmlformats.org/officeDocument/2006/relationships/image" Target="../media/image610.wmf"/></Relationships>
</file>

<file path=ppt/drawings/_rels/vmlDrawing58.vml.rels><?xml version="1.0" encoding="UTF-8" standalone="yes"?>
<Relationships xmlns="http://schemas.openxmlformats.org/package/2006/relationships"><Relationship Id="rId5" Type="http://schemas.openxmlformats.org/officeDocument/2006/relationships/image" Target="../media/image629.wmf"/><Relationship Id="rId4" Type="http://schemas.openxmlformats.org/officeDocument/2006/relationships/image" Target="../media/image628.wmf"/><Relationship Id="rId3" Type="http://schemas.openxmlformats.org/officeDocument/2006/relationships/image" Target="../media/image627.wmf"/><Relationship Id="rId2" Type="http://schemas.openxmlformats.org/officeDocument/2006/relationships/image" Target="../media/image626.wmf"/><Relationship Id="rId1" Type="http://schemas.openxmlformats.org/officeDocument/2006/relationships/image" Target="../media/image625.wmf"/></Relationships>
</file>

<file path=ppt/drawings/_rels/vmlDrawing59.vml.rels><?xml version="1.0" encoding="UTF-8" standalone="yes"?>
<Relationships xmlns="http://schemas.openxmlformats.org/package/2006/relationships"><Relationship Id="rId6" Type="http://schemas.openxmlformats.org/officeDocument/2006/relationships/image" Target="../media/image635.wmf"/><Relationship Id="rId5" Type="http://schemas.openxmlformats.org/officeDocument/2006/relationships/image" Target="../media/image634.wmf"/><Relationship Id="rId4" Type="http://schemas.openxmlformats.org/officeDocument/2006/relationships/image" Target="../media/image633.wmf"/><Relationship Id="rId3" Type="http://schemas.openxmlformats.org/officeDocument/2006/relationships/image" Target="../media/image632.wmf"/><Relationship Id="rId2" Type="http://schemas.openxmlformats.org/officeDocument/2006/relationships/image" Target="../media/image631.wmf"/><Relationship Id="rId1" Type="http://schemas.openxmlformats.org/officeDocument/2006/relationships/image" Target="../media/image630.wmf"/></Relationships>
</file>

<file path=ppt/drawings/_rels/vmlDrawing60.vml.rels><?xml version="1.0" encoding="UTF-8" standalone="yes"?>
<Relationships xmlns="http://schemas.openxmlformats.org/package/2006/relationships"><Relationship Id="rId9" Type="http://schemas.openxmlformats.org/officeDocument/2006/relationships/image" Target="../media/image644.wmf"/><Relationship Id="rId8" Type="http://schemas.openxmlformats.org/officeDocument/2006/relationships/image" Target="../media/image643.wmf"/><Relationship Id="rId7" Type="http://schemas.openxmlformats.org/officeDocument/2006/relationships/image" Target="../media/image642.wmf"/><Relationship Id="rId6" Type="http://schemas.openxmlformats.org/officeDocument/2006/relationships/image" Target="../media/image641.wmf"/><Relationship Id="rId5" Type="http://schemas.openxmlformats.org/officeDocument/2006/relationships/image" Target="../media/image640.wmf"/><Relationship Id="rId4" Type="http://schemas.openxmlformats.org/officeDocument/2006/relationships/image" Target="../media/image639.wmf"/><Relationship Id="rId3" Type="http://schemas.openxmlformats.org/officeDocument/2006/relationships/image" Target="../media/image638.wmf"/><Relationship Id="rId2" Type="http://schemas.openxmlformats.org/officeDocument/2006/relationships/image" Target="../media/image637.wmf"/><Relationship Id="rId16" Type="http://schemas.openxmlformats.org/officeDocument/2006/relationships/image" Target="../media/image651.wmf"/><Relationship Id="rId15" Type="http://schemas.openxmlformats.org/officeDocument/2006/relationships/image" Target="../media/image650.wmf"/><Relationship Id="rId14" Type="http://schemas.openxmlformats.org/officeDocument/2006/relationships/image" Target="../media/image649.wmf"/><Relationship Id="rId13" Type="http://schemas.openxmlformats.org/officeDocument/2006/relationships/image" Target="../media/image648.wmf"/><Relationship Id="rId12" Type="http://schemas.openxmlformats.org/officeDocument/2006/relationships/image" Target="../media/image647.wmf"/><Relationship Id="rId11" Type="http://schemas.openxmlformats.org/officeDocument/2006/relationships/image" Target="../media/image646.wmf"/><Relationship Id="rId10" Type="http://schemas.openxmlformats.org/officeDocument/2006/relationships/image" Target="../media/image645.wmf"/><Relationship Id="rId1" Type="http://schemas.openxmlformats.org/officeDocument/2006/relationships/image" Target="../media/image636.wmf"/></Relationships>
</file>

<file path=ppt/drawings/_rels/vmlDrawing61.vml.rels><?xml version="1.0" encoding="UTF-8" standalone="yes"?>
<Relationships xmlns="http://schemas.openxmlformats.org/package/2006/relationships"><Relationship Id="rId6" Type="http://schemas.openxmlformats.org/officeDocument/2006/relationships/image" Target="../media/image657.wmf"/><Relationship Id="rId5" Type="http://schemas.openxmlformats.org/officeDocument/2006/relationships/image" Target="../media/image656.wmf"/><Relationship Id="rId4" Type="http://schemas.openxmlformats.org/officeDocument/2006/relationships/image" Target="../media/image655.wmf"/><Relationship Id="rId3" Type="http://schemas.openxmlformats.org/officeDocument/2006/relationships/image" Target="../media/image654.wmf"/><Relationship Id="rId2" Type="http://schemas.openxmlformats.org/officeDocument/2006/relationships/image" Target="../media/image653.wmf"/><Relationship Id="rId1" Type="http://schemas.openxmlformats.org/officeDocument/2006/relationships/image" Target="../media/image652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2" Type="http://schemas.openxmlformats.org/officeDocument/2006/relationships/vmlDrawing" Target="../drawings/vmlDrawing1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0.wmf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2.bin"/><Relationship Id="rId24" Type="http://schemas.openxmlformats.org/officeDocument/2006/relationships/vmlDrawing" Target="../drawings/vmlDrawing2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21.wmf"/><Relationship Id="rId21" Type="http://schemas.openxmlformats.org/officeDocument/2006/relationships/oleObject" Target="../embeddings/oleObject21.bin"/><Relationship Id="rId20" Type="http://schemas.openxmlformats.org/officeDocument/2006/relationships/image" Target="../media/image20.wmf"/><Relationship Id="rId2" Type="http://schemas.openxmlformats.org/officeDocument/2006/relationships/image" Target="../media/image11.wmf"/><Relationship Id="rId19" Type="http://schemas.openxmlformats.org/officeDocument/2006/relationships/oleObject" Target="../embeddings/oleObject20.bin"/><Relationship Id="rId18" Type="http://schemas.openxmlformats.org/officeDocument/2006/relationships/image" Target="../media/image19.wmf"/><Relationship Id="rId17" Type="http://schemas.openxmlformats.org/officeDocument/2006/relationships/oleObject" Target="../embeddings/oleObject19.bin"/><Relationship Id="rId16" Type="http://schemas.openxmlformats.org/officeDocument/2006/relationships/image" Target="../media/image18.wmf"/><Relationship Id="rId15" Type="http://schemas.openxmlformats.org/officeDocument/2006/relationships/oleObject" Target="../embeddings/oleObject18.bin"/><Relationship Id="rId14" Type="http://schemas.openxmlformats.org/officeDocument/2006/relationships/image" Target="../media/image17.wmf"/><Relationship Id="rId13" Type="http://schemas.openxmlformats.org/officeDocument/2006/relationships/oleObject" Target="../embeddings/oleObject17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16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3.bin"/><Relationship Id="rId26" Type="http://schemas.openxmlformats.org/officeDocument/2006/relationships/vmlDrawing" Target="../drawings/vmlDrawing3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33.wmf"/><Relationship Id="rId23" Type="http://schemas.openxmlformats.org/officeDocument/2006/relationships/oleObject" Target="../embeddings/oleObject33.bin"/><Relationship Id="rId22" Type="http://schemas.openxmlformats.org/officeDocument/2006/relationships/image" Target="../media/image32.wmf"/><Relationship Id="rId21" Type="http://schemas.openxmlformats.org/officeDocument/2006/relationships/oleObject" Target="../embeddings/oleObject32.bin"/><Relationship Id="rId20" Type="http://schemas.openxmlformats.org/officeDocument/2006/relationships/image" Target="../media/image31.wmf"/><Relationship Id="rId2" Type="http://schemas.openxmlformats.org/officeDocument/2006/relationships/image" Target="../media/image22.wmf"/><Relationship Id="rId19" Type="http://schemas.openxmlformats.org/officeDocument/2006/relationships/oleObject" Target="../embeddings/oleObject31.bin"/><Relationship Id="rId18" Type="http://schemas.openxmlformats.org/officeDocument/2006/relationships/image" Target="../media/image30.wmf"/><Relationship Id="rId17" Type="http://schemas.openxmlformats.org/officeDocument/2006/relationships/oleObject" Target="../embeddings/oleObject30.bin"/><Relationship Id="rId16" Type="http://schemas.openxmlformats.org/officeDocument/2006/relationships/image" Target="../media/image29.wmf"/><Relationship Id="rId15" Type="http://schemas.openxmlformats.org/officeDocument/2006/relationships/oleObject" Target="../embeddings/oleObject29.bin"/><Relationship Id="rId14" Type="http://schemas.openxmlformats.org/officeDocument/2006/relationships/image" Target="../media/image28.w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5.wmf"/><Relationship Id="rId30" Type="http://schemas.openxmlformats.org/officeDocument/2006/relationships/vmlDrawing" Target="../drawings/vmlDrawing4.vml"/><Relationship Id="rId3" Type="http://schemas.openxmlformats.org/officeDocument/2006/relationships/oleObject" Target="../embeddings/oleObject35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47.wmf"/><Relationship Id="rId27" Type="http://schemas.openxmlformats.org/officeDocument/2006/relationships/oleObject" Target="../embeddings/oleObject47.bin"/><Relationship Id="rId26" Type="http://schemas.openxmlformats.org/officeDocument/2006/relationships/image" Target="../media/image46.wmf"/><Relationship Id="rId25" Type="http://schemas.openxmlformats.org/officeDocument/2006/relationships/oleObject" Target="../embeddings/oleObject46.bin"/><Relationship Id="rId24" Type="http://schemas.openxmlformats.org/officeDocument/2006/relationships/image" Target="../media/image45.wmf"/><Relationship Id="rId23" Type="http://schemas.openxmlformats.org/officeDocument/2006/relationships/oleObject" Target="../embeddings/oleObject45.bin"/><Relationship Id="rId22" Type="http://schemas.openxmlformats.org/officeDocument/2006/relationships/image" Target="../media/image44.wmf"/><Relationship Id="rId21" Type="http://schemas.openxmlformats.org/officeDocument/2006/relationships/oleObject" Target="../embeddings/oleObject44.bin"/><Relationship Id="rId20" Type="http://schemas.openxmlformats.org/officeDocument/2006/relationships/image" Target="../media/image43.wmf"/><Relationship Id="rId2" Type="http://schemas.openxmlformats.org/officeDocument/2006/relationships/image" Target="../media/image34.wmf"/><Relationship Id="rId19" Type="http://schemas.openxmlformats.org/officeDocument/2006/relationships/oleObject" Target="../embeddings/oleObject43.bin"/><Relationship Id="rId18" Type="http://schemas.openxmlformats.org/officeDocument/2006/relationships/image" Target="../media/image42.wmf"/><Relationship Id="rId17" Type="http://schemas.openxmlformats.org/officeDocument/2006/relationships/oleObject" Target="../embeddings/oleObject42.bin"/><Relationship Id="rId16" Type="http://schemas.openxmlformats.org/officeDocument/2006/relationships/image" Target="../media/image41.wmf"/><Relationship Id="rId15" Type="http://schemas.openxmlformats.org/officeDocument/2006/relationships/oleObject" Target="../embeddings/oleObject41.bin"/><Relationship Id="rId14" Type="http://schemas.openxmlformats.org/officeDocument/2006/relationships/image" Target="../media/image40.w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39.w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38.wmf"/><Relationship Id="rId1" Type="http://schemas.openxmlformats.org/officeDocument/2006/relationships/oleObject" Target="../embeddings/oleObject34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0.bin"/><Relationship Id="rId42" Type="http://schemas.openxmlformats.org/officeDocument/2006/relationships/vmlDrawing" Target="../drawings/vmlDrawing5.vml"/><Relationship Id="rId41" Type="http://schemas.openxmlformats.org/officeDocument/2006/relationships/slideLayout" Target="../slideLayouts/slideLayout18.xml"/><Relationship Id="rId40" Type="http://schemas.openxmlformats.org/officeDocument/2006/relationships/image" Target="../media/image67.wmf"/><Relationship Id="rId4" Type="http://schemas.openxmlformats.org/officeDocument/2006/relationships/image" Target="../media/image49.wmf"/><Relationship Id="rId39" Type="http://schemas.openxmlformats.org/officeDocument/2006/relationships/oleObject" Target="../embeddings/oleObject67.bin"/><Relationship Id="rId38" Type="http://schemas.openxmlformats.org/officeDocument/2006/relationships/image" Target="../media/image66.wmf"/><Relationship Id="rId37" Type="http://schemas.openxmlformats.org/officeDocument/2006/relationships/oleObject" Target="../embeddings/oleObject66.bin"/><Relationship Id="rId36" Type="http://schemas.openxmlformats.org/officeDocument/2006/relationships/image" Target="../media/image65.wmf"/><Relationship Id="rId35" Type="http://schemas.openxmlformats.org/officeDocument/2006/relationships/oleObject" Target="../embeddings/oleObject65.bin"/><Relationship Id="rId34" Type="http://schemas.openxmlformats.org/officeDocument/2006/relationships/image" Target="../media/image64.wmf"/><Relationship Id="rId33" Type="http://schemas.openxmlformats.org/officeDocument/2006/relationships/oleObject" Target="../embeddings/oleObject64.bin"/><Relationship Id="rId32" Type="http://schemas.openxmlformats.org/officeDocument/2006/relationships/image" Target="../media/image63.wmf"/><Relationship Id="rId31" Type="http://schemas.openxmlformats.org/officeDocument/2006/relationships/oleObject" Target="../embeddings/oleObject63.bin"/><Relationship Id="rId30" Type="http://schemas.openxmlformats.org/officeDocument/2006/relationships/image" Target="../media/image62.wmf"/><Relationship Id="rId3" Type="http://schemas.openxmlformats.org/officeDocument/2006/relationships/oleObject" Target="../embeddings/oleObject49.bin"/><Relationship Id="rId29" Type="http://schemas.openxmlformats.org/officeDocument/2006/relationships/oleObject" Target="../embeddings/oleObject62.bin"/><Relationship Id="rId28" Type="http://schemas.openxmlformats.org/officeDocument/2006/relationships/image" Target="../media/image61.wmf"/><Relationship Id="rId27" Type="http://schemas.openxmlformats.org/officeDocument/2006/relationships/oleObject" Target="../embeddings/oleObject61.bin"/><Relationship Id="rId26" Type="http://schemas.openxmlformats.org/officeDocument/2006/relationships/image" Target="../media/image60.wmf"/><Relationship Id="rId25" Type="http://schemas.openxmlformats.org/officeDocument/2006/relationships/oleObject" Target="../embeddings/oleObject60.bin"/><Relationship Id="rId24" Type="http://schemas.openxmlformats.org/officeDocument/2006/relationships/image" Target="../media/image59.wmf"/><Relationship Id="rId23" Type="http://schemas.openxmlformats.org/officeDocument/2006/relationships/oleObject" Target="../embeddings/oleObject59.bin"/><Relationship Id="rId22" Type="http://schemas.openxmlformats.org/officeDocument/2006/relationships/image" Target="../media/image58.wmf"/><Relationship Id="rId21" Type="http://schemas.openxmlformats.org/officeDocument/2006/relationships/oleObject" Target="../embeddings/oleObject58.bin"/><Relationship Id="rId20" Type="http://schemas.openxmlformats.org/officeDocument/2006/relationships/image" Target="../media/image57.wmf"/><Relationship Id="rId2" Type="http://schemas.openxmlformats.org/officeDocument/2006/relationships/image" Target="../media/image48.wmf"/><Relationship Id="rId19" Type="http://schemas.openxmlformats.org/officeDocument/2006/relationships/oleObject" Target="../embeddings/oleObject57.bin"/><Relationship Id="rId18" Type="http://schemas.openxmlformats.org/officeDocument/2006/relationships/image" Target="../media/image56.wmf"/><Relationship Id="rId17" Type="http://schemas.openxmlformats.org/officeDocument/2006/relationships/oleObject" Target="../embeddings/oleObject56.bin"/><Relationship Id="rId16" Type="http://schemas.openxmlformats.org/officeDocument/2006/relationships/image" Target="../media/image55.wmf"/><Relationship Id="rId15" Type="http://schemas.openxmlformats.org/officeDocument/2006/relationships/oleObject" Target="../embeddings/oleObject55.bin"/><Relationship Id="rId14" Type="http://schemas.openxmlformats.org/officeDocument/2006/relationships/image" Target="../media/image54.wmf"/><Relationship Id="rId13" Type="http://schemas.openxmlformats.org/officeDocument/2006/relationships/oleObject" Target="../embeddings/oleObject54.bin"/><Relationship Id="rId12" Type="http://schemas.openxmlformats.org/officeDocument/2006/relationships/image" Target="../media/image53.wmf"/><Relationship Id="rId11" Type="http://schemas.openxmlformats.org/officeDocument/2006/relationships/oleObject" Target="../embeddings/oleObject53.bin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48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2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69.bin"/><Relationship Id="rId20" Type="http://schemas.openxmlformats.org/officeDocument/2006/relationships/vmlDrawing" Target="../drawings/vmlDrawing6.vml"/><Relationship Id="rId2" Type="http://schemas.openxmlformats.org/officeDocument/2006/relationships/image" Target="../media/image68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76.wmf"/><Relationship Id="rId17" Type="http://schemas.openxmlformats.org/officeDocument/2006/relationships/oleObject" Target="../embeddings/oleObject76.bin"/><Relationship Id="rId16" Type="http://schemas.openxmlformats.org/officeDocument/2006/relationships/image" Target="../media/image75.wmf"/><Relationship Id="rId15" Type="http://schemas.openxmlformats.org/officeDocument/2006/relationships/oleObject" Target="../embeddings/oleObject75.bin"/><Relationship Id="rId14" Type="http://schemas.openxmlformats.org/officeDocument/2006/relationships/image" Target="../media/image74.wmf"/><Relationship Id="rId13" Type="http://schemas.openxmlformats.org/officeDocument/2006/relationships/oleObject" Target="../embeddings/oleObject74.bin"/><Relationship Id="rId12" Type="http://schemas.openxmlformats.org/officeDocument/2006/relationships/image" Target="../media/image73.wmf"/><Relationship Id="rId11" Type="http://schemas.openxmlformats.org/officeDocument/2006/relationships/oleObject" Target="../embeddings/oleObject73.bin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68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80.wmf"/><Relationship Id="rId7" Type="http://schemas.openxmlformats.org/officeDocument/2006/relationships/oleObject" Target="../embeddings/oleObject80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77.w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77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5.bin"/><Relationship Id="rId8" Type="http://schemas.openxmlformats.org/officeDocument/2006/relationships/image" Target="../media/image84.wmf"/><Relationship Id="rId7" Type="http://schemas.openxmlformats.org/officeDocument/2006/relationships/oleObject" Target="../embeddings/oleObject84.bin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82.wmf"/><Relationship Id="rId30" Type="http://schemas.openxmlformats.org/officeDocument/2006/relationships/vmlDrawing" Target="../drawings/vmlDrawing8.vml"/><Relationship Id="rId3" Type="http://schemas.openxmlformats.org/officeDocument/2006/relationships/oleObject" Target="../embeddings/oleObject82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94.wmf"/><Relationship Id="rId27" Type="http://schemas.openxmlformats.org/officeDocument/2006/relationships/oleObject" Target="../embeddings/oleObject94.bin"/><Relationship Id="rId26" Type="http://schemas.openxmlformats.org/officeDocument/2006/relationships/image" Target="../media/image93.wmf"/><Relationship Id="rId25" Type="http://schemas.openxmlformats.org/officeDocument/2006/relationships/oleObject" Target="../embeddings/oleObject93.bin"/><Relationship Id="rId24" Type="http://schemas.openxmlformats.org/officeDocument/2006/relationships/image" Target="../media/image92.wmf"/><Relationship Id="rId23" Type="http://schemas.openxmlformats.org/officeDocument/2006/relationships/oleObject" Target="../embeddings/oleObject92.bin"/><Relationship Id="rId22" Type="http://schemas.openxmlformats.org/officeDocument/2006/relationships/image" Target="../media/image91.wmf"/><Relationship Id="rId21" Type="http://schemas.openxmlformats.org/officeDocument/2006/relationships/oleObject" Target="../embeddings/oleObject91.bin"/><Relationship Id="rId20" Type="http://schemas.openxmlformats.org/officeDocument/2006/relationships/image" Target="../media/image90.wmf"/><Relationship Id="rId2" Type="http://schemas.openxmlformats.org/officeDocument/2006/relationships/image" Target="../media/image81.wmf"/><Relationship Id="rId19" Type="http://schemas.openxmlformats.org/officeDocument/2006/relationships/oleObject" Target="../embeddings/oleObject90.bin"/><Relationship Id="rId18" Type="http://schemas.openxmlformats.org/officeDocument/2006/relationships/image" Target="../media/image89.wmf"/><Relationship Id="rId17" Type="http://schemas.openxmlformats.org/officeDocument/2006/relationships/oleObject" Target="../embeddings/oleObject89.bin"/><Relationship Id="rId16" Type="http://schemas.openxmlformats.org/officeDocument/2006/relationships/image" Target="../media/image88.wmf"/><Relationship Id="rId15" Type="http://schemas.openxmlformats.org/officeDocument/2006/relationships/oleObject" Target="../embeddings/oleObject88.bin"/><Relationship Id="rId14" Type="http://schemas.openxmlformats.org/officeDocument/2006/relationships/image" Target="../media/image87.wmf"/><Relationship Id="rId13" Type="http://schemas.openxmlformats.org/officeDocument/2006/relationships/oleObject" Target="../embeddings/oleObject87.bin"/><Relationship Id="rId12" Type="http://schemas.openxmlformats.org/officeDocument/2006/relationships/image" Target="../media/image86.wmf"/><Relationship Id="rId11" Type="http://schemas.openxmlformats.org/officeDocument/2006/relationships/oleObject" Target="../embeddings/oleObject86.bin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81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9.bin"/><Relationship Id="rId8" Type="http://schemas.openxmlformats.org/officeDocument/2006/relationships/image" Target="../media/image98.wmf"/><Relationship Id="rId7" Type="http://schemas.openxmlformats.org/officeDocument/2006/relationships/oleObject" Target="../embeddings/oleObject98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6.wmf"/><Relationship Id="rId30" Type="http://schemas.openxmlformats.org/officeDocument/2006/relationships/vmlDrawing" Target="../drawings/vmlDrawing9.vml"/><Relationship Id="rId3" Type="http://schemas.openxmlformats.org/officeDocument/2006/relationships/oleObject" Target="../embeddings/oleObject96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08.wmf"/><Relationship Id="rId27" Type="http://schemas.openxmlformats.org/officeDocument/2006/relationships/oleObject" Target="../embeddings/oleObject108.bin"/><Relationship Id="rId26" Type="http://schemas.openxmlformats.org/officeDocument/2006/relationships/image" Target="../media/image107.wmf"/><Relationship Id="rId25" Type="http://schemas.openxmlformats.org/officeDocument/2006/relationships/oleObject" Target="../embeddings/oleObject107.bin"/><Relationship Id="rId24" Type="http://schemas.openxmlformats.org/officeDocument/2006/relationships/image" Target="../media/image106.wmf"/><Relationship Id="rId23" Type="http://schemas.openxmlformats.org/officeDocument/2006/relationships/oleObject" Target="../embeddings/oleObject106.bin"/><Relationship Id="rId22" Type="http://schemas.openxmlformats.org/officeDocument/2006/relationships/image" Target="../media/image105.wmf"/><Relationship Id="rId21" Type="http://schemas.openxmlformats.org/officeDocument/2006/relationships/oleObject" Target="../embeddings/oleObject105.bin"/><Relationship Id="rId20" Type="http://schemas.openxmlformats.org/officeDocument/2006/relationships/image" Target="../media/image104.wmf"/><Relationship Id="rId2" Type="http://schemas.openxmlformats.org/officeDocument/2006/relationships/image" Target="../media/image95.wmf"/><Relationship Id="rId19" Type="http://schemas.openxmlformats.org/officeDocument/2006/relationships/oleObject" Target="../embeddings/oleObject104.bin"/><Relationship Id="rId18" Type="http://schemas.openxmlformats.org/officeDocument/2006/relationships/image" Target="../media/image103.wmf"/><Relationship Id="rId17" Type="http://schemas.openxmlformats.org/officeDocument/2006/relationships/oleObject" Target="../embeddings/oleObject103.bin"/><Relationship Id="rId16" Type="http://schemas.openxmlformats.org/officeDocument/2006/relationships/image" Target="../media/image102.wmf"/><Relationship Id="rId15" Type="http://schemas.openxmlformats.org/officeDocument/2006/relationships/oleObject" Target="../embeddings/oleObject102.bin"/><Relationship Id="rId14" Type="http://schemas.openxmlformats.org/officeDocument/2006/relationships/image" Target="../media/image101.wmf"/><Relationship Id="rId13" Type="http://schemas.openxmlformats.org/officeDocument/2006/relationships/oleObject" Target="../embeddings/oleObject101.bin"/><Relationship Id="rId12" Type="http://schemas.openxmlformats.org/officeDocument/2006/relationships/image" Target="../media/image100.wmf"/><Relationship Id="rId11" Type="http://schemas.openxmlformats.org/officeDocument/2006/relationships/oleObject" Target="../embeddings/oleObject100.bin"/><Relationship Id="rId10" Type="http://schemas.openxmlformats.org/officeDocument/2006/relationships/image" Target="../media/image99.wmf"/><Relationship Id="rId1" Type="http://schemas.openxmlformats.org/officeDocument/2006/relationships/oleObject" Target="../embeddings/oleObject95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3.bin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12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110.bin"/><Relationship Id="rId21" Type="http://schemas.openxmlformats.org/officeDocument/2006/relationships/vmlDrawing" Target="../drawings/vmlDrawing10.vml"/><Relationship Id="rId20" Type="http://schemas.openxmlformats.org/officeDocument/2006/relationships/slideLayout" Target="../slideLayouts/slideLayout18.xml"/><Relationship Id="rId2" Type="http://schemas.openxmlformats.org/officeDocument/2006/relationships/image" Target="../media/image109.wmf"/><Relationship Id="rId19" Type="http://schemas.openxmlformats.org/officeDocument/2006/relationships/image" Target="../media/image117.wmf"/><Relationship Id="rId18" Type="http://schemas.openxmlformats.org/officeDocument/2006/relationships/oleObject" Target="../embeddings/oleObject118.bin"/><Relationship Id="rId17" Type="http://schemas.openxmlformats.org/officeDocument/2006/relationships/image" Target="../media/image116.wmf"/><Relationship Id="rId16" Type="http://schemas.openxmlformats.org/officeDocument/2006/relationships/oleObject" Target="../embeddings/oleObject117.bin"/><Relationship Id="rId15" Type="http://schemas.openxmlformats.org/officeDocument/2006/relationships/image" Target="../media/image115.wmf"/><Relationship Id="rId14" Type="http://schemas.openxmlformats.org/officeDocument/2006/relationships/oleObject" Target="../embeddings/oleObject116.bin"/><Relationship Id="rId13" Type="http://schemas.openxmlformats.org/officeDocument/2006/relationships/oleObject" Target="../embeddings/oleObject115.bin"/><Relationship Id="rId12" Type="http://schemas.openxmlformats.org/officeDocument/2006/relationships/image" Target="../media/image114.wmf"/><Relationship Id="rId11" Type="http://schemas.openxmlformats.org/officeDocument/2006/relationships/oleObject" Target="../embeddings/oleObject114.bin"/><Relationship Id="rId10" Type="http://schemas.openxmlformats.org/officeDocument/2006/relationships/image" Target="../media/image113.wmf"/><Relationship Id="rId1" Type="http://schemas.openxmlformats.org/officeDocument/2006/relationships/oleObject" Target="../embeddings/oleObject109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3.bin"/><Relationship Id="rId8" Type="http://schemas.openxmlformats.org/officeDocument/2006/relationships/image" Target="../media/image121.wmf"/><Relationship Id="rId7" Type="http://schemas.openxmlformats.org/officeDocument/2006/relationships/oleObject" Target="../embeddings/oleObject122.bin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19.wmf"/><Relationship Id="rId3" Type="http://schemas.openxmlformats.org/officeDocument/2006/relationships/oleObject" Target="../embeddings/oleObject120.bin"/><Relationship Id="rId29" Type="http://schemas.openxmlformats.org/officeDocument/2006/relationships/vmlDrawing" Target="../drawings/vmlDrawing11.vml"/><Relationship Id="rId28" Type="http://schemas.openxmlformats.org/officeDocument/2006/relationships/slideLayout" Target="../slideLayouts/slideLayout18.xml"/><Relationship Id="rId27" Type="http://schemas.openxmlformats.org/officeDocument/2006/relationships/oleObject" Target="../embeddings/oleObject132.bin"/><Relationship Id="rId26" Type="http://schemas.openxmlformats.org/officeDocument/2006/relationships/image" Target="../media/image130.wmf"/><Relationship Id="rId25" Type="http://schemas.openxmlformats.org/officeDocument/2006/relationships/oleObject" Target="../embeddings/oleObject131.bin"/><Relationship Id="rId24" Type="http://schemas.openxmlformats.org/officeDocument/2006/relationships/image" Target="../media/image129.wmf"/><Relationship Id="rId23" Type="http://schemas.openxmlformats.org/officeDocument/2006/relationships/oleObject" Target="../embeddings/oleObject130.bin"/><Relationship Id="rId22" Type="http://schemas.openxmlformats.org/officeDocument/2006/relationships/image" Target="../media/image128.wmf"/><Relationship Id="rId21" Type="http://schemas.openxmlformats.org/officeDocument/2006/relationships/oleObject" Target="../embeddings/oleObject129.bin"/><Relationship Id="rId20" Type="http://schemas.openxmlformats.org/officeDocument/2006/relationships/image" Target="../media/image127.wmf"/><Relationship Id="rId2" Type="http://schemas.openxmlformats.org/officeDocument/2006/relationships/image" Target="../media/image118.wmf"/><Relationship Id="rId19" Type="http://schemas.openxmlformats.org/officeDocument/2006/relationships/oleObject" Target="../embeddings/oleObject128.bin"/><Relationship Id="rId18" Type="http://schemas.openxmlformats.org/officeDocument/2006/relationships/image" Target="../media/image126.wmf"/><Relationship Id="rId17" Type="http://schemas.openxmlformats.org/officeDocument/2006/relationships/oleObject" Target="../embeddings/oleObject127.bin"/><Relationship Id="rId16" Type="http://schemas.openxmlformats.org/officeDocument/2006/relationships/image" Target="../media/image125.wmf"/><Relationship Id="rId15" Type="http://schemas.openxmlformats.org/officeDocument/2006/relationships/oleObject" Target="../embeddings/oleObject126.bin"/><Relationship Id="rId14" Type="http://schemas.openxmlformats.org/officeDocument/2006/relationships/image" Target="../media/image124.wmf"/><Relationship Id="rId13" Type="http://schemas.openxmlformats.org/officeDocument/2006/relationships/oleObject" Target="../embeddings/oleObject125.bin"/><Relationship Id="rId12" Type="http://schemas.openxmlformats.org/officeDocument/2006/relationships/image" Target="../media/image123.wmf"/><Relationship Id="rId11" Type="http://schemas.openxmlformats.org/officeDocument/2006/relationships/oleObject" Target="../embeddings/oleObject124.bin"/><Relationship Id="rId10" Type="http://schemas.openxmlformats.org/officeDocument/2006/relationships/image" Target="../media/image122.wmf"/><Relationship Id="rId1" Type="http://schemas.openxmlformats.org/officeDocument/2006/relationships/oleObject" Target="../embeddings/oleObject11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31.wmf"/><Relationship Id="rId3" Type="http://schemas.openxmlformats.org/officeDocument/2006/relationships/oleObject" Target="../embeddings/oleObject134.bin"/><Relationship Id="rId22" Type="http://schemas.openxmlformats.org/officeDocument/2006/relationships/vmlDrawing" Target="../drawings/vmlDrawing12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38.wmf"/><Relationship Id="rId2" Type="http://schemas.openxmlformats.org/officeDocument/2006/relationships/image" Target="../media/image120.wmf"/><Relationship Id="rId19" Type="http://schemas.openxmlformats.org/officeDocument/2006/relationships/oleObject" Target="../embeddings/oleObject142.bin"/><Relationship Id="rId18" Type="http://schemas.openxmlformats.org/officeDocument/2006/relationships/image" Target="../media/image137.wmf"/><Relationship Id="rId17" Type="http://schemas.openxmlformats.org/officeDocument/2006/relationships/oleObject" Target="../embeddings/oleObject141.bin"/><Relationship Id="rId16" Type="http://schemas.openxmlformats.org/officeDocument/2006/relationships/image" Target="../media/image136.wmf"/><Relationship Id="rId15" Type="http://schemas.openxmlformats.org/officeDocument/2006/relationships/oleObject" Target="../embeddings/oleObject140.bin"/><Relationship Id="rId14" Type="http://schemas.openxmlformats.org/officeDocument/2006/relationships/image" Target="../media/image135.wmf"/><Relationship Id="rId13" Type="http://schemas.openxmlformats.org/officeDocument/2006/relationships/oleObject" Target="../embeddings/oleObject139.bin"/><Relationship Id="rId12" Type="http://schemas.openxmlformats.org/officeDocument/2006/relationships/image" Target="../media/image134.wmf"/><Relationship Id="rId11" Type="http://schemas.openxmlformats.org/officeDocument/2006/relationships/oleObject" Target="../embeddings/oleObject138.bin"/><Relationship Id="rId10" Type="http://schemas.openxmlformats.org/officeDocument/2006/relationships/image" Target="../media/image121.wmf"/><Relationship Id="rId1" Type="http://schemas.openxmlformats.org/officeDocument/2006/relationships/oleObject" Target="../embeddings/oleObject133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7.bin"/><Relationship Id="rId8" Type="http://schemas.openxmlformats.org/officeDocument/2006/relationships/image" Target="../media/image142.wmf"/><Relationship Id="rId7" Type="http://schemas.openxmlformats.org/officeDocument/2006/relationships/oleObject" Target="../embeddings/oleObject146.bin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40.wmf"/><Relationship Id="rId3" Type="http://schemas.openxmlformats.org/officeDocument/2006/relationships/oleObject" Target="../embeddings/oleObject144.bin"/><Relationship Id="rId22" Type="http://schemas.openxmlformats.org/officeDocument/2006/relationships/vmlDrawing" Target="../drawings/vmlDrawing13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148.wmf"/><Relationship Id="rId2" Type="http://schemas.openxmlformats.org/officeDocument/2006/relationships/image" Target="../media/image139.wmf"/><Relationship Id="rId19" Type="http://schemas.openxmlformats.org/officeDocument/2006/relationships/oleObject" Target="../embeddings/oleObject152.bin"/><Relationship Id="rId18" Type="http://schemas.openxmlformats.org/officeDocument/2006/relationships/image" Target="../media/image147.wmf"/><Relationship Id="rId17" Type="http://schemas.openxmlformats.org/officeDocument/2006/relationships/oleObject" Target="../embeddings/oleObject151.bin"/><Relationship Id="rId16" Type="http://schemas.openxmlformats.org/officeDocument/2006/relationships/image" Target="../media/image146.wmf"/><Relationship Id="rId15" Type="http://schemas.openxmlformats.org/officeDocument/2006/relationships/oleObject" Target="../embeddings/oleObject150.bin"/><Relationship Id="rId14" Type="http://schemas.openxmlformats.org/officeDocument/2006/relationships/image" Target="../media/image145.wmf"/><Relationship Id="rId13" Type="http://schemas.openxmlformats.org/officeDocument/2006/relationships/oleObject" Target="../embeddings/oleObject149.bin"/><Relationship Id="rId12" Type="http://schemas.openxmlformats.org/officeDocument/2006/relationships/image" Target="../media/image144.wmf"/><Relationship Id="rId11" Type="http://schemas.openxmlformats.org/officeDocument/2006/relationships/oleObject" Target="../embeddings/oleObject148.bin"/><Relationship Id="rId10" Type="http://schemas.openxmlformats.org/officeDocument/2006/relationships/image" Target="../media/image143.wmf"/><Relationship Id="rId1" Type="http://schemas.openxmlformats.org/officeDocument/2006/relationships/oleObject" Target="../embeddings/oleObject143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7.bin"/><Relationship Id="rId8" Type="http://schemas.openxmlformats.org/officeDocument/2006/relationships/image" Target="../media/image152.wmf"/><Relationship Id="rId7" Type="http://schemas.openxmlformats.org/officeDocument/2006/relationships/oleObject" Target="../embeddings/oleObject156.bin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50.wmf"/><Relationship Id="rId32" Type="http://schemas.openxmlformats.org/officeDocument/2006/relationships/vmlDrawing" Target="../drawings/vmlDrawing14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163.wmf"/><Relationship Id="rId3" Type="http://schemas.openxmlformats.org/officeDocument/2006/relationships/oleObject" Target="../embeddings/oleObject154.bin"/><Relationship Id="rId29" Type="http://schemas.openxmlformats.org/officeDocument/2006/relationships/oleObject" Target="../embeddings/oleObject167.bin"/><Relationship Id="rId28" Type="http://schemas.openxmlformats.org/officeDocument/2006/relationships/image" Target="../media/image162.wmf"/><Relationship Id="rId27" Type="http://schemas.openxmlformats.org/officeDocument/2006/relationships/oleObject" Target="../embeddings/oleObject166.bin"/><Relationship Id="rId26" Type="http://schemas.openxmlformats.org/officeDocument/2006/relationships/image" Target="../media/image161.wmf"/><Relationship Id="rId25" Type="http://schemas.openxmlformats.org/officeDocument/2006/relationships/oleObject" Target="../embeddings/oleObject165.bin"/><Relationship Id="rId24" Type="http://schemas.openxmlformats.org/officeDocument/2006/relationships/image" Target="../media/image160.wmf"/><Relationship Id="rId23" Type="http://schemas.openxmlformats.org/officeDocument/2006/relationships/oleObject" Target="../embeddings/oleObject164.bin"/><Relationship Id="rId22" Type="http://schemas.openxmlformats.org/officeDocument/2006/relationships/image" Target="../media/image159.wmf"/><Relationship Id="rId21" Type="http://schemas.openxmlformats.org/officeDocument/2006/relationships/oleObject" Target="../embeddings/oleObject163.bin"/><Relationship Id="rId20" Type="http://schemas.openxmlformats.org/officeDocument/2006/relationships/image" Target="../media/image158.wmf"/><Relationship Id="rId2" Type="http://schemas.openxmlformats.org/officeDocument/2006/relationships/image" Target="../media/image149.wmf"/><Relationship Id="rId19" Type="http://schemas.openxmlformats.org/officeDocument/2006/relationships/oleObject" Target="../embeddings/oleObject162.bin"/><Relationship Id="rId18" Type="http://schemas.openxmlformats.org/officeDocument/2006/relationships/image" Target="../media/image157.wmf"/><Relationship Id="rId17" Type="http://schemas.openxmlformats.org/officeDocument/2006/relationships/oleObject" Target="../embeddings/oleObject161.bin"/><Relationship Id="rId16" Type="http://schemas.openxmlformats.org/officeDocument/2006/relationships/image" Target="../media/image156.wmf"/><Relationship Id="rId15" Type="http://schemas.openxmlformats.org/officeDocument/2006/relationships/oleObject" Target="../embeddings/oleObject160.bin"/><Relationship Id="rId14" Type="http://schemas.openxmlformats.org/officeDocument/2006/relationships/image" Target="../media/image155.wmf"/><Relationship Id="rId13" Type="http://schemas.openxmlformats.org/officeDocument/2006/relationships/oleObject" Target="../embeddings/oleObject159.bin"/><Relationship Id="rId12" Type="http://schemas.openxmlformats.org/officeDocument/2006/relationships/image" Target="../media/image154.wmf"/><Relationship Id="rId11" Type="http://schemas.openxmlformats.org/officeDocument/2006/relationships/oleObject" Target="../embeddings/oleObject158.bin"/><Relationship Id="rId10" Type="http://schemas.openxmlformats.org/officeDocument/2006/relationships/image" Target="../media/image153.wmf"/><Relationship Id="rId1" Type="http://schemas.openxmlformats.org/officeDocument/2006/relationships/oleObject" Target="../embeddings/oleObject153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2.bin"/><Relationship Id="rId8" Type="http://schemas.openxmlformats.org/officeDocument/2006/relationships/image" Target="../media/image167.wmf"/><Relationship Id="rId7" Type="http://schemas.openxmlformats.org/officeDocument/2006/relationships/oleObject" Target="../embeddings/oleObject171.bin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65.wmf"/><Relationship Id="rId38" Type="http://schemas.openxmlformats.org/officeDocument/2006/relationships/vmlDrawing" Target="../drawings/vmlDrawing15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181.wmf"/><Relationship Id="rId35" Type="http://schemas.openxmlformats.org/officeDocument/2006/relationships/oleObject" Target="../embeddings/oleObject185.bin"/><Relationship Id="rId34" Type="http://schemas.openxmlformats.org/officeDocument/2006/relationships/image" Target="../media/image180.wmf"/><Relationship Id="rId33" Type="http://schemas.openxmlformats.org/officeDocument/2006/relationships/oleObject" Target="../embeddings/oleObject184.bin"/><Relationship Id="rId32" Type="http://schemas.openxmlformats.org/officeDocument/2006/relationships/image" Target="../media/image179.wmf"/><Relationship Id="rId31" Type="http://schemas.openxmlformats.org/officeDocument/2006/relationships/oleObject" Target="../embeddings/oleObject183.bin"/><Relationship Id="rId30" Type="http://schemas.openxmlformats.org/officeDocument/2006/relationships/image" Target="../media/image178.wmf"/><Relationship Id="rId3" Type="http://schemas.openxmlformats.org/officeDocument/2006/relationships/oleObject" Target="../embeddings/oleObject169.bin"/><Relationship Id="rId29" Type="http://schemas.openxmlformats.org/officeDocument/2006/relationships/oleObject" Target="../embeddings/oleObject182.bin"/><Relationship Id="rId28" Type="http://schemas.openxmlformats.org/officeDocument/2006/relationships/image" Target="../media/image177.wmf"/><Relationship Id="rId27" Type="http://schemas.openxmlformats.org/officeDocument/2006/relationships/oleObject" Target="../embeddings/oleObject181.bin"/><Relationship Id="rId26" Type="http://schemas.openxmlformats.org/officeDocument/2006/relationships/image" Target="../media/image176.wmf"/><Relationship Id="rId25" Type="http://schemas.openxmlformats.org/officeDocument/2006/relationships/oleObject" Target="../embeddings/oleObject180.bin"/><Relationship Id="rId24" Type="http://schemas.openxmlformats.org/officeDocument/2006/relationships/image" Target="../media/image175.wmf"/><Relationship Id="rId23" Type="http://schemas.openxmlformats.org/officeDocument/2006/relationships/oleObject" Target="../embeddings/oleObject179.bin"/><Relationship Id="rId22" Type="http://schemas.openxmlformats.org/officeDocument/2006/relationships/image" Target="../media/image174.wmf"/><Relationship Id="rId21" Type="http://schemas.openxmlformats.org/officeDocument/2006/relationships/oleObject" Target="../embeddings/oleObject178.bin"/><Relationship Id="rId20" Type="http://schemas.openxmlformats.org/officeDocument/2006/relationships/image" Target="../media/image173.wmf"/><Relationship Id="rId2" Type="http://schemas.openxmlformats.org/officeDocument/2006/relationships/image" Target="../media/image164.wmf"/><Relationship Id="rId19" Type="http://schemas.openxmlformats.org/officeDocument/2006/relationships/oleObject" Target="../embeddings/oleObject177.bin"/><Relationship Id="rId18" Type="http://schemas.openxmlformats.org/officeDocument/2006/relationships/image" Target="../media/image172.wmf"/><Relationship Id="rId17" Type="http://schemas.openxmlformats.org/officeDocument/2006/relationships/oleObject" Target="../embeddings/oleObject176.bin"/><Relationship Id="rId16" Type="http://schemas.openxmlformats.org/officeDocument/2006/relationships/image" Target="../media/image171.wmf"/><Relationship Id="rId15" Type="http://schemas.openxmlformats.org/officeDocument/2006/relationships/oleObject" Target="../embeddings/oleObject175.bin"/><Relationship Id="rId14" Type="http://schemas.openxmlformats.org/officeDocument/2006/relationships/image" Target="../media/image170.wmf"/><Relationship Id="rId13" Type="http://schemas.openxmlformats.org/officeDocument/2006/relationships/oleObject" Target="../embeddings/oleObject174.bin"/><Relationship Id="rId12" Type="http://schemas.openxmlformats.org/officeDocument/2006/relationships/image" Target="../media/image169.wmf"/><Relationship Id="rId11" Type="http://schemas.openxmlformats.org/officeDocument/2006/relationships/oleObject" Target="../embeddings/oleObject173.bin"/><Relationship Id="rId10" Type="http://schemas.openxmlformats.org/officeDocument/2006/relationships/image" Target="../media/image168.wmf"/><Relationship Id="rId1" Type="http://schemas.openxmlformats.org/officeDocument/2006/relationships/oleObject" Target="../embeddings/oleObject168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0.bin"/><Relationship Id="rId8" Type="http://schemas.openxmlformats.org/officeDocument/2006/relationships/image" Target="../media/image185.wmf"/><Relationship Id="rId7" Type="http://schemas.openxmlformats.org/officeDocument/2006/relationships/oleObject" Target="../embeddings/oleObject189.bin"/><Relationship Id="rId6" Type="http://schemas.openxmlformats.org/officeDocument/2006/relationships/image" Target="../media/image184.wmf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183.wmf"/><Relationship Id="rId3" Type="http://schemas.openxmlformats.org/officeDocument/2006/relationships/oleObject" Target="../embeddings/oleObject187.bin"/><Relationship Id="rId2" Type="http://schemas.openxmlformats.org/officeDocument/2006/relationships/image" Target="../media/image182.wmf"/><Relationship Id="rId14" Type="http://schemas.openxmlformats.org/officeDocument/2006/relationships/vmlDrawing" Target="../drawings/vmlDrawing16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187.wmf"/><Relationship Id="rId11" Type="http://schemas.openxmlformats.org/officeDocument/2006/relationships/oleObject" Target="../embeddings/oleObject191.bin"/><Relationship Id="rId10" Type="http://schemas.openxmlformats.org/officeDocument/2006/relationships/image" Target="../media/image186.wmf"/><Relationship Id="rId1" Type="http://schemas.openxmlformats.org/officeDocument/2006/relationships/oleObject" Target="../embeddings/oleObject186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6.bin"/><Relationship Id="rId8" Type="http://schemas.openxmlformats.org/officeDocument/2006/relationships/image" Target="../media/image191.wmf"/><Relationship Id="rId7" Type="http://schemas.openxmlformats.org/officeDocument/2006/relationships/oleObject" Target="../embeddings/oleObject195.bin"/><Relationship Id="rId6" Type="http://schemas.openxmlformats.org/officeDocument/2006/relationships/image" Target="../media/image190.wmf"/><Relationship Id="rId5" Type="http://schemas.openxmlformats.org/officeDocument/2006/relationships/oleObject" Target="../embeddings/oleObject194.bin"/><Relationship Id="rId4" Type="http://schemas.openxmlformats.org/officeDocument/2006/relationships/image" Target="../media/image189.wmf"/><Relationship Id="rId36" Type="http://schemas.openxmlformats.org/officeDocument/2006/relationships/vmlDrawing" Target="../drawings/vmlDrawing17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204.wmf"/><Relationship Id="rId33" Type="http://schemas.openxmlformats.org/officeDocument/2006/relationships/oleObject" Target="../embeddings/oleObject208.bin"/><Relationship Id="rId32" Type="http://schemas.openxmlformats.org/officeDocument/2006/relationships/image" Target="../media/image203.wmf"/><Relationship Id="rId31" Type="http://schemas.openxmlformats.org/officeDocument/2006/relationships/oleObject" Target="../embeddings/oleObject207.bin"/><Relationship Id="rId30" Type="http://schemas.openxmlformats.org/officeDocument/2006/relationships/image" Target="../media/image202.wmf"/><Relationship Id="rId3" Type="http://schemas.openxmlformats.org/officeDocument/2006/relationships/oleObject" Target="../embeddings/oleObject193.bin"/><Relationship Id="rId29" Type="http://schemas.openxmlformats.org/officeDocument/2006/relationships/oleObject" Target="../embeddings/oleObject206.bin"/><Relationship Id="rId28" Type="http://schemas.openxmlformats.org/officeDocument/2006/relationships/image" Target="../media/image201.wmf"/><Relationship Id="rId27" Type="http://schemas.openxmlformats.org/officeDocument/2006/relationships/oleObject" Target="../embeddings/oleObject205.bin"/><Relationship Id="rId26" Type="http://schemas.openxmlformats.org/officeDocument/2006/relationships/image" Target="../media/image200.wmf"/><Relationship Id="rId25" Type="http://schemas.openxmlformats.org/officeDocument/2006/relationships/oleObject" Target="../embeddings/oleObject204.bin"/><Relationship Id="rId24" Type="http://schemas.openxmlformats.org/officeDocument/2006/relationships/image" Target="../media/image199.wmf"/><Relationship Id="rId23" Type="http://schemas.openxmlformats.org/officeDocument/2006/relationships/oleObject" Target="../embeddings/oleObject203.bin"/><Relationship Id="rId22" Type="http://schemas.openxmlformats.org/officeDocument/2006/relationships/image" Target="../media/image198.wmf"/><Relationship Id="rId21" Type="http://schemas.openxmlformats.org/officeDocument/2006/relationships/oleObject" Target="../embeddings/oleObject202.bin"/><Relationship Id="rId20" Type="http://schemas.openxmlformats.org/officeDocument/2006/relationships/image" Target="../media/image197.wmf"/><Relationship Id="rId2" Type="http://schemas.openxmlformats.org/officeDocument/2006/relationships/image" Target="../media/image188.wmf"/><Relationship Id="rId19" Type="http://schemas.openxmlformats.org/officeDocument/2006/relationships/oleObject" Target="../embeddings/oleObject201.bin"/><Relationship Id="rId18" Type="http://schemas.openxmlformats.org/officeDocument/2006/relationships/image" Target="../media/image196.wmf"/><Relationship Id="rId17" Type="http://schemas.openxmlformats.org/officeDocument/2006/relationships/oleObject" Target="../embeddings/oleObject200.bin"/><Relationship Id="rId16" Type="http://schemas.openxmlformats.org/officeDocument/2006/relationships/image" Target="../media/image195.wmf"/><Relationship Id="rId15" Type="http://schemas.openxmlformats.org/officeDocument/2006/relationships/oleObject" Target="../embeddings/oleObject199.bin"/><Relationship Id="rId14" Type="http://schemas.openxmlformats.org/officeDocument/2006/relationships/image" Target="../media/image194.wmf"/><Relationship Id="rId13" Type="http://schemas.openxmlformats.org/officeDocument/2006/relationships/oleObject" Target="../embeddings/oleObject198.bin"/><Relationship Id="rId12" Type="http://schemas.openxmlformats.org/officeDocument/2006/relationships/image" Target="../media/image193.wmf"/><Relationship Id="rId11" Type="http://schemas.openxmlformats.org/officeDocument/2006/relationships/oleObject" Target="../embeddings/oleObject197.bin"/><Relationship Id="rId10" Type="http://schemas.openxmlformats.org/officeDocument/2006/relationships/image" Target="../media/image192.wmf"/><Relationship Id="rId1" Type="http://schemas.openxmlformats.org/officeDocument/2006/relationships/oleObject" Target="../embeddings/oleObject192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3.bin"/><Relationship Id="rId8" Type="http://schemas.openxmlformats.org/officeDocument/2006/relationships/image" Target="../media/image208.wmf"/><Relationship Id="rId7" Type="http://schemas.openxmlformats.org/officeDocument/2006/relationships/oleObject" Target="../embeddings/oleObject212.bin"/><Relationship Id="rId6" Type="http://schemas.openxmlformats.org/officeDocument/2006/relationships/image" Target="../media/image207.wmf"/><Relationship Id="rId5" Type="http://schemas.openxmlformats.org/officeDocument/2006/relationships/oleObject" Target="../embeddings/oleObject211.bin"/><Relationship Id="rId4" Type="http://schemas.openxmlformats.org/officeDocument/2006/relationships/image" Target="../media/image206.wmf"/><Relationship Id="rId3" Type="http://schemas.openxmlformats.org/officeDocument/2006/relationships/oleObject" Target="../embeddings/oleObject210.bin"/><Relationship Id="rId27" Type="http://schemas.openxmlformats.org/officeDocument/2006/relationships/vmlDrawing" Target="../drawings/vmlDrawing18.vml"/><Relationship Id="rId26" Type="http://schemas.openxmlformats.org/officeDocument/2006/relationships/slideLayout" Target="../slideLayouts/slideLayout18.xml"/><Relationship Id="rId25" Type="http://schemas.openxmlformats.org/officeDocument/2006/relationships/image" Target="../media/image216.wmf"/><Relationship Id="rId24" Type="http://schemas.openxmlformats.org/officeDocument/2006/relationships/oleObject" Target="../embeddings/oleObject221.bin"/><Relationship Id="rId23" Type="http://schemas.openxmlformats.org/officeDocument/2006/relationships/image" Target="../media/image215.wmf"/><Relationship Id="rId22" Type="http://schemas.openxmlformats.org/officeDocument/2006/relationships/oleObject" Target="../embeddings/oleObject220.bin"/><Relationship Id="rId21" Type="http://schemas.openxmlformats.org/officeDocument/2006/relationships/image" Target="../media/image214.wmf"/><Relationship Id="rId20" Type="http://schemas.openxmlformats.org/officeDocument/2006/relationships/oleObject" Target="../embeddings/oleObject219.bin"/><Relationship Id="rId2" Type="http://schemas.openxmlformats.org/officeDocument/2006/relationships/image" Target="../media/image205.wmf"/><Relationship Id="rId19" Type="http://schemas.openxmlformats.org/officeDocument/2006/relationships/image" Target="../media/image213.wmf"/><Relationship Id="rId18" Type="http://schemas.openxmlformats.org/officeDocument/2006/relationships/oleObject" Target="../embeddings/oleObject218.bin"/><Relationship Id="rId17" Type="http://schemas.openxmlformats.org/officeDocument/2006/relationships/image" Target="../media/image212.wmf"/><Relationship Id="rId16" Type="http://schemas.openxmlformats.org/officeDocument/2006/relationships/oleObject" Target="../embeddings/oleObject217.bin"/><Relationship Id="rId15" Type="http://schemas.openxmlformats.org/officeDocument/2006/relationships/oleObject" Target="../embeddings/oleObject216.bin"/><Relationship Id="rId14" Type="http://schemas.openxmlformats.org/officeDocument/2006/relationships/image" Target="../media/image211.wmf"/><Relationship Id="rId13" Type="http://schemas.openxmlformats.org/officeDocument/2006/relationships/oleObject" Target="../embeddings/oleObject215.bin"/><Relationship Id="rId12" Type="http://schemas.openxmlformats.org/officeDocument/2006/relationships/image" Target="../media/image210.wmf"/><Relationship Id="rId11" Type="http://schemas.openxmlformats.org/officeDocument/2006/relationships/oleObject" Target="../embeddings/oleObject214.bin"/><Relationship Id="rId10" Type="http://schemas.openxmlformats.org/officeDocument/2006/relationships/image" Target="../media/image209.wmf"/><Relationship Id="rId1" Type="http://schemas.openxmlformats.org/officeDocument/2006/relationships/oleObject" Target="../embeddings/oleObject209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6.bin"/><Relationship Id="rId8" Type="http://schemas.openxmlformats.org/officeDocument/2006/relationships/image" Target="../media/image220.wmf"/><Relationship Id="rId7" Type="http://schemas.openxmlformats.org/officeDocument/2006/relationships/oleObject" Target="../embeddings/oleObject225.bin"/><Relationship Id="rId6" Type="http://schemas.openxmlformats.org/officeDocument/2006/relationships/image" Target="../media/image219.wmf"/><Relationship Id="rId5" Type="http://schemas.openxmlformats.org/officeDocument/2006/relationships/oleObject" Target="../embeddings/oleObject224.bin"/><Relationship Id="rId4" Type="http://schemas.openxmlformats.org/officeDocument/2006/relationships/image" Target="../media/image218.wmf"/><Relationship Id="rId3" Type="http://schemas.openxmlformats.org/officeDocument/2006/relationships/oleObject" Target="../embeddings/oleObject223.bin"/><Relationship Id="rId2" Type="http://schemas.openxmlformats.org/officeDocument/2006/relationships/image" Target="../media/image217.wmf"/><Relationship Id="rId16" Type="http://schemas.openxmlformats.org/officeDocument/2006/relationships/vmlDrawing" Target="../drawings/vmlDrawing19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223.wmf"/><Relationship Id="rId13" Type="http://schemas.openxmlformats.org/officeDocument/2006/relationships/oleObject" Target="../embeddings/oleObject228.bin"/><Relationship Id="rId12" Type="http://schemas.openxmlformats.org/officeDocument/2006/relationships/image" Target="../media/image222.wmf"/><Relationship Id="rId11" Type="http://schemas.openxmlformats.org/officeDocument/2006/relationships/oleObject" Target="../embeddings/oleObject227.bin"/><Relationship Id="rId10" Type="http://schemas.openxmlformats.org/officeDocument/2006/relationships/image" Target="../media/image221.wmf"/><Relationship Id="rId1" Type="http://schemas.openxmlformats.org/officeDocument/2006/relationships/oleObject" Target="../embeddings/oleObject22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26.wmf"/><Relationship Id="rId5" Type="http://schemas.openxmlformats.org/officeDocument/2006/relationships/oleObject" Target="../embeddings/oleObject231.bin"/><Relationship Id="rId4" Type="http://schemas.openxmlformats.org/officeDocument/2006/relationships/image" Target="../media/image225.wmf"/><Relationship Id="rId3" Type="http://schemas.openxmlformats.org/officeDocument/2006/relationships/oleObject" Target="../embeddings/oleObject230.bin"/><Relationship Id="rId2" Type="http://schemas.openxmlformats.org/officeDocument/2006/relationships/image" Target="../media/image224.wmf"/><Relationship Id="rId1" Type="http://schemas.openxmlformats.org/officeDocument/2006/relationships/oleObject" Target="../embeddings/oleObject229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6.bin"/><Relationship Id="rId8" Type="http://schemas.openxmlformats.org/officeDocument/2006/relationships/image" Target="../media/image230.wmf"/><Relationship Id="rId7" Type="http://schemas.openxmlformats.org/officeDocument/2006/relationships/oleObject" Target="../embeddings/oleObject235.bin"/><Relationship Id="rId6" Type="http://schemas.openxmlformats.org/officeDocument/2006/relationships/image" Target="../media/image229.wmf"/><Relationship Id="rId5" Type="http://schemas.openxmlformats.org/officeDocument/2006/relationships/oleObject" Target="../embeddings/oleObject234.bin"/><Relationship Id="rId4" Type="http://schemas.openxmlformats.org/officeDocument/2006/relationships/image" Target="../media/image228.wmf"/><Relationship Id="rId3" Type="http://schemas.openxmlformats.org/officeDocument/2006/relationships/oleObject" Target="../embeddings/oleObject233.bin"/><Relationship Id="rId2" Type="http://schemas.openxmlformats.org/officeDocument/2006/relationships/image" Target="../media/image227.wmf"/><Relationship Id="rId18" Type="http://schemas.openxmlformats.org/officeDocument/2006/relationships/vmlDrawing" Target="../drawings/vmlDrawing21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34.wmf"/><Relationship Id="rId15" Type="http://schemas.openxmlformats.org/officeDocument/2006/relationships/oleObject" Target="../embeddings/oleObject239.bin"/><Relationship Id="rId14" Type="http://schemas.openxmlformats.org/officeDocument/2006/relationships/image" Target="../media/image233.wmf"/><Relationship Id="rId13" Type="http://schemas.openxmlformats.org/officeDocument/2006/relationships/oleObject" Target="../embeddings/oleObject238.bin"/><Relationship Id="rId12" Type="http://schemas.openxmlformats.org/officeDocument/2006/relationships/image" Target="../media/image232.wmf"/><Relationship Id="rId11" Type="http://schemas.openxmlformats.org/officeDocument/2006/relationships/oleObject" Target="../embeddings/oleObject237.bin"/><Relationship Id="rId10" Type="http://schemas.openxmlformats.org/officeDocument/2006/relationships/image" Target="../media/image231.wmf"/><Relationship Id="rId1" Type="http://schemas.openxmlformats.org/officeDocument/2006/relationships/oleObject" Target="../embeddings/oleObject232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4.bin"/><Relationship Id="rId8" Type="http://schemas.openxmlformats.org/officeDocument/2006/relationships/image" Target="../media/image238.wmf"/><Relationship Id="rId7" Type="http://schemas.openxmlformats.org/officeDocument/2006/relationships/oleObject" Target="../embeddings/oleObject243.bin"/><Relationship Id="rId6" Type="http://schemas.openxmlformats.org/officeDocument/2006/relationships/image" Target="../media/image237.wmf"/><Relationship Id="rId5" Type="http://schemas.openxmlformats.org/officeDocument/2006/relationships/oleObject" Target="../embeddings/oleObject242.bin"/><Relationship Id="rId4" Type="http://schemas.openxmlformats.org/officeDocument/2006/relationships/image" Target="../media/image236.wmf"/><Relationship Id="rId3" Type="http://schemas.openxmlformats.org/officeDocument/2006/relationships/oleObject" Target="../embeddings/oleObject241.bin"/><Relationship Id="rId23" Type="http://schemas.openxmlformats.org/officeDocument/2006/relationships/vmlDrawing" Target="../drawings/vmlDrawing22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244.wmf"/><Relationship Id="rId20" Type="http://schemas.openxmlformats.org/officeDocument/2006/relationships/oleObject" Target="../embeddings/oleObject250.bin"/><Relationship Id="rId2" Type="http://schemas.openxmlformats.org/officeDocument/2006/relationships/image" Target="../media/image235.wmf"/><Relationship Id="rId19" Type="http://schemas.openxmlformats.org/officeDocument/2006/relationships/image" Target="../media/image243.wmf"/><Relationship Id="rId18" Type="http://schemas.openxmlformats.org/officeDocument/2006/relationships/oleObject" Target="../embeddings/oleObject249.bin"/><Relationship Id="rId17" Type="http://schemas.openxmlformats.org/officeDocument/2006/relationships/image" Target="../media/image242.wmf"/><Relationship Id="rId16" Type="http://schemas.openxmlformats.org/officeDocument/2006/relationships/oleObject" Target="../embeddings/oleObject248.bin"/><Relationship Id="rId15" Type="http://schemas.openxmlformats.org/officeDocument/2006/relationships/image" Target="../media/image241.wmf"/><Relationship Id="rId14" Type="http://schemas.openxmlformats.org/officeDocument/2006/relationships/oleObject" Target="../embeddings/oleObject247.bin"/><Relationship Id="rId13" Type="http://schemas.openxmlformats.org/officeDocument/2006/relationships/image" Target="../media/image240.wmf"/><Relationship Id="rId12" Type="http://schemas.openxmlformats.org/officeDocument/2006/relationships/oleObject" Target="../embeddings/oleObject246.bin"/><Relationship Id="rId11" Type="http://schemas.openxmlformats.org/officeDocument/2006/relationships/oleObject" Target="../embeddings/oleObject245.bin"/><Relationship Id="rId10" Type="http://schemas.openxmlformats.org/officeDocument/2006/relationships/image" Target="../media/image239.wmf"/><Relationship Id="rId1" Type="http://schemas.openxmlformats.org/officeDocument/2006/relationships/oleObject" Target="../embeddings/oleObject240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48.wmf"/><Relationship Id="rId7" Type="http://schemas.openxmlformats.org/officeDocument/2006/relationships/oleObject" Target="../embeddings/oleObject254.bin"/><Relationship Id="rId6" Type="http://schemas.openxmlformats.org/officeDocument/2006/relationships/image" Target="../media/image247.wmf"/><Relationship Id="rId5" Type="http://schemas.openxmlformats.org/officeDocument/2006/relationships/oleObject" Target="../embeddings/oleObject253.bin"/><Relationship Id="rId4" Type="http://schemas.openxmlformats.org/officeDocument/2006/relationships/image" Target="../media/image246.wmf"/><Relationship Id="rId3" Type="http://schemas.openxmlformats.org/officeDocument/2006/relationships/oleObject" Target="../embeddings/oleObject252.bin"/><Relationship Id="rId2" Type="http://schemas.openxmlformats.org/officeDocument/2006/relationships/image" Target="../media/image245.wmf"/><Relationship Id="rId10" Type="http://schemas.openxmlformats.org/officeDocument/2006/relationships/vmlDrawing" Target="../drawings/vmlDrawing23.vml"/><Relationship Id="rId1" Type="http://schemas.openxmlformats.org/officeDocument/2006/relationships/oleObject" Target="../embeddings/oleObject251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9.bin"/><Relationship Id="rId8" Type="http://schemas.openxmlformats.org/officeDocument/2006/relationships/image" Target="../media/image252.wmf"/><Relationship Id="rId7" Type="http://schemas.openxmlformats.org/officeDocument/2006/relationships/oleObject" Target="../embeddings/oleObject258.bin"/><Relationship Id="rId6" Type="http://schemas.openxmlformats.org/officeDocument/2006/relationships/image" Target="../media/image251.wmf"/><Relationship Id="rId5" Type="http://schemas.openxmlformats.org/officeDocument/2006/relationships/oleObject" Target="../embeddings/oleObject257.bin"/><Relationship Id="rId4" Type="http://schemas.openxmlformats.org/officeDocument/2006/relationships/image" Target="../media/image250.wmf"/><Relationship Id="rId3" Type="http://schemas.openxmlformats.org/officeDocument/2006/relationships/oleObject" Target="../embeddings/oleObject256.bin"/><Relationship Id="rId29" Type="http://schemas.openxmlformats.org/officeDocument/2006/relationships/vmlDrawing" Target="../drawings/vmlDrawing24.vml"/><Relationship Id="rId28" Type="http://schemas.openxmlformats.org/officeDocument/2006/relationships/slideLayout" Target="../slideLayouts/slideLayout18.xml"/><Relationship Id="rId27" Type="http://schemas.openxmlformats.org/officeDocument/2006/relationships/image" Target="../media/image261.wmf"/><Relationship Id="rId26" Type="http://schemas.openxmlformats.org/officeDocument/2006/relationships/oleObject" Target="../embeddings/oleObject267.bin"/><Relationship Id="rId25" Type="http://schemas.openxmlformats.org/officeDocument/2006/relationships/image" Target="../media/image260.wmf"/><Relationship Id="rId24" Type="http://schemas.openxmlformats.org/officeDocument/2006/relationships/oleObject" Target="../embeddings/oleObject266.bin"/><Relationship Id="rId23" Type="http://schemas.openxmlformats.org/officeDocument/2006/relationships/image" Target="../media/image259.wmf"/><Relationship Id="rId22" Type="http://schemas.openxmlformats.org/officeDocument/2006/relationships/oleObject" Target="../embeddings/oleObject265.bin"/><Relationship Id="rId21" Type="http://schemas.openxmlformats.org/officeDocument/2006/relationships/image" Target="../media/image258.wmf"/><Relationship Id="rId20" Type="http://schemas.openxmlformats.org/officeDocument/2006/relationships/oleObject" Target="../embeddings/oleObject264.bin"/><Relationship Id="rId2" Type="http://schemas.openxmlformats.org/officeDocument/2006/relationships/image" Target="../media/image249.wmf"/><Relationship Id="rId19" Type="http://schemas.openxmlformats.org/officeDocument/2006/relationships/image" Target="../media/image257.wmf"/><Relationship Id="rId18" Type="http://schemas.openxmlformats.org/officeDocument/2006/relationships/oleObject" Target="../embeddings/oleObject263.bin"/><Relationship Id="rId17" Type="http://schemas.openxmlformats.org/officeDocument/2006/relationships/image" Target="../media/image256.wmf"/><Relationship Id="rId16" Type="http://schemas.openxmlformats.org/officeDocument/2006/relationships/oleObject" Target="../embeddings/oleObject262.bin"/><Relationship Id="rId15" Type="http://schemas.openxmlformats.org/officeDocument/2006/relationships/image" Target="../media/image255.wmf"/><Relationship Id="rId14" Type="http://schemas.openxmlformats.org/officeDocument/2006/relationships/oleObject" Target="../embeddings/oleObject261.bin"/><Relationship Id="rId13" Type="http://schemas.openxmlformats.org/officeDocument/2006/relationships/slide" Target="slide8.xml"/><Relationship Id="rId12" Type="http://schemas.openxmlformats.org/officeDocument/2006/relationships/image" Target="../media/image254.wmf"/><Relationship Id="rId11" Type="http://schemas.openxmlformats.org/officeDocument/2006/relationships/oleObject" Target="../embeddings/oleObject260.bin"/><Relationship Id="rId10" Type="http://schemas.openxmlformats.org/officeDocument/2006/relationships/image" Target="../media/image253.wmf"/><Relationship Id="rId1" Type="http://schemas.openxmlformats.org/officeDocument/2006/relationships/oleObject" Target="../embeddings/oleObject255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2.bin"/><Relationship Id="rId8" Type="http://schemas.openxmlformats.org/officeDocument/2006/relationships/image" Target="../media/image265.wmf"/><Relationship Id="rId7" Type="http://schemas.openxmlformats.org/officeDocument/2006/relationships/oleObject" Target="../embeddings/oleObject271.bin"/><Relationship Id="rId6" Type="http://schemas.openxmlformats.org/officeDocument/2006/relationships/image" Target="../media/image264.wmf"/><Relationship Id="rId5" Type="http://schemas.openxmlformats.org/officeDocument/2006/relationships/oleObject" Target="../embeddings/oleObject270.bin"/><Relationship Id="rId4" Type="http://schemas.openxmlformats.org/officeDocument/2006/relationships/image" Target="../media/image263.wmf"/><Relationship Id="rId3" Type="http://schemas.openxmlformats.org/officeDocument/2006/relationships/oleObject" Target="../embeddings/oleObject269.bin"/><Relationship Id="rId2" Type="http://schemas.openxmlformats.org/officeDocument/2006/relationships/image" Target="../media/image262.wmf"/><Relationship Id="rId18" Type="http://schemas.openxmlformats.org/officeDocument/2006/relationships/vmlDrawing" Target="../drawings/vmlDrawing25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69.wmf"/><Relationship Id="rId15" Type="http://schemas.openxmlformats.org/officeDocument/2006/relationships/oleObject" Target="../embeddings/oleObject275.bin"/><Relationship Id="rId14" Type="http://schemas.openxmlformats.org/officeDocument/2006/relationships/image" Target="../media/image268.wmf"/><Relationship Id="rId13" Type="http://schemas.openxmlformats.org/officeDocument/2006/relationships/oleObject" Target="../embeddings/oleObject274.bin"/><Relationship Id="rId12" Type="http://schemas.openxmlformats.org/officeDocument/2006/relationships/image" Target="../media/image267.wmf"/><Relationship Id="rId11" Type="http://schemas.openxmlformats.org/officeDocument/2006/relationships/oleObject" Target="../embeddings/oleObject273.bin"/><Relationship Id="rId10" Type="http://schemas.openxmlformats.org/officeDocument/2006/relationships/image" Target="../media/image266.wmf"/><Relationship Id="rId1" Type="http://schemas.openxmlformats.org/officeDocument/2006/relationships/oleObject" Target="../embeddings/oleObject268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0.bin"/><Relationship Id="rId8" Type="http://schemas.openxmlformats.org/officeDocument/2006/relationships/image" Target="../media/image273.wmf"/><Relationship Id="rId7" Type="http://schemas.openxmlformats.org/officeDocument/2006/relationships/oleObject" Target="../embeddings/oleObject279.bin"/><Relationship Id="rId6" Type="http://schemas.openxmlformats.org/officeDocument/2006/relationships/image" Target="../media/image272.wmf"/><Relationship Id="rId5" Type="http://schemas.openxmlformats.org/officeDocument/2006/relationships/oleObject" Target="../embeddings/oleObject278.bin"/><Relationship Id="rId4" Type="http://schemas.openxmlformats.org/officeDocument/2006/relationships/image" Target="../media/image271.wmf"/><Relationship Id="rId3" Type="http://schemas.openxmlformats.org/officeDocument/2006/relationships/oleObject" Target="../embeddings/oleObject277.bin"/><Relationship Id="rId2" Type="http://schemas.openxmlformats.org/officeDocument/2006/relationships/image" Target="../media/image270.emf"/><Relationship Id="rId16" Type="http://schemas.openxmlformats.org/officeDocument/2006/relationships/vmlDrawing" Target="../drawings/vmlDrawing26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276.wmf"/><Relationship Id="rId13" Type="http://schemas.openxmlformats.org/officeDocument/2006/relationships/oleObject" Target="../embeddings/oleObject282.bin"/><Relationship Id="rId12" Type="http://schemas.openxmlformats.org/officeDocument/2006/relationships/image" Target="../media/image275.wmf"/><Relationship Id="rId11" Type="http://schemas.openxmlformats.org/officeDocument/2006/relationships/oleObject" Target="../embeddings/oleObject281.bin"/><Relationship Id="rId10" Type="http://schemas.openxmlformats.org/officeDocument/2006/relationships/image" Target="../media/image274.wmf"/><Relationship Id="rId1" Type="http://schemas.openxmlformats.org/officeDocument/2006/relationships/oleObject" Target="../embeddings/oleObject276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80.wmf"/><Relationship Id="rId7" Type="http://schemas.openxmlformats.org/officeDocument/2006/relationships/oleObject" Target="../embeddings/oleObject286.bin"/><Relationship Id="rId6" Type="http://schemas.openxmlformats.org/officeDocument/2006/relationships/image" Target="../media/image279.wmf"/><Relationship Id="rId5" Type="http://schemas.openxmlformats.org/officeDocument/2006/relationships/oleObject" Target="../embeddings/oleObject285.bin"/><Relationship Id="rId4" Type="http://schemas.openxmlformats.org/officeDocument/2006/relationships/image" Target="../media/image278.wmf"/><Relationship Id="rId3" Type="http://schemas.openxmlformats.org/officeDocument/2006/relationships/oleObject" Target="../embeddings/oleObject284.bin"/><Relationship Id="rId2" Type="http://schemas.openxmlformats.org/officeDocument/2006/relationships/image" Target="../media/image277.wmf"/><Relationship Id="rId10" Type="http://schemas.openxmlformats.org/officeDocument/2006/relationships/vmlDrawing" Target="../drawings/vmlDrawing27.vml"/><Relationship Id="rId1" Type="http://schemas.openxmlformats.org/officeDocument/2006/relationships/oleObject" Target="../embeddings/oleObject283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1.bin"/><Relationship Id="rId8" Type="http://schemas.openxmlformats.org/officeDocument/2006/relationships/image" Target="../media/image284.wmf"/><Relationship Id="rId7" Type="http://schemas.openxmlformats.org/officeDocument/2006/relationships/oleObject" Target="../embeddings/oleObject290.bin"/><Relationship Id="rId6" Type="http://schemas.openxmlformats.org/officeDocument/2006/relationships/image" Target="../media/image283.wmf"/><Relationship Id="rId5" Type="http://schemas.openxmlformats.org/officeDocument/2006/relationships/oleObject" Target="../embeddings/oleObject289.bin"/><Relationship Id="rId4" Type="http://schemas.openxmlformats.org/officeDocument/2006/relationships/image" Target="../media/image282.wmf"/><Relationship Id="rId3" Type="http://schemas.openxmlformats.org/officeDocument/2006/relationships/oleObject" Target="../embeddings/oleObject288.bin"/><Relationship Id="rId24" Type="http://schemas.openxmlformats.org/officeDocument/2006/relationships/vmlDrawing" Target="../drawings/vmlDrawing28.vml"/><Relationship Id="rId23" Type="http://schemas.openxmlformats.org/officeDocument/2006/relationships/slideLayout" Target="../slideLayouts/slideLayout17.xml"/><Relationship Id="rId22" Type="http://schemas.openxmlformats.org/officeDocument/2006/relationships/image" Target="../media/image291.wmf"/><Relationship Id="rId21" Type="http://schemas.openxmlformats.org/officeDocument/2006/relationships/oleObject" Target="../embeddings/oleObject297.bin"/><Relationship Id="rId20" Type="http://schemas.openxmlformats.org/officeDocument/2006/relationships/image" Target="../media/image290.wmf"/><Relationship Id="rId2" Type="http://schemas.openxmlformats.org/officeDocument/2006/relationships/image" Target="../media/image281.wmf"/><Relationship Id="rId19" Type="http://schemas.openxmlformats.org/officeDocument/2006/relationships/oleObject" Target="../embeddings/oleObject296.bin"/><Relationship Id="rId18" Type="http://schemas.openxmlformats.org/officeDocument/2006/relationships/image" Target="../media/image289.wmf"/><Relationship Id="rId17" Type="http://schemas.openxmlformats.org/officeDocument/2006/relationships/oleObject" Target="../embeddings/oleObject295.bin"/><Relationship Id="rId16" Type="http://schemas.openxmlformats.org/officeDocument/2006/relationships/image" Target="../media/image288.wmf"/><Relationship Id="rId15" Type="http://schemas.openxmlformats.org/officeDocument/2006/relationships/oleObject" Target="../embeddings/oleObject294.bin"/><Relationship Id="rId14" Type="http://schemas.openxmlformats.org/officeDocument/2006/relationships/image" Target="../media/image287.wmf"/><Relationship Id="rId13" Type="http://schemas.openxmlformats.org/officeDocument/2006/relationships/oleObject" Target="../embeddings/oleObject293.bin"/><Relationship Id="rId12" Type="http://schemas.openxmlformats.org/officeDocument/2006/relationships/image" Target="../media/image286.wmf"/><Relationship Id="rId11" Type="http://schemas.openxmlformats.org/officeDocument/2006/relationships/oleObject" Target="../embeddings/oleObject292.bin"/><Relationship Id="rId10" Type="http://schemas.openxmlformats.org/officeDocument/2006/relationships/image" Target="../media/image285.wmf"/><Relationship Id="rId1" Type="http://schemas.openxmlformats.org/officeDocument/2006/relationships/oleObject" Target="../embeddings/oleObject287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2.bin"/><Relationship Id="rId8" Type="http://schemas.openxmlformats.org/officeDocument/2006/relationships/image" Target="../media/image295.wmf"/><Relationship Id="rId7" Type="http://schemas.openxmlformats.org/officeDocument/2006/relationships/oleObject" Target="../embeddings/oleObject301.bin"/><Relationship Id="rId6" Type="http://schemas.openxmlformats.org/officeDocument/2006/relationships/image" Target="../media/image294.wmf"/><Relationship Id="rId5" Type="http://schemas.openxmlformats.org/officeDocument/2006/relationships/oleObject" Target="../embeddings/oleObject300.bin"/><Relationship Id="rId4" Type="http://schemas.openxmlformats.org/officeDocument/2006/relationships/image" Target="../media/image293.wmf"/><Relationship Id="rId30" Type="http://schemas.openxmlformats.org/officeDocument/2006/relationships/vmlDrawing" Target="../drawings/vmlDrawing29.vml"/><Relationship Id="rId3" Type="http://schemas.openxmlformats.org/officeDocument/2006/relationships/oleObject" Target="../embeddings/oleObject299.bin"/><Relationship Id="rId29" Type="http://schemas.openxmlformats.org/officeDocument/2006/relationships/slideLayout" Target="../slideLayouts/slideLayout17.xml"/><Relationship Id="rId28" Type="http://schemas.openxmlformats.org/officeDocument/2006/relationships/image" Target="../media/image305.wmf"/><Relationship Id="rId27" Type="http://schemas.openxmlformats.org/officeDocument/2006/relationships/oleObject" Target="../embeddings/oleObject311.bin"/><Relationship Id="rId26" Type="http://schemas.openxmlformats.org/officeDocument/2006/relationships/image" Target="../media/image304.wmf"/><Relationship Id="rId25" Type="http://schemas.openxmlformats.org/officeDocument/2006/relationships/oleObject" Target="../embeddings/oleObject310.bin"/><Relationship Id="rId24" Type="http://schemas.openxmlformats.org/officeDocument/2006/relationships/image" Target="../media/image303.wmf"/><Relationship Id="rId23" Type="http://schemas.openxmlformats.org/officeDocument/2006/relationships/oleObject" Target="../embeddings/oleObject309.bin"/><Relationship Id="rId22" Type="http://schemas.openxmlformats.org/officeDocument/2006/relationships/image" Target="../media/image302.wmf"/><Relationship Id="rId21" Type="http://schemas.openxmlformats.org/officeDocument/2006/relationships/oleObject" Target="../embeddings/oleObject308.bin"/><Relationship Id="rId20" Type="http://schemas.openxmlformats.org/officeDocument/2006/relationships/image" Target="../media/image301.wmf"/><Relationship Id="rId2" Type="http://schemas.openxmlformats.org/officeDocument/2006/relationships/image" Target="../media/image292.wmf"/><Relationship Id="rId19" Type="http://schemas.openxmlformats.org/officeDocument/2006/relationships/oleObject" Target="../embeddings/oleObject307.bin"/><Relationship Id="rId18" Type="http://schemas.openxmlformats.org/officeDocument/2006/relationships/image" Target="../media/image300.wmf"/><Relationship Id="rId17" Type="http://schemas.openxmlformats.org/officeDocument/2006/relationships/oleObject" Target="../embeddings/oleObject306.bin"/><Relationship Id="rId16" Type="http://schemas.openxmlformats.org/officeDocument/2006/relationships/image" Target="../media/image299.wmf"/><Relationship Id="rId15" Type="http://schemas.openxmlformats.org/officeDocument/2006/relationships/oleObject" Target="../embeddings/oleObject305.bin"/><Relationship Id="rId14" Type="http://schemas.openxmlformats.org/officeDocument/2006/relationships/image" Target="../media/image298.wmf"/><Relationship Id="rId13" Type="http://schemas.openxmlformats.org/officeDocument/2006/relationships/oleObject" Target="../embeddings/oleObject304.bin"/><Relationship Id="rId12" Type="http://schemas.openxmlformats.org/officeDocument/2006/relationships/image" Target="../media/image297.wmf"/><Relationship Id="rId11" Type="http://schemas.openxmlformats.org/officeDocument/2006/relationships/oleObject" Target="../embeddings/oleObject303.bin"/><Relationship Id="rId10" Type="http://schemas.openxmlformats.org/officeDocument/2006/relationships/image" Target="../media/image296.wmf"/><Relationship Id="rId1" Type="http://schemas.openxmlformats.org/officeDocument/2006/relationships/oleObject" Target="../embeddings/oleObject298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6.bin"/><Relationship Id="rId8" Type="http://schemas.openxmlformats.org/officeDocument/2006/relationships/image" Target="../media/image309.wmf"/><Relationship Id="rId7" Type="http://schemas.openxmlformats.org/officeDocument/2006/relationships/oleObject" Target="../embeddings/oleObject315.bin"/><Relationship Id="rId6" Type="http://schemas.openxmlformats.org/officeDocument/2006/relationships/image" Target="../media/image308.wmf"/><Relationship Id="rId5" Type="http://schemas.openxmlformats.org/officeDocument/2006/relationships/oleObject" Target="../embeddings/oleObject314.bin"/><Relationship Id="rId4" Type="http://schemas.openxmlformats.org/officeDocument/2006/relationships/image" Target="../media/image307.wmf"/><Relationship Id="rId3" Type="http://schemas.openxmlformats.org/officeDocument/2006/relationships/oleObject" Target="../embeddings/oleObject313.bin"/><Relationship Id="rId2" Type="http://schemas.openxmlformats.org/officeDocument/2006/relationships/image" Target="../media/image306.wmf"/><Relationship Id="rId16" Type="http://schemas.openxmlformats.org/officeDocument/2006/relationships/vmlDrawing" Target="../drawings/vmlDrawing30.vml"/><Relationship Id="rId15" Type="http://schemas.openxmlformats.org/officeDocument/2006/relationships/slideLayout" Target="../slideLayouts/slideLayout17.xml"/><Relationship Id="rId14" Type="http://schemas.openxmlformats.org/officeDocument/2006/relationships/image" Target="../media/image312.wmf"/><Relationship Id="rId13" Type="http://schemas.openxmlformats.org/officeDocument/2006/relationships/oleObject" Target="../embeddings/oleObject318.bin"/><Relationship Id="rId12" Type="http://schemas.openxmlformats.org/officeDocument/2006/relationships/image" Target="../media/image311.wmf"/><Relationship Id="rId11" Type="http://schemas.openxmlformats.org/officeDocument/2006/relationships/oleObject" Target="../embeddings/oleObject317.bin"/><Relationship Id="rId10" Type="http://schemas.openxmlformats.org/officeDocument/2006/relationships/image" Target="../media/image310.wmf"/><Relationship Id="rId1" Type="http://schemas.openxmlformats.org/officeDocument/2006/relationships/oleObject" Target="../embeddings/oleObject312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3.bin"/><Relationship Id="rId8" Type="http://schemas.openxmlformats.org/officeDocument/2006/relationships/image" Target="../media/image316.wmf"/><Relationship Id="rId7" Type="http://schemas.openxmlformats.org/officeDocument/2006/relationships/oleObject" Target="../embeddings/oleObject322.bin"/><Relationship Id="rId6" Type="http://schemas.openxmlformats.org/officeDocument/2006/relationships/image" Target="../media/image315.wmf"/><Relationship Id="rId5" Type="http://schemas.openxmlformats.org/officeDocument/2006/relationships/oleObject" Target="../embeddings/oleObject321.bin"/><Relationship Id="rId4" Type="http://schemas.openxmlformats.org/officeDocument/2006/relationships/image" Target="../media/image314.wmf"/><Relationship Id="rId3" Type="http://schemas.openxmlformats.org/officeDocument/2006/relationships/oleObject" Target="../embeddings/oleObject320.bin"/><Relationship Id="rId2" Type="http://schemas.openxmlformats.org/officeDocument/2006/relationships/image" Target="../media/image313.wmf"/><Relationship Id="rId18" Type="http://schemas.openxmlformats.org/officeDocument/2006/relationships/vmlDrawing" Target="../drawings/vmlDrawing31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320.wmf"/><Relationship Id="rId15" Type="http://schemas.openxmlformats.org/officeDocument/2006/relationships/oleObject" Target="../embeddings/oleObject326.bin"/><Relationship Id="rId14" Type="http://schemas.openxmlformats.org/officeDocument/2006/relationships/image" Target="../media/image319.wmf"/><Relationship Id="rId13" Type="http://schemas.openxmlformats.org/officeDocument/2006/relationships/oleObject" Target="../embeddings/oleObject325.bin"/><Relationship Id="rId12" Type="http://schemas.openxmlformats.org/officeDocument/2006/relationships/image" Target="../media/image318.wmf"/><Relationship Id="rId11" Type="http://schemas.openxmlformats.org/officeDocument/2006/relationships/oleObject" Target="../embeddings/oleObject324.bin"/><Relationship Id="rId10" Type="http://schemas.openxmlformats.org/officeDocument/2006/relationships/image" Target="../media/image317.wmf"/><Relationship Id="rId1" Type="http://schemas.openxmlformats.org/officeDocument/2006/relationships/oleObject" Target="../embeddings/oleObject319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1.bin"/><Relationship Id="rId8" Type="http://schemas.openxmlformats.org/officeDocument/2006/relationships/image" Target="../media/image324.emf"/><Relationship Id="rId7" Type="http://schemas.openxmlformats.org/officeDocument/2006/relationships/oleObject" Target="../embeddings/oleObject330.bin"/><Relationship Id="rId6" Type="http://schemas.openxmlformats.org/officeDocument/2006/relationships/image" Target="../media/image323.wmf"/><Relationship Id="rId5" Type="http://schemas.openxmlformats.org/officeDocument/2006/relationships/oleObject" Target="../embeddings/oleObject329.bin"/><Relationship Id="rId4" Type="http://schemas.openxmlformats.org/officeDocument/2006/relationships/image" Target="../media/image322.wmf"/><Relationship Id="rId3" Type="http://schemas.openxmlformats.org/officeDocument/2006/relationships/oleObject" Target="../embeddings/oleObject328.bin"/><Relationship Id="rId24" Type="http://schemas.openxmlformats.org/officeDocument/2006/relationships/vmlDrawing" Target="../drawings/vmlDrawing32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331.wmf"/><Relationship Id="rId21" Type="http://schemas.openxmlformats.org/officeDocument/2006/relationships/oleObject" Target="../embeddings/oleObject337.bin"/><Relationship Id="rId20" Type="http://schemas.openxmlformats.org/officeDocument/2006/relationships/image" Target="../media/image330.wmf"/><Relationship Id="rId2" Type="http://schemas.openxmlformats.org/officeDocument/2006/relationships/image" Target="../media/image321.wmf"/><Relationship Id="rId19" Type="http://schemas.openxmlformats.org/officeDocument/2006/relationships/oleObject" Target="../embeddings/oleObject336.bin"/><Relationship Id="rId18" Type="http://schemas.openxmlformats.org/officeDocument/2006/relationships/image" Target="../media/image329.wmf"/><Relationship Id="rId17" Type="http://schemas.openxmlformats.org/officeDocument/2006/relationships/oleObject" Target="../embeddings/oleObject335.bin"/><Relationship Id="rId16" Type="http://schemas.openxmlformats.org/officeDocument/2006/relationships/image" Target="../media/image328.wmf"/><Relationship Id="rId15" Type="http://schemas.openxmlformats.org/officeDocument/2006/relationships/oleObject" Target="../embeddings/oleObject334.bin"/><Relationship Id="rId14" Type="http://schemas.openxmlformats.org/officeDocument/2006/relationships/image" Target="../media/image327.wmf"/><Relationship Id="rId13" Type="http://schemas.openxmlformats.org/officeDocument/2006/relationships/oleObject" Target="../embeddings/oleObject333.bin"/><Relationship Id="rId12" Type="http://schemas.openxmlformats.org/officeDocument/2006/relationships/image" Target="../media/image326.emf"/><Relationship Id="rId11" Type="http://schemas.openxmlformats.org/officeDocument/2006/relationships/oleObject" Target="../embeddings/oleObject332.bin"/><Relationship Id="rId10" Type="http://schemas.openxmlformats.org/officeDocument/2006/relationships/image" Target="../media/image325.emf"/><Relationship Id="rId1" Type="http://schemas.openxmlformats.org/officeDocument/2006/relationships/oleObject" Target="../embeddings/oleObject327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2.bin"/><Relationship Id="rId8" Type="http://schemas.openxmlformats.org/officeDocument/2006/relationships/image" Target="../media/image335.wmf"/><Relationship Id="rId7" Type="http://schemas.openxmlformats.org/officeDocument/2006/relationships/oleObject" Target="../embeddings/oleObject341.bin"/><Relationship Id="rId6" Type="http://schemas.openxmlformats.org/officeDocument/2006/relationships/image" Target="../media/image334.wmf"/><Relationship Id="rId5" Type="http://schemas.openxmlformats.org/officeDocument/2006/relationships/oleObject" Target="../embeddings/oleObject340.bin"/><Relationship Id="rId4" Type="http://schemas.openxmlformats.org/officeDocument/2006/relationships/image" Target="../media/image333.wmf"/><Relationship Id="rId3" Type="http://schemas.openxmlformats.org/officeDocument/2006/relationships/oleObject" Target="../embeddings/oleObject339.bin"/><Relationship Id="rId22" Type="http://schemas.openxmlformats.org/officeDocument/2006/relationships/vmlDrawing" Target="../drawings/vmlDrawing33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341.wmf"/><Relationship Id="rId2" Type="http://schemas.openxmlformats.org/officeDocument/2006/relationships/image" Target="../media/image332.wmf"/><Relationship Id="rId19" Type="http://schemas.openxmlformats.org/officeDocument/2006/relationships/oleObject" Target="../embeddings/oleObject347.bin"/><Relationship Id="rId18" Type="http://schemas.openxmlformats.org/officeDocument/2006/relationships/image" Target="../media/image340.wmf"/><Relationship Id="rId17" Type="http://schemas.openxmlformats.org/officeDocument/2006/relationships/oleObject" Target="../embeddings/oleObject346.bin"/><Relationship Id="rId16" Type="http://schemas.openxmlformats.org/officeDocument/2006/relationships/image" Target="../media/image339.wmf"/><Relationship Id="rId15" Type="http://schemas.openxmlformats.org/officeDocument/2006/relationships/oleObject" Target="../embeddings/oleObject345.bin"/><Relationship Id="rId14" Type="http://schemas.openxmlformats.org/officeDocument/2006/relationships/image" Target="../media/image338.wmf"/><Relationship Id="rId13" Type="http://schemas.openxmlformats.org/officeDocument/2006/relationships/oleObject" Target="../embeddings/oleObject344.bin"/><Relationship Id="rId12" Type="http://schemas.openxmlformats.org/officeDocument/2006/relationships/image" Target="../media/image337.wmf"/><Relationship Id="rId11" Type="http://schemas.openxmlformats.org/officeDocument/2006/relationships/oleObject" Target="../embeddings/oleObject343.bin"/><Relationship Id="rId10" Type="http://schemas.openxmlformats.org/officeDocument/2006/relationships/image" Target="../media/image336.wmf"/><Relationship Id="rId1" Type="http://schemas.openxmlformats.org/officeDocument/2006/relationships/oleObject" Target="../embeddings/oleObject338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2.bin"/><Relationship Id="rId8" Type="http://schemas.openxmlformats.org/officeDocument/2006/relationships/image" Target="../media/image345.wmf"/><Relationship Id="rId7" Type="http://schemas.openxmlformats.org/officeDocument/2006/relationships/oleObject" Target="../embeddings/oleObject351.bin"/><Relationship Id="rId6" Type="http://schemas.openxmlformats.org/officeDocument/2006/relationships/image" Target="../media/image344.wmf"/><Relationship Id="rId5" Type="http://schemas.openxmlformats.org/officeDocument/2006/relationships/oleObject" Target="../embeddings/oleObject350.bin"/><Relationship Id="rId4" Type="http://schemas.openxmlformats.org/officeDocument/2006/relationships/image" Target="../media/image343.wmf"/><Relationship Id="rId3" Type="http://schemas.openxmlformats.org/officeDocument/2006/relationships/oleObject" Target="../embeddings/oleObject349.bin"/><Relationship Id="rId2" Type="http://schemas.openxmlformats.org/officeDocument/2006/relationships/image" Target="../media/image342.wmf"/><Relationship Id="rId12" Type="http://schemas.openxmlformats.org/officeDocument/2006/relationships/vmlDrawing" Target="../drawings/vmlDrawing34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346.wmf"/><Relationship Id="rId1" Type="http://schemas.openxmlformats.org/officeDocument/2006/relationships/oleObject" Target="../embeddings/oleObject348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1.wmf"/><Relationship Id="rId8" Type="http://schemas.openxmlformats.org/officeDocument/2006/relationships/oleObject" Target="../embeddings/oleObject356.bin"/><Relationship Id="rId7" Type="http://schemas.openxmlformats.org/officeDocument/2006/relationships/image" Target="../media/image350.wmf"/><Relationship Id="rId6" Type="http://schemas.openxmlformats.org/officeDocument/2006/relationships/oleObject" Target="../embeddings/oleObject355.bin"/><Relationship Id="rId5" Type="http://schemas.openxmlformats.org/officeDocument/2006/relationships/image" Target="../media/image349.wmf"/><Relationship Id="rId4" Type="http://schemas.openxmlformats.org/officeDocument/2006/relationships/oleObject" Target="../embeddings/oleObject354.bin"/><Relationship Id="rId3" Type="http://schemas.openxmlformats.org/officeDocument/2006/relationships/image" Target="../media/image348.wmf"/><Relationship Id="rId20" Type="http://schemas.openxmlformats.org/officeDocument/2006/relationships/vmlDrawing" Target="../drawings/vmlDrawing35.vml"/><Relationship Id="rId2" Type="http://schemas.openxmlformats.org/officeDocument/2006/relationships/oleObject" Target="../embeddings/oleObject353.bin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355.wmf"/><Relationship Id="rId17" Type="http://schemas.openxmlformats.org/officeDocument/2006/relationships/oleObject" Target="../embeddings/oleObject361.bin"/><Relationship Id="rId16" Type="http://schemas.openxmlformats.org/officeDocument/2006/relationships/oleObject" Target="../embeddings/oleObject360.bin"/><Relationship Id="rId15" Type="http://schemas.openxmlformats.org/officeDocument/2006/relationships/image" Target="../media/image354.wmf"/><Relationship Id="rId14" Type="http://schemas.openxmlformats.org/officeDocument/2006/relationships/oleObject" Target="../embeddings/oleObject359.bin"/><Relationship Id="rId13" Type="http://schemas.openxmlformats.org/officeDocument/2006/relationships/image" Target="../media/image353.wmf"/><Relationship Id="rId12" Type="http://schemas.openxmlformats.org/officeDocument/2006/relationships/oleObject" Target="../embeddings/oleObject358.bin"/><Relationship Id="rId11" Type="http://schemas.openxmlformats.org/officeDocument/2006/relationships/image" Target="../media/image352.wmf"/><Relationship Id="rId10" Type="http://schemas.openxmlformats.org/officeDocument/2006/relationships/oleObject" Target="../embeddings/oleObject357.bin"/><Relationship Id="rId1" Type="http://schemas.openxmlformats.org/officeDocument/2006/relationships/image" Target="../media/image347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6.bin"/><Relationship Id="rId8" Type="http://schemas.openxmlformats.org/officeDocument/2006/relationships/image" Target="../media/image357.wmf"/><Relationship Id="rId7" Type="http://schemas.openxmlformats.org/officeDocument/2006/relationships/oleObject" Target="../embeddings/oleObject365.bin"/><Relationship Id="rId6" Type="http://schemas.openxmlformats.org/officeDocument/2006/relationships/image" Target="../media/image349.wmf"/><Relationship Id="rId5" Type="http://schemas.openxmlformats.org/officeDocument/2006/relationships/oleObject" Target="../embeddings/oleObject364.bin"/><Relationship Id="rId4" Type="http://schemas.openxmlformats.org/officeDocument/2006/relationships/image" Target="../media/image356.wmf"/><Relationship Id="rId3" Type="http://schemas.openxmlformats.org/officeDocument/2006/relationships/oleObject" Target="../embeddings/oleObject363.bin"/><Relationship Id="rId2" Type="http://schemas.openxmlformats.org/officeDocument/2006/relationships/image" Target="../media/image348.wmf"/><Relationship Id="rId12" Type="http://schemas.openxmlformats.org/officeDocument/2006/relationships/vmlDrawing" Target="../drawings/vmlDrawing36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358.wmf"/><Relationship Id="rId1" Type="http://schemas.openxmlformats.org/officeDocument/2006/relationships/oleObject" Target="../embeddings/oleObject362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1.bin"/><Relationship Id="rId8" Type="http://schemas.openxmlformats.org/officeDocument/2006/relationships/image" Target="../media/image362.wmf"/><Relationship Id="rId7" Type="http://schemas.openxmlformats.org/officeDocument/2006/relationships/oleObject" Target="../embeddings/oleObject370.bin"/><Relationship Id="rId6" Type="http://schemas.openxmlformats.org/officeDocument/2006/relationships/image" Target="../media/image361.wmf"/><Relationship Id="rId5" Type="http://schemas.openxmlformats.org/officeDocument/2006/relationships/oleObject" Target="../embeddings/oleObject369.bin"/><Relationship Id="rId4" Type="http://schemas.openxmlformats.org/officeDocument/2006/relationships/image" Target="../media/image360.wmf"/><Relationship Id="rId3" Type="http://schemas.openxmlformats.org/officeDocument/2006/relationships/oleObject" Target="../embeddings/oleObject368.bin"/><Relationship Id="rId20" Type="http://schemas.openxmlformats.org/officeDocument/2006/relationships/vmlDrawing" Target="../drawings/vmlDrawing37.vml"/><Relationship Id="rId2" Type="http://schemas.openxmlformats.org/officeDocument/2006/relationships/image" Target="../media/image359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367.wmf"/><Relationship Id="rId17" Type="http://schemas.openxmlformats.org/officeDocument/2006/relationships/oleObject" Target="../embeddings/oleObject375.bin"/><Relationship Id="rId16" Type="http://schemas.openxmlformats.org/officeDocument/2006/relationships/image" Target="../media/image366.wmf"/><Relationship Id="rId15" Type="http://schemas.openxmlformats.org/officeDocument/2006/relationships/oleObject" Target="../embeddings/oleObject374.bin"/><Relationship Id="rId14" Type="http://schemas.openxmlformats.org/officeDocument/2006/relationships/image" Target="../media/image365.wmf"/><Relationship Id="rId13" Type="http://schemas.openxmlformats.org/officeDocument/2006/relationships/oleObject" Target="../embeddings/oleObject373.bin"/><Relationship Id="rId12" Type="http://schemas.openxmlformats.org/officeDocument/2006/relationships/image" Target="../media/image364.wmf"/><Relationship Id="rId11" Type="http://schemas.openxmlformats.org/officeDocument/2006/relationships/oleObject" Target="../embeddings/oleObject372.bin"/><Relationship Id="rId10" Type="http://schemas.openxmlformats.org/officeDocument/2006/relationships/image" Target="../media/image363.wmf"/><Relationship Id="rId1" Type="http://schemas.openxmlformats.org/officeDocument/2006/relationships/oleObject" Target="../embeddings/oleObject367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0.bin"/><Relationship Id="rId8" Type="http://schemas.openxmlformats.org/officeDocument/2006/relationships/image" Target="../media/image371.wmf"/><Relationship Id="rId7" Type="http://schemas.openxmlformats.org/officeDocument/2006/relationships/oleObject" Target="../embeddings/oleObject379.bin"/><Relationship Id="rId6" Type="http://schemas.openxmlformats.org/officeDocument/2006/relationships/image" Target="../media/image370.wmf"/><Relationship Id="rId5" Type="http://schemas.openxmlformats.org/officeDocument/2006/relationships/oleObject" Target="../embeddings/oleObject378.bin"/><Relationship Id="rId4" Type="http://schemas.openxmlformats.org/officeDocument/2006/relationships/image" Target="../media/image369.wmf"/><Relationship Id="rId3" Type="http://schemas.openxmlformats.org/officeDocument/2006/relationships/oleObject" Target="../embeddings/oleObject377.bin"/><Relationship Id="rId22" Type="http://schemas.openxmlformats.org/officeDocument/2006/relationships/vmlDrawing" Target="../drawings/vmlDrawing38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377.wmf"/><Relationship Id="rId2" Type="http://schemas.openxmlformats.org/officeDocument/2006/relationships/image" Target="../media/image368.wmf"/><Relationship Id="rId19" Type="http://schemas.openxmlformats.org/officeDocument/2006/relationships/oleObject" Target="../embeddings/oleObject385.bin"/><Relationship Id="rId18" Type="http://schemas.openxmlformats.org/officeDocument/2006/relationships/image" Target="../media/image376.wmf"/><Relationship Id="rId17" Type="http://schemas.openxmlformats.org/officeDocument/2006/relationships/oleObject" Target="../embeddings/oleObject384.bin"/><Relationship Id="rId16" Type="http://schemas.openxmlformats.org/officeDocument/2006/relationships/image" Target="../media/image375.wmf"/><Relationship Id="rId15" Type="http://schemas.openxmlformats.org/officeDocument/2006/relationships/oleObject" Target="../embeddings/oleObject383.bin"/><Relationship Id="rId14" Type="http://schemas.openxmlformats.org/officeDocument/2006/relationships/image" Target="../media/image374.wmf"/><Relationship Id="rId13" Type="http://schemas.openxmlformats.org/officeDocument/2006/relationships/oleObject" Target="../embeddings/oleObject382.bin"/><Relationship Id="rId12" Type="http://schemas.openxmlformats.org/officeDocument/2006/relationships/image" Target="../media/image373.wmf"/><Relationship Id="rId11" Type="http://schemas.openxmlformats.org/officeDocument/2006/relationships/oleObject" Target="../embeddings/oleObject381.bin"/><Relationship Id="rId10" Type="http://schemas.openxmlformats.org/officeDocument/2006/relationships/image" Target="../media/image372.wmf"/><Relationship Id="rId1" Type="http://schemas.openxmlformats.org/officeDocument/2006/relationships/oleObject" Target="../embeddings/oleObject376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0.bin"/><Relationship Id="rId8" Type="http://schemas.openxmlformats.org/officeDocument/2006/relationships/image" Target="../media/image381.wmf"/><Relationship Id="rId7" Type="http://schemas.openxmlformats.org/officeDocument/2006/relationships/oleObject" Target="../embeddings/oleObject389.bin"/><Relationship Id="rId6" Type="http://schemas.openxmlformats.org/officeDocument/2006/relationships/image" Target="../media/image380.wmf"/><Relationship Id="rId5" Type="http://schemas.openxmlformats.org/officeDocument/2006/relationships/oleObject" Target="../embeddings/oleObject388.bin"/><Relationship Id="rId44" Type="http://schemas.openxmlformats.org/officeDocument/2006/relationships/vmlDrawing" Target="../drawings/vmlDrawing39.vml"/><Relationship Id="rId43" Type="http://schemas.openxmlformats.org/officeDocument/2006/relationships/slideLayout" Target="../slideLayouts/slideLayout18.xml"/><Relationship Id="rId42" Type="http://schemas.openxmlformats.org/officeDocument/2006/relationships/image" Target="../media/image398.wmf"/><Relationship Id="rId41" Type="http://schemas.openxmlformats.org/officeDocument/2006/relationships/oleObject" Target="../embeddings/oleObject406.bin"/><Relationship Id="rId40" Type="http://schemas.openxmlformats.org/officeDocument/2006/relationships/image" Target="../media/image397.wmf"/><Relationship Id="rId4" Type="http://schemas.openxmlformats.org/officeDocument/2006/relationships/image" Target="../media/image379.wmf"/><Relationship Id="rId39" Type="http://schemas.openxmlformats.org/officeDocument/2006/relationships/oleObject" Target="../embeddings/oleObject405.bin"/><Relationship Id="rId38" Type="http://schemas.openxmlformats.org/officeDocument/2006/relationships/image" Target="../media/image396.wmf"/><Relationship Id="rId37" Type="http://schemas.openxmlformats.org/officeDocument/2006/relationships/oleObject" Target="../embeddings/oleObject404.bin"/><Relationship Id="rId36" Type="http://schemas.openxmlformats.org/officeDocument/2006/relationships/image" Target="../media/image395.wmf"/><Relationship Id="rId35" Type="http://schemas.openxmlformats.org/officeDocument/2006/relationships/oleObject" Target="../embeddings/oleObject403.bin"/><Relationship Id="rId34" Type="http://schemas.openxmlformats.org/officeDocument/2006/relationships/image" Target="../media/image394.wmf"/><Relationship Id="rId33" Type="http://schemas.openxmlformats.org/officeDocument/2006/relationships/oleObject" Target="../embeddings/oleObject402.bin"/><Relationship Id="rId32" Type="http://schemas.openxmlformats.org/officeDocument/2006/relationships/image" Target="../media/image393.wmf"/><Relationship Id="rId31" Type="http://schemas.openxmlformats.org/officeDocument/2006/relationships/oleObject" Target="../embeddings/oleObject401.bin"/><Relationship Id="rId30" Type="http://schemas.openxmlformats.org/officeDocument/2006/relationships/image" Target="../media/image392.wmf"/><Relationship Id="rId3" Type="http://schemas.openxmlformats.org/officeDocument/2006/relationships/oleObject" Target="../embeddings/oleObject387.bin"/><Relationship Id="rId29" Type="http://schemas.openxmlformats.org/officeDocument/2006/relationships/oleObject" Target="../embeddings/oleObject400.bin"/><Relationship Id="rId28" Type="http://schemas.openxmlformats.org/officeDocument/2006/relationships/image" Target="../media/image391.wmf"/><Relationship Id="rId27" Type="http://schemas.openxmlformats.org/officeDocument/2006/relationships/oleObject" Target="../embeddings/oleObject399.bin"/><Relationship Id="rId26" Type="http://schemas.openxmlformats.org/officeDocument/2006/relationships/image" Target="../media/image390.wmf"/><Relationship Id="rId25" Type="http://schemas.openxmlformats.org/officeDocument/2006/relationships/oleObject" Target="../embeddings/oleObject398.bin"/><Relationship Id="rId24" Type="http://schemas.openxmlformats.org/officeDocument/2006/relationships/image" Target="../media/image389.wmf"/><Relationship Id="rId23" Type="http://schemas.openxmlformats.org/officeDocument/2006/relationships/oleObject" Target="../embeddings/oleObject397.bin"/><Relationship Id="rId22" Type="http://schemas.openxmlformats.org/officeDocument/2006/relationships/image" Target="../media/image388.wmf"/><Relationship Id="rId21" Type="http://schemas.openxmlformats.org/officeDocument/2006/relationships/oleObject" Target="../embeddings/oleObject396.bin"/><Relationship Id="rId20" Type="http://schemas.openxmlformats.org/officeDocument/2006/relationships/image" Target="../media/image387.wmf"/><Relationship Id="rId2" Type="http://schemas.openxmlformats.org/officeDocument/2006/relationships/image" Target="../media/image378.wmf"/><Relationship Id="rId19" Type="http://schemas.openxmlformats.org/officeDocument/2006/relationships/oleObject" Target="../embeddings/oleObject395.bin"/><Relationship Id="rId18" Type="http://schemas.openxmlformats.org/officeDocument/2006/relationships/image" Target="../media/image386.wmf"/><Relationship Id="rId17" Type="http://schemas.openxmlformats.org/officeDocument/2006/relationships/oleObject" Target="../embeddings/oleObject394.bin"/><Relationship Id="rId16" Type="http://schemas.openxmlformats.org/officeDocument/2006/relationships/image" Target="../media/image385.wmf"/><Relationship Id="rId15" Type="http://schemas.openxmlformats.org/officeDocument/2006/relationships/oleObject" Target="../embeddings/oleObject393.bin"/><Relationship Id="rId14" Type="http://schemas.openxmlformats.org/officeDocument/2006/relationships/image" Target="../media/image384.wmf"/><Relationship Id="rId13" Type="http://schemas.openxmlformats.org/officeDocument/2006/relationships/oleObject" Target="../embeddings/oleObject392.bin"/><Relationship Id="rId12" Type="http://schemas.openxmlformats.org/officeDocument/2006/relationships/image" Target="../media/image383.wmf"/><Relationship Id="rId11" Type="http://schemas.openxmlformats.org/officeDocument/2006/relationships/oleObject" Target="../embeddings/oleObject391.bin"/><Relationship Id="rId10" Type="http://schemas.openxmlformats.org/officeDocument/2006/relationships/image" Target="../media/image382.wmf"/><Relationship Id="rId1" Type="http://schemas.openxmlformats.org/officeDocument/2006/relationships/oleObject" Target="../embeddings/oleObject386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1.bin"/><Relationship Id="rId8" Type="http://schemas.openxmlformats.org/officeDocument/2006/relationships/image" Target="../media/image402.wmf"/><Relationship Id="rId7" Type="http://schemas.openxmlformats.org/officeDocument/2006/relationships/oleObject" Target="../embeddings/oleObject410.bin"/><Relationship Id="rId6" Type="http://schemas.openxmlformats.org/officeDocument/2006/relationships/image" Target="../media/image401.wmf"/><Relationship Id="rId50" Type="http://schemas.openxmlformats.org/officeDocument/2006/relationships/vmlDrawing" Target="../drawings/vmlDrawing40.vml"/><Relationship Id="rId5" Type="http://schemas.openxmlformats.org/officeDocument/2006/relationships/oleObject" Target="../embeddings/oleObject409.bin"/><Relationship Id="rId49" Type="http://schemas.openxmlformats.org/officeDocument/2006/relationships/slideLayout" Target="../slideLayouts/slideLayout18.xml"/><Relationship Id="rId48" Type="http://schemas.openxmlformats.org/officeDocument/2006/relationships/image" Target="../media/image422.wmf"/><Relationship Id="rId47" Type="http://schemas.openxmlformats.org/officeDocument/2006/relationships/oleObject" Target="../embeddings/oleObject430.bin"/><Relationship Id="rId46" Type="http://schemas.openxmlformats.org/officeDocument/2006/relationships/image" Target="../media/image421.wmf"/><Relationship Id="rId45" Type="http://schemas.openxmlformats.org/officeDocument/2006/relationships/oleObject" Target="../embeddings/oleObject429.bin"/><Relationship Id="rId44" Type="http://schemas.openxmlformats.org/officeDocument/2006/relationships/image" Target="../media/image420.wmf"/><Relationship Id="rId43" Type="http://schemas.openxmlformats.org/officeDocument/2006/relationships/oleObject" Target="../embeddings/oleObject428.bin"/><Relationship Id="rId42" Type="http://schemas.openxmlformats.org/officeDocument/2006/relationships/image" Target="../media/image419.wmf"/><Relationship Id="rId41" Type="http://schemas.openxmlformats.org/officeDocument/2006/relationships/oleObject" Target="../embeddings/oleObject427.bin"/><Relationship Id="rId40" Type="http://schemas.openxmlformats.org/officeDocument/2006/relationships/image" Target="../media/image418.wmf"/><Relationship Id="rId4" Type="http://schemas.openxmlformats.org/officeDocument/2006/relationships/image" Target="../media/image400.wmf"/><Relationship Id="rId39" Type="http://schemas.openxmlformats.org/officeDocument/2006/relationships/oleObject" Target="../embeddings/oleObject426.bin"/><Relationship Id="rId38" Type="http://schemas.openxmlformats.org/officeDocument/2006/relationships/image" Target="../media/image417.wmf"/><Relationship Id="rId37" Type="http://schemas.openxmlformats.org/officeDocument/2006/relationships/oleObject" Target="../embeddings/oleObject425.bin"/><Relationship Id="rId36" Type="http://schemas.openxmlformats.org/officeDocument/2006/relationships/image" Target="../media/image416.wmf"/><Relationship Id="rId35" Type="http://schemas.openxmlformats.org/officeDocument/2006/relationships/oleObject" Target="../embeddings/oleObject424.bin"/><Relationship Id="rId34" Type="http://schemas.openxmlformats.org/officeDocument/2006/relationships/image" Target="../media/image415.wmf"/><Relationship Id="rId33" Type="http://schemas.openxmlformats.org/officeDocument/2006/relationships/oleObject" Target="../embeddings/oleObject423.bin"/><Relationship Id="rId32" Type="http://schemas.openxmlformats.org/officeDocument/2006/relationships/image" Target="../media/image414.wmf"/><Relationship Id="rId31" Type="http://schemas.openxmlformats.org/officeDocument/2006/relationships/oleObject" Target="../embeddings/oleObject422.bin"/><Relationship Id="rId30" Type="http://schemas.openxmlformats.org/officeDocument/2006/relationships/image" Target="../media/image413.wmf"/><Relationship Id="rId3" Type="http://schemas.openxmlformats.org/officeDocument/2006/relationships/oleObject" Target="../embeddings/oleObject408.bin"/><Relationship Id="rId29" Type="http://schemas.openxmlformats.org/officeDocument/2006/relationships/oleObject" Target="../embeddings/oleObject421.bin"/><Relationship Id="rId28" Type="http://schemas.openxmlformats.org/officeDocument/2006/relationships/image" Target="../media/image412.wmf"/><Relationship Id="rId27" Type="http://schemas.openxmlformats.org/officeDocument/2006/relationships/oleObject" Target="../embeddings/oleObject420.bin"/><Relationship Id="rId26" Type="http://schemas.openxmlformats.org/officeDocument/2006/relationships/image" Target="../media/image411.wmf"/><Relationship Id="rId25" Type="http://schemas.openxmlformats.org/officeDocument/2006/relationships/oleObject" Target="../embeddings/oleObject419.bin"/><Relationship Id="rId24" Type="http://schemas.openxmlformats.org/officeDocument/2006/relationships/image" Target="../media/image410.wmf"/><Relationship Id="rId23" Type="http://schemas.openxmlformats.org/officeDocument/2006/relationships/oleObject" Target="../embeddings/oleObject418.bin"/><Relationship Id="rId22" Type="http://schemas.openxmlformats.org/officeDocument/2006/relationships/image" Target="../media/image409.wmf"/><Relationship Id="rId21" Type="http://schemas.openxmlformats.org/officeDocument/2006/relationships/oleObject" Target="../embeddings/oleObject417.bin"/><Relationship Id="rId20" Type="http://schemas.openxmlformats.org/officeDocument/2006/relationships/image" Target="../media/image408.wmf"/><Relationship Id="rId2" Type="http://schemas.openxmlformats.org/officeDocument/2006/relationships/image" Target="../media/image399.wmf"/><Relationship Id="rId19" Type="http://schemas.openxmlformats.org/officeDocument/2006/relationships/oleObject" Target="../embeddings/oleObject416.bin"/><Relationship Id="rId18" Type="http://schemas.openxmlformats.org/officeDocument/2006/relationships/image" Target="../media/image407.wmf"/><Relationship Id="rId17" Type="http://schemas.openxmlformats.org/officeDocument/2006/relationships/oleObject" Target="../embeddings/oleObject415.bin"/><Relationship Id="rId16" Type="http://schemas.openxmlformats.org/officeDocument/2006/relationships/image" Target="../media/image406.wmf"/><Relationship Id="rId15" Type="http://schemas.openxmlformats.org/officeDocument/2006/relationships/oleObject" Target="../embeddings/oleObject414.bin"/><Relationship Id="rId14" Type="http://schemas.openxmlformats.org/officeDocument/2006/relationships/image" Target="../media/image405.wmf"/><Relationship Id="rId13" Type="http://schemas.openxmlformats.org/officeDocument/2006/relationships/oleObject" Target="../embeddings/oleObject413.bin"/><Relationship Id="rId12" Type="http://schemas.openxmlformats.org/officeDocument/2006/relationships/image" Target="../media/image404.wmf"/><Relationship Id="rId11" Type="http://schemas.openxmlformats.org/officeDocument/2006/relationships/oleObject" Target="../embeddings/oleObject412.bin"/><Relationship Id="rId10" Type="http://schemas.openxmlformats.org/officeDocument/2006/relationships/image" Target="../media/image403.wmf"/><Relationship Id="rId1" Type="http://schemas.openxmlformats.org/officeDocument/2006/relationships/oleObject" Target="../embeddings/oleObject407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5.bin"/><Relationship Id="rId8" Type="http://schemas.openxmlformats.org/officeDocument/2006/relationships/image" Target="../media/image426.wmf"/><Relationship Id="rId7" Type="http://schemas.openxmlformats.org/officeDocument/2006/relationships/oleObject" Target="../embeddings/oleObject434.bin"/><Relationship Id="rId6" Type="http://schemas.openxmlformats.org/officeDocument/2006/relationships/image" Target="../media/image425.wmf"/><Relationship Id="rId5" Type="http://schemas.openxmlformats.org/officeDocument/2006/relationships/oleObject" Target="../embeddings/oleObject433.bin"/><Relationship Id="rId48" Type="http://schemas.openxmlformats.org/officeDocument/2006/relationships/vmlDrawing" Target="../drawings/vmlDrawing41.vml"/><Relationship Id="rId47" Type="http://schemas.openxmlformats.org/officeDocument/2006/relationships/slideLayout" Target="../slideLayouts/slideLayout18.xml"/><Relationship Id="rId46" Type="http://schemas.openxmlformats.org/officeDocument/2006/relationships/image" Target="../media/image445.wmf"/><Relationship Id="rId45" Type="http://schemas.openxmlformats.org/officeDocument/2006/relationships/oleObject" Target="../embeddings/oleObject453.bin"/><Relationship Id="rId44" Type="http://schemas.openxmlformats.org/officeDocument/2006/relationships/image" Target="../media/image444.wmf"/><Relationship Id="rId43" Type="http://schemas.openxmlformats.org/officeDocument/2006/relationships/oleObject" Target="../embeddings/oleObject452.bin"/><Relationship Id="rId42" Type="http://schemas.openxmlformats.org/officeDocument/2006/relationships/image" Target="../media/image443.wmf"/><Relationship Id="rId41" Type="http://schemas.openxmlformats.org/officeDocument/2006/relationships/oleObject" Target="../embeddings/oleObject451.bin"/><Relationship Id="rId40" Type="http://schemas.openxmlformats.org/officeDocument/2006/relationships/image" Target="../media/image442.wmf"/><Relationship Id="rId4" Type="http://schemas.openxmlformats.org/officeDocument/2006/relationships/image" Target="../media/image424.wmf"/><Relationship Id="rId39" Type="http://schemas.openxmlformats.org/officeDocument/2006/relationships/oleObject" Target="../embeddings/oleObject450.bin"/><Relationship Id="rId38" Type="http://schemas.openxmlformats.org/officeDocument/2006/relationships/image" Target="../media/image441.wmf"/><Relationship Id="rId37" Type="http://schemas.openxmlformats.org/officeDocument/2006/relationships/oleObject" Target="../embeddings/oleObject449.bin"/><Relationship Id="rId36" Type="http://schemas.openxmlformats.org/officeDocument/2006/relationships/image" Target="../media/image440.wmf"/><Relationship Id="rId35" Type="http://schemas.openxmlformats.org/officeDocument/2006/relationships/oleObject" Target="../embeddings/oleObject448.bin"/><Relationship Id="rId34" Type="http://schemas.openxmlformats.org/officeDocument/2006/relationships/image" Target="../media/image439.wmf"/><Relationship Id="rId33" Type="http://schemas.openxmlformats.org/officeDocument/2006/relationships/oleObject" Target="../embeddings/oleObject447.bin"/><Relationship Id="rId32" Type="http://schemas.openxmlformats.org/officeDocument/2006/relationships/image" Target="../media/image438.wmf"/><Relationship Id="rId31" Type="http://schemas.openxmlformats.org/officeDocument/2006/relationships/oleObject" Target="../embeddings/oleObject446.bin"/><Relationship Id="rId30" Type="http://schemas.openxmlformats.org/officeDocument/2006/relationships/image" Target="../media/image437.wmf"/><Relationship Id="rId3" Type="http://schemas.openxmlformats.org/officeDocument/2006/relationships/oleObject" Target="../embeddings/oleObject432.bin"/><Relationship Id="rId29" Type="http://schemas.openxmlformats.org/officeDocument/2006/relationships/oleObject" Target="../embeddings/oleObject445.bin"/><Relationship Id="rId28" Type="http://schemas.openxmlformats.org/officeDocument/2006/relationships/image" Target="../media/image436.wmf"/><Relationship Id="rId27" Type="http://schemas.openxmlformats.org/officeDocument/2006/relationships/oleObject" Target="../embeddings/oleObject444.bin"/><Relationship Id="rId26" Type="http://schemas.openxmlformats.org/officeDocument/2006/relationships/image" Target="../media/image435.wmf"/><Relationship Id="rId25" Type="http://schemas.openxmlformats.org/officeDocument/2006/relationships/oleObject" Target="../embeddings/oleObject443.bin"/><Relationship Id="rId24" Type="http://schemas.openxmlformats.org/officeDocument/2006/relationships/image" Target="../media/image434.wmf"/><Relationship Id="rId23" Type="http://schemas.openxmlformats.org/officeDocument/2006/relationships/oleObject" Target="../embeddings/oleObject442.bin"/><Relationship Id="rId22" Type="http://schemas.openxmlformats.org/officeDocument/2006/relationships/image" Target="../media/image433.wmf"/><Relationship Id="rId21" Type="http://schemas.openxmlformats.org/officeDocument/2006/relationships/oleObject" Target="../embeddings/oleObject441.bin"/><Relationship Id="rId20" Type="http://schemas.openxmlformats.org/officeDocument/2006/relationships/image" Target="../media/image432.wmf"/><Relationship Id="rId2" Type="http://schemas.openxmlformats.org/officeDocument/2006/relationships/image" Target="../media/image423.wmf"/><Relationship Id="rId19" Type="http://schemas.openxmlformats.org/officeDocument/2006/relationships/oleObject" Target="../embeddings/oleObject440.bin"/><Relationship Id="rId18" Type="http://schemas.openxmlformats.org/officeDocument/2006/relationships/image" Target="../media/image431.wmf"/><Relationship Id="rId17" Type="http://schemas.openxmlformats.org/officeDocument/2006/relationships/oleObject" Target="../embeddings/oleObject439.bin"/><Relationship Id="rId16" Type="http://schemas.openxmlformats.org/officeDocument/2006/relationships/image" Target="../media/image430.wmf"/><Relationship Id="rId15" Type="http://schemas.openxmlformats.org/officeDocument/2006/relationships/oleObject" Target="../embeddings/oleObject438.bin"/><Relationship Id="rId14" Type="http://schemas.openxmlformats.org/officeDocument/2006/relationships/image" Target="../media/image429.wmf"/><Relationship Id="rId13" Type="http://schemas.openxmlformats.org/officeDocument/2006/relationships/oleObject" Target="../embeddings/oleObject437.bin"/><Relationship Id="rId12" Type="http://schemas.openxmlformats.org/officeDocument/2006/relationships/image" Target="../media/image428.wmf"/><Relationship Id="rId11" Type="http://schemas.openxmlformats.org/officeDocument/2006/relationships/oleObject" Target="../embeddings/oleObject436.bin"/><Relationship Id="rId10" Type="http://schemas.openxmlformats.org/officeDocument/2006/relationships/image" Target="../media/image427.wmf"/><Relationship Id="rId1" Type="http://schemas.openxmlformats.org/officeDocument/2006/relationships/oleObject" Target="../embeddings/oleObject431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8.bin"/><Relationship Id="rId8" Type="http://schemas.openxmlformats.org/officeDocument/2006/relationships/image" Target="../media/image449.wmf"/><Relationship Id="rId7" Type="http://schemas.openxmlformats.org/officeDocument/2006/relationships/oleObject" Target="../embeddings/oleObject457.bin"/><Relationship Id="rId6" Type="http://schemas.openxmlformats.org/officeDocument/2006/relationships/image" Target="../media/image448.wmf"/><Relationship Id="rId5" Type="http://schemas.openxmlformats.org/officeDocument/2006/relationships/oleObject" Target="../embeddings/oleObject456.bin"/><Relationship Id="rId4" Type="http://schemas.openxmlformats.org/officeDocument/2006/relationships/image" Target="../media/image447.wmf"/><Relationship Id="rId3" Type="http://schemas.openxmlformats.org/officeDocument/2006/relationships/oleObject" Target="../embeddings/oleObject455.bin"/><Relationship Id="rId28" Type="http://schemas.openxmlformats.org/officeDocument/2006/relationships/vmlDrawing" Target="../drawings/vmlDrawing42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458.wmf"/><Relationship Id="rId25" Type="http://schemas.openxmlformats.org/officeDocument/2006/relationships/oleObject" Target="../embeddings/oleObject466.bin"/><Relationship Id="rId24" Type="http://schemas.openxmlformats.org/officeDocument/2006/relationships/image" Target="../media/image457.wmf"/><Relationship Id="rId23" Type="http://schemas.openxmlformats.org/officeDocument/2006/relationships/oleObject" Target="../embeddings/oleObject465.bin"/><Relationship Id="rId22" Type="http://schemas.openxmlformats.org/officeDocument/2006/relationships/image" Target="../media/image456.wmf"/><Relationship Id="rId21" Type="http://schemas.openxmlformats.org/officeDocument/2006/relationships/oleObject" Target="../embeddings/oleObject464.bin"/><Relationship Id="rId20" Type="http://schemas.openxmlformats.org/officeDocument/2006/relationships/image" Target="../media/image455.wmf"/><Relationship Id="rId2" Type="http://schemas.openxmlformats.org/officeDocument/2006/relationships/image" Target="../media/image446.wmf"/><Relationship Id="rId19" Type="http://schemas.openxmlformats.org/officeDocument/2006/relationships/oleObject" Target="../embeddings/oleObject463.bin"/><Relationship Id="rId18" Type="http://schemas.openxmlformats.org/officeDocument/2006/relationships/image" Target="../media/image454.wmf"/><Relationship Id="rId17" Type="http://schemas.openxmlformats.org/officeDocument/2006/relationships/oleObject" Target="../embeddings/oleObject462.bin"/><Relationship Id="rId16" Type="http://schemas.openxmlformats.org/officeDocument/2006/relationships/image" Target="../media/image453.wmf"/><Relationship Id="rId15" Type="http://schemas.openxmlformats.org/officeDocument/2006/relationships/oleObject" Target="../embeddings/oleObject461.bin"/><Relationship Id="rId14" Type="http://schemas.openxmlformats.org/officeDocument/2006/relationships/image" Target="../media/image452.wmf"/><Relationship Id="rId13" Type="http://schemas.openxmlformats.org/officeDocument/2006/relationships/oleObject" Target="../embeddings/oleObject460.bin"/><Relationship Id="rId12" Type="http://schemas.openxmlformats.org/officeDocument/2006/relationships/image" Target="../media/image451.wmf"/><Relationship Id="rId11" Type="http://schemas.openxmlformats.org/officeDocument/2006/relationships/oleObject" Target="../embeddings/oleObject459.bin"/><Relationship Id="rId10" Type="http://schemas.openxmlformats.org/officeDocument/2006/relationships/image" Target="../media/image450.wmf"/><Relationship Id="rId1" Type="http://schemas.openxmlformats.org/officeDocument/2006/relationships/oleObject" Target="../embeddings/oleObject454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1.bin"/><Relationship Id="rId8" Type="http://schemas.openxmlformats.org/officeDocument/2006/relationships/image" Target="../media/image462.wmf"/><Relationship Id="rId7" Type="http://schemas.openxmlformats.org/officeDocument/2006/relationships/oleObject" Target="../embeddings/oleObject470.bin"/><Relationship Id="rId6" Type="http://schemas.openxmlformats.org/officeDocument/2006/relationships/image" Target="../media/image461.wmf"/><Relationship Id="rId5" Type="http://schemas.openxmlformats.org/officeDocument/2006/relationships/oleObject" Target="../embeddings/oleObject469.bin"/><Relationship Id="rId4" Type="http://schemas.openxmlformats.org/officeDocument/2006/relationships/image" Target="../media/image460.wmf"/><Relationship Id="rId3" Type="http://schemas.openxmlformats.org/officeDocument/2006/relationships/oleObject" Target="../embeddings/oleObject468.bin"/><Relationship Id="rId28" Type="http://schemas.openxmlformats.org/officeDocument/2006/relationships/vmlDrawing" Target="../drawings/vmlDrawing43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471.wmf"/><Relationship Id="rId25" Type="http://schemas.openxmlformats.org/officeDocument/2006/relationships/oleObject" Target="../embeddings/oleObject479.bin"/><Relationship Id="rId24" Type="http://schemas.openxmlformats.org/officeDocument/2006/relationships/image" Target="../media/image470.wmf"/><Relationship Id="rId23" Type="http://schemas.openxmlformats.org/officeDocument/2006/relationships/oleObject" Target="../embeddings/oleObject478.bin"/><Relationship Id="rId22" Type="http://schemas.openxmlformats.org/officeDocument/2006/relationships/image" Target="../media/image469.wmf"/><Relationship Id="rId21" Type="http://schemas.openxmlformats.org/officeDocument/2006/relationships/oleObject" Target="../embeddings/oleObject477.bin"/><Relationship Id="rId20" Type="http://schemas.openxmlformats.org/officeDocument/2006/relationships/image" Target="../media/image468.wmf"/><Relationship Id="rId2" Type="http://schemas.openxmlformats.org/officeDocument/2006/relationships/image" Target="../media/image459.wmf"/><Relationship Id="rId19" Type="http://schemas.openxmlformats.org/officeDocument/2006/relationships/oleObject" Target="../embeddings/oleObject476.bin"/><Relationship Id="rId18" Type="http://schemas.openxmlformats.org/officeDocument/2006/relationships/image" Target="../media/image467.wmf"/><Relationship Id="rId17" Type="http://schemas.openxmlformats.org/officeDocument/2006/relationships/oleObject" Target="../embeddings/oleObject475.bin"/><Relationship Id="rId16" Type="http://schemas.openxmlformats.org/officeDocument/2006/relationships/image" Target="../media/image466.wmf"/><Relationship Id="rId15" Type="http://schemas.openxmlformats.org/officeDocument/2006/relationships/oleObject" Target="../embeddings/oleObject474.bin"/><Relationship Id="rId14" Type="http://schemas.openxmlformats.org/officeDocument/2006/relationships/image" Target="../media/image465.wmf"/><Relationship Id="rId13" Type="http://schemas.openxmlformats.org/officeDocument/2006/relationships/oleObject" Target="../embeddings/oleObject473.bin"/><Relationship Id="rId12" Type="http://schemas.openxmlformats.org/officeDocument/2006/relationships/image" Target="../media/image464.wmf"/><Relationship Id="rId11" Type="http://schemas.openxmlformats.org/officeDocument/2006/relationships/oleObject" Target="../embeddings/oleObject472.bin"/><Relationship Id="rId10" Type="http://schemas.openxmlformats.org/officeDocument/2006/relationships/image" Target="../media/image463.wmf"/><Relationship Id="rId1" Type="http://schemas.openxmlformats.org/officeDocument/2006/relationships/oleObject" Target="../embeddings/oleObject467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4.bin"/><Relationship Id="rId8" Type="http://schemas.openxmlformats.org/officeDocument/2006/relationships/image" Target="../media/image475.wmf"/><Relationship Id="rId7" Type="http://schemas.openxmlformats.org/officeDocument/2006/relationships/oleObject" Target="../embeddings/oleObject483.bin"/><Relationship Id="rId6" Type="http://schemas.openxmlformats.org/officeDocument/2006/relationships/image" Target="../media/image474.wmf"/><Relationship Id="rId5" Type="http://schemas.openxmlformats.org/officeDocument/2006/relationships/oleObject" Target="../embeddings/oleObject482.bin"/><Relationship Id="rId4" Type="http://schemas.openxmlformats.org/officeDocument/2006/relationships/image" Target="../media/image473.wmf"/><Relationship Id="rId3" Type="http://schemas.openxmlformats.org/officeDocument/2006/relationships/oleObject" Target="../embeddings/oleObject481.bin"/><Relationship Id="rId2" Type="http://schemas.openxmlformats.org/officeDocument/2006/relationships/image" Target="../media/image472.wmf"/><Relationship Id="rId16" Type="http://schemas.openxmlformats.org/officeDocument/2006/relationships/vmlDrawing" Target="../drawings/vmlDrawing44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478.wmf"/><Relationship Id="rId13" Type="http://schemas.openxmlformats.org/officeDocument/2006/relationships/oleObject" Target="../embeddings/oleObject486.bin"/><Relationship Id="rId12" Type="http://schemas.openxmlformats.org/officeDocument/2006/relationships/image" Target="../media/image477.wmf"/><Relationship Id="rId11" Type="http://schemas.openxmlformats.org/officeDocument/2006/relationships/oleObject" Target="../embeddings/oleObject485.bin"/><Relationship Id="rId10" Type="http://schemas.openxmlformats.org/officeDocument/2006/relationships/image" Target="../media/image476.wmf"/><Relationship Id="rId1" Type="http://schemas.openxmlformats.org/officeDocument/2006/relationships/oleObject" Target="../embeddings/oleObject480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1.bin"/><Relationship Id="rId8" Type="http://schemas.openxmlformats.org/officeDocument/2006/relationships/image" Target="../media/image482.emf"/><Relationship Id="rId7" Type="http://schemas.openxmlformats.org/officeDocument/2006/relationships/oleObject" Target="../embeddings/oleObject490.bin"/><Relationship Id="rId6" Type="http://schemas.openxmlformats.org/officeDocument/2006/relationships/image" Target="../media/image481.emf"/><Relationship Id="rId5" Type="http://schemas.openxmlformats.org/officeDocument/2006/relationships/oleObject" Target="../embeddings/oleObject489.bin"/><Relationship Id="rId4" Type="http://schemas.openxmlformats.org/officeDocument/2006/relationships/image" Target="../media/image480.emf"/><Relationship Id="rId32" Type="http://schemas.openxmlformats.org/officeDocument/2006/relationships/vmlDrawing" Target="../drawings/vmlDrawing45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493.wmf"/><Relationship Id="rId3" Type="http://schemas.openxmlformats.org/officeDocument/2006/relationships/oleObject" Target="../embeddings/oleObject488.bin"/><Relationship Id="rId29" Type="http://schemas.openxmlformats.org/officeDocument/2006/relationships/oleObject" Target="../embeddings/oleObject501.bin"/><Relationship Id="rId28" Type="http://schemas.openxmlformats.org/officeDocument/2006/relationships/image" Target="../media/image492.emf"/><Relationship Id="rId27" Type="http://schemas.openxmlformats.org/officeDocument/2006/relationships/oleObject" Target="../embeddings/oleObject500.bin"/><Relationship Id="rId26" Type="http://schemas.openxmlformats.org/officeDocument/2006/relationships/image" Target="../media/image491.emf"/><Relationship Id="rId25" Type="http://schemas.openxmlformats.org/officeDocument/2006/relationships/oleObject" Target="../embeddings/oleObject499.bin"/><Relationship Id="rId24" Type="http://schemas.openxmlformats.org/officeDocument/2006/relationships/image" Target="../media/image490.emf"/><Relationship Id="rId23" Type="http://schemas.openxmlformats.org/officeDocument/2006/relationships/oleObject" Target="../embeddings/oleObject498.bin"/><Relationship Id="rId22" Type="http://schemas.openxmlformats.org/officeDocument/2006/relationships/image" Target="../media/image489.emf"/><Relationship Id="rId21" Type="http://schemas.openxmlformats.org/officeDocument/2006/relationships/oleObject" Target="../embeddings/oleObject497.bin"/><Relationship Id="rId20" Type="http://schemas.openxmlformats.org/officeDocument/2006/relationships/image" Target="../media/image488.emf"/><Relationship Id="rId2" Type="http://schemas.openxmlformats.org/officeDocument/2006/relationships/image" Target="../media/image479.emf"/><Relationship Id="rId19" Type="http://schemas.openxmlformats.org/officeDocument/2006/relationships/oleObject" Target="../embeddings/oleObject496.bin"/><Relationship Id="rId18" Type="http://schemas.openxmlformats.org/officeDocument/2006/relationships/image" Target="../media/image487.emf"/><Relationship Id="rId17" Type="http://schemas.openxmlformats.org/officeDocument/2006/relationships/oleObject" Target="../embeddings/oleObject495.bin"/><Relationship Id="rId16" Type="http://schemas.openxmlformats.org/officeDocument/2006/relationships/image" Target="../media/image486.emf"/><Relationship Id="rId15" Type="http://schemas.openxmlformats.org/officeDocument/2006/relationships/oleObject" Target="../embeddings/oleObject494.bin"/><Relationship Id="rId14" Type="http://schemas.openxmlformats.org/officeDocument/2006/relationships/image" Target="../media/image485.emf"/><Relationship Id="rId13" Type="http://schemas.openxmlformats.org/officeDocument/2006/relationships/oleObject" Target="../embeddings/oleObject493.bin"/><Relationship Id="rId12" Type="http://schemas.openxmlformats.org/officeDocument/2006/relationships/image" Target="../media/image484.emf"/><Relationship Id="rId11" Type="http://schemas.openxmlformats.org/officeDocument/2006/relationships/oleObject" Target="../embeddings/oleObject492.bin"/><Relationship Id="rId10" Type="http://schemas.openxmlformats.org/officeDocument/2006/relationships/image" Target="../media/image483.emf"/><Relationship Id="rId1" Type="http://schemas.openxmlformats.org/officeDocument/2006/relationships/oleObject" Target="../embeddings/oleObject487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6.bin"/><Relationship Id="rId8" Type="http://schemas.openxmlformats.org/officeDocument/2006/relationships/image" Target="../media/image497.wmf"/><Relationship Id="rId7" Type="http://schemas.openxmlformats.org/officeDocument/2006/relationships/oleObject" Target="../embeddings/oleObject505.bin"/><Relationship Id="rId6" Type="http://schemas.openxmlformats.org/officeDocument/2006/relationships/image" Target="../media/image496.wmf"/><Relationship Id="rId5" Type="http://schemas.openxmlformats.org/officeDocument/2006/relationships/oleObject" Target="../embeddings/oleObject504.bin"/><Relationship Id="rId4" Type="http://schemas.openxmlformats.org/officeDocument/2006/relationships/image" Target="../media/image495.wmf"/><Relationship Id="rId3" Type="http://schemas.openxmlformats.org/officeDocument/2006/relationships/oleObject" Target="../embeddings/oleObject503.bin"/><Relationship Id="rId22" Type="http://schemas.openxmlformats.org/officeDocument/2006/relationships/vmlDrawing" Target="../drawings/vmlDrawing46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503.wmf"/><Relationship Id="rId2" Type="http://schemas.openxmlformats.org/officeDocument/2006/relationships/image" Target="../media/image494.wmf"/><Relationship Id="rId19" Type="http://schemas.openxmlformats.org/officeDocument/2006/relationships/oleObject" Target="../embeddings/oleObject511.bin"/><Relationship Id="rId18" Type="http://schemas.openxmlformats.org/officeDocument/2006/relationships/image" Target="../media/image502.wmf"/><Relationship Id="rId17" Type="http://schemas.openxmlformats.org/officeDocument/2006/relationships/oleObject" Target="../embeddings/oleObject510.bin"/><Relationship Id="rId16" Type="http://schemas.openxmlformats.org/officeDocument/2006/relationships/image" Target="../media/image501.wmf"/><Relationship Id="rId15" Type="http://schemas.openxmlformats.org/officeDocument/2006/relationships/oleObject" Target="../embeddings/oleObject509.bin"/><Relationship Id="rId14" Type="http://schemas.openxmlformats.org/officeDocument/2006/relationships/image" Target="../media/image500.wmf"/><Relationship Id="rId13" Type="http://schemas.openxmlformats.org/officeDocument/2006/relationships/oleObject" Target="../embeddings/oleObject508.bin"/><Relationship Id="rId12" Type="http://schemas.openxmlformats.org/officeDocument/2006/relationships/image" Target="../media/image499.wmf"/><Relationship Id="rId11" Type="http://schemas.openxmlformats.org/officeDocument/2006/relationships/oleObject" Target="../embeddings/oleObject507.bin"/><Relationship Id="rId10" Type="http://schemas.openxmlformats.org/officeDocument/2006/relationships/image" Target="../media/image498.wmf"/><Relationship Id="rId1" Type="http://schemas.openxmlformats.org/officeDocument/2006/relationships/oleObject" Target="../embeddings/oleObject502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6.bin"/><Relationship Id="rId8" Type="http://schemas.openxmlformats.org/officeDocument/2006/relationships/image" Target="../media/image506.wmf"/><Relationship Id="rId7" Type="http://schemas.openxmlformats.org/officeDocument/2006/relationships/oleObject" Target="../embeddings/oleObject515.bin"/><Relationship Id="rId6" Type="http://schemas.openxmlformats.org/officeDocument/2006/relationships/image" Target="../media/image505.wmf"/><Relationship Id="rId5" Type="http://schemas.openxmlformats.org/officeDocument/2006/relationships/oleObject" Target="../embeddings/oleObject514.bin"/><Relationship Id="rId4" Type="http://schemas.openxmlformats.org/officeDocument/2006/relationships/image" Target="../media/image504.wmf"/><Relationship Id="rId3" Type="http://schemas.openxmlformats.org/officeDocument/2006/relationships/oleObject" Target="../embeddings/oleObject513.bin"/><Relationship Id="rId2" Type="http://schemas.openxmlformats.org/officeDocument/2006/relationships/image" Target="../media/image495.wmf"/><Relationship Id="rId12" Type="http://schemas.openxmlformats.org/officeDocument/2006/relationships/vmlDrawing" Target="../drawings/vmlDrawing47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507.wmf"/><Relationship Id="rId1" Type="http://schemas.openxmlformats.org/officeDocument/2006/relationships/oleObject" Target="../embeddings/oleObject512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1.bin"/><Relationship Id="rId8" Type="http://schemas.openxmlformats.org/officeDocument/2006/relationships/image" Target="../media/image511.wmf"/><Relationship Id="rId7" Type="http://schemas.openxmlformats.org/officeDocument/2006/relationships/oleObject" Target="../embeddings/oleObject520.bin"/><Relationship Id="rId6" Type="http://schemas.openxmlformats.org/officeDocument/2006/relationships/image" Target="../media/image510.wmf"/><Relationship Id="rId5" Type="http://schemas.openxmlformats.org/officeDocument/2006/relationships/oleObject" Target="../embeddings/oleObject519.bin"/><Relationship Id="rId4" Type="http://schemas.openxmlformats.org/officeDocument/2006/relationships/image" Target="../media/image509.wmf"/><Relationship Id="rId3" Type="http://schemas.openxmlformats.org/officeDocument/2006/relationships/oleObject" Target="../embeddings/oleObject518.bin"/><Relationship Id="rId22" Type="http://schemas.openxmlformats.org/officeDocument/2006/relationships/vmlDrawing" Target="../drawings/vmlDrawing48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517.wmf"/><Relationship Id="rId2" Type="http://schemas.openxmlformats.org/officeDocument/2006/relationships/image" Target="../media/image508.wmf"/><Relationship Id="rId19" Type="http://schemas.openxmlformats.org/officeDocument/2006/relationships/oleObject" Target="../embeddings/oleObject526.bin"/><Relationship Id="rId18" Type="http://schemas.openxmlformats.org/officeDocument/2006/relationships/image" Target="../media/image516.wmf"/><Relationship Id="rId17" Type="http://schemas.openxmlformats.org/officeDocument/2006/relationships/oleObject" Target="../embeddings/oleObject525.bin"/><Relationship Id="rId16" Type="http://schemas.openxmlformats.org/officeDocument/2006/relationships/image" Target="../media/image515.wmf"/><Relationship Id="rId15" Type="http://schemas.openxmlformats.org/officeDocument/2006/relationships/oleObject" Target="../embeddings/oleObject524.bin"/><Relationship Id="rId14" Type="http://schemas.openxmlformats.org/officeDocument/2006/relationships/image" Target="../media/image514.wmf"/><Relationship Id="rId13" Type="http://schemas.openxmlformats.org/officeDocument/2006/relationships/oleObject" Target="../embeddings/oleObject523.bin"/><Relationship Id="rId12" Type="http://schemas.openxmlformats.org/officeDocument/2006/relationships/image" Target="../media/image513.wmf"/><Relationship Id="rId11" Type="http://schemas.openxmlformats.org/officeDocument/2006/relationships/oleObject" Target="../embeddings/oleObject522.bin"/><Relationship Id="rId10" Type="http://schemas.openxmlformats.org/officeDocument/2006/relationships/image" Target="../media/image512.wmf"/><Relationship Id="rId1" Type="http://schemas.openxmlformats.org/officeDocument/2006/relationships/oleObject" Target="../embeddings/oleObject517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1.bin"/><Relationship Id="rId8" Type="http://schemas.openxmlformats.org/officeDocument/2006/relationships/image" Target="../media/image521.wmf"/><Relationship Id="rId7" Type="http://schemas.openxmlformats.org/officeDocument/2006/relationships/oleObject" Target="../embeddings/oleObject530.bin"/><Relationship Id="rId6" Type="http://schemas.openxmlformats.org/officeDocument/2006/relationships/image" Target="../media/image520.wmf"/><Relationship Id="rId5" Type="http://schemas.openxmlformats.org/officeDocument/2006/relationships/oleObject" Target="../embeddings/oleObject529.bin"/><Relationship Id="rId4" Type="http://schemas.openxmlformats.org/officeDocument/2006/relationships/image" Target="../media/image519.wmf"/><Relationship Id="rId3" Type="http://schemas.openxmlformats.org/officeDocument/2006/relationships/oleObject" Target="../embeddings/oleObject528.bin"/><Relationship Id="rId22" Type="http://schemas.openxmlformats.org/officeDocument/2006/relationships/vmlDrawing" Target="../drawings/vmlDrawing49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527.wmf"/><Relationship Id="rId2" Type="http://schemas.openxmlformats.org/officeDocument/2006/relationships/image" Target="../media/image518.wmf"/><Relationship Id="rId19" Type="http://schemas.openxmlformats.org/officeDocument/2006/relationships/oleObject" Target="../embeddings/oleObject536.bin"/><Relationship Id="rId18" Type="http://schemas.openxmlformats.org/officeDocument/2006/relationships/image" Target="../media/image526.wmf"/><Relationship Id="rId17" Type="http://schemas.openxmlformats.org/officeDocument/2006/relationships/oleObject" Target="../embeddings/oleObject535.bin"/><Relationship Id="rId16" Type="http://schemas.openxmlformats.org/officeDocument/2006/relationships/image" Target="../media/image525.wmf"/><Relationship Id="rId15" Type="http://schemas.openxmlformats.org/officeDocument/2006/relationships/oleObject" Target="../embeddings/oleObject534.bin"/><Relationship Id="rId14" Type="http://schemas.openxmlformats.org/officeDocument/2006/relationships/image" Target="../media/image524.wmf"/><Relationship Id="rId13" Type="http://schemas.openxmlformats.org/officeDocument/2006/relationships/oleObject" Target="../embeddings/oleObject533.bin"/><Relationship Id="rId12" Type="http://schemas.openxmlformats.org/officeDocument/2006/relationships/image" Target="../media/image523.wmf"/><Relationship Id="rId11" Type="http://schemas.openxmlformats.org/officeDocument/2006/relationships/oleObject" Target="../embeddings/oleObject532.bin"/><Relationship Id="rId10" Type="http://schemas.openxmlformats.org/officeDocument/2006/relationships/image" Target="../media/image522.wmf"/><Relationship Id="rId1" Type="http://schemas.openxmlformats.org/officeDocument/2006/relationships/oleObject" Target="../embeddings/oleObject527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1.bin"/><Relationship Id="rId8" Type="http://schemas.openxmlformats.org/officeDocument/2006/relationships/image" Target="../media/image531.wmf"/><Relationship Id="rId7" Type="http://schemas.openxmlformats.org/officeDocument/2006/relationships/oleObject" Target="../embeddings/oleObject540.bin"/><Relationship Id="rId6" Type="http://schemas.openxmlformats.org/officeDocument/2006/relationships/image" Target="../media/image530.wmf"/><Relationship Id="rId5" Type="http://schemas.openxmlformats.org/officeDocument/2006/relationships/oleObject" Target="../embeddings/oleObject539.bin"/><Relationship Id="rId4" Type="http://schemas.openxmlformats.org/officeDocument/2006/relationships/image" Target="../media/image529.wmf"/><Relationship Id="rId3" Type="http://schemas.openxmlformats.org/officeDocument/2006/relationships/oleObject" Target="../embeddings/oleObject538.bin"/><Relationship Id="rId2" Type="http://schemas.openxmlformats.org/officeDocument/2006/relationships/image" Target="../media/image528.wmf"/><Relationship Id="rId14" Type="http://schemas.openxmlformats.org/officeDocument/2006/relationships/vmlDrawing" Target="../drawings/vmlDrawing50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533.emf"/><Relationship Id="rId11" Type="http://schemas.openxmlformats.org/officeDocument/2006/relationships/oleObject" Target="../embeddings/oleObject542.bin"/><Relationship Id="rId10" Type="http://schemas.openxmlformats.org/officeDocument/2006/relationships/image" Target="../media/image532.wmf"/><Relationship Id="rId1" Type="http://schemas.openxmlformats.org/officeDocument/2006/relationships/oleObject" Target="../embeddings/oleObject537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7.bin"/><Relationship Id="rId8" Type="http://schemas.openxmlformats.org/officeDocument/2006/relationships/image" Target="../media/image537.wmf"/><Relationship Id="rId7" Type="http://schemas.openxmlformats.org/officeDocument/2006/relationships/oleObject" Target="../embeddings/oleObject546.bin"/><Relationship Id="rId6" Type="http://schemas.openxmlformats.org/officeDocument/2006/relationships/image" Target="../media/image536.wmf"/><Relationship Id="rId5" Type="http://schemas.openxmlformats.org/officeDocument/2006/relationships/oleObject" Target="../embeddings/oleObject545.bin"/><Relationship Id="rId4" Type="http://schemas.openxmlformats.org/officeDocument/2006/relationships/image" Target="../media/image535.wmf"/><Relationship Id="rId30" Type="http://schemas.openxmlformats.org/officeDocument/2006/relationships/vmlDrawing" Target="../drawings/vmlDrawing51.vml"/><Relationship Id="rId3" Type="http://schemas.openxmlformats.org/officeDocument/2006/relationships/oleObject" Target="../embeddings/oleObject544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547.wmf"/><Relationship Id="rId27" Type="http://schemas.openxmlformats.org/officeDocument/2006/relationships/oleObject" Target="../embeddings/oleObject556.bin"/><Relationship Id="rId26" Type="http://schemas.openxmlformats.org/officeDocument/2006/relationships/image" Target="../media/image546.wmf"/><Relationship Id="rId25" Type="http://schemas.openxmlformats.org/officeDocument/2006/relationships/oleObject" Target="../embeddings/oleObject555.bin"/><Relationship Id="rId24" Type="http://schemas.openxmlformats.org/officeDocument/2006/relationships/image" Target="../media/image545.wmf"/><Relationship Id="rId23" Type="http://schemas.openxmlformats.org/officeDocument/2006/relationships/oleObject" Target="../embeddings/oleObject554.bin"/><Relationship Id="rId22" Type="http://schemas.openxmlformats.org/officeDocument/2006/relationships/image" Target="../media/image544.wmf"/><Relationship Id="rId21" Type="http://schemas.openxmlformats.org/officeDocument/2006/relationships/oleObject" Target="../embeddings/oleObject553.bin"/><Relationship Id="rId20" Type="http://schemas.openxmlformats.org/officeDocument/2006/relationships/image" Target="../media/image543.wmf"/><Relationship Id="rId2" Type="http://schemas.openxmlformats.org/officeDocument/2006/relationships/image" Target="../media/image534.wmf"/><Relationship Id="rId19" Type="http://schemas.openxmlformats.org/officeDocument/2006/relationships/oleObject" Target="../embeddings/oleObject552.bin"/><Relationship Id="rId18" Type="http://schemas.openxmlformats.org/officeDocument/2006/relationships/image" Target="../media/image542.wmf"/><Relationship Id="rId17" Type="http://schemas.openxmlformats.org/officeDocument/2006/relationships/oleObject" Target="../embeddings/oleObject551.bin"/><Relationship Id="rId16" Type="http://schemas.openxmlformats.org/officeDocument/2006/relationships/image" Target="../media/image541.wmf"/><Relationship Id="rId15" Type="http://schemas.openxmlformats.org/officeDocument/2006/relationships/oleObject" Target="../embeddings/oleObject550.bin"/><Relationship Id="rId14" Type="http://schemas.openxmlformats.org/officeDocument/2006/relationships/image" Target="../media/image540.wmf"/><Relationship Id="rId13" Type="http://schemas.openxmlformats.org/officeDocument/2006/relationships/oleObject" Target="../embeddings/oleObject549.bin"/><Relationship Id="rId12" Type="http://schemas.openxmlformats.org/officeDocument/2006/relationships/image" Target="../media/image539.wmf"/><Relationship Id="rId11" Type="http://schemas.openxmlformats.org/officeDocument/2006/relationships/oleObject" Target="../embeddings/oleObject548.bin"/><Relationship Id="rId10" Type="http://schemas.openxmlformats.org/officeDocument/2006/relationships/image" Target="../media/image538.wmf"/><Relationship Id="rId1" Type="http://schemas.openxmlformats.org/officeDocument/2006/relationships/oleObject" Target="../embeddings/oleObject543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1.wmf"/><Relationship Id="rId8" Type="http://schemas.openxmlformats.org/officeDocument/2006/relationships/oleObject" Target="../embeddings/oleObject561.bin"/><Relationship Id="rId7" Type="http://schemas.openxmlformats.org/officeDocument/2006/relationships/oleObject" Target="../embeddings/oleObject560.bin"/><Relationship Id="rId6" Type="http://schemas.openxmlformats.org/officeDocument/2006/relationships/image" Target="../media/image550.wmf"/><Relationship Id="rId5" Type="http://schemas.openxmlformats.org/officeDocument/2006/relationships/oleObject" Target="../embeddings/oleObject559.bin"/><Relationship Id="rId4" Type="http://schemas.openxmlformats.org/officeDocument/2006/relationships/image" Target="../media/image549.wmf"/><Relationship Id="rId34" Type="http://schemas.openxmlformats.org/officeDocument/2006/relationships/vmlDrawing" Target="../drawings/vmlDrawing52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562.wmf"/><Relationship Id="rId31" Type="http://schemas.openxmlformats.org/officeDocument/2006/relationships/oleObject" Target="../embeddings/oleObject573.bin"/><Relationship Id="rId30" Type="http://schemas.openxmlformats.org/officeDocument/2006/relationships/image" Target="../media/image561.wmf"/><Relationship Id="rId3" Type="http://schemas.openxmlformats.org/officeDocument/2006/relationships/oleObject" Target="../embeddings/oleObject558.bin"/><Relationship Id="rId29" Type="http://schemas.openxmlformats.org/officeDocument/2006/relationships/oleObject" Target="../embeddings/oleObject572.bin"/><Relationship Id="rId28" Type="http://schemas.openxmlformats.org/officeDocument/2006/relationships/image" Target="../media/image560.wmf"/><Relationship Id="rId27" Type="http://schemas.openxmlformats.org/officeDocument/2006/relationships/oleObject" Target="../embeddings/oleObject571.bin"/><Relationship Id="rId26" Type="http://schemas.openxmlformats.org/officeDocument/2006/relationships/image" Target="../media/image559.wmf"/><Relationship Id="rId25" Type="http://schemas.openxmlformats.org/officeDocument/2006/relationships/oleObject" Target="../embeddings/oleObject570.bin"/><Relationship Id="rId24" Type="http://schemas.openxmlformats.org/officeDocument/2006/relationships/image" Target="../media/image558.wmf"/><Relationship Id="rId23" Type="http://schemas.openxmlformats.org/officeDocument/2006/relationships/oleObject" Target="../embeddings/oleObject569.bin"/><Relationship Id="rId22" Type="http://schemas.openxmlformats.org/officeDocument/2006/relationships/image" Target="../media/image557.wmf"/><Relationship Id="rId21" Type="http://schemas.openxmlformats.org/officeDocument/2006/relationships/oleObject" Target="../embeddings/oleObject568.bin"/><Relationship Id="rId20" Type="http://schemas.openxmlformats.org/officeDocument/2006/relationships/image" Target="../media/image556.wmf"/><Relationship Id="rId2" Type="http://schemas.openxmlformats.org/officeDocument/2006/relationships/image" Target="../media/image548.wmf"/><Relationship Id="rId19" Type="http://schemas.openxmlformats.org/officeDocument/2006/relationships/oleObject" Target="../embeddings/oleObject567.bin"/><Relationship Id="rId18" Type="http://schemas.openxmlformats.org/officeDocument/2006/relationships/image" Target="../media/image555.wmf"/><Relationship Id="rId17" Type="http://schemas.openxmlformats.org/officeDocument/2006/relationships/oleObject" Target="../embeddings/oleObject566.bin"/><Relationship Id="rId16" Type="http://schemas.openxmlformats.org/officeDocument/2006/relationships/image" Target="../media/image554.wmf"/><Relationship Id="rId15" Type="http://schemas.openxmlformats.org/officeDocument/2006/relationships/oleObject" Target="../embeddings/oleObject565.bin"/><Relationship Id="rId14" Type="http://schemas.openxmlformats.org/officeDocument/2006/relationships/oleObject" Target="../embeddings/oleObject564.bin"/><Relationship Id="rId13" Type="http://schemas.openxmlformats.org/officeDocument/2006/relationships/image" Target="../media/image553.wmf"/><Relationship Id="rId12" Type="http://schemas.openxmlformats.org/officeDocument/2006/relationships/oleObject" Target="../embeddings/oleObject563.bin"/><Relationship Id="rId11" Type="http://schemas.openxmlformats.org/officeDocument/2006/relationships/image" Target="../media/image552.wmf"/><Relationship Id="rId10" Type="http://schemas.openxmlformats.org/officeDocument/2006/relationships/oleObject" Target="../embeddings/oleObject562.bin"/><Relationship Id="rId1" Type="http://schemas.openxmlformats.org/officeDocument/2006/relationships/oleObject" Target="../embeddings/oleObject557.bin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6.wmf"/><Relationship Id="rId8" Type="http://schemas.openxmlformats.org/officeDocument/2006/relationships/oleObject" Target="../embeddings/oleObject578.bin"/><Relationship Id="rId7" Type="http://schemas.openxmlformats.org/officeDocument/2006/relationships/oleObject" Target="../embeddings/oleObject577.bin"/><Relationship Id="rId6" Type="http://schemas.openxmlformats.org/officeDocument/2006/relationships/image" Target="../media/image565.wmf"/><Relationship Id="rId5" Type="http://schemas.openxmlformats.org/officeDocument/2006/relationships/oleObject" Target="../embeddings/oleObject576.bin"/><Relationship Id="rId4" Type="http://schemas.openxmlformats.org/officeDocument/2006/relationships/image" Target="../media/image564.wmf"/><Relationship Id="rId3" Type="http://schemas.openxmlformats.org/officeDocument/2006/relationships/oleObject" Target="../embeddings/oleObject575.bin"/><Relationship Id="rId27" Type="http://schemas.openxmlformats.org/officeDocument/2006/relationships/vmlDrawing" Target="../drawings/vmlDrawing53.vml"/><Relationship Id="rId26" Type="http://schemas.openxmlformats.org/officeDocument/2006/relationships/slideLayout" Target="../slideLayouts/slideLayout18.xml"/><Relationship Id="rId25" Type="http://schemas.openxmlformats.org/officeDocument/2006/relationships/image" Target="../media/image573.wmf"/><Relationship Id="rId24" Type="http://schemas.openxmlformats.org/officeDocument/2006/relationships/oleObject" Target="../embeddings/oleObject587.bin"/><Relationship Id="rId23" Type="http://schemas.openxmlformats.org/officeDocument/2006/relationships/image" Target="../media/image572.wmf"/><Relationship Id="rId22" Type="http://schemas.openxmlformats.org/officeDocument/2006/relationships/oleObject" Target="../embeddings/oleObject586.bin"/><Relationship Id="rId21" Type="http://schemas.openxmlformats.org/officeDocument/2006/relationships/oleObject" Target="../embeddings/oleObject585.bin"/><Relationship Id="rId20" Type="http://schemas.openxmlformats.org/officeDocument/2006/relationships/image" Target="../media/image571.wmf"/><Relationship Id="rId2" Type="http://schemas.openxmlformats.org/officeDocument/2006/relationships/image" Target="../media/image563.wmf"/><Relationship Id="rId19" Type="http://schemas.openxmlformats.org/officeDocument/2006/relationships/oleObject" Target="../embeddings/oleObject584.bin"/><Relationship Id="rId18" Type="http://schemas.openxmlformats.org/officeDocument/2006/relationships/image" Target="../media/image570.wmf"/><Relationship Id="rId17" Type="http://schemas.openxmlformats.org/officeDocument/2006/relationships/oleObject" Target="../embeddings/oleObject583.bin"/><Relationship Id="rId16" Type="http://schemas.openxmlformats.org/officeDocument/2006/relationships/image" Target="../media/image569.wmf"/><Relationship Id="rId15" Type="http://schemas.openxmlformats.org/officeDocument/2006/relationships/oleObject" Target="../embeddings/oleObject582.bin"/><Relationship Id="rId14" Type="http://schemas.openxmlformats.org/officeDocument/2006/relationships/oleObject" Target="../embeddings/oleObject581.bin"/><Relationship Id="rId13" Type="http://schemas.openxmlformats.org/officeDocument/2006/relationships/image" Target="../media/image568.wmf"/><Relationship Id="rId12" Type="http://schemas.openxmlformats.org/officeDocument/2006/relationships/oleObject" Target="../embeddings/oleObject580.bin"/><Relationship Id="rId11" Type="http://schemas.openxmlformats.org/officeDocument/2006/relationships/image" Target="../media/image567.wmf"/><Relationship Id="rId10" Type="http://schemas.openxmlformats.org/officeDocument/2006/relationships/oleObject" Target="../embeddings/oleObject579.bin"/><Relationship Id="rId1" Type="http://schemas.openxmlformats.org/officeDocument/2006/relationships/oleObject" Target="../embeddings/oleObject574.bin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2.bin"/><Relationship Id="rId8" Type="http://schemas.openxmlformats.org/officeDocument/2006/relationships/image" Target="../media/image577.wmf"/><Relationship Id="rId7" Type="http://schemas.openxmlformats.org/officeDocument/2006/relationships/oleObject" Target="../embeddings/oleObject591.bin"/><Relationship Id="rId6" Type="http://schemas.openxmlformats.org/officeDocument/2006/relationships/image" Target="../media/image576.wmf"/><Relationship Id="rId5" Type="http://schemas.openxmlformats.org/officeDocument/2006/relationships/oleObject" Target="../embeddings/oleObject590.bin"/><Relationship Id="rId4" Type="http://schemas.openxmlformats.org/officeDocument/2006/relationships/image" Target="../media/image575.wmf"/><Relationship Id="rId3" Type="http://schemas.openxmlformats.org/officeDocument/2006/relationships/oleObject" Target="../embeddings/oleObject589.bin"/><Relationship Id="rId28" Type="http://schemas.openxmlformats.org/officeDocument/2006/relationships/vmlDrawing" Target="../drawings/vmlDrawing54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586.wmf"/><Relationship Id="rId25" Type="http://schemas.openxmlformats.org/officeDocument/2006/relationships/oleObject" Target="../embeddings/oleObject600.bin"/><Relationship Id="rId24" Type="http://schemas.openxmlformats.org/officeDocument/2006/relationships/image" Target="../media/image585.wmf"/><Relationship Id="rId23" Type="http://schemas.openxmlformats.org/officeDocument/2006/relationships/oleObject" Target="../embeddings/oleObject599.bin"/><Relationship Id="rId22" Type="http://schemas.openxmlformats.org/officeDocument/2006/relationships/image" Target="../media/image584.wmf"/><Relationship Id="rId21" Type="http://schemas.openxmlformats.org/officeDocument/2006/relationships/oleObject" Target="../embeddings/oleObject598.bin"/><Relationship Id="rId20" Type="http://schemas.openxmlformats.org/officeDocument/2006/relationships/image" Target="../media/image583.wmf"/><Relationship Id="rId2" Type="http://schemas.openxmlformats.org/officeDocument/2006/relationships/image" Target="../media/image574.wmf"/><Relationship Id="rId19" Type="http://schemas.openxmlformats.org/officeDocument/2006/relationships/oleObject" Target="../embeddings/oleObject597.bin"/><Relationship Id="rId18" Type="http://schemas.openxmlformats.org/officeDocument/2006/relationships/image" Target="../media/image582.wmf"/><Relationship Id="rId17" Type="http://schemas.openxmlformats.org/officeDocument/2006/relationships/oleObject" Target="../embeddings/oleObject596.bin"/><Relationship Id="rId16" Type="http://schemas.openxmlformats.org/officeDocument/2006/relationships/image" Target="../media/image581.wmf"/><Relationship Id="rId15" Type="http://schemas.openxmlformats.org/officeDocument/2006/relationships/oleObject" Target="../embeddings/oleObject595.bin"/><Relationship Id="rId14" Type="http://schemas.openxmlformats.org/officeDocument/2006/relationships/image" Target="../media/image580.wmf"/><Relationship Id="rId13" Type="http://schemas.openxmlformats.org/officeDocument/2006/relationships/oleObject" Target="../embeddings/oleObject594.bin"/><Relationship Id="rId12" Type="http://schemas.openxmlformats.org/officeDocument/2006/relationships/image" Target="../media/image579.wmf"/><Relationship Id="rId11" Type="http://schemas.openxmlformats.org/officeDocument/2006/relationships/oleObject" Target="../embeddings/oleObject593.bin"/><Relationship Id="rId10" Type="http://schemas.openxmlformats.org/officeDocument/2006/relationships/image" Target="../media/image578.wmf"/><Relationship Id="rId1" Type="http://schemas.openxmlformats.org/officeDocument/2006/relationships/oleObject" Target="../embeddings/oleObject588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5.bin"/><Relationship Id="rId8" Type="http://schemas.openxmlformats.org/officeDocument/2006/relationships/image" Target="../media/image590.wmf"/><Relationship Id="rId7" Type="http://schemas.openxmlformats.org/officeDocument/2006/relationships/oleObject" Target="../embeddings/oleObject604.bin"/><Relationship Id="rId6" Type="http://schemas.openxmlformats.org/officeDocument/2006/relationships/image" Target="../media/image589.wmf"/><Relationship Id="rId5" Type="http://schemas.openxmlformats.org/officeDocument/2006/relationships/oleObject" Target="../embeddings/oleObject603.bin"/><Relationship Id="rId4" Type="http://schemas.openxmlformats.org/officeDocument/2006/relationships/image" Target="../media/image588.wmf"/><Relationship Id="rId3" Type="http://schemas.openxmlformats.org/officeDocument/2006/relationships/oleObject" Target="../embeddings/oleObject602.bin"/><Relationship Id="rId28" Type="http://schemas.openxmlformats.org/officeDocument/2006/relationships/vmlDrawing" Target="../drawings/vmlDrawing55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599.wmf"/><Relationship Id="rId25" Type="http://schemas.openxmlformats.org/officeDocument/2006/relationships/oleObject" Target="../embeddings/oleObject613.bin"/><Relationship Id="rId24" Type="http://schemas.openxmlformats.org/officeDocument/2006/relationships/image" Target="../media/image598.wmf"/><Relationship Id="rId23" Type="http://schemas.openxmlformats.org/officeDocument/2006/relationships/oleObject" Target="../embeddings/oleObject612.bin"/><Relationship Id="rId22" Type="http://schemas.openxmlformats.org/officeDocument/2006/relationships/image" Target="../media/image597.wmf"/><Relationship Id="rId21" Type="http://schemas.openxmlformats.org/officeDocument/2006/relationships/oleObject" Target="../embeddings/oleObject611.bin"/><Relationship Id="rId20" Type="http://schemas.openxmlformats.org/officeDocument/2006/relationships/image" Target="../media/image596.wmf"/><Relationship Id="rId2" Type="http://schemas.openxmlformats.org/officeDocument/2006/relationships/image" Target="../media/image587.wmf"/><Relationship Id="rId19" Type="http://schemas.openxmlformats.org/officeDocument/2006/relationships/oleObject" Target="../embeddings/oleObject610.bin"/><Relationship Id="rId18" Type="http://schemas.openxmlformats.org/officeDocument/2006/relationships/image" Target="../media/image595.wmf"/><Relationship Id="rId17" Type="http://schemas.openxmlformats.org/officeDocument/2006/relationships/oleObject" Target="../embeddings/oleObject609.bin"/><Relationship Id="rId16" Type="http://schemas.openxmlformats.org/officeDocument/2006/relationships/image" Target="../media/image594.wmf"/><Relationship Id="rId15" Type="http://schemas.openxmlformats.org/officeDocument/2006/relationships/oleObject" Target="../embeddings/oleObject608.bin"/><Relationship Id="rId14" Type="http://schemas.openxmlformats.org/officeDocument/2006/relationships/image" Target="../media/image593.wmf"/><Relationship Id="rId13" Type="http://schemas.openxmlformats.org/officeDocument/2006/relationships/oleObject" Target="../embeddings/oleObject607.bin"/><Relationship Id="rId12" Type="http://schemas.openxmlformats.org/officeDocument/2006/relationships/image" Target="../media/image592.wmf"/><Relationship Id="rId11" Type="http://schemas.openxmlformats.org/officeDocument/2006/relationships/oleObject" Target="../embeddings/oleObject606.bin"/><Relationship Id="rId10" Type="http://schemas.openxmlformats.org/officeDocument/2006/relationships/image" Target="../media/image591.wmf"/><Relationship Id="rId1" Type="http://schemas.openxmlformats.org/officeDocument/2006/relationships/oleObject" Target="../embeddings/oleObject601.bin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18.bin"/><Relationship Id="rId8" Type="http://schemas.openxmlformats.org/officeDocument/2006/relationships/image" Target="../media/image603.wmf"/><Relationship Id="rId7" Type="http://schemas.openxmlformats.org/officeDocument/2006/relationships/oleObject" Target="../embeddings/oleObject617.bin"/><Relationship Id="rId6" Type="http://schemas.openxmlformats.org/officeDocument/2006/relationships/image" Target="../media/image602.wmf"/><Relationship Id="rId5" Type="http://schemas.openxmlformats.org/officeDocument/2006/relationships/oleObject" Target="../embeddings/oleObject616.bin"/><Relationship Id="rId4" Type="http://schemas.openxmlformats.org/officeDocument/2006/relationships/image" Target="../media/image601.wmf"/><Relationship Id="rId3" Type="http://schemas.openxmlformats.org/officeDocument/2006/relationships/oleObject" Target="../embeddings/oleObject615.bin"/><Relationship Id="rId22" Type="http://schemas.openxmlformats.org/officeDocument/2006/relationships/vmlDrawing" Target="../drawings/vmlDrawing56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609.wmf"/><Relationship Id="rId2" Type="http://schemas.openxmlformats.org/officeDocument/2006/relationships/image" Target="../media/image600.wmf"/><Relationship Id="rId19" Type="http://schemas.openxmlformats.org/officeDocument/2006/relationships/oleObject" Target="../embeddings/oleObject623.bin"/><Relationship Id="rId18" Type="http://schemas.openxmlformats.org/officeDocument/2006/relationships/image" Target="../media/image608.wmf"/><Relationship Id="rId17" Type="http://schemas.openxmlformats.org/officeDocument/2006/relationships/oleObject" Target="../embeddings/oleObject622.bin"/><Relationship Id="rId16" Type="http://schemas.openxmlformats.org/officeDocument/2006/relationships/image" Target="../media/image607.wmf"/><Relationship Id="rId15" Type="http://schemas.openxmlformats.org/officeDocument/2006/relationships/oleObject" Target="../embeddings/oleObject621.bin"/><Relationship Id="rId14" Type="http://schemas.openxmlformats.org/officeDocument/2006/relationships/image" Target="../media/image606.wmf"/><Relationship Id="rId13" Type="http://schemas.openxmlformats.org/officeDocument/2006/relationships/oleObject" Target="../embeddings/oleObject620.bin"/><Relationship Id="rId12" Type="http://schemas.openxmlformats.org/officeDocument/2006/relationships/image" Target="../media/image605.wmf"/><Relationship Id="rId11" Type="http://schemas.openxmlformats.org/officeDocument/2006/relationships/oleObject" Target="../embeddings/oleObject619.bin"/><Relationship Id="rId10" Type="http://schemas.openxmlformats.org/officeDocument/2006/relationships/image" Target="../media/image604.wmf"/><Relationship Id="rId1" Type="http://schemas.openxmlformats.org/officeDocument/2006/relationships/oleObject" Target="../embeddings/oleObject614.bin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8.bin"/><Relationship Id="rId8" Type="http://schemas.openxmlformats.org/officeDocument/2006/relationships/image" Target="../media/image613.wmf"/><Relationship Id="rId7" Type="http://schemas.openxmlformats.org/officeDocument/2006/relationships/oleObject" Target="../embeddings/oleObject627.bin"/><Relationship Id="rId6" Type="http://schemas.openxmlformats.org/officeDocument/2006/relationships/image" Target="../media/image612.wmf"/><Relationship Id="rId5" Type="http://schemas.openxmlformats.org/officeDocument/2006/relationships/oleObject" Target="../embeddings/oleObject626.bin"/><Relationship Id="rId4" Type="http://schemas.openxmlformats.org/officeDocument/2006/relationships/image" Target="../media/image611.wmf"/><Relationship Id="rId32" Type="http://schemas.openxmlformats.org/officeDocument/2006/relationships/vmlDrawing" Target="../drawings/vmlDrawing57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624.wmf"/><Relationship Id="rId3" Type="http://schemas.openxmlformats.org/officeDocument/2006/relationships/oleObject" Target="../embeddings/oleObject625.bin"/><Relationship Id="rId29" Type="http://schemas.openxmlformats.org/officeDocument/2006/relationships/oleObject" Target="../embeddings/oleObject638.bin"/><Relationship Id="rId28" Type="http://schemas.openxmlformats.org/officeDocument/2006/relationships/image" Target="../media/image623.wmf"/><Relationship Id="rId27" Type="http://schemas.openxmlformats.org/officeDocument/2006/relationships/oleObject" Target="../embeddings/oleObject637.bin"/><Relationship Id="rId26" Type="http://schemas.openxmlformats.org/officeDocument/2006/relationships/image" Target="../media/image622.wmf"/><Relationship Id="rId25" Type="http://schemas.openxmlformats.org/officeDocument/2006/relationships/oleObject" Target="../embeddings/oleObject636.bin"/><Relationship Id="rId24" Type="http://schemas.openxmlformats.org/officeDocument/2006/relationships/image" Target="../media/image621.wmf"/><Relationship Id="rId23" Type="http://schemas.openxmlformats.org/officeDocument/2006/relationships/oleObject" Target="../embeddings/oleObject635.bin"/><Relationship Id="rId22" Type="http://schemas.openxmlformats.org/officeDocument/2006/relationships/image" Target="../media/image620.wmf"/><Relationship Id="rId21" Type="http://schemas.openxmlformats.org/officeDocument/2006/relationships/oleObject" Target="../embeddings/oleObject634.bin"/><Relationship Id="rId20" Type="http://schemas.openxmlformats.org/officeDocument/2006/relationships/image" Target="../media/image619.wmf"/><Relationship Id="rId2" Type="http://schemas.openxmlformats.org/officeDocument/2006/relationships/image" Target="../media/image610.wmf"/><Relationship Id="rId19" Type="http://schemas.openxmlformats.org/officeDocument/2006/relationships/oleObject" Target="../embeddings/oleObject633.bin"/><Relationship Id="rId18" Type="http://schemas.openxmlformats.org/officeDocument/2006/relationships/image" Target="../media/image618.wmf"/><Relationship Id="rId17" Type="http://schemas.openxmlformats.org/officeDocument/2006/relationships/oleObject" Target="../embeddings/oleObject632.bin"/><Relationship Id="rId16" Type="http://schemas.openxmlformats.org/officeDocument/2006/relationships/image" Target="../media/image617.wmf"/><Relationship Id="rId15" Type="http://schemas.openxmlformats.org/officeDocument/2006/relationships/oleObject" Target="../embeddings/oleObject631.bin"/><Relationship Id="rId14" Type="http://schemas.openxmlformats.org/officeDocument/2006/relationships/image" Target="../media/image616.wmf"/><Relationship Id="rId13" Type="http://schemas.openxmlformats.org/officeDocument/2006/relationships/oleObject" Target="../embeddings/oleObject630.bin"/><Relationship Id="rId12" Type="http://schemas.openxmlformats.org/officeDocument/2006/relationships/image" Target="../media/image615.wmf"/><Relationship Id="rId11" Type="http://schemas.openxmlformats.org/officeDocument/2006/relationships/oleObject" Target="../embeddings/oleObject629.bin"/><Relationship Id="rId10" Type="http://schemas.openxmlformats.org/officeDocument/2006/relationships/image" Target="../media/image614.wmf"/><Relationship Id="rId1" Type="http://schemas.openxmlformats.org/officeDocument/2006/relationships/oleObject" Target="../embeddings/oleObject624.bin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43.bin"/><Relationship Id="rId8" Type="http://schemas.openxmlformats.org/officeDocument/2006/relationships/image" Target="../media/image628.wmf"/><Relationship Id="rId7" Type="http://schemas.openxmlformats.org/officeDocument/2006/relationships/oleObject" Target="../embeddings/oleObject642.bin"/><Relationship Id="rId6" Type="http://schemas.openxmlformats.org/officeDocument/2006/relationships/image" Target="../media/image627.wmf"/><Relationship Id="rId5" Type="http://schemas.openxmlformats.org/officeDocument/2006/relationships/oleObject" Target="../embeddings/oleObject641.bin"/><Relationship Id="rId4" Type="http://schemas.openxmlformats.org/officeDocument/2006/relationships/image" Target="../media/image626.wmf"/><Relationship Id="rId3" Type="http://schemas.openxmlformats.org/officeDocument/2006/relationships/oleObject" Target="../embeddings/oleObject640.bin"/><Relationship Id="rId2" Type="http://schemas.openxmlformats.org/officeDocument/2006/relationships/image" Target="../media/image625.wmf"/><Relationship Id="rId12" Type="http://schemas.openxmlformats.org/officeDocument/2006/relationships/vmlDrawing" Target="../drawings/vmlDrawing58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629.wmf"/><Relationship Id="rId1" Type="http://schemas.openxmlformats.org/officeDocument/2006/relationships/oleObject" Target="../embeddings/oleObject639.bin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48.bin"/><Relationship Id="rId8" Type="http://schemas.openxmlformats.org/officeDocument/2006/relationships/image" Target="../media/image633.wmf"/><Relationship Id="rId7" Type="http://schemas.openxmlformats.org/officeDocument/2006/relationships/oleObject" Target="../embeddings/oleObject647.bin"/><Relationship Id="rId6" Type="http://schemas.openxmlformats.org/officeDocument/2006/relationships/image" Target="../media/image632.wmf"/><Relationship Id="rId5" Type="http://schemas.openxmlformats.org/officeDocument/2006/relationships/oleObject" Target="../embeddings/oleObject646.bin"/><Relationship Id="rId4" Type="http://schemas.openxmlformats.org/officeDocument/2006/relationships/image" Target="../media/image631.wmf"/><Relationship Id="rId3" Type="http://schemas.openxmlformats.org/officeDocument/2006/relationships/oleObject" Target="../embeddings/oleObject645.bin"/><Relationship Id="rId2" Type="http://schemas.openxmlformats.org/officeDocument/2006/relationships/image" Target="../media/image630.wmf"/><Relationship Id="rId14" Type="http://schemas.openxmlformats.org/officeDocument/2006/relationships/vmlDrawing" Target="../drawings/vmlDrawing59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635.wmf"/><Relationship Id="rId11" Type="http://schemas.openxmlformats.org/officeDocument/2006/relationships/oleObject" Target="../embeddings/oleObject649.bin"/><Relationship Id="rId10" Type="http://schemas.openxmlformats.org/officeDocument/2006/relationships/image" Target="../media/image634.wmf"/><Relationship Id="rId1" Type="http://schemas.openxmlformats.org/officeDocument/2006/relationships/oleObject" Target="../embeddings/oleObject644.bin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4.bin"/><Relationship Id="rId8" Type="http://schemas.openxmlformats.org/officeDocument/2006/relationships/image" Target="../media/image639.wmf"/><Relationship Id="rId7" Type="http://schemas.openxmlformats.org/officeDocument/2006/relationships/oleObject" Target="../embeddings/oleObject653.bin"/><Relationship Id="rId6" Type="http://schemas.openxmlformats.org/officeDocument/2006/relationships/image" Target="../media/image638.wmf"/><Relationship Id="rId5" Type="http://schemas.openxmlformats.org/officeDocument/2006/relationships/oleObject" Target="../embeddings/oleObject652.bin"/><Relationship Id="rId4" Type="http://schemas.openxmlformats.org/officeDocument/2006/relationships/image" Target="../media/image637.wmf"/><Relationship Id="rId34" Type="http://schemas.openxmlformats.org/officeDocument/2006/relationships/vmlDrawing" Target="../drawings/vmlDrawing60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651.wmf"/><Relationship Id="rId31" Type="http://schemas.openxmlformats.org/officeDocument/2006/relationships/oleObject" Target="../embeddings/oleObject665.bin"/><Relationship Id="rId30" Type="http://schemas.openxmlformats.org/officeDocument/2006/relationships/image" Target="../media/image650.wmf"/><Relationship Id="rId3" Type="http://schemas.openxmlformats.org/officeDocument/2006/relationships/oleObject" Target="../embeddings/oleObject651.bin"/><Relationship Id="rId29" Type="http://schemas.openxmlformats.org/officeDocument/2006/relationships/oleObject" Target="../embeddings/oleObject664.bin"/><Relationship Id="rId28" Type="http://schemas.openxmlformats.org/officeDocument/2006/relationships/image" Target="../media/image649.wmf"/><Relationship Id="rId27" Type="http://schemas.openxmlformats.org/officeDocument/2006/relationships/oleObject" Target="../embeddings/oleObject663.bin"/><Relationship Id="rId26" Type="http://schemas.openxmlformats.org/officeDocument/2006/relationships/image" Target="../media/image648.wmf"/><Relationship Id="rId25" Type="http://schemas.openxmlformats.org/officeDocument/2006/relationships/oleObject" Target="../embeddings/oleObject662.bin"/><Relationship Id="rId24" Type="http://schemas.openxmlformats.org/officeDocument/2006/relationships/image" Target="../media/image647.wmf"/><Relationship Id="rId23" Type="http://schemas.openxmlformats.org/officeDocument/2006/relationships/oleObject" Target="../embeddings/oleObject661.bin"/><Relationship Id="rId22" Type="http://schemas.openxmlformats.org/officeDocument/2006/relationships/image" Target="../media/image646.wmf"/><Relationship Id="rId21" Type="http://schemas.openxmlformats.org/officeDocument/2006/relationships/oleObject" Target="../embeddings/oleObject660.bin"/><Relationship Id="rId20" Type="http://schemas.openxmlformats.org/officeDocument/2006/relationships/image" Target="../media/image645.wmf"/><Relationship Id="rId2" Type="http://schemas.openxmlformats.org/officeDocument/2006/relationships/image" Target="../media/image636.wmf"/><Relationship Id="rId19" Type="http://schemas.openxmlformats.org/officeDocument/2006/relationships/oleObject" Target="../embeddings/oleObject659.bin"/><Relationship Id="rId18" Type="http://schemas.openxmlformats.org/officeDocument/2006/relationships/image" Target="../media/image644.wmf"/><Relationship Id="rId17" Type="http://schemas.openxmlformats.org/officeDocument/2006/relationships/oleObject" Target="../embeddings/oleObject658.bin"/><Relationship Id="rId16" Type="http://schemas.openxmlformats.org/officeDocument/2006/relationships/image" Target="../media/image643.wmf"/><Relationship Id="rId15" Type="http://schemas.openxmlformats.org/officeDocument/2006/relationships/oleObject" Target="../embeddings/oleObject657.bin"/><Relationship Id="rId14" Type="http://schemas.openxmlformats.org/officeDocument/2006/relationships/image" Target="../media/image642.wmf"/><Relationship Id="rId13" Type="http://schemas.openxmlformats.org/officeDocument/2006/relationships/oleObject" Target="../embeddings/oleObject656.bin"/><Relationship Id="rId12" Type="http://schemas.openxmlformats.org/officeDocument/2006/relationships/image" Target="../media/image641.wmf"/><Relationship Id="rId11" Type="http://schemas.openxmlformats.org/officeDocument/2006/relationships/oleObject" Target="../embeddings/oleObject655.bin"/><Relationship Id="rId10" Type="http://schemas.openxmlformats.org/officeDocument/2006/relationships/image" Target="../media/image640.wmf"/><Relationship Id="rId1" Type="http://schemas.openxmlformats.org/officeDocument/2006/relationships/oleObject" Target="../embeddings/oleObject650.bin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70.bin"/><Relationship Id="rId8" Type="http://schemas.openxmlformats.org/officeDocument/2006/relationships/image" Target="../media/image655.wmf"/><Relationship Id="rId7" Type="http://schemas.openxmlformats.org/officeDocument/2006/relationships/oleObject" Target="../embeddings/oleObject669.bin"/><Relationship Id="rId6" Type="http://schemas.openxmlformats.org/officeDocument/2006/relationships/image" Target="../media/image654.wmf"/><Relationship Id="rId5" Type="http://schemas.openxmlformats.org/officeDocument/2006/relationships/oleObject" Target="../embeddings/oleObject668.bin"/><Relationship Id="rId4" Type="http://schemas.openxmlformats.org/officeDocument/2006/relationships/image" Target="../media/image653.wmf"/><Relationship Id="rId3" Type="http://schemas.openxmlformats.org/officeDocument/2006/relationships/oleObject" Target="../embeddings/oleObject667.bin"/><Relationship Id="rId2" Type="http://schemas.openxmlformats.org/officeDocument/2006/relationships/image" Target="../media/image652.wmf"/><Relationship Id="rId14" Type="http://schemas.openxmlformats.org/officeDocument/2006/relationships/vmlDrawing" Target="../drawings/vmlDrawing61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657.wmf"/><Relationship Id="rId11" Type="http://schemas.openxmlformats.org/officeDocument/2006/relationships/oleObject" Target="../embeddings/oleObject671.bin"/><Relationship Id="rId10" Type="http://schemas.openxmlformats.org/officeDocument/2006/relationships/image" Target="../media/image656.wmf"/><Relationship Id="rId1" Type="http://schemas.openxmlformats.org/officeDocument/2006/relationships/oleObject" Target="../embeddings/oleObject66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084760" y="1027222"/>
            <a:ext cx="8136904" cy="1753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4.2  不定积分的换元法和分部积分法</a:t>
            </a:r>
            <a:endParaRPr lang="en-US" altLang="zh-CN" sz="5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969659" y="3024902"/>
            <a:ext cx="6951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4.2.1 不定积分的换元法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 Box 1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969924" y="3968666"/>
            <a:ext cx="810352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4.2.2 不定积分的分部积分法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143934" y="2268165"/>
            <a:ext cx="388815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9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3048768"/>
            <a:ext cx="403244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一．第一类换元法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143672" y="3828611"/>
            <a:ext cx="388843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二．第二类换元法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543963" y="1329735"/>
            <a:ext cx="6951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4.2.1 不定积分的换元法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094288" y="4944745"/>
            <a:ext cx="22209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第二类换元法</a:t>
            </a:r>
            <a:endParaRPr kumimoji="1" lang="zh-CN" altLang="en-US" sz="2400" b="1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075238" y="4354195"/>
            <a:ext cx="22209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第一类换元法</a:t>
            </a:r>
            <a:endParaRPr kumimoji="1" lang="zh-CN" altLang="en-US" sz="2400" b="1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172970" y="4539933"/>
          <a:ext cx="2732869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59131200" imgH="14020800" progId="Equation.DSMT4">
                  <p:embed/>
                </p:oleObj>
              </mc:Choice>
              <mc:Fallback>
                <p:oleObj name="Equation" r:id="rId1" imgW="59131200" imgH="140208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72970" y="4539933"/>
                        <a:ext cx="2732869" cy="64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5029200" y="479234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7465695" y="4540250"/>
          <a:ext cx="1450956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" name="Equation" r:id="rId3" imgW="31394400" imgH="14020800" progId="Equation.DSMT4">
                  <p:embed/>
                </p:oleObj>
              </mc:Choice>
              <mc:Fallback>
                <p:oleObj name="Equation" r:id="rId3" imgW="31394400" imgH="14020800" progId="Equation.DSMT4">
                  <p:embed/>
                  <p:pic>
                    <p:nvPicPr>
                      <p:cNvPr id="0" name="图片 1246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465695" y="4540250"/>
                        <a:ext cx="1450956" cy="64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5029200" y="4944745"/>
            <a:ext cx="2232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0" name="Rectangle 8"/>
          <p:cNvSpPr txBox="1">
            <a:spLocks noChangeArrowheads="1"/>
          </p:cNvSpPr>
          <p:nvPr/>
        </p:nvSpPr>
        <p:spPr>
          <a:xfrm>
            <a:off x="2057400" y="533400"/>
            <a:ext cx="2057400" cy="685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基本思路 </a:t>
            </a:r>
            <a:endParaRPr lang="zh-CN" altLang="en-US" sz="3200" b="1" dirty="0" smtClean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2057400" y="1245553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" name="Object 16"/>
          <p:cNvGraphicFramePr>
            <a:graphicFrameLocks noChangeAspect="1"/>
          </p:cNvGraphicFramePr>
          <p:nvPr/>
        </p:nvGraphicFramePr>
        <p:xfrm>
          <a:off x="2590800" y="1339850"/>
          <a:ext cx="1968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" name="Equation" r:id="rId5" imgW="47244000" imgH="9753600" progId="Equation.DSMT4">
                  <p:embed/>
                </p:oleObj>
              </mc:Choice>
              <mc:Fallback>
                <p:oleObj name="Equation" r:id="rId5" imgW="47244000" imgH="9753600" progId="Equation.DSMT4">
                  <p:embed/>
                  <p:pic>
                    <p:nvPicPr>
                      <p:cNvPr id="0" name="图片 124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90800" y="1339850"/>
                        <a:ext cx="1968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/>
          <p:cNvGraphicFramePr>
            <a:graphicFrameLocks noChangeAspect="1"/>
          </p:cNvGraphicFramePr>
          <p:nvPr/>
        </p:nvGraphicFramePr>
        <p:xfrm>
          <a:off x="4768850" y="1377950"/>
          <a:ext cx="1231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" name="Equation" r:id="rId7" imgW="29565600" imgH="9448800" progId="Equation.DSMT4">
                  <p:embed/>
                </p:oleObj>
              </mc:Choice>
              <mc:Fallback>
                <p:oleObj name="Equation" r:id="rId7" imgW="29565600" imgH="9448800" progId="Equation.DSMT4">
                  <p:embed/>
                  <p:pic>
                    <p:nvPicPr>
                      <p:cNvPr id="0" name="图片 1248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4768850" y="1377950"/>
                        <a:ext cx="1231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6019800" y="1295400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可导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" name="Object 19"/>
          <p:cNvGraphicFramePr>
            <a:graphicFrameLocks noChangeAspect="1"/>
          </p:cNvGraphicFramePr>
          <p:nvPr/>
        </p:nvGraphicFramePr>
        <p:xfrm>
          <a:off x="2200275" y="2760345"/>
          <a:ext cx="32607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" name="Equation" r:id="rId9" imgW="78333600" imgH="14020800" progId="Equation.DSMT4">
                  <p:embed/>
                </p:oleObj>
              </mc:Choice>
              <mc:Fallback>
                <p:oleObj name="Equation" r:id="rId9" imgW="78333600" imgH="14020800" progId="Equation.DSMT4">
                  <p:embed/>
                  <p:pic>
                    <p:nvPicPr>
                      <p:cNvPr id="0" name="图片 1249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200275" y="2760345"/>
                        <a:ext cx="3260725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0"/>
          <p:cNvGraphicFramePr>
            <a:graphicFrameLocks noChangeAspect="1"/>
          </p:cNvGraphicFramePr>
          <p:nvPr/>
        </p:nvGraphicFramePr>
        <p:xfrm>
          <a:off x="5542280" y="2837180"/>
          <a:ext cx="1739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" name="Equation" r:id="rId11" imgW="41757600" imgH="9448800" progId="Equation.DSMT4">
                  <p:embed/>
                </p:oleObj>
              </mc:Choice>
              <mc:Fallback>
                <p:oleObj name="Equation" r:id="rId11" imgW="41757600" imgH="9448800" progId="Equation.DSMT4">
                  <p:embed/>
                  <p:pic>
                    <p:nvPicPr>
                      <p:cNvPr id="0" name="图片 125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42280" y="2837180"/>
                        <a:ext cx="1739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1"/>
          <p:cNvGraphicFramePr>
            <a:graphicFrameLocks noChangeAspect="1"/>
          </p:cNvGraphicFramePr>
          <p:nvPr/>
        </p:nvGraphicFramePr>
        <p:xfrm>
          <a:off x="7409815" y="3524885"/>
          <a:ext cx="2413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" name="Equation" r:id="rId13" imgW="57912000" imgH="14020800" progId="Equation.DSMT4">
                  <p:embed/>
                </p:oleObj>
              </mc:Choice>
              <mc:Fallback>
                <p:oleObj name="Equation" r:id="rId13" imgW="57912000" imgH="14020800" progId="Equation.DSMT4">
                  <p:embed/>
                  <p:pic>
                    <p:nvPicPr>
                      <p:cNvPr id="0" name="图片 125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09815" y="3524885"/>
                        <a:ext cx="24130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/>
          <p:cNvGraphicFramePr>
            <a:graphicFrameLocks noChangeAspect="1"/>
          </p:cNvGraphicFramePr>
          <p:nvPr/>
        </p:nvGraphicFramePr>
        <p:xfrm>
          <a:off x="7409815" y="2754313"/>
          <a:ext cx="2336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" name="Equation" r:id="rId15" imgW="56083200" imgH="13411200" progId="Equation.DSMT4">
                  <p:embed/>
                </p:oleObj>
              </mc:Choice>
              <mc:Fallback>
                <p:oleObj name="Equation" r:id="rId15" imgW="56083200" imgH="13411200" progId="Equation.DSMT4">
                  <p:embed/>
                  <p:pic>
                    <p:nvPicPr>
                      <p:cNvPr id="0" name="图片 125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409815" y="2754313"/>
                        <a:ext cx="2336800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3"/>
          <p:cNvGraphicFramePr>
            <a:graphicFrameLocks noChangeAspect="1"/>
          </p:cNvGraphicFramePr>
          <p:nvPr/>
        </p:nvGraphicFramePr>
        <p:xfrm>
          <a:off x="3411855" y="2108200"/>
          <a:ext cx="1769806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4" name="Equation" r:id="rId17" imgW="38709600" imgH="9448800" progId="Equation.DSMT4">
                  <p:embed/>
                </p:oleObj>
              </mc:Choice>
              <mc:Fallback>
                <p:oleObj name="Equation" r:id="rId17" imgW="38709600" imgH="9448800" progId="Equation.DSMT4">
                  <p:embed/>
                  <p:pic>
                    <p:nvPicPr>
                      <p:cNvPr id="0" name="图片 125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11855" y="2108200"/>
                        <a:ext cx="1769806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/>
          <p:cNvGraphicFramePr>
            <a:graphicFrameLocks noChangeAspect="1"/>
          </p:cNvGraphicFramePr>
          <p:nvPr/>
        </p:nvGraphicFramePr>
        <p:xfrm>
          <a:off x="5217795" y="2111375"/>
          <a:ext cx="23895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5" name="Equation" r:id="rId19" imgW="53949600" imgH="9753600" progId="Equation.DSMT4">
                  <p:embed/>
                </p:oleObj>
              </mc:Choice>
              <mc:Fallback>
                <p:oleObj name="Equation" r:id="rId19" imgW="53949600" imgH="9753600" progId="Equation.DSMT4">
                  <p:embed/>
                  <p:pic>
                    <p:nvPicPr>
                      <p:cNvPr id="0" name="图片 125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17795" y="2111375"/>
                        <a:ext cx="2389500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25"/>
          <p:cNvSpPr>
            <a:spLocks noChangeShapeType="1"/>
          </p:cNvSpPr>
          <p:nvPr/>
        </p:nvSpPr>
        <p:spPr bwMode="auto">
          <a:xfrm>
            <a:off x="4724400" y="1752600"/>
            <a:ext cx="12954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2" name="Line 26"/>
          <p:cNvSpPr>
            <a:spLocks noChangeShapeType="1"/>
          </p:cNvSpPr>
          <p:nvPr/>
        </p:nvSpPr>
        <p:spPr bwMode="auto">
          <a:xfrm>
            <a:off x="2590800" y="1752600"/>
            <a:ext cx="1905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3" name="Text Box 27"/>
          <p:cNvSpPr txBox="1">
            <a:spLocks noChangeArrowheads="1"/>
          </p:cNvSpPr>
          <p:nvPr/>
        </p:nvSpPr>
        <p:spPr bwMode="auto">
          <a:xfrm>
            <a:off x="7010400" y="1295400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则有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7" grpId="0" bldLvl="0" animBg="1"/>
      <p:bldP spid="9" grpId="0" bldLvl="0" animBg="1"/>
      <p:bldP spid="11" grpId="0" autoUpdateAnimBg="0"/>
      <p:bldP spid="14" grpId="0" autoUpdateAnimBg="0"/>
      <p:bldP spid="21" grpId="0" bldLvl="0" animBg="1"/>
      <p:bldP spid="22" grpId="0" bldLvl="0" animBg="1"/>
      <p:bldP spid="2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928679" y="1381304"/>
            <a:ext cx="17511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4.2.1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647177" y="1419721"/>
          <a:ext cx="3570172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81076800" imgH="10668000" progId="Equation.DSMT4">
                  <p:embed/>
                </p:oleObj>
              </mc:Choice>
              <mc:Fallback>
                <p:oleObj name="Equation" r:id="rId1" imgW="81076800" imgH="106680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47177" y="1419721"/>
                        <a:ext cx="3570172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7264256" y="1419831"/>
          <a:ext cx="2243647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" name="Equation" r:id="rId3" imgW="49682400" imgH="10363200" progId="Equation.DSMT4">
                  <p:embed/>
                </p:oleObj>
              </mc:Choice>
              <mc:Fallback>
                <p:oleObj name="Equation" r:id="rId3" imgW="49682400" imgH="10363200" progId="Equation.DSMT4">
                  <p:embed/>
                  <p:pic>
                    <p:nvPicPr>
                      <p:cNvPr id="0" name="图片 23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64256" y="1419831"/>
                        <a:ext cx="2243647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9440500" y="1379081"/>
            <a:ext cx="10801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928495" y="1994218"/>
            <a:ext cx="197132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换元公式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714625" y="2559050"/>
          <a:ext cx="2860435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7" name="Equation" r:id="rId5" imgW="65532000" imgH="14020800" progId="Equation.DSMT4">
                  <p:embed/>
                </p:oleObj>
              </mc:Choice>
              <mc:Fallback>
                <p:oleObj name="Equation" r:id="rId5" imgW="65532000" imgH="14020800" progId="Equation.DSMT4">
                  <p:embed/>
                  <p:pic>
                    <p:nvPicPr>
                      <p:cNvPr id="0" name="图片 234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14625" y="2559050"/>
                        <a:ext cx="2860435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622925" y="2559050"/>
          <a:ext cx="1330435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8" name="Equation" r:id="rId7" imgW="30480000" imgH="14020800" progId="Equation.DSMT4">
                  <p:embed/>
                </p:oleObj>
              </mc:Choice>
              <mc:Fallback>
                <p:oleObj name="Equation" r:id="rId7" imgW="30480000" imgH="14020800" progId="Equation.DSMT4">
                  <p:embed/>
                  <p:pic>
                    <p:nvPicPr>
                      <p:cNvPr id="0" name="图片 23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22925" y="2559050"/>
                        <a:ext cx="1330435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7050261" y="2956942"/>
          <a:ext cx="1231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" name="Equation" r:id="rId9" imgW="29565600" imgH="9448800" progId="Equation.DSMT4">
                  <p:embed/>
                </p:oleObj>
              </mc:Choice>
              <mc:Fallback>
                <p:oleObj name="Equation" r:id="rId9" imgW="29565600" imgH="9448800" progId="Equation.DSMT4">
                  <p:embed/>
                  <p:pic>
                    <p:nvPicPr>
                      <p:cNvPr id="0" name="图片 23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50261" y="2956942"/>
                        <a:ext cx="1231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7000875" y="2447925"/>
            <a:ext cx="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622925" y="3437890"/>
          <a:ext cx="2394783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0" name="Equation" r:id="rId11" imgW="54864000" imgH="14020800" progId="Equation.DSMT4">
                  <p:embed/>
                </p:oleObj>
              </mc:Choice>
              <mc:Fallback>
                <p:oleObj name="Equation" r:id="rId11" imgW="54864000" imgH="14020800" progId="Equation.DSMT4">
                  <p:embed/>
                  <p:pic>
                    <p:nvPicPr>
                      <p:cNvPr id="0" name="图片 23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22925" y="3437890"/>
                        <a:ext cx="2394783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5343525" y="4198303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也称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配元法</a:t>
            </a:r>
            <a:endParaRPr kumimoji="1" lang="zh-CN" altLang="en-US" sz="2800" b="1" dirty="0">
              <a:solidFill>
                <a:schemeClr val="accent5">
                  <a:lumMod val="60000"/>
                  <a:lumOff val="4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928495" y="3516948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2780030" y="3437890"/>
          <a:ext cx="2860435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1" name="Equation" r:id="rId13" imgW="65532000" imgH="14020800" progId="Equation.DSMT4">
                  <p:embed/>
                </p:oleObj>
              </mc:Choice>
              <mc:Fallback>
                <p:oleObj name="Equation" r:id="rId13" imgW="65532000" imgH="14020800" progId="Equation.DSMT4">
                  <p:embed/>
                  <p:pic>
                    <p:nvPicPr>
                      <p:cNvPr id="0" name="图片 235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80030" y="3437890"/>
                        <a:ext cx="2860435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6"/>
          <p:cNvSpPr>
            <a:spLocks noChangeShapeType="1"/>
          </p:cNvSpPr>
          <p:nvPr/>
        </p:nvSpPr>
        <p:spPr bwMode="auto">
          <a:xfrm flipV="1">
            <a:off x="4121150" y="3075305"/>
            <a:ext cx="1074420" cy="63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7264400" y="4188778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凑微分法</a:t>
            </a:r>
            <a:r>
              <a:rPr kumimoji="1"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1991365" y="249674"/>
            <a:ext cx="403244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第一类换元法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159433" y="2667139"/>
          <a:ext cx="2174754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2" name="Equation" r:id="rId15" imgW="50901600" imgH="9448800" progId="Equation.DSMT4">
                  <p:embed/>
                </p:oleObj>
              </mc:Choice>
              <mc:Fallback>
                <p:oleObj name="Equation" r:id="rId15" imgW="50901600" imgH="9448800" progId="Equation.DSMT4">
                  <p:embed/>
                  <p:pic>
                    <p:nvPicPr>
                      <p:cNvPr id="0" name="图片 23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159433" y="2667139"/>
                        <a:ext cx="2174754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094754" y="4869160"/>
          <a:ext cx="23749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3" name="Equation" r:id="rId17" imgW="56997600" imgH="15240000" progId="Equation.DSMT4">
                  <p:embed/>
                </p:oleObj>
              </mc:Choice>
              <mc:Fallback>
                <p:oleObj name="Equation" r:id="rId17" imgW="56997600" imgH="15240000" progId="Equation.DSMT4">
                  <p:embed/>
                  <p:pic>
                    <p:nvPicPr>
                      <p:cNvPr id="0" name="图片 235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94754" y="4869160"/>
                        <a:ext cx="2374900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2095495" y="4934211"/>
            <a:ext cx="97616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证：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640631" y="5040312"/>
          <a:ext cx="2451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4" name="Equation" r:id="rId19" imgW="58826400" imgH="9753600" progId="Equation.DSMT4">
                  <p:embed/>
                </p:oleObj>
              </mc:Choice>
              <mc:Fallback>
                <p:oleObj name="Equation" r:id="rId19" imgW="58826400" imgH="9753600" progId="Equation.DSMT4">
                  <p:embed/>
                  <p:pic>
                    <p:nvPicPr>
                      <p:cNvPr id="0" name="图片 235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40631" y="5040312"/>
                        <a:ext cx="2451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8262848" y="5040312"/>
          <a:ext cx="2146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" name="Equation" r:id="rId21" imgW="51511200" imgH="9753600" progId="Equation.DSMT4">
                  <p:embed/>
                </p:oleObj>
              </mc:Choice>
              <mc:Fallback>
                <p:oleObj name="Equation" r:id="rId21" imgW="51511200" imgH="9753600" progId="Equation.DSMT4">
                  <p:embed/>
                  <p:pic>
                    <p:nvPicPr>
                      <p:cNvPr id="0" name="图片 235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262848" y="5040312"/>
                        <a:ext cx="21463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2095500" y="5517232"/>
            <a:ext cx="97616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28468" y="795587"/>
            <a:ext cx="351688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1.换元定理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/>
      <p:bldP spid="6" grpId="0" autoUpdateAnimBg="0" build="p"/>
      <p:bldP spid="7" grpId="0" autoUpdateAnimBg="0"/>
      <p:bldP spid="11" grpId="0" bldLvl="0" animBg="1"/>
      <p:bldP spid="13" grpId="0" autoUpdateAnimBg="0"/>
      <p:bldP spid="14" grpId="0" autoUpdateAnimBg="0"/>
      <p:bldP spid="16" grpId="0" bldLvl="0" animBg="1"/>
      <p:bldP spid="17" grpId="0" autoUpdateAnimBg="0"/>
      <p:bldP spid="24" grpId="0" autoUpdateAnimBg="0"/>
      <p:bldP spid="2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55465" y="388620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1.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384203" y="330200"/>
          <a:ext cx="3630423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83210400" imgH="14020800" progId="Equation.DSMT4">
                  <p:embed/>
                </p:oleObj>
              </mc:Choice>
              <mc:Fallback>
                <p:oleObj name="Equation" r:id="rId1" imgW="83210400" imgH="140208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84203" y="330200"/>
                        <a:ext cx="3630423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49750" y="1230313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292158" y="1282700"/>
          <a:ext cx="1755871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38404800" imgH="9448800" progId="Equation.DSMT4">
                  <p:embed/>
                </p:oleObj>
              </mc:Choice>
              <mc:Fallback>
                <p:oleObj name="Equation" r:id="rId3" imgW="38404800" imgH="94488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2158" y="1282700"/>
                        <a:ext cx="1755871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908520" y="1196975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378768" y="1275398"/>
          <a:ext cx="1572967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34442400" imgH="9448800" progId="Equation.DSMT4">
                  <p:embed/>
                </p:oleObj>
              </mc:Choice>
              <mc:Fallback>
                <p:oleObj name="Equation" r:id="rId5" imgW="34442400" imgH="94488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78768" y="1275398"/>
                        <a:ext cx="1572967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7014815" y="1226185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690465" y="2097088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原式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903663" y="2089150"/>
          <a:ext cx="622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14935200" imgH="14020800" progId="Equation.DSMT4">
                  <p:embed/>
                </p:oleObj>
              </mc:Choice>
              <mc:Fallback>
                <p:oleObj name="Equation" r:id="rId7" imgW="14935200" imgH="140208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03663" y="2089150"/>
                        <a:ext cx="6223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678363" y="1922463"/>
          <a:ext cx="685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16459200" imgH="20116800" progId="Equation.DSMT4">
                  <p:embed/>
                </p:oleObj>
              </mc:Choice>
              <mc:Fallback>
                <p:oleObj name="Equation" r:id="rId9" imgW="16459200" imgH="201168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78363" y="1922463"/>
                        <a:ext cx="685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453063" y="1924050"/>
          <a:ext cx="571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1" imgW="13716000" imgH="20116800" progId="Equation.DSMT4">
                  <p:embed/>
                </p:oleObj>
              </mc:Choice>
              <mc:Fallback>
                <p:oleObj name="Equation" r:id="rId11" imgW="13716000" imgH="201168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53063" y="1924050"/>
                        <a:ext cx="571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6203950" y="1924050"/>
          <a:ext cx="20812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13" imgW="49987200" imgH="20116800" progId="Equation.DSMT4">
                  <p:embed/>
                </p:oleObj>
              </mc:Choice>
              <mc:Fallback>
                <p:oleObj name="Equation" r:id="rId13" imgW="49987200" imgH="20116800" progId="Equation.DSMT4">
                  <p:embed/>
                  <p:pic>
                    <p:nvPicPr>
                      <p:cNvPr id="0" name="图片 30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03950" y="1924050"/>
                        <a:ext cx="2081213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577908" y="2898775"/>
          <a:ext cx="30337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15" imgW="72847200" imgH="21640800" progId="Equation.DSMT4">
                  <p:embed/>
                </p:oleObj>
              </mc:Choice>
              <mc:Fallback>
                <p:oleObj name="Equation" r:id="rId15" imgW="72847200" imgH="21640800" progId="Equation.DSMT4">
                  <p:embed/>
                  <p:pic>
                    <p:nvPicPr>
                      <p:cNvPr id="0" name="图片 3079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77908" y="2898775"/>
                        <a:ext cx="3033712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773863" y="3232150"/>
          <a:ext cx="50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17" imgW="12192000" imgH="9448800" progId="Equation.DSMT4">
                  <p:embed/>
                </p:oleObj>
              </mc:Choice>
              <mc:Fallback>
                <p:oleObj name="Equation" r:id="rId17" imgW="12192000" imgH="9448800" progId="Equation.DSMT4">
                  <p:embed/>
                  <p:pic>
                    <p:nvPicPr>
                      <p:cNvPr id="0" name="图片 3080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773863" y="3232150"/>
                        <a:ext cx="508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049780" y="4189730"/>
            <a:ext cx="102679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经验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205163" y="4318000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19" imgW="24079200" imgH="9448800" progId="Equation.DSMT4">
                  <p:embed/>
                </p:oleObj>
              </mc:Choice>
              <mc:Fallback>
                <p:oleObj name="Equation" r:id="rId19" imgW="24079200" imgH="9448800" progId="Equation.DSMT4">
                  <p:embed/>
                  <p:pic>
                    <p:nvPicPr>
                      <p:cNvPr id="0" name="图片 3081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05163" y="4318000"/>
                        <a:ext cx="1003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4182715" y="4213225"/>
            <a:ext cx="609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578225" y="4908550"/>
          <a:ext cx="1409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21" imgW="33832800" imgH="21945600" progId="Equation.DSMT4">
                  <p:embed/>
                </p:oleObj>
              </mc:Choice>
              <mc:Fallback>
                <p:oleObj name="Equation" r:id="rId21" imgW="33832800" imgH="21945600" progId="Equation.DSMT4">
                  <p:embed/>
                  <p:pic>
                    <p:nvPicPr>
                      <p:cNvPr id="0" name="图片 3082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78225" y="4908550"/>
                        <a:ext cx="14097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5048250" y="4946650"/>
          <a:ext cx="22336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23" imgW="53644800" imgH="20116800" progId="Equation.DSMT4">
                  <p:embed/>
                </p:oleObj>
              </mc:Choice>
              <mc:Fallback>
                <p:oleObj name="Equation" r:id="rId23" imgW="53644800" imgH="20116800" progId="Equation.DSMT4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48250" y="4946650"/>
                        <a:ext cx="2233613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8" grpId="0" autoUpdateAnimBg="0"/>
      <p:bldP spid="9" grpId="0" autoUpdateAnimBg="0"/>
      <p:bldP spid="16" grpId="0" bldLvl="0" animBg="1" autoUpdateAnimBg="0"/>
      <p:bldP spid="18" grpId="0" bldLvl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55464" y="330200"/>
            <a:ext cx="2096319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2. </a:t>
            </a:r>
            <a:r>
              <a:rPr lang="zh-CN" altLang="en-US" sz="2800" b="1" dirty="0" smtClean="0">
                <a:ea typeface="楷体_GB2312" pitchFamily="49" charset="-122"/>
              </a:rPr>
              <a:t>求积分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283325" y="836613"/>
          <a:ext cx="23463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56083200" imgH="14020800" progId="Equation.DSMT4">
                  <p:embed/>
                </p:oleObj>
              </mc:Choice>
              <mc:Fallback>
                <p:oleObj name="Equation" r:id="rId1" imgW="56083200" imgH="140208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83325" y="836613"/>
                        <a:ext cx="2346325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089484" y="1628800"/>
            <a:ext cx="24223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092583" y="3068498"/>
          <a:ext cx="9715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23164800" imgH="9448800" progId="Equation.DSMT4">
                  <p:embed/>
                </p:oleObj>
              </mc:Choice>
              <mc:Fallback>
                <p:oleObj name="Equation" r:id="rId3" imgW="23164800" imgH="9448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92583" y="3068498"/>
                        <a:ext cx="9715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4130807" y="3011358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553370" y="3699594"/>
          <a:ext cx="1827213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43891200" imgH="14020800" progId="Equation.DSMT4">
                  <p:embed/>
                </p:oleObj>
              </mc:Choice>
              <mc:Fallback>
                <p:oleObj name="Equation" r:id="rId5" imgW="43891200" imgH="140208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3370" y="3699594"/>
                        <a:ext cx="1827213" cy="579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497586" y="3555578"/>
          <a:ext cx="2044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49072800" imgH="19812000" progId="Equation.DSMT4">
                  <p:embed/>
                </p:oleObj>
              </mc:Choice>
              <mc:Fallback>
                <p:oleObj name="Equation" r:id="rId7" imgW="49072800" imgH="198120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97586" y="3555578"/>
                        <a:ext cx="20447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585818" y="3555578"/>
          <a:ext cx="1752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42062400" imgH="19812000" progId="Equation.DSMT4">
                  <p:embed/>
                </p:oleObj>
              </mc:Choice>
              <mc:Fallback>
                <p:oleObj name="Equation" r:id="rId9" imgW="42062400" imgH="198120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85818" y="3555578"/>
                        <a:ext cx="1752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386018" y="3500325"/>
          <a:ext cx="1803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43281600" imgH="19812000" progId="Equation.DSMT4">
                  <p:embed/>
                </p:oleObj>
              </mc:Choice>
              <mc:Fallback>
                <p:oleObj name="Equation" r:id="rId11" imgW="43281600" imgH="198120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86018" y="3500325"/>
                        <a:ext cx="18034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756370" y="836712"/>
          <a:ext cx="27908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66751200" imgH="14020800" progId="Equation.DSMT4">
                  <p:embed/>
                </p:oleObj>
              </mc:Choice>
              <mc:Fallback>
                <p:oleObj name="Equation" r:id="rId13" imgW="66751200" imgH="140208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56370" y="836712"/>
                        <a:ext cx="2790825" cy="576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253002" y="1722769"/>
          <a:ext cx="1293813" cy="336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5" imgW="30784800" imgH="7924800" progId="Equation.DSMT4">
                  <p:embed/>
                </p:oleObj>
              </mc:Choice>
              <mc:Fallback>
                <p:oleObj name="Equation" r:id="rId15" imgW="30784800" imgH="79248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53002" y="1722769"/>
                        <a:ext cx="1293813" cy="336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5602486" y="1628800"/>
            <a:ext cx="44336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919536" y="2348880"/>
          <a:ext cx="207803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7" imgW="49682400" imgH="14020800" progId="Equation.DSMT4">
                  <p:embed/>
                </p:oleObj>
              </mc:Choice>
              <mc:Fallback>
                <p:oleObj name="Equation" r:id="rId17" imgW="49682400" imgH="140208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19536" y="2348880"/>
                        <a:ext cx="2078038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132810" y="2348880"/>
          <a:ext cx="166528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9" imgW="39928800" imgH="14020800" progId="Equation.DSMT4">
                  <p:embed/>
                </p:oleObj>
              </mc:Choice>
              <mc:Fallback>
                <p:oleObj name="Equation" r:id="rId19" imgW="39928800" imgH="140208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32810" y="2348880"/>
                        <a:ext cx="1665287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770002" y="2276872"/>
          <a:ext cx="1168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1" imgW="28041600" imgH="14020800" progId="Equation.DSMT4">
                  <p:embed/>
                </p:oleObj>
              </mc:Choice>
              <mc:Fallback>
                <p:oleObj name="Equation" r:id="rId21" imgW="28041600" imgH="140208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770002" y="2276872"/>
                        <a:ext cx="11684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032104" y="2152020"/>
          <a:ext cx="1206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23" imgW="28956000" imgH="19812000" progId="Equation.DSMT4">
                  <p:embed/>
                </p:oleObj>
              </mc:Choice>
              <mc:Fallback>
                <p:oleObj name="Equation" r:id="rId23" imgW="28956000" imgH="19812000" progId="Equation.DSMT4">
                  <p:embed/>
                  <p:pic>
                    <p:nvPicPr>
                      <p:cNvPr id="0" name="图片 410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032104" y="2152020"/>
                        <a:ext cx="12065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8256240" y="2152020"/>
          <a:ext cx="20018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25" imgW="47853600" imgH="19812000" progId="Equation.DSMT4">
                  <p:embed/>
                </p:oleObj>
              </mc:Choice>
              <mc:Fallback>
                <p:oleObj name="Equation" r:id="rId25" imgW="47853600" imgH="19812000" progId="Equation.DSMT4">
                  <p:embed/>
                  <p:pic>
                    <p:nvPicPr>
                      <p:cNvPr id="0" name="图片 410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256240" y="2152020"/>
                        <a:ext cx="2001838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1592510" y="3010723"/>
            <a:ext cx="14331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）令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Rectangle 2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4229258" y="4347666"/>
          <a:ext cx="2278062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27" imgW="54864000" imgH="19812000" progId="Equation.DSMT4">
                  <p:embed/>
                </p:oleObj>
              </mc:Choice>
              <mc:Fallback>
                <p:oleObj name="Equation" r:id="rId27" imgW="54864000" imgH="19812000" progId="Equation.DSMT4">
                  <p:embed/>
                  <p:pic>
                    <p:nvPicPr>
                      <p:cNvPr id="0" name="图片 410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229258" y="4347666"/>
                        <a:ext cx="2278062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 bwMode="auto">
          <a:xfrm>
            <a:off x="1833997" y="4734555"/>
            <a:ext cx="197040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积分步骤：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2530519" y="5373216"/>
            <a:ext cx="1522095" cy="52197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凑导数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4066517" y="5373216"/>
            <a:ext cx="1522095" cy="52197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凑微分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602515" y="5373216"/>
            <a:ext cx="116459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积分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 bwMode="auto">
          <a:xfrm>
            <a:off x="6777837" y="5373216"/>
            <a:ext cx="1879600" cy="5219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换回变量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V="1">
            <a:off x="3337888" y="2763783"/>
            <a:ext cx="1650425" cy="25922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4682751" y="2821151"/>
            <a:ext cx="1526540" cy="25120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6138741" y="2820432"/>
            <a:ext cx="1345984" cy="2512144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7759194" y="2764418"/>
            <a:ext cx="1322154" cy="2592288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V="1">
            <a:off x="3337888" y="4221088"/>
            <a:ext cx="1650425" cy="115212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4550671" y="4217278"/>
            <a:ext cx="2989676" cy="115212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V="1">
            <a:off x="6138741" y="4076504"/>
            <a:ext cx="2786144" cy="1256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H="1" flipV="1">
            <a:off x="5770475" y="4818689"/>
            <a:ext cx="1967764" cy="51579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8" grpId="0"/>
      <p:bldP spid="18" grpId="0"/>
      <p:bldP spid="27" grpId="0"/>
      <p:bldP spid="30" grpId="0" bldLvl="0" animBg="1"/>
      <p:bldP spid="31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2093894" y="692696"/>
            <a:ext cx="4938209" cy="64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常用的几种配元形式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4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2125663" y="1314450"/>
          <a:ext cx="2743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65836800" imgH="14020800" progId="Equation.DSMT4">
                  <p:embed/>
                </p:oleObj>
              </mc:Choice>
              <mc:Fallback>
                <p:oleObj name="Equation" r:id="rId1" imgW="65836800" imgH="14020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5663" y="1314450"/>
                        <a:ext cx="27432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 noChangeAspect="1"/>
          </p:cNvGraphicFramePr>
          <p:nvPr/>
        </p:nvGraphicFramePr>
        <p:xfrm>
          <a:off x="5365750" y="1314450"/>
          <a:ext cx="1587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3" name="Equation" r:id="rId3" imgW="38100000" imgH="14020800" progId="Equation.DSMT4">
                  <p:embed/>
                </p:oleObj>
              </mc:Choice>
              <mc:Fallback>
                <p:oleObj name="Equation" r:id="rId3" imgW="38100000" imgH="14020800" progId="Equation.DSMT4">
                  <p:embed/>
                  <p:pic>
                    <p:nvPicPr>
                      <p:cNvPr id="0" name="图片 5622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65750" y="1314450"/>
                        <a:ext cx="15875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/>
        </p:nvGraphicFramePr>
        <p:xfrm>
          <a:off x="7124700" y="1403350"/>
          <a:ext cx="132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4" name="Equation" r:id="rId5" imgW="31699200" imgH="9448800" progId="Equation.DSMT4">
                  <p:embed/>
                </p:oleObj>
              </mc:Choice>
              <mc:Fallback>
                <p:oleObj name="Equation" r:id="rId5" imgW="31699200" imgH="9448800" progId="Equation.DSMT4">
                  <p:embed/>
                  <p:pic>
                    <p:nvPicPr>
                      <p:cNvPr id="0" name="图片 562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24700" y="1403350"/>
                        <a:ext cx="1320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"/>
          <p:cNvGraphicFramePr>
            <a:graphicFrameLocks noChangeAspect="1"/>
          </p:cNvGraphicFramePr>
          <p:nvPr/>
        </p:nvGraphicFramePr>
        <p:xfrm>
          <a:off x="5043488" y="1152525"/>
          <a:ext cx="27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5" name="Equation" r:id="rId7" imgW="6705600" imgH="20116800" progId="Equation.DSMT4">
                  <p:embed/>
                </p:oleObj>
              </mc:Choice>
              <mc:Fallback>
                <p:oleObj name="Equation" r:id="rId7" imgW="6705600" imgH="20116800" progId="Equation.DSMT4">
                  <p:embed/>
                  <p:pic>
                    <p:nvPicPr>
                      <p:cNvPr id="0" name="图片 562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3488" y="1152525"/>
                        <a:ext cx="279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"/>
          <p:cNvGraphicFramePr>
            <a:graphicFrameLocks noChangeAspect="1"/>
          </p:cNvGraphicFramePr>
          <p:nvPr/>
        </p:nvGraphicFramePr>
        <p:xfrm>
          <a:off x="2171700" y="2295525"/>
          <a:ext cx="28559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6" name="Equation" r:id="rId9" imgW="68580000" imgH="14020800" progId="Equation.DSMT4">
                  <p:embed/>
                </p:oleObj>
              </mc:Choice>
              <mc:Fallback>
                <p:oleObj name="Equation" r:id="rId9" imgW="68580000" imgH="14020800" progId="Equation.DSMT4">
                  <p:embed/>
                  <p:pic>
                    <p:nvPicPr>
                      <p:cNvPr id="0" name="图片 562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71700" y="2295525"/>
                        <a:ext cx="2855913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"/>
          <p:cNvGraphicFramePr>
            <a:graphicFrameLocks noChangeAspect="1"/>
          </p:cNvGraphicFramePr>
          <p:nvPr/>
        </p:nvGraphicFramePr>
        <p:xfrm>
          <a:off x="5600700" y="2330450"/>
          <a:ext cx="1079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7" name="Equation" r:id="rId11" imgW="25908000" imgH="14020800" progId="Equation.DSMT4">
                  <p:embed/>
                </p:oleObj>
              </mc:Choice>
              <mc:Fallback>
                <p:oleObj name="Equation" r:id="rId11" imgW="25908000" imgH="14020800" progId="Equation.DSMT4">
                  <p:embed/>
                  <p:pic>
                    <p:nvPicPr>
                      <p:cNvPr id="0" name="图片 5626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600700" y="2330450"/>
                        <a:ext cx="10795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/>
          <p:cNvGraphicFramePr>
            <a:graphicFrameLocks noChangeAspect="1"/>
          </p:cNvGraphicFramePr>
          <p:nvPr/>
        </p:nvGraphicFramePr>
        <p:xfrm>
          <a:off x="6826250" y="2333625"/>
          <a:ext cx="50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8" name="Equation" r:id="rId13" imgW="12192000" imgH="10972800" progId="Equation.DSMT4">
                  <p:embed/>
                </p:oleObj>
              </mc:Choice>
              <mc:Fallback>
                <p:oleObj name="Equation" r:id="rId13" imgW="12192000" imgH="10972800" progId="Equation.DSMT4">
                  <p:embed/>
                  <p:pic>
                    <p:nvPicPr>
                      <p:cNvPr id="0" name="图片 562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26250" y="2333625"/>
                        <a:ext cx="508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/>
          <p:cNvGraphicFramePr>
            <a:graphicFrameLocks noChangeAspect="1"/>
          </p:cNvGraphicFramePr>
          <p:nvPr/>
        </p:nvGraphicFramePr>
        <p:xfrm>
          <a:off x="5222875" y="2155825"/>
          <a:ext cx="27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9" name="Equation" r:id="rId15" imgW="6705600" imgH="20116800" progId="Equation.DSMT4">
                  <p:embed/>
                </p:oleObj>
              </mc:Choice>
              <mc:Fallback>
                <p:oleObj name="Equation" r:id="rId15" imgW="6705600" imgH="20116800" progId="Equation.DSMT4">
                  <p:embed/>
                  <p:pic>
                    <p:nvPicPr>
                      <p:cNvPr id="0" name="图片 562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22875" y="2155825"/>
                        <a:ext cx="279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/>
        </p:nvGraphicFramePr>
        <p:xfrm>
          <a:off x="2133600" y="3181350"/>
          <a:ext cx="25130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0" name="Equation" r:id="rId17" imgW="60350400" imgH="20116800" progId="Equation.DSMT4">
                  <p:embed/>
                </p:oleObj>
              </mc:Choice>
              <mc:Fallback>
                <p:oleObj name="Equation" r:id="rId17" imgW="60350400" imgH="20116800" progId="Equation.DSMT4">
                  <p:embed/>
                  <p:pic>
                    <p:nvPicPr>
                      <p:cNvPr id="0" name="图片 562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33600" y="3181350"/>
                        <a:ext cx="2513013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3"/>
          <p:cNvGraphicFramePr>
            <a:graphicFrameLocks noChangeAspect="1"/>
          </p:cNvGraphicFramePr>
          <p:nvPr/>
        </p:nvGraphicFramePr>
        <p:xfrm>
          <a:off x="5207000" y="3346450"/>
          <a:ext cx="1079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1" name="Equation" r:id="rId19" imgW="25908000" imgH="14020800" progId="Equation.DSMT4">
                  <p:embed/>
                </p:oleObj>
              </mc:Choice>
              <mc:Fallback>
                <p:oleObj name="Equation" r:id="rId19" imgW="25908000" imgH="14020800" progId="Equation.DSMT4">
                  <p:embed/>
                  <p:pic>
                    <p:nvPicPr>
                      <p:cNvPr id="0" name="图片 5630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07000" y="3346450"/>
                        <a:ext cx="10795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4"/>
          <p:cNvGraphicFramePr>
            <a:graphicFrameLocks noChangeAspect="1"/>
          </p:cNvGraphicFramePr>
          <p:nvPr/>
        </p:nvGraphicFramePr>
        <p:xfrm>
          <a:off x="6978650" y="3336925"/>
          <a:ext cx="50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" name="Equation" r:id="rId21" imgW="12192000" imgH="10972800" progId="Equation.DSMT4">
                  <p:embed/>
                </p:oleObj>
              </mc:Choice>
              <mc:Fallback>
                <p:oleObj name="Equation" r:id="rId21" imgW="12192000" imgH="10972800" progId="Equation.DSMT4">
                  <p:embed/>
                  <p:pic>
                    <p:nvPicPr>
                      <p:cNvPr id="0" name="图片 563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978650" y="3336925"/>
                        <a:ext cx="508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5"/>
          <p:cNvGraphicFramePr>
            <a:graphicFrameLocks noChangeAspect="1"/>
          </p:cNvGraphicFramePr>
          <p:nvPr/>
        </p:nvGraphicFramePr>
        <p:xfrm>
          <a:off x="4787900" y="3159125"/>
          <a:ext cx="27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" name="Equation" r:id="rId23" imgW="6705600" imgH="20116800" progId="Equation.DSMT4">
                  <p:embed/>
                </p:oleObj>
              </mc:Choice>
              <mc:Fallback>
                <p:oleObj name="Equation" r:id="rId23" imgW="6705600" imgH="20116800" progId="Equation.DSMT4">
                  <p:embed/>
                  <p:pic>
                    <p:nvPicPr>
                      <p:cNvPr id="0" name="图片 563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787900" y="3159125"/>
                        <a:ext cx="279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6"/>
          <p:cNvGraphicFramePr>
            <a:graphicFrameLocks noChangeAspect="1"/>
          </p:cNvGraphicFramePr>
          <p:nvPr/>
        </p:nvGraphicFramePr>
        <p:xfrm>
          <a:off x="6413500" y="3200400"/>
          <a:ext cx="419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" name="Equation" r:id="rId25" imgW="10058400" imgH="20116800" progId="Equation.DSMT4">
                  <p:embed/>
                </p:oleObj>
              </mc:Choice>
              <mc:Fallback>
                <p:oleObj name="Equation" r:id="rId25" imgW="10058400" imgH="20116800" progId="Equation.DSMT4">
                  <p:embed/>
                  <p:pic>
                    <p:nvPicPr>
                      <p:cNvPr id="0" name="图片 5633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413500" y="3200400"/>
                        <a:ext cx="419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AutoShape 17"/>
          <p:cNvSpPr/>
          <p:nvPr/>
        </p:nvSpPr>
        <p:spPr bwMode="auto">
          <a:xfrm>
            <a:off x="7620000" y="2237656"/>
            <a:ext cx="228600" cy="1828800"/>
          </a:xfrm>
          <a:prstGeom prst="rightBrace">
            <a:avLst>
              <a:gd name="adj1" fmla="val 6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7924800" y="2148756"/>
            <a:ext cx="609600" cy="19380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万能凑幂法</a:t>
            </a:r>
            <a:endParaRPr kumimoji="1" lang="zh-CN" altLang="en-US" sz="24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2" name="Object 19"/>
          <p:cNvGraphicFramePr>
            <a:graphicFrameLocks noChangeAspect="1"/>
          </p:cNvGraphicFramePr>
          <p:nvPr/>
        </p:nvGraphicFramePr>
        <p:xfrm>
          <a:off x="2146300" y="4238625"/>
          <a:ext cx="32750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" name="Equation" r:id="rId27" imgW="78638400" imgH="14020800" progId="Equation.DSMT4">
                  <p:embed/>
                </p:oleObj>
              </mc:Choice>
              <mc:Fallback>
                <p:oleObj name="Equation" r:id="rId27" imgW="78638400" imgH="14020800" progId="Equation.DSMT4">
                  <p:embed/>
                  <p:pic>
                    <p:nvPicPr>
                      <p:cNvPr id="0" name="图片 5634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146300" y="4238625"/>
                        <a:ext cx="3275013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0"/>
          <p:cNvGraphicFramePr>
            <a:graphicFrameLocks noChangeAspect="1"/>
          </p:cNvGraphicFramePr>
          <p:nvPr/>
        </p:nvGraphicFramePr>
        <p:xfrm>
          <a:off x="5588000" y="4249738"/>
          <a:ext cx="1384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" name="Equation" r:id="rId29" imgW="33223200" imgH="14020800" progId="Equation.DSMT4">
                  <p:embed/>
                </p:oleObj>
              </mc:Choice>
              <mc:Fallback>
                <p:oleObj name="Equation" r:id="rId29" imgW="33223200" imgH="14020800" progId="Equation.DSMT4">
                  <p:embed/>
                  <p:pic>
                    <p:nvPicPr>
                      <p:cNvPr id="0" name="图片 5635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88000" y="4249738"/>
                        <a:ext cx="13843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1"/>
          <p:cNvGraphicFramePr>
            <a:graphicFrameLocks noChangeAspect="1"/>
          </p:cNvGraphicFramePr>
          <p:nvPr/>
        </p:nvGraphicFramePr>
        <p:xfrm>
          <a:off x="7042150" y="4352925"/>
          <a:ext cx="85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7" name="Equation" r:id="rId31" imgW="20421600" imgH="9448800" progId="Equation.DSMT4">
                  <p:embed/>
                </p:oleObj>
              </mc:Choice>
              <mc:Fallback>
                <p:oleObj name="Equation" r:id="rId31" imgW="20421600" imgH="9448800" progId="Equation.DSMT4">
                  <p:embed/>
                  <p:pic>
                    <p:nvPicPr>
                      <p:cNvPr id="0" name="图片 5636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042150" y="4352925"/>
                        <a:ext cx="850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2"/>
          <p:cNvGraphicFramePr>
            <a:graphicFrameLocks noChangeAspect="1"/>
          </p:cNvGraphicFramePr>
          <p:nvPr/>
        </p:nvGraphicFramePr>
        <p:xfrm>
          <a:off x="2139950" y="5153025"/>
          <a:ext cx="32750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" name="Equation" r:id="rId33" imgW="78638400" imgH="14020800" progId="Equation.DSMT4">
                  <p:embed/>
                </p:oleObj>
              </mc:Choice>
              <mc:Fallback>
                <p:oleObj name="Equation" r:id="rId33" imgW="78638400" imgH="14020800" progId="Equation.DSMT4">
                  <p:embed/>
                  <p:pic>
                    <p:nvPicPr>
                      <p:cNvPr id="0" name="图片 5637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139950" y="5153025"/>
                        <a:ext cx="3275013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3"/>
          <p:cNvGraphicFramePr>
            <a:graphicFrameLocks noChangeAspect="1"/>
          </p:cNvGraphicFramePr>
          <p:nvPr/>
        </p:nvGraphicFramePr>
        <p:xfrm>
          <a:off x="5816600" y="5153025"/>
          <a:ext cx="1435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" name="Equation" r:id="rId35" imgW="34442400" imgH="14020800" progId="Equation.DSMT4">
                  <p:embed/>
                </p:oleObj>
              </mc:Choice>
              <mc:Fallback>
                <p:oleObj name="Equation" r:id="rId35" imgW="34442400" imgH="14020800" progId="Equation.DSMT4">
                  <p:embed/>
                  <p:pic>
                    <p:nvPicPr>
                      <p:cNvPr id="0" name="图片 5638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16600" y="5153025"/>
                        <a:ext cx="14351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4"/>
          <p:cNvGraphicFramePr>
            <a:graphicFrameLocks noChangeAspect="1"/>
          </p:cNvGraphicFramePr>
          <p:nvPr/>
        </p:nvGraphicFramePr>
        <p:xfrm>
          <a:off x="7372350" y="5253038"/>
          <a:ext cx="90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" name="Equation" r:id="rId37" imgW="21640800" imgH="9448800" progId="Equation.DSMT4">
                  <p:embed/>
                </p:oleObj>
              </mc:Choice>
              <mc:Fallback>
                <p:oleObj name="Equation" r:id="rId37" imgW="21640800" imgH="9448800" progId="Equation.DSMT4">
                  <p:embed/>
                  <p:pic>
                    <p:nvPicPr>
                      <p:cNvPr id="0" name="图片 5639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372350" y="5253038"/>
                        <a:ext cx="901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5"/>
          <p:cNvGraphicFramePr>
            <a:graphicFrameLocks noChangeAspect="1"/>
          </p:cNvGraphicFramePr>
          <p:nvPr/>
        </p:nvGraphicFramePr>
        <p:xfrm>
          <a:off x="5568950" y="5397500"/>
          <a:ext cx="225425" cy="14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" name="Equation" r:id="rId39" imgW="5486400" imgH="3657600" progId="Equation.DSMT4">
                  <p:embed/>
                </p:oleObj>
              </mc:Choice>
              <mc:Fallback>
                <p:oleObj name="Equation" r:id="rId39" imgW="5486400" imgH="3657600" progId="Equation.DSMT4">
                  <p:embed/>
                  <p:pic>
                    <p:nvPicPr>
                      <p:cNvPr id="0" name="图片 5640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568950" y="5397500"/>
                        <a:ext cx="225425" cy="149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2093894" y="107921"/>
            <a:ext cx="3642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2.简单的凑微分法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  <p:bldP spid="31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1958975" y="1258570"/>
          <a:ext cx="34147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81991200" imgH="14020800" progId="Equation.DSMT4">
                  <p:embed/>
                </p:oleObj>
              </mc:Choice>
              <mc:Fallback>
                <p:oleObj name="Equation" r:id="rId1" imgW="81991200" imgH="14020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58975" y="1258570"/>
                        <a:ext cx="3414713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5459413" y="1258570"/>
          <a:ext cx="14081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33832800" imgH="14020800" progId="Equation.DSMT4">
                  <p:embed/>
                </p:oleObj>
              </mc:Choice>
              <mc:Fallback>
                <p:oleObj name="Equation" r:id="rId3" imgW="33832800" imgH="140208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59413" y="1258570"/>
                        <a:ext cx="14081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6867525" y="1353820"/>
          <a:ext cx="876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21031200" imgH="9448800" progId="Equation.DSMT4">
                  <p:embed/>
                </p:oleObj>
              </mc:Choice>
              <mc:Fallback>
                <p:oleObj name="Equation" r:id="rId5" imgW="21031200" imgH="94488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67525" y="1353820"/>
                        <a:ext cx="876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958975" y="2250440"/>
          <a:ext cx="25638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7" imgW="61569600" imgH="14020800" progId="Equation.DSMT4">
                  <p:embed/>
                </p:oleObj>
              </mc:Choice>
              <mc:Fallback>
                <p:oleObj name="Equation" r:id="rId7" imgW="61569600" imgH="140208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58975" y="2250440"/>
                        <a:ext cx="2563813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643755" y="2250440"/>
          <a:ext cx="1041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9" imgW="24993600" imgH="14020800" progId="Equation.DSMT4">
                  <p:embed/>
                </p:oleObj>
              </mc:Choice>
              <mc:Fallback>
                <p:oleObj name="Equation" r:id="rId9" imgW="24993600" imgH="14020800" progId="Equation.DSMT4">
                  <p:embed/>
                  <p:pic>
                    <p:nvPicPr>
                      <p:cNvPr id="0" name="图片 614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43755" y="2250440"/>
                        <a:ext cx="10414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766435" y="2313623"/>
          <a:ext cx="482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11" imgW="11582400" imgH="10972800" progId="Equation.DSMT4">
                  <p:embed/>
                </p:oleObj>
              </mc:Choice>
              <mc:Fallback>
                <p:oleObj name="Equation" r:id="rId11" imgW="11582400" imgH="10972800" progId="Equation.DSMT4">
                  <p:embed/>
                  <p:pic>
                    <p:nvPicPr>
                      <p:cNvPr id="0" name="图片 61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66435" y="2313623"/>
                        <a:ext cx="482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016125" y="3116263"/>
          <a:ext cx="2760546" cy="8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13" imgW="64312800" imgH="20116800" progId="Equation.DSMT4">
                  <p:embed/>
                </p:oleObj>
              </mc:Choice>
              <mc:Fallback>
                <p:oleObj name="Equation" r:id="rId13" imgW="64312800" imgH="201168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16125" y="3116263"/>
                        <a:ext cx="2760546" cy="86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916170" y="3241993"/>
          <a:ext cx="1303826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15" imgW="29870400" imgH="14020800" progId="Equation.DSMT4">
                  <p:embed/>
                </p:oleObj>
              </mc:Choice>
              <mc:Fallback>
                <p:oleObj name="Equation" r:id="rId15" imgW="29870400" imgH="140208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16170" y="3241993"/>
                        <a:ext cx="1303826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6296025" y="3331528"/>
          <a:ext cx="780387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17" imgW="17068800" imgH="9448800" progId="Equation.DSMT4">
                  <p:embed/>
                </p:oleObj>
              </mc:Choice>
              <mc:Fallback>
                <p:oleObj name="Equation" r:id="rId17" imgW="17068800" imgH="9448800" progId="Equation.DSMT4">
                  <p:embed/>
                  <p:pic>
                    <p:nvPicPr>
                      <p:cNvPr id="0" name="图片 615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96025" y="3331528"/>
                        <a:ext cx="780387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792062" y="763836"/>
            <a:ext cx="304292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经验：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还需熟悉：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93444" y="1605191"/>
          <a:ext cx="376555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90220800" imgH="26822400" progId="Equation.DSMT4">
                  <p:embed/>
                </p:oleObj>
              </mc:Choice>
              <mc:Fallback>
                <p:oleObj name="Equation" r:id="rId1" imgW="90220800" imgH="268224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93444" y="1605191"/>
                        <a:ext cx="3765550" cy="1123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387644" y="1324870"/>
          <a:ext cx="3721100" cy="140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89306400" imgH="33528000" progId="Equation.DSMT4">
                  <p:embed/>
                </p:oleObj>
              </mc:Choice>
              <mc:Fallback>
                <p:oleObj name="Equation" r:id="rId3" imgW="89306400" imgH="335280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87644" y="1324870"/>
                        <a:ext cx="3721100" cy="1404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93444" y="3117507"/>
          <a:ext cx="29797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71323200" imgH="21336000" progId="Equation.DSMT4">
                  <p:embed/>
                </p:oleObj>
              </mc:Choice>
              <mc:Fallback>
                <p:oleObj name="Equation" r:id="rId5" imgW="71323200" imgH="213360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93444" y="3117507"/>
                        <a:ext cx="2979738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93444" y="4394207"/>
          <a:ext cx="5692775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136550400" imgH="20116800" progId="Equation.DSMT4">
                  <p:embed/>
                </p:oleObj>
              </mc:Choice>
              <mc:Fallback>
                <p:oleObj name="Equation" r:id="rId7" imgW="136550400" imgH="201168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93444" y="4394207"/>
                        <a:ext cx="5692775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8054519" y="4548862"/>
            <a:ext cx="9867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等等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1853565" y="1716723"/>
          <a:ext cx="1968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47244000" imgH="23774400" progId="Equation.DSMT4">
                  <p:embed/>
                </p:oleObj>
              </mc:Choice>
              <mc:Fallback>
                <p:oleObj name="Equation" r:id="rId1" imgW="47244000" imgH="237744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53565" y="1716723"/>
                        <a:ext cx="19685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3970398" y="1973654"/>
          <a:ext cx="1892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45415200" imgH="14325600" progId="Equation.DSMT4">
                  <p:embed/>
                </p:oleObj>
              </mc:Choice>
              <mc:Fallback>
                <p:oleObj name="Equation" r:id="rId3" imgW="45415200" imgH="143256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70398" y="1973654"/>
                        <a:ext cx="18923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6011670" y="1853133"/>
          <a:ext cx="23479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56388000" imgH="20116800" progId="Equation.DSMT4">
                  <p:embed/>
                </p:oleObj>
              </mc:Choice>
              <mc:Fallback>
                <p:oleObj name="Equation" r:id="rId5" imgW="56388000" imgH="201168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11670" y="1853133"/>
                        <a:ext cx="2347913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/>
        </p:nvGraphicFramePr>
        <p:xfrm>
          <a:off x="3970716" y="2723907"/>
          <a:ext cx="1778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42672000" imgH="20116800" progId="Equation.DSMT4">
                  <p:embed/>
                </p:oleObj>
              </mc:Choice>
              <mc:Fallback>
                <p:oleObj name="Equation" r:id="rId7" imgW="42672000" imgH="201168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70716" y="2723907"/>
                        <a:ext cx="1778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1851978" y="186735"/>
            <a:ext cx="140186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endParaRPr kumimoji="1" lang="zh-CN" altLang="en-US" sz="2800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7" name="Object 9"/>
          <p:cNvGraphicFramePr>
            <a:graphicFrameLocks noChangeAspect="1"/>
          </p:cNvGraphicFramePr>
          <p:nvPr/>
        </p:nvGraphicFramePr>
        <p:xfrm>
          <a:off x="1928813" y="843487"/>
          <a:ext cx="2184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52425600" imgH="14325600" progId="Equation.DSMT4">
                  <p:embed/>
                </p:oleObj>
              </mc:Choice>
              <mc:Fallback>
                <p:oleObj name="Equation" r:id="rId9" imgW="52425600" imgH="143256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28813" y="843487"/>
                        <a:ext cx="21844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7"/>
          <p:cNvGraphicFramePr>
            <a:graphicFrameLocks noChangeAspect="1"/>
          </p:cNvGraphicFramePr>
          <p:nvPr/>
        </p:nvGraphicFramePr>
        <p:xfrm>
          <a:off x="1852295" y="3802063"/>
          <a:ext cx="2654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63703200" imgH="15240000" progId="Equation.DSMT4">
                  <p:embed/>
                </p:oleObj>
              </mc:Choice>
              <mc:Fallback>
                <p:oleObj name="Equation" r:id="rId11" imgW="63703200" imgH="152400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52295" y="3802063"/>
                        <a:ext cx="265430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295800" y="836712"/>
          <a:ext cx="1524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3" imgW="36576000" imgH="14325600" progId="Equation.DSMT4">
                  <p:embed/>
                </p:oleObj>
              </mc:Choice>
              <mc:Fallback>
                <p:oleObj name="Equation" r:id="rId13" imgW="36576000" imgH="143256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95800" y="836712"/>
                        <a:ext cx="15240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951984" y="908720"/>
          <a:ext cx="1371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5" imgW="32918400" imgH="10363200" progId="Equation.DSMT4">
                  <p:embed/>
                </p:oleObj>
              </mc:Choice>
              <mc:Fallback>
                <p:oleObj name="Equation" r:id="rId15" imgW="32918400" imgH="103632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51984" y="908720"/>
                        <a:ext cx="1371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506595" y="3686175"/>
          <a:ext cx="33655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17" imgW="80772000" imgH="19812000" progId="Equation.DSMT4">
                  <p:embed/>
                </p:oleObj>
              </mc:Choice>
              <mc:Fallback>
                <p:oleObj name="Equation" r:id="rId17" imgW="80772000" imgH="19812000" progId="Equation.DSMT4">
                  <p:embed/>
                  <p:pic>
                    <p:nvPicPr>
                      <p:cNvPr id="0" name="图片 820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06595" y="3686175"/>
                        <a:ext cx="3365500" cy="823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506362" y="4633962"/>
          <a:ext cx="29591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19" imgW="71018400" imgH="21336000" progId="Equation.DSMT4">
                  <p:embed/>
                </p:oleObj>
              </mc:Choice>
              <mc:Fallback>
                <p:oleObj name="Equation" r:id="rId19" imgW="71018400" imgH="21336000" progId="Equation.DSMT4">
                  <p:embed/>
                  <p:pic>
                    <p:nvPicPr>
                      <p:cNvPr id="0" name="图片 820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06362" y="4633962"/>
                        <a:ext cx="2959100" cy="8874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465675" y="4633962"/>
          <a:ext cx="25781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21" imgW="61874400" imgH="21336000" progId="Equation.DSMT4">
                  <p:embed/>
                </p:oleObj>
              </mc:Choice>
              <mc:Fallback>
                <p:oleObj name="Equation" r:id="rId21" imgW="61874400" imgH="21336000" progId="Equation.DSMT4">
                  <p:embed/>
                  <p:pic>
                    <p:nvPicPr>
                      <p:cNvPr id="0" name="图片 820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65675" y="4633962"/>
                        <a:ext cx="2578100" cy="8874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756400" y="3845243"/>
          <a:ext cx="1219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23" imgW="29260800" imgH="11582400" progId="Equation.DSMT4">
                  <p:embed/>
                </p:oleObj>
              </mc:Choice>
              <mc:Fallback>
                <p:oleObj name="Equation" r:id="rId23" imgW="29260800" imgH="11582400" progId="Equation.DSMT4">
                  <p:embed/>
                  <p:pic>
                    <p:nvPicPr>
                      <p:cNvPr id="0" name="图片 820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756400" y="3845243"/>
                        <a:ext cx="12192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4802396" y="4098409"/>
          <a:ext cx="2286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25" imgW="5486400" imgH="3657600" progId="Equation.DSMT4">
                  <p:embed/>
                </p:oleObj>
              </mc:Choice>
              <mc:Fallback>
                <p:oleObj name="Equation" r:id="rId25" imgW="5486400" imgH="3657600" progId="Equation.DSMT4">
                  <p:embed/>
                  <p:pic>
                    <p:nvPicPr>
                      <p:cNvPr id="0" name="图片 820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802396" y="4098409"/>
                        <a:ext cx="228600" cy="15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6945238" y="3911848"/>
          <a:ext cx="139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27" imgW="3352800" imgH="7315200" progId="Equation.DSMT4">
                  <p:embed/>
                </p:oleObj>
              </mc:Choice>
              <mc:Fallback>
                <p:oleObj name="Equation" r:id="rId27" imgW="3352800" imgH="7315200" progId="Equation.DSMT4">
                  <p:embed/>
                  <p:pic>
                    <p:nvPicPr>
                      <p:cNvPr id="0" name="图片 820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945238" y="3911848"/>
                        <a:ext cx="1397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 bwMode="auto">
          <a:xfrm>
            <a:off x="1513785" y="3845243"/>
            <a:ext cx="415290" cy="37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baseline="30000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  <a:cs typeface="Times New Roman" panose="02020603050405020304" pitchFamily="18" charset="0"/>
              </a:rPr>
              <a:t>☆</a:t>
            </a:r>
            <a:endParaRPr kumimoji="1" lang="zh-CN" altLang="en-US" sz="2800" b="1" baseline="30000" dirty="0" smtClean="0">
              <a:solidFill>
                <a:srgbClr val="7030A0"/>
              </a:solidFill>
              <a:latin typeface="幼圆" panose="02010509060101010101" charset="-122"/>
              <a:ea typeface="幼圆" panose="020105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700079" y="956608"/>
          <a:ext cx="3060000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70104000" imgH="14020800" progId="Equation.DSMT4">
                  <p:embed/>
                </p:oleObj>
              </mc:Choice>
              <mc:Fallback>
                <p:oleObj name="Equation" r:id="rId1" imgW="70104000" imgH="14020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00079" y="956608"/>
                        <a:ext cx="3060000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759846" y="954068"/>
          <a:ext cx="2155304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49377600" imgH="14020800" progId="Equation.DSMT4">
                  <p:embed/>
                </p:oleObj>
              </mc:Choice>
              <mc:Fallback>
                <p:oleObj name="Equation" r:id="rId3" imgW="49377600" imgH="140208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59846" y="954068"/>
                        <a:ext cx="2155304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001619" y="833800"/>
          <a:ext cx="2126769" cy="8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48768000" imgH="19812000" progId="Equation.DSMT4">
                  <p:embed/>
                </p:oleObj>
              </mc:Choice>
              <mc:Fallback>
                <p:oleObj name="Equation" r:id="rId5" imgW="48768000" imgH="198120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01619" y="833800"/>
                        <a:ext cx="2126769" cy="86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672139" y="1845469"/>
          <a:ext cx="2875117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65836800" imgH="14020800" progId="Equation.DSMT4">
                  <p:embed/>
                </p:oleObj>
              </mc:Choice>
              <mc:Fallback>
                <p:oleObj name="Equation" r:id="rId7" imgW="65836800" imgH="140208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72139" y="1845469"/>
                        <a:ext cx="2875117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605447" y="1860890"/>
          <a:ext cx="19939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47853600" imgH="14020800" progId="Equation.DSMT4">
                  <p:embed/>
                </p:oleObj>
              </mc:Choice>
              <mc:Fallback>
                <p:oleObj name="Equation" r:id="rId9" imgW="47853600" imgH="140208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05447" y="1860890"/>
                        <a:ext cx="1993900" cy="581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658114" y="1712034"/>
          <a:ext cx="19939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47853600" imgH="19812000" progId="Equation.DSMT4">
                  <p:embed/>
                </p:oleObj>
              </mc:Choice>
              <mc:Fallback>
                <p:oleObj name="Equation" r:id="rId11" imgW="47853600" imgH="198120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58114" y="1712034"/>
                        <a:ext cx="1993900" cy="820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1693772" y="3493441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或者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783632" y="2578156"/>
          <a:ext cx="22987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3" imgW="55168800" imgH="14020800" progId="Equation.DSMT4">
                  <p:embed/>
                </p:oleObj>
              </mc:Choice>
              <mc:Fallback>
                <p:oleObj name="Equation" r:id="rId13" imgW="55168800" imgH="14020800" progId="Equation.DSMT4">
                  <p:embed/>
                  <p:pic>
                    <p:nvPicPr>
                      <p:cNvPr id="0" name="图片 92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83632" y="2578156"/>
                        <a:ext cx="2298700" cy="581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337314" y="2487532"/>
          <a:ext cx="228600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5" imgW="54864000" imgH="19812000" progId="Equation.DSMT4">
                  <p:embed/>
                </p:oleObj>
              </mc:Choice>
              <mc:Fallback>
                <p:oleObj name="Equation" r:id="rId15" imgW="54864000" imgH="19812000" progId="Equation.DSMT4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37314" y="2487532"/>
                        <a:ext cx="2286000" cy="820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783632" y="3381499"/>
          <a:ext cx="19812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17" imgW="47548800" imgH="19812000" progId="Equation.DSMT4">
                  <p:embed/>
                </p:oleObj>
              </mc:Choice>
              <mc:Fallback>
                <p:oleObj name="Equation" r:id="rId17" imgW="47548800" imgH="19812000" progId="Equation.DSMT4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83632" y="3381499"/>
                        <a:ext cx="1981200" cy="820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082679" y="3390349"/>
          <a:ext cx="217170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19" imgW="52120800" imgH="19812000" progId="Equation.DSMT4">
                  <p:embed/>
                </p:oleObj>
              </mc:Choice>
              <mc:Fallback>
                <p:oleObj name="Equation" r:id="rId19" imgW="52120800" imgH="19812000" progId="Equation.DSMT4">
                  <p:embed/>
                  <p:pic>
                    <p:nvPicPr>
                      <p:cNvPr id="0" name="图片 922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82679" y="3390349"/>
                        <a:ext cx="2171700" cy="820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462500" y="3399239"/>
          <a:ext cx="23241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21" imgW="55778400" imgH="19812000" progId="Equation.DSMT4">
                  <p:embed/>
                </p:oleObj>
              </mc:Choice>
              <mc:Fallback>
                <p:oleObj name="Equation" r:id="rId21" imgW="55778400" imgH="198120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62500" y="3399239"/>
                        <a:ext cx="2324100" cy="820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1672010" y="2636912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或者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1700103" y="4469280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原函数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102686" y="4319886"/>
          <a:ext cx="11557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23" imgW="27736800" imgH="19812000" progId="Equation.DSMT4">
                  <p:embed/>
                </p:oleObj>
              </mc:Choice>
              <mc:Fallback>
                <p:oleObj name="Equation" r:id="rId23" imgW="27736800" imgH="19812000" progId="Equation.DSMT4">
                  <p:embed/>
                  <p:pic>
                    <p:nvPicPr>
                      <p:cNvPr id="0" name="图片 922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102686" y="4319886"/>
                        <a:ext cx="1155700" cy="820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536431" y="4349096"/>
          <a:ext cx="14478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25" imgW="34747200" imgH="19812000" progId="Equation.DSMT4">
                  <p:embed/>
                </p:oleObj>
              </mc:Choice>
              <mc:Fallback>
                <p:oleObj name="Equation" r:id="rId25" imgW="34747200" imgH="19812000" progId="Equation.DSMT4">
                  <p:embed/>
                  <p:pic>
                    <p:nvPicPr>
                      <p:cNvPr id="0" name="图片 922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536431" y="4349096"/>
                        <a:ext cx="1447800" cy="820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6205062" y="4349096"/>
          <a:ext cx="14097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Equation" r:id="rId27" imgW="33832800" imgH="19812000" progId="Equation.DSMT4">
                  <p:embed/>
                </p:oleObj>
              </mc:Choice>
              <mc:Fallback>
                <p:oleObj name="Equation" r:id="rId27" imgW="33832800" imgH="19812000" progId="Equation.DSMT4">
                  <p:embed/>
                  <p:pic>
                    <p:nvPicPr>
                      <p:cNvPr id="0" name="图片 922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205062" y="4349096"/>
                        <a:ext cx="1409700" cy="820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7587881" y="4497855"/>
            <a:ext cx="30429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至多相差一个常数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6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55464" y="330200"/>
            <a:ext cx="3032424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baseline="30000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3. </a:t>
            </a:r>
            <a:r>
              <a:rPr lang="zh-CN" altLang="en-US" sz="2800" b="1" dirty="0" smtClean="0">
                <a:ea typeface="楷体_GB2312" pitchFamily="49" charset="-122"/>
              </a:rPr>
              <a:t>求积分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55640" y="836712"/>
          <a:ext cx="21463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51511200" imgH="20116800" progId="Equation.DSMT4">
                  <p:embed/>
                </p:oleObj>
              </mc:Choice>
              <mc:Fallback>
                <p:oleObj name="Equation" r:id="rId1" imgW="51511200" imgH="201168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55640" y="836712"/>
                        <a:ext cx="21463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471160" y="792163"/>
          <a:ext cx="24765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5" name="Equation" r:id="rId3" imgW="59436000" imgH="22250400" progId="Equation.DSMT4">
                  <p:embed/>
                </p:oleObj>
              </mc:Choice>
              <mc:Fallback>
                <p:oleObj name="Equation" r:id="rId3" imgW="59436000" imgH="22250400" progId="Equation.DSMT4">
                  <p:embed/>
                  <p:pic>
                    <p:nvPicPr>
                      <p:cNvPr id="0" name="图片 1046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71160" y="792163"/>
                        <a:ext cx="2476500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895276" y="1985409"/>
            <a:ext cx="153642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578603" y="1805217"/>
          <a:ext cx="17002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" name="Equation" r:id="rId5" imgW="40843200" imgH="20116800" progId="Equation.DSMT4">
                  <p:embed/>
                </p:oleObj>
              </mc:Choice>
              <mc:Fallback>
                <p:oleObj name="Equation" r:id="rId5" imgW="40843200" imgH="20116800" progId="Equation.DSMT4">
                  <p:embed/>
                  <p:pic>
                    <p:nvPicPr>
                      <p:cNvPr id="0" name="图片 1046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78603" y="1805217"/>
                        <a:ext cx="1700212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231904" y="2996952"/>
          <a:ext cx="2514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7" name="Equation" r:id="rId7" imgW="60350400" imgH="19812000" progId="Equation.DSMT4">
                  <p:embed/>
                </p:oleObj>
              </mc:Choice>
              <mc:Fallback>
                <p:oleObj name="Equation" r:id="rId7" imgW="60350400" imgH="19812000" progId="Equation.DSMT4">
                  <p:embed/>
                  <p:pic>
                    <p:nvPicPr>
                      <p:cNvPr id="0" name="图片 1046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31904" y="2996952"/>
                        <a:ext cx="2514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307160" y="2852936"/>
          <a:ext cx="1816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8" name="Equation" r:id="rId9" imgW="43586400" imgH="23774400" progId="Equation.DSMT4">
                  <p:embed/>
                </p:oleObj>
              </mc:Choice>
              <mc:Fallback>
                <p:oleObj name="Equation" r:id="rId9" imgW="43586400" imgH="23774400" progId="Equation.DSMT4">
                  <p:embed/>
                  <p:pic>
                    <p:nvPicPr>
                      <p:cNvPr id="0" name="图片 1046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07160" y="2852936"/>
                        <a:ext cx="18161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375920" y="1821569"/>
          <a:ext cx="3289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9" name="Equation" r:id="rId11" imgW="78943200" imgH="20421600" progId="Equation.DSMT4">
                  <p:embed/>
                </p:oleObj>
              </mc:Choice>
              <mc:Fallback>
                <p:oleObj name="Equation" r:id="rId11" imgW="78943200" imgH="20421600" progId="Equation.DSMT4">
                  <p:embed/>
                  <p:pic>
                    <p:nvPicPr>
                      <p:cNvPr id="0" name="图片 1046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75920" y="1821569"/>
                        <a:ext cx="32893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855764" y="4053324"/>
          <a:ext cx="24765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0" name="Equation" r:id="rId13" imgW="59436000" imgH="22250400" progId="Equation.DSMT4">
                  <p:embed/>
                </p:oleObj>
              </mc:Choice>
              <mc:Fallback>
                <p:oleObj name="Equation" r:id="rId13" imgW="59436000" imgH="22250400" progId="Equation.DSMT4">
                  <p:embed/>
                  <p:pic>
                    <p:nvPicPr>
                      <p:cNvPr id="0" name="图片 104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5764" y="4053324"/>
                        <a:ext cx="2476500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450766" y="5238348"/>
          <a:ext cx="20208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1" name="Equation" r:id="rId14" imgW="48463200" imgH="25908000" progId="Equation.DSMT4">
                  <p:embed/>
                </p:oleObj>
              </mc:Choice>
              <mc:Fallback>
                <p:oleObj name="Equation" r:id="rId14" imgW="48463200" imgH="25908000" progId="Equation.DSMT4">
                  <p:embed/>
                  <p:pic>
                    <p:nvPicPr>
                      <p:cNvPr id="0" name="图片 10470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50766" y="5238348"/>
                        <a:ext cx="2020887" cy="1079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471294" y="4055864"/>
          <a:ext cx="3644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2" name="Equation" r:id="rId16" imgW="87477600" imgH="22555200" progId="Equation.DSMT4">
                  <p:embed/>
                </p:oleObj>
              </mc:Choice>
              <mc:Fallback>
                <p:oleObj name="Equation" r:id="rId16" imgW="87477600" imgH="22555200" progId="Equation.DSMT4">
                  <p:embed/>
                  <p:pic>
                    <p:nvPicPr>
                      <p:cNvPr id="0" name="图片 10471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71294" y="4055864"/>
                        <a:ext cx="36449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649094" y="5530190"/>
          <a:ext cx="2120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3" name="Equation" r:id="rId18" imgW="50901600" imgH="11887200" progId="Equation.DSMT4">
                  <p:embed/>
                </p:oleObj>
              </mc:Choice>
              <mc:Fallback>
                <p:oleObj name="Equation" r:id="rId18" imgW="50901600" imgH="11887200" progId="Equation.DSMT4">
                  <p:embed/>
                  <p:pic>
                    <p:nvPicPr>
                      <p:cNvPr id="0" name="图片 10472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649094" y="5530190"/>
                        <a:ext cx="21209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33926" y="184368"/>
            <a:ext cx="3032424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求积分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630565" y="673100"/>
          <a:ext cx="22225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53340000" imgH="20116800" progId="Equation.DSMT4">
                  <p:embed/>
                </p:oleObj>
              </mc:Choice>
              <mc:Fallback>
                <p:oleObj name="Equation" r:id="rId1" imgW="53340000" imgH="201168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30565" y="673100"/>
                        <a:ext cx="22225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450273" y="673100"/>
          <a:ext cx="27463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5" name="Equation" r:id="rId3" imgW="66141600" imgH="21640800" progId="Equation.DSMT4">
                  <p:embed/>
                </p:oleObj>
              </mc:Choice>
              <mc:Fallback>
                <p:oleObj name="Equation" r:id="rId3" imgW="66141600" imgH="21640800" progId="Equation.DSMT4">
                  <p:embed/>
                  <p:pic>
                    <p:nvPicPr>
                      <p:cNvPr id="0" name="图片 1161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50273" y="673100"/>
                        <a:ext cx="2746375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526095" y="1628800"/>
          <a:ext cx="25368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6" name="Equation" r:id="rId5" imgW="60655200" imgH="21640800" progId="Equation.DSMT4">
                  <p:embed/>
                </p:oleObj>
              </mc:Choice>
              <mc:Fallback>
                <p:oleObj name="Equation" r:id="rId5" imgW="60655200" imgH="21640800" progId="Equation.DSMT4">
                  <p:embed/>
                  <p:pic>
                    <p:nvPicPr>
                      <p:cNvPr id="0" name="图片 1161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26095" y="1628800"/>
                        <a:ext cx="2536825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395968" y="1628800"/>
          <a:ext cx="2730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7" name="Equation" r:id="rId7" imgW="65532000" imgH="21640800" progId="Equation.DSMT4">
                  <p:embed/>
                </p:oleObj>
              </mc:Choice>
              <mc:Fallback>
                <p:oleObj name="Equation" r:id="rId7" imgW="65532000" imgH="21640800" progId="Equation.DSMT4">
                  <p:embed/>
                  <p:pic>
                    <p:nvPicPr>
                      <p:cNvPr id="0" name="图片 116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95968" y="1628800"/>
                        <a:ext cx="2730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842634" y="2654262"/>
            <a:ext cx="153642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387565" y="2499947"/>
          <a:ext cx="15113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8" name="Equation" r:id="rId9" imgW="36271200" imgH="20116800" progId="Equation.DSMT4">
                  <p:embed/>
                </p:oleObj>
              </mc:Choice>
              <mc:Fallback>
                <p:oleObj name="Equation" r:id="rId9" imgW="36271200" imgH="20116800" progId="Equation.DSMT4">
                  <p:embed/>
                  <p:pic>
                    <p:nvPicPr>
                      <p:cNvPr id="0" name="图片 1161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87565" y="2499947"/>
                        <a:ext cx="15113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062565" y="2538047"/>
          <a:ext cx="31988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9" name="Equation" r:id="rId11" imgW="76809600" imgH="20116800" progId="Equation.DSMT4">
                  <p:embed/>
                </p:oleObj>
              </mc:Choice>
              <mc:Fallback>
                <p:oleObj name="Equation" r:id="rId11" imgW="76809600" imgH="20116800" progId="Equation.DSMT4">
                  <p:embed/>
                  <p:pic>
                    <p:nvPicPr>
                      <p:cNvPr id="0" name="图片 1161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62565" y="2538047"/>
                        <a:ext cx="3198813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6247254" y="3525133"/>
          <a:ext cx="2425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0" name="Equation" r:id="rId13" imgW="58216800" imgH="19812000" progId="Equation.DSMT4">
                  <p:embed/>
                </p:oleObj>
              </mc:Choice>
              <mc:Fallback>
                <p:oleObj name="Equation" r:id="rId13" imgW="58216800" imgH="19812000" progId="Equation.DSMT4">
                  <p:embed/>
                  <p:pic>
                    <p:nvPicPr>
                      <p:cNvPr id="0" name="图片 1161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47254" y="3525133"/>
                        <a:ext cx="24257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250247" y="3504178"/>
          <a:ext cx="2997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1" name="Equation" r:id="rId15" imgW="71932800" imgH="20116800" progId="Equation.DSMT4">
                  <p:embed/>
                </p:oleObj>
              </mc:Choice>
              <mc:Fallback>
                <p:oleObj name="Equation" r:id="rId15" imgW="71932800" imgH="20116800" progId="Equation.DSMT4">
                  <p:embed/>
                  <p:pic>
                    <p:nvPicPr>
                      <p:cNvPr id="0" name="图片 1162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50247" y="3504178"/>
                        <a:ext cx="2997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4922838" y="4514850"/>
          <a:ext cx="1765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2" name="Equation" r:id="rId17" imgW="42367200" imgH="20116800" progId="Equation.DSMT4">
                  <p:embed/>
                </p:oleObj>
              </mc:Choice>
              <mc:Fallback>
                <p:oleObj name="Equation" r:id="rId17" imgW="42367200" imgH="20116800" progId="Equation.DSMT4">
                  <p:embed/>
                  <p:pic>
                    <p:nvPicPr>
                      <p:cNvPr id="0" name="图片 1162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22838" y="4514850"/>
                        <a:ext cx="1765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/>
        </p:nvGraphicFramePr>
        <p:xfrm>
          <a:off x="5663952" y="4509120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3" name="Equation" r:id="rId19" imgW="17373600" imgH="9448800" progId="Equation.DSMT4">
                  <p:embed/>
                </p:oleObj>
              </mc:Choice>
              <mc:Fallback>
                <p:oleObj name="Equation" r:id="rId19" imgW="17373600" imgH="9448800" progId="Equation.DSMT4">
                  <p:embed/>
                  <p:pic>
                    <p:nvPicPr>
                      <p:cNvPr id="0" name="图片 1162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63952" y="4509120"/>
                        <a:ext cx="723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6"/>
          <p:cNvGraphicFramePr>
            <a:graphicFrameLocks noChangeAspect="1"/>
          </p:cNvGraphicFramePr>
          <p:nvPr/>
        </p:nvGraphicFramePr>
        <p:xfrm>
          <a:off x="6743700" y="4514850"/>
          <a:ext cx="24368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4" name="Equation" r:id="rId21" imgW="58521600" imgH="21945600" progId="Equation.DSMT4">
                  <p:embed/>
                </p:oleObj>
              </mc:Choice>
              <mc:Fallback>
                <p:oleObj name="Equation" r:id="rId21" imgW="58521600" imgH="21945600" progId="Equation.DSMT4">
                  <p:embed/>
                  <p:pic>
                    <p:nvPicPr>
                      <p:cNvPr id="0" name="图片 1162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743700" y="4514850"/>
                        <a:ext cx="2436813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7"/>
          <p:cNvGraphicFramePr>
            <a:graphicFrameLocks noChangeAspect="1"/>
          </p:cNvGraphicFramePr>
          <p:nvPr/>
        </p:nvGraphicFramePr>
        <p:xfrm>
          <a:off x="7464152" y="4581128"/>
          <a:ext cx="16621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5" name="Equation" r:id="rId23" imgW="39928800" imgH="9448800" progId="Equation.DSMT4">
                  <p:embed/>
                </p:oleObj>
              </mc:Choice>
              <mc:Fallback>
                <p:oleObj name="Equation" r:id="rId23" imgW="39928800" imgH="9448800" progId="Equation.DSMT4">
                  <p:embed/>
                  <p:pic>
                    <p:nvPicPr>
                      <p:cNvPr id="0" name="图片 1162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464152" y="4581128"/>
                        <a:ext cx="1662113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/>
          <p:cNvGraphicFramePr>
            <a:graphicFrameLocks noChangeAspect="1"/>
          </p:cNvGraphicFramePr>
          <p:nvPr/>
        </p:nvGraphicFramePr>
        <p:xfrm>
          <a:off x="4799856" y="5517232"/>
          <a:ext cx="28051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6" name="Equation" r:id="rId25" imgW="67360800" imgH="19812000" progId="Equation.DSMT4">
                  <p:embed/>
                </p:oleObj>
              </mc:Choice>
              <mc:Fallback>
                <p:oleObj name="Equation" r:id="rId25" imgW="67360800" imgH="19812000" progId="Equation.DSMT4">
                  <p:embed/>
                  <p:pic>
                    <p:nvPicPr>
                      <p:cNvPr id="0" name="图片 11625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99856" y="5517232"/>
                        <a:ext cx="2805113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173165" y="4509120"/>
          <a:ext cx="27463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7" name="Equation" r:id="rId27" imgW="66141600" imgH="21640800" progId="Equation.DSMT4">
                  <p:embed/>
                </p:oleObj>
              </mc:Choice>
              <mc:Fallback>
                <p:oleObj name="Equation" r:id="rId27" imgW="66141600" imgH="21640800" progId="Equation.DSMT4">
                  <p:embed/>
                  <p:pic>
                    <p:nvPicPr>
                      <p:cNvPr id="0" name="图片 1162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3165" y="4509120"/>
                        <a:ext cx="2746375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775257" y="311066"/>
          <a:ext cx="25368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60655200" imgH="21640800" progId="Equation.DSMT4">
                  <p:embed/>
                </p:oleObj>
              </mc:Choice>
              <mc:Fallback>
                <p:oleObj name="Equation" r:id="rId1" imgW="60655200" imgH="216408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75257" y="311066"/>
                        <a:ext cx="2536825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473575" y="332740"/>
          <a:ext cx="2070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49682400" imgH="21640800" progId="Equation.DSMT4">
                  <p:embed/>
                </p:oleObj>
              </mc:Choice>
              <mc:Fallback>
                <p:oleObj name="Equation" r:id="rId3" imgW="49682400" imgH="216408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73575" y="332740"/>
                        <a:ext cx="20701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833940" y="1340133"/>
          <a:ext cx="457676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110032800" imgH="24384000" progId="Equation.DSMT4">
                  <p:embed/>
                </p:oleObj>
              </mc:Choice>
              <mc:Fallback>
                <p:oleObj name="Equation" r:id="rId5" imgW="110032800" imgH="243840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3940" y="1340133"/>
                        <a:ext cx="4576762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481822" y="1412776"/>
          <a:ext cx="4089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98145600" imgH="21640800" progId="Equation.DSMT4">
                  <p:embed/>
                </p:oleObj>
              </mc:Choice>
              <mc:Fallback>
                <p:oleObj name="Equation" r:id="rId7" imgW="98145600" imgH="216408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81822" y="1412776"/>
                        <a:ext cx="40894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678608" y="2636912"/>
          <a:ext cx="2730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65532000" imgH="21640800" progId="Equation.DSMT4">
                  <p:embed/>
                </p:oleObj>
              </mc:Choice>
              <mc:Fallback>
                <p:oleObj name="Equation" r:id="rId9" imgW="65532000" imgH="216408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78608" y="2636912"/>
                        <a:ext cx="2730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580265" y="2545219"/>
          <a:ext cx="25130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1" imgW="60350400" imgH="25603200" progId="Equation.DSMT4">
                  <p:embed/>
                </p:oleObj>
              </mc:Choice>
              <mc:Fallback>
                <p:oleObj name="Equation" r:id="rId11" imgW="60350400" imgH="256032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80265" y="2545219"/>
                        <a:ext cx="2513013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775644" y="3749164"/>
          <a:ext cx="399256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13" imgW="96012000" imgH="22555200" progId="Equation.DSMT4">
                  <p:embed/>
                </p:oleObj>
              </mc:Choice>
              <mc:Fallback>
                <p:oleObj name="Equation" r:id="rId13" imgW="96012000" imgH="225552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75644" y="3749164"/>
                        <a:ext cx="3992563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938329" y="3842127"/>
          <a:ext cx="4202112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5" imgW="100888800" imgH="20116800" progId="Equation.DSMT4">
                  <p:embed/>
                </p:oleObj>
              </mc:Choice>
              <mc:Fallback>
                <p:oleObj name="Equation" r:id="rId15" imgW="100888800" imgH="201168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38329" y="3842127"/>
                        <a:ext cx="4202112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742477" y="4819759"/>
          <a:ext cx="4025901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17" imgW="96621600" imgH="20116800" progId="Equation.DSMT4">
                  <p:embed/>
                </p:oleObj>
              </mc:Choice>
              <mc:Fallback>
                <p:oleObj name="Equation" r:id="rId17" imgW="96621600" imgH="20116800" progId="Equation.DSMT4">
                  <p:embed/>
                  <p:pic>
                    <p:nvPicPr>
                      <p:cNvPr id="0" name="图片 1229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42477" y="4819759"/>
                        <a:ext cx="4025901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225258" y="2521471"/>
          <a:ext cx="2603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19" imgW="62484000" imgH="28041600" progId="Equation.DSMT4">
                  <p:embed/>
                </p:oleObj>
              </mc:Choice>
              <mc:Fallback>
                <p:oleObj name="Equation" r:id="rId19" imgW="62484000" imgH="28041600" progId="Equation.DSMT4">
                  <p:embed/>
                  <p:pic>
                    <p:nvPicPr>
                      <p:cNvPr id="0" name="图片 1229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225258" y="2521471"/>
                        <a:ext cx="2603500" cy="1168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1742601" y="5794737"/>
            <a:ext cx="73329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经验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：这些都是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“凑分母法”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“裂项法”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．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833925" y="184368"/>
            <a:ext cx="3777827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baseline="30000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求积分（公式）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127047" y="815886"/>
          <a:ext cx="1955801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46939200" imgH="14020800" progId="Equation.DSMT4">
                  <p:embed/>
                </p:oleObj>
              </mc:Choice>
              <mc:Fallback>
                <p:oleObj name="Equation" r:id="rId1" imgW="46939200" imgH="140208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7047" y="815886"/>
                        <a:ext cx="1955801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154738" y="815975"/>
          <a:ext cx="20193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48463200" imgH="14020800" progId="Equation.DSMT4">
                  <p:embed/>
                </p:oleObj>
              </mc:Choice>
              <mc:Fallback>
                <p:oleObj name="Equation" r:id="rId3" imgW="48463200" imgH="140208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54738" y="815975"/>
                        <a:ext cx="20193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914456" y="1867054"/>
            <a:ext cx="153642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5242560" y="1692910"/>
          <a:ext cx="1333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32004000" imgH="20116800" progId="Equation.DSMT4">
                  <p:embed/>
                </p:oleObj>
              </mc:Choice>
              <mc:Fallback>
                <p:oleObj name="Equation" r:id="rId5" imgW="32004000" imgH="20116800" progId="Equation.DSMT4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42560" y="1692910"/>
                        <a:ext cx="1333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6576060" y="1692910"/>
          <a:ext cx="1651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39624000" imgH="20116800" progId="Equation.DSMT4">
                  <p:embed/>
                </p:oleObj>
              </mc:Choice>
              <mc:Fallback>
                <p:oleObj name="Equation" r:id="rId7" imgW="39624000" imgH="20116800" progId="Equation.DSMT4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76060" y="1692910"/>
                        <a:ext cx="1651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4857115" y="2644775"/>
          <a:ext cx="2362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9" imgW="56692800" imgH="11582400" progId="Equation.DSMT4">
                  <p:embed/>
                </p:oleObj>
              </mc:Choice>
              <mc:Fallback>
                <p:oleObj name="Equation" r:id="rId9" imgW="56692800" imgH="11582400" progId="Equation.DSMT4">
                  <p:embed/>
                  <p:pic>
                    <p:nvPicPr>
                      <p:cNvPr id="0" name="图片 1331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857115" y="2644775"/>
                        <a:ext cx="23622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/>
        </p:nvGraphicFramePr>
        <p:xfrm>
          <a:off x="3264437" y="3525495"/>
          <a:ext cx="1524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11" imgW="36576000" imgH="14020800" progId="Equation.DSMT4">
                  <p:embed/>
                </p:oleObj>
              </mc:Choice>
              <mc:Fallback>
                <p:oleObj name="Equation" r:id="rId11" imgW="36576000" imgH="14020800" progId="Equation.DSMT4">
                  <p:embed/>
                  <p:pic>
                    <p:nvPicPr>
                      <p:cNvPr id="0" name="图片 1331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64437" y="3525495"/>
                        <a:ext cx="15240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/>
        </p:nvGraphicFramePr>
        <p:xfrm>
          <a:off x="4931807" y="3398495"/>
          <a:ext cx="1371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13" imgW="32918400" imgH="20116800" progId="Equation.DSMT4">
                  <p:embed/>
                </p:oleObj>
              </mc:Choice>
              <mc:Fallback>
                <p:oleObj name="Equation" r:id="rId13" imgW="32918400" imgH="201168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31807" y="3398495"/>
                        <a:ext cx="1371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4576128" y="4507548"/>
          <a:ext cx="2082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15" imgW="49987200" imgH="11582400" progId="Equation.DSMT4">
                  <p:embed/>
                </p:oleObj>
              </mc:Choice>
              <mc:Fallback>
                <p:oleObj name="Equation" r:id="rId15" imgW="49987200" imgH="11582400" progId="Equation.DSMT4">
                  <p:embed/>
                  <p:pic>
                    <p:nvPicPr>
                      <p:cNvPr id="0" name="图片 13319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76128" y="4507548"/>
                        <a:ext cx="20828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3"/>
          <p:cNvGraphicFramePr>
            <a:graphicFrameLocks noChangeAspect="1"/>
          </p:cNvGraphicFramePr>
          <p:nvPr/>
        </p:nvGraphicFramePr>
        <p:xfrm>
          <a:off x="6446838" y="3398203"/>
          <a:ext cx="1435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17" imgW="34442400" imgH="20116800" progId="Equation.DSMT4">
                  <p:embed/>
                </p:oleObj>
              </mc:Choice>
              <mc:Fallback>
                <p:oleObj name="Equation" r:id="rId17" imgW="34442400" imgH="20116800" progId="Equation.DSMT4">
                  <p:embed/>
                  <p:pic>
                    <p:nvPicPr>
                      <p:cNvPr id="0" name="图片 1332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446838" y="3398203"/>
                        <a:ext cx="1435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4"/>
          <p:cNvGraphicFramePr>
            <a:graphicFrameLocks noChangeAspect="1"/>
          </p:cNvGraphicFramePr>
          <p:nvPr/>
        </p:nvGraphicFramePr>
        <p:xfrm>
          <a:off x="3578225" y="1819910"/>
          <a:ext cx="1536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19" imgW="36880800" imgH="14020800" progId="Equation.DSMT4">
                  <p:embed/>
                </p:oleObj>
              </mc:Choice>
              <mc:Fallback>
                <p:oleObj name="Equation" r:id="rId19" imgW="36880800" imgH="14020800" progId="Equation.DSMT4">
                  <p:embed/>
                  <p:pic>
                    <p:nvPicPr>
                      <p:cNvPr id="0" name="图片 13321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78225" y="1819910"/>
                        <a:ext cx="15367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2188557" y="3556620"/>
            <a:ext cx="10756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19" grpId="0" autoUpdateAnimBg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19015" y="184368"/>
            <a:ext cx="3777827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baseline="30000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求积分（公式）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918805" y="816992"/>
          <a:ext cx="199548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48158400" imgH="20116800" progId="Equation.DSMT4">
                  <p:embed/>
                </p:oleObj>
              </mc:Choice>
              <mc:Fallback>
                <p:oleObj name="Equation" r:id="rId1" imgW="48158400" imgH="201168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18805" y="816992"/>
                        <a:ext cx="1995488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882103" y="816992"/>
          <a:ext cx="20462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49377600" imgH="20116800" progId="Equation.DSMT4">
                  <p:embed/>
                </p:oleObj>
              </mc:Choice>
              <mc:Fallback>
                <p:oleObj name="Equation" r:id="rId3" imgW="49377600" imgH="201168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82103" y="816992"/>
                        <a:ext cx="2046287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570445" y="772542"/>
          <a:ext cx="2287588" cy="920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55168800" imgH="22250400" progId="Equation.DSMT4">
                  <p:embed/>
                </p:oleObj>
              </mc:Choice>
              <mc:Fallback>
                <p:oleObj name="Equation" r:id="rId5" imgW="55168800" imgH="222504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70445" y="772542"/>
                        <a:ext cx="2287588" cy="920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670639" y="2278520"/>
            <a:ext cx="153642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4788218" y="2141855"/>
          <a:ext cx="22336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53644800" imgH="21945600" progId="Equation.DSMT4">
                  <p:embed/>
                </p:oleObj>
              </mc:Choice>
              <mc:Fallback>
                <p:oleObj name="Equation" r:id="rId7" imgW="53644800" imgH="219456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88218" y="2141855"/>
                        <a:ext cx="2233612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3427730" y="2120265"/>
          <a:ext cx="1295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9" imgW="31089600" imgH="20116800" progId="Equation.DSMT4">
                  <p:embed/>
                </p:oleObj>
              </mc:Choice>
              <mc:Fallback>
                <p:oleObj name="Equation" r:id="rId9" imgW="31089600" imgH="201168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27730" y="2120265"/>
                        <a:ext cx="1295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/>
          <p:cNvGraphicFramePr>
            <a:graphicFrameLocks noChangeAspect="1"/>
          </p:cNvGraphicFramePr>
          <p:nvPr/>
        </p:nvGraphicFramePr>
        <p:xfrm>
          <a:off x="4706938" y="3056255"/>
          <a:ext cx="927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1" imgW="22250400" imgH="20116800" progId="Equation.DSMT4">
                  <p:embed/>
                </p:oleObj>
              </mc:Choice>
              <mc:Fallback>
                <p:oleObj name="Equation" r:id="rId11" imgW="22250400" imgH="20116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06938" y="3056255"/>
                        <a:ext cx="927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208780" y="3214370"/>
            <a:ext cx="72517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5669597" y="3216598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" name="Object 11"/>
          <p:cNvGraphicFramePr>
            <a:graphicFrameLocks noChangeAspect="1"/>
          </p:cNvGraphicFramePr>
          <p:nvPr/>
        </p:nvGraphicFramePr>
        <p:xfrm>
          <a:off x="6265863" y="3045460"/>
          <a:ext cx="1485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3" imgW="35661600" imgH="20116800" progId="Equation.DSMT4">
                  <p:embed/>
                </p:oleObj>
              </mc:Choice>
              <mc:Fallback>
                <p:oleObj name="Equation" r:id="rId13" imgW="35661600" imgH="201168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65863" y="3045460"/>
                        <a:ext cx="1485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4614863" y="4115435"/>
          <a:ext cx="106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15" imgW="25603200" imgH="20116800" progId="Equation.DSMT4">
                  <p:embed/>
                </p:oleObj>
              </mc:Choice>
              <mc:Fallback>
                <p:oleObj name="Equation" r:id="rId15" imgW="25603200" imgH="20116800" progId="Equation.DSMT4">
                  <p:embed/>
                  <p:pic>
                    <p:nvPicPr>
                      <p:cNvPr id="0" name="图片 1434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14863" y="4115435"/>
                        <a:ext cx="1066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3"/>
          <p:cNvGraphicFramePr>
            <a:graphicFrameLocks noChangeAspect="1"/>
          </p:cNvGraphicFramePr>
          <p:nvPr/>
        </p:nvGraphicFramePr>
        <p:xfrm>
          <a:off x="4953635" y="4129405"/>
          <a:ext cx="39211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Equation" r:id="rId17" imgW="9448800" imgH="9448800" progId="Equation.DSMT4">
                  <p:embed/>
                </p:oleObj>
              </mc:Choice>
              <mc:Fallback>
                <p:oleObj name="Equation" r:id="rId17" imgW="9448800" imgH="9448800" progId="Equation.DSMT4">
                  <p:embed/>
                  <p:pic>
                    <p:nvPicPr>
                      <p:cNvPr id="0" name="图片 143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53635" y="4129405"/>
                        <a:ext cx="392113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4"/>
          <p:cNvGraphicFramePr>
            <a:graphicFrameLocks noChangeAspect="1"/>
          </p:cNvGraphicFramePr>
          <p:nvPr/>
        </p:nvGraphicFramePr>
        <p:xfrm>
          <a:off x="4228783" y="4115118"/>
          <a:ext cx="292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Equation" r:id="rId19" imgW="7010400" imgH="20116800" progId="Equation.DSMT4">
                  <p:embed/>
                </p:oleObj>
              </mc:Choice>
              <mc:Fallback>
                <p:oleObj name="Equation" r:id="rId19" imgW="7010400" imgH="20116800" progId="Equation.DSMT4">
                  <p:embed/>
                  <p:pic>
                    <p:nvPicPr>
                      <p:cNvPr id="0" name="图片 1434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228783" y="4115118"/>
                        <a:ext cx="292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5"/>
          <p:cNvGraphicFramePr>
            <a:graphicFrameLocks noChangeAspect="1"/>
          </p:cNvGraphicFramePr>
          <p:nvPr/>
        </p:nvGraphicFramePr>
        <p:xfrm>
          <a:off x="5775643" y="4129405"/>
          <a:ext cx="23225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Equation" r:id="rId21" imgW="55778400" imgH="20116800" progId="Equation.DSMT4">
                  <p:embed/>
                </p:oleObj>
              </mc:Choice>
              <mc:Fallback>
                <p:oleObj name="Equation" r:id="rId21" imgW="55778400" imgH="20116800" progId="Equation.DSMT4">
                  <p:embed/>
                  <p:pic>
                    <p:nvPicPr>
                      <p:cNvPr id="0" name="图片 1434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775643" y="4129405"/>
                        <a:ext cx="2322512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6"/>
          <p:cNvGraphicFramePr>
            <a:graphicFrameLocks noChangeAspect="1"/>
          </p:cNvGraphicFramePr>
          <p:nvPr/>
        </p:nvGraphicFramePr>
        <p:xfrm>
          <a:off x="3942080" y="5132705"/>
          <a:ext cx="26146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Equation" r:id="rId23" imgW="62788800" imgH="20116800" progId="Equation.DSMT4">
                  <p:embed/>
                </p:oleObj>
              </mc:Choice>
              <mc:Fallback>
                <p:oleObj name="Equation" r:id="rId23" imgW="62788800" imgH="20116800" progId="Equation.DSMT4">
                  <p:embed/>
                  <p:pic>
                    <p:nvPicPr>
                      <p:cNvPr id="0" name="图片 14347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42080" y="5132705"/>
                        <a:ext cx="2614613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6361113" y="2114550"/>
          <a:ext cx="647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Equation" r:id="rId25" imgW="15544800" imgH="16459200" progId="Equation.DSMT4">
                  <p:embed/>
                </p:oleObj>
              </mc:Choice>
              <mc:Fallback>
                <p:oleObj name="Equation" r:id="rId25" imgW="15544800" imgH="16459200" progId="Equation.DSMT4">
                  <p:embed/>
                  <p:pic>
                    <p:nvPicPr>
                      <p:cNvPr id="0" name="图片 1434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361113" y="2114550"/>
                        <a:ext cx="6477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Line 22"/>
          <p:cNvSpPr>
            <a:spLocks noChangeShapeType="1"/>
          </p:cNvSpPr>
          <p:nvPr/>
        </p:nvSpPr>
        <p:spPr bwMode="auto">
          <a:xfrm>
            <a:off x="4075747" y="3119125"/>
            <a:ext cx="0" cy="99060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3912553" y="4489768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Equation" r:id="rId27" imgW="5791200" imgH="6705600" progId="Equation.DSMT4">
                  <p:embed/>
                </p:oleObj>
              </mc:Choice>
              <mc:Fallback>
                <p:oleObj name="Equation" r:id="rId27" imgW="5791200" imgH="6705600" progId="Equation.DSMT4">
                  <p:embed/>
                  <p:pic>
                    <p:nvPicPr>
                      <p:cNvPr id="0" name="图片 1434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912553" y="4489768"/>
                        <a:ext cx="241300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9935528" y="987425"/>
          <a:ext cx="10064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name="Equation" r:id="rId29" imgW="24384000" imgH="11582400" progId="Equation.DSMT4">
                  <p:embed/>
                </p:oleObj>
              </mc:Choice>
              <mc:Fallback>
                <p:oleObj name="Equation" r:id="rId29" imgW="24384000" imgH="11582400" progId="Equation.DSMT4">
                  <p:embed/>
                  <p:pic>
                    <p:nvPicPr>
                      <p:cNvPr id="0" name="图片 1435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935528" y="987425"/>
                        <a:ext cx="1006475" cy="492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4" grpId="0" autoUpdateAnimBg="0"/>
      <p:bldP spid="15" grpId="0" autoUpdateAnimBg="0"/>
      <p:bldP spid="2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7924800" y="4084638"/>
          <a:ext cx="2641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63398400" imgH="22860000" progId="Equation.DSMT4">
                  <p:embed/>
                </p:oleObj>
              </mc:Choice>
              <mc:Fallback>
                <p:oleObj name="Equation" r:id="rId1" imgW="63398400" imgH="228600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24800" y="4084638"/>
                        <a:ext cx="26416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426210" y="883762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2840524" y="750481"/>
          <a:ext cx="1079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25908000" imgH="20116800" progId="Equation.DSMT4">
                  <p:embed/>
                </p:oleObj>
              </mc:Choice>
              <mc:Fallback>
                <p:oleObj name="Equation" r:id="rId3" imgW="25908000" imgH="20116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0524" y="750481"/>
                        <a:ext cx="1079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5004753" y="754063"/>
          <a:ext cx="2182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52425600" imgH="21945600" progId="Equation.DSMT4">
                  <p:embed/>
                </p:oleObj>
              </mc:Choice>
              <mc:Fallback>
                <p:oleObj name="Equation" r:id="rId5" imgW="52425600" imgH="219456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4753" y="754063"/>
                        <a:ext cx="2182812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5022215" y="750253"/>
          <a:ext cx="223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53644800" imgH="9448800" progId="Equation.DSMT4">
                  <p:embed/>
                </p:oleObj>
              </mc:Choice>
              <mc:Fallback>
                <p:oleObj name="Equation" r:id="rId7" imgW="53644800" imgH="94488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22215" y="750253"/>
                        <a:ext cx="2235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4151630" y="754063"/>
          <a:ext cx="736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17678400" imgH="21945600" progId="Equation.DSMT4">
                  <p:embed/>
                </p:oleObj>
              </mc:Choice>
              <mc:Fallback>
                <p:oleObj name="Equation" r:id="rId9" imgW="17678400" imgH="219456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51630" y="754063"/>
                        <a:ext cx="7366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7391083" y="754063"/>
          <a:ext cx="28305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67970400" imgH="21945600" progId="Equation.DSMT4">
                  <p:embed/>
                </p:oleObj>
              </mc:Choice>
              <mc:Fallback>
                <p:oleObj name="Equation" r:id="rId11" imgW="67970400" imgH="219456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391083" y="754063"/>
                        <a:ext cx="2830512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1703512" y="2005807"/>
            <a:ext cx="51224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故</a:t>
            </a:r>
            <a:endParaRPr kumimoji="1"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3575050" y="1766888"/>
          <a:ext cx="711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3" imgW="17068800" imgH="24384000" progId="Equation.DSMT4">
                  <p:embed/>
                </p:oleObj>
              </mc:Choice>
              <mc:Fallback>
                <p:oleObj name="Equation" r:id="rId13" imgW="17068800" imgH="243840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75050" y="1766888"/>
                        <a:ext cx="7112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4210050" y="1830388"/>
          <a:ext cx="226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5" imgW="54254400" imgH="20116800" progId="Equation.DSMT4">
                  <p:embed/>
                </p:oleObj>
              </mc:Choice>
              <mc:Fallback>
                <p:oleObj name="Equation" r:id="rId15" imgW="54254400" imgH="201168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10050" y="1830388"/>
                        <a:ext cx="2260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/>
          <p:cNvGraphicFramePr>
            <a:graphicFrameLocks noChangeAspect="1"/>
          </p:cNvGraphicFramePr>
          <p:nvPr/>
        </p:nvGraphicFramePr>
        <p:xfrm>
          <a:off x="6394450" y="1776413"/>
          <a:ext cx="317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17" imgW="7620000" imgH="24384000" progId="Equation.DSMT4">
                  <p:embed/>
                </p:oleObj>
              </mc:Choice>
              <mc:Fallback>
                <p:oleObj name="Equation" r:id="rId17" imgW="7620000" imgH="24384000" progId="Equation.DSMT4">
                  <p:embed/>
                  <p:pic>
                    <p:nvPicPr>
                      <p:cNvPr id="0" name="图片 1536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94450" y="1776413"/>
                        <a:ext cx="3175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"/>
          <p:cNvGraphicFramePr>
            <a:graphicFrameLocks noChangeAspect="1"/>
          </p:cNvGraphicFramePr>
          <p:nvPr/>
        </p:nvGraphicFramePr>
        <p:xfrm>
          <a:off x="3270250" y="2922588"/>
          <a:ext cx="990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19" imgW="23774400" imgH="24384000" progId="Equation.DSMT4">
                  <p:embed/>
                </p:oleObj>
              </mc:Choice>
              <mc:Fallback>
                <p:oleObj name="Equation" r:id="rId19" imgW="23774400" imgH="24384000" progId="Equation.DSMT4">
                  <p:embed/>
                  <p:pic>
                    <p:nvPicPr>
                      <p:cNvPr id="0" name="图片 1536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70250" y="2922588"/>
                        <a:ext cx="9906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/>
          <p:cNvGraphicFramePr>
            <a:graphicFrameLocks noChangeAspect="1"/>
          </p:cNvGraphicFramePr>
          <p:nvPr/>
        </p:nvGraphicFramePr>
        <p:xfrm>
          <a:off x="4222750" y="2982913"/>
          <a:ext cx="14081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Equation" r:id="rId21" imgW="33832800" imgH="20116800" progId="Equation.DSMT4">
                  <p:embed/>
                </p:oleObj>
              </mc:Choice>
              <mc:Fallback>
                <p:oleObj name="Equation" r:id="rId21" imgW="33832800" imgH="20116800" progId="Equation.DSMT4">
                  <p:embed/>
                  <p:pic>
                    <p:nvPicPr>
                      <p:cNvPr id="0" name="图片 1537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22750" y="2982913"/>
                        <a:ext cx="1408113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/>
          <p:cNvGraphicFramePr>
            <a:graphicFrameLocks noChangeAspect="1"/>
          </p:cNvGraphicFramePr>
          <p:nvPr/>
        </p:nvGraphicFramePr>
        <p:xfrm>
          <a:off x="7391400" y="2913063"/>
          <a:ext cx="317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Equation" r:id="rId23" imgW="7620000" imgH="24384000" progId="Equation.DSMT4">
                  <p:embed/>
                </p:oleObj>
              </mc:Choice>
              <mc:Fallback>
                <p:oleObj name="Equation" r:id="rId23" imgW="7620000" imgH="24384000" progId="Equation.DSMT4">
                  <p:embed/>
                  <p:pic>
                    <p:nvPicPr>
                      <p:cNvPr id="0" name="图片 1537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91400" y="2913063"/>
                        <a:ext cx="3175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/>
          <p:cNvGraphicFramePr>
            <a:graphicFrameLocks noChangeAspect="1"/>
          </p:cNvGraphicFramePr>
          <p:nvPr/>
        </p:nvGraphicFramePr>
        <p:xfrm>
          <a:off x="3244850" y="4116388"/>
          <a:ext cx="1041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Equation" r:id="rId25" imgW="24993600" imgH="21945600" progId="Equation.DSMT4">
                  <p:embed/>
                </p:oleObj>
              </mc:Choice>
              <mc:Fallback>
                <p:oleObj name="Equation" r:id="rId25" imgW="24993600" imgH="21945600" progId="Equation.DSMT4">
                  <p:embed/>
                  <p:pic>
                    <p:nvPicPr>
                      <p:cNvPr id="0" name="图片 1537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244850" y="4116388"/>
                        <a:ext cx="10414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9"/>
          <p:cNvGraphicFramePr>
            <a:graphicFrameLocks noChangeAspect="1"/>
          </p:cNvGraphicFramePr>
          <p:nvPr/>
        </p:nvGraphicFramePr>
        <p:xfrm>
          <a:off x="4146550" y="4297363"/>
          <a:ext cx="1282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Equation" r:id="rId27" imgW="30784800" imgH="11582400" progId="Equation.DSMT4">
                  <p:embed/>
                </p:oleObj>
              </mc:Choice>
              <mc:Fallback>
                <p:oleObj name="Equation" r:id="rId27" imgW="30784800" imgH="11582400" progId="Equation.DSMT4">
                  <p:embed/>
                  <p:pic>
                    <p:nvPicPr>
                      <p:cNvPr id="0" name="图片 1537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146550" y="4297363"/>
                        <a:ext cx="12827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0"/>
          <p:cNvGraphicFramePr>
            <a:graphicFrameLocks noChangeAspect="1"/>
          </p:cNvGraphicFramePr>
          <p:nvPr/>
        </p:nvGraphicFramePr>
        <p:xfrm>
          <a:off x="5486400" y="4295775"/>
          <a:ext cx="1524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Equation" r:id="rId29" imgW="36576000" imgH="11582400" progId="Equation.DSMT4">
                  <p:embed/>
                </p:oleObj>
              </mc:Choice>
              <mc:Fallback>
                <p:oleObj name="Equation" r:id="rId29" imgW="36576000" imgH="11582400" progId="Equation.DSMT4">
                  <p:embed/>
                  <p:pic>
                    <p:nvPicPr>
                      <p:cNvPr id="0" name="图片 1537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486400" y="4295775"/>
                        <a:ext cx="15240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1"/>
          <p:cNvGraphicFramePr>
            <a:graphicFrameLocks noChangeAspect="1"/>
          </p:cNvGraphicFramePr>
          <p:nvPr/>
        </p:nvGraphicFramePr>
        <p:xfrm>
          <a:off x="7023100" y="4302125"/>
          <a:ext cx="838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Equation" r:id="rId31" imgW="20116800" imgH="11582400" progId="Equation.DSMT4">
                  <p:embed/>
                </p:oleObj>
              </mc:Choice>
              <mc:Fallback>
                <p:oleObj name="Equation" r:id="rId31" imgW="20116800" imgH="11582400" progId="Equation.DSMT4">
                  <p:embed/>
                  <p:pic>
                    <p:nvPicPr>
                      <p:cNvPr id="0" name="图片 15375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023100" y="4302125"/>
                        <a:ext cx="8382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2"/>
          <p:cNvGraphicFramePr>
            <a:graphicFrameLocks noChangeAspect="1"/>
          </p:cNvGraphicFramePr>
          <p:nvPr/>
        </p:nvGraphicFramePr>
        <p:xfrm>
          <a:off x="5834063" y="2982913"/>
          <a:ext cx="16113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" name="Equation" r:id="rId33" imgW="38709600" imgH="20116800" progId="Equation.DSMT4">
                  <p:embed/>
                </p:oleObj>
              </mc:Choice>
              <mc:Fallback>
                <p:oleObj name="Equation" r:id="rId33" imgW="38709600" imgH="20116800" progId="Equation.DSMT4">
                  <p:embed/>
                  <p:pic>
                    <p:nvPicPr>
                      <p:cNvPr id="0" name="图片 1537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834063" y="2982913"/>
                        <a:ext cx="1611312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2133042" y="921544"/>
            <a:ext cx="76890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因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135275" y="1849438"/>
          <a:ext cx="14779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8" name="Equation" r:id="rId35" imgW="35661600" imgH="20116800" progId="Equation.DSMT4">
                  <p:embed/>
                </p:oleObj>
              </mc:Choice>
              <mc:Fallback>
                <p:oleObj name="Equation" r:id="rId35" imgW="35661600" imgH="20116800" progId="Equation.DSMT4">
                  <p:embed/>
                  <p:pic>
                    <p:nvPicPr>
                      <p:cNvPr id="0" name="图片 15377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135275" y="1849438"/>
                        <a:ext cx="1477963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2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3641725" y="2849563"/>
          <a:ext cx="1600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38404800" imgH="22250400" progId="Equation.DSMT4">
                  <p:embed/>
                </p:oleObj>
              </mc:Choice>
              <mc:Fallback>
                <p:oleObj name="Equation" r:id="rId1" imgW="38404800" imgH="222504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41725" y="2849563"/>
                        <a:ext cx="16002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677048" y="3016102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想到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5457825" y="3103563"/>
          <a:ext cx="1676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40233600" imgH="7620000" progId="Equation.DSMT4">
                  <p:embed/>
                </p:oleObj>
              </mc:Choice>
              <mc:Fallback>
                <p:oleObj name="Equation" r:id="rId3" imgW="40233600" imgH="76200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57825" y="3103563"/>
                        <a:ext cx="16764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850913" y="613897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4816475" y="385763"/>
          <a:ext cx="181610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43586400" imgH="29565600" progId="Equation.DSMT4">
                  <p:embed/>
                </p:oleObj>
              </mc:Choice>
              <mc:Fallback>
                <p:oleObj name="Equation" r:id="rId5" imgW="43586400" imgH="295656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16475" y="385763"/>
                        <a:ext cx="1816100" cy="1231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7832026" y="3077538"/>
            <a:ext cx="1905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直接配元</a:t>
            </a:r>
            <a:r>
              <a:rPr kumimoji="1" lang="en-US" altLang="zh-C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12"/>
          <p:cNvGraphicFramePr>
            <a:graphicFrameLocks noChangeAspect="1"/>
          </p:cNvGraphicFramePr>
          <p:nvPr/>
        </p:nvGraphicFramePr>
        <p:xfrm>
          <a:off x="6778625" y="157163"/>
          <a:ext cx="19177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46024800" imgH="35661600" progId="Equation.DSMT4">
                  <p:embed/>
                </p:oleObj>
              </mc:Choice>
              <mc:Fallback>
                <p:oleObj name="Equation" r:id="rId7" imgW="46024800" imgH="356616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78625" y="157163"/>
                        <a:ext cx="1917700" cy="1485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4399280" y="1801178"/>
          <a:ext cx="2032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48768000" imgH="20116800" progId="Equation.DSMT4">
                  <p:embed/>
                </p:oleObj>
              </mc:Choice>
              <mc:Fallback>
                <p:oleObj name="Equation" r:id="rId9" imgW="48768000" imgH="201168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99280" y="1801178"/>
                        <a:ext cx="2032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1534048" y="2639864"/>
            <a:ext cx="8839200" cy="0"/>
          </a:xfrm>
          <a:prstGeom prst="lin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" name="Object 15"/>
          <p:cNvGraphicFramePr>
            <a:graphicFrameLocks noChangeAspect="1"/>
          </p:cNvGraphicFramePr>
          <p:nvPr/>
        </p:nvGraphicFramePr>
        <p:xfrm>
          <a:off x="2841625" y="411163"/>
          <a:ext cx="1828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43891200" imgH="22250400" progId="Equation.DSMT4">
                  <p:embed/>
                </p:oleObj>
              </mc:Choice>
              <mc:Fallback>
                <p:oleObj name="Equation" r:id="rId11" imgW="43891200" imgH="222504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41625" y="411163"/>
                        <a:ext cx="18288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8" grpId="0" autoUpdateAnimBg="0"/>
      <p:bldP spid="12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833823" y="117501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练习4.2.1（1）</a:t>
            </a:r>
            <a:endParaRPr lang="zh-CN" altLang="en-US" b="1" dirty="0" smtClean="0">
              <a:solidFill>
                <a:srgbClr val="00B05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976063" y="908720"/>
            <a:ext cx="43821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求积分，并写出换元函数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79576" y="1431940"/>
          <a:ext cx="1879601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45110400" imgH="20116800" progId="Equation.DSMT4">
                  <p:embed/>
                </p:oleObj>
              </mc:Choice>
              <mc:Fallback>
                <p:oleObj name="Equation" r:id="rId1" imgW="45110400" imgH="201168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9576" y="1431940"/>
                        <a:ext cx="1879601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24413" y="1434545"/>
          <a:ext cx="22383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53949600" imgH="20116800" progId="Equation.DSMT4">
                  <p:embed/>
                </p:oleObj>
              </mc:Choice>
              <mc:Fallback>
                <p:oleObj name="Equation" r:id="rId3" imgW="53949600" imgH="201168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24413" y="1434545"/>
                        <a:ext cx="223837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397466" y="931484"/>
          <a:ext cx="12763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30784800" imgH="11582400" progId="Equation.DSMT4">
                  <p:embed/>
                </p:oleObj>
              </mc:Choice>
              <mc:Fallback>
                <p:oleObj name="Equation" r:id="rId5" imgW="30784800" imgH="115824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97466" y="931484"/>
                        <a:ext cx="1276350" cy="477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2063552" y="2276872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2128463" y="2800092"/>
            <a:ext cx="15220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求积分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137060" y="3323312"/>
          <a:ext cx="2146301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51511200" imgH="20116800" progId="Equation.DSMT4">
                  <p:embed/>
                </p:oleObj>
              </mc:Choice>
              <mc:Fallback>
                <p:oleObj name="Equation" r:id="rId7" imgW="51511200" imgH="201168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37060" y="3323312"/>
                        <a:ext cx="2146301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397466" y="3323312"/>
          <a:ext cx="24765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59436000" imgH="22250400" progId="Equation.DSMT4">
                  <p:embed/>
                </p:oleObj>
              </mc:Choice>
              <mc:Fallback>
                <p:oleObj name="Equation" r:id="rId9" imgW="59436000" imgH="222504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97466" y="3323312"/>
                        <a:ext cx="2476500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137060" y="4133034"/>
          <a:ext cx="1919287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11" imgW="46329600" imgH="20116800" progId="Equation.DSMT4">
                  <p:embed/>
                </p:oleObj>
              </mc:Choice>
              <mc:Fallback>
                <p:oleObj name="Equation" r:id="rId11" imgW="46329600" imgH="201168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37060" y="4133034"/>
                        <a:ext cx="1919287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6397466" y="4259240"/>
          <a:ext cx="2378075" cy="5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13" imgW="57302400" imgH="14020800" progId="Equation.DSMT4">
                  <p:embed/>
                </p:oleObj>
              </mc:Choice>
              <mc:Fallback>
                <p:oleObj name="Equation" r:id="rId13" imgW="57302400" imgH="140208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97466" y="4259240"/>
                        <a:ext cx="2378075" cy="577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137060" y="4941168"/>
          <a:ext cx="21574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15" imgW="51511200" imgH="20116800" progId="Equation.DSMT4">
                  <p:embed/>
                </p:oleObj>
              </mc:Choice>
              <mc:Fallback>
                <p:oleObj name="Equation" r:id="rId15" imgW="51511200" imgH="201168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37060" y="4941168"/>
                        <a:ext cx="2157413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397466" y="5013176"/>
          <a:ext cx="3222625" cy="5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17" imgW="77114400" imgH="14020800" progId="Equation.DSMT4">
                  <p:embed/>
                </p:oleObj>
              </mc:Choice>
              <mc:Fallback>
                <p:oleObj name="Equation" r:id="rId17" imgW="77114400" imgH="14020800" progId="Equation.DSMT4">
                  <p:embed/>
                  <p:pic>
                    <p:nvPicPr>
                      <p:cNvPr id="0" name="图片 174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97466" y="5013176"/>
                        <a:ext cx="3222625" cy="577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2128463" y="5805264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2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071664" y="2147912"/>
          <a:ext cx="276225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19" imgW="65836800" imgH="22555200" progId="Equation.DSMT4">
                  <p:embed/>
                </p:oleObj>
              </mc:Choice>
              <mc:Fallback>
                <p:oleObj name="Equation" r:id="rId19" imgW="65836800" imgH="22555200" progId="Equation.DSMT4">
                  <p:embed/>
                  <p:pic>
                    <p:nvPicPr>
                      <p:cNvPr id="0" name="图片 1741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71664" y="2147912"/>
                        <a:ext cx="276225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4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6058955" y="2192643"/>
          <a:ext cx="4332288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21" imgW="104241600" imgH="19812000" progId="Equation.DSMT4">
                  <p:embed/>
                </p:oleObj>
              </mc:Choice>
              <mc:Fallback>
                <p:oleObj name="Equation" r:id="rId21" imgW="104241600" imgH="19812000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58955" y="2192643"/>
                        <a:ext cx="4332288" cy="839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4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295800" y="3501008"/>
          <a:ext cx="19685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23" imgW="47244000" imgH="14020800" progId="Equation.DSMT4">
                  <p:embed/>
                </p:oleObj>
              </mc:Choice>
              <mc:Fallback>
                <p:oleObj name="Equation" r:id="rId23" imgW="47244000" imgH="14020800" progId="Equation.DSMT4">
                  <p:embed/>
                  <p:pic>
                    <p:nvPicPr>
                      <p:cNvPr id="0" name="图片 1741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295800" y="3501008"/>
                        <a:ext cx="1968500" cy="576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4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8904312" y="3501008"/>
          <a:ext cx="1638300" cy="501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25" imgW="39319200" imgH="11887200" progId="Equation.DSMT4">
                  <p:embed/>
                </p:oleObj>
              </mc:Choice>
              <mc:Fallback>
                <p:oleObj name="Equation" r:id="rId25" imgW="39319200" imgH="11887200" progId="Equation.DSMT4">
                  <p:embed/>
                  <p:pic>
                    <p:nvPicPr>
                      <p:cNvPr id="0" name="图片 1742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904312" y="3501008"/>
                        <a:ext cx="1638300" cy="501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4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4217251" y="4077072"/>
          <a:ext cx="1784351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Equation" r:id="rId27" imgW="42976800" imgH="19812000" progId="Equation.DSMT4">
                  <p:embed/>
                </p:oleObj>
              </mc:Choice>
              <mc:Fallback>
                <p:oleObj name="Equation" r:id="rId27" imgW="42976800" imgH="19812000" progId="Equation.DSMT4">
                  <p:embed/>
                  <p:pic>
                    <p:nvPicPr>
                      <p:cNvPr id="0" name="图片 1742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217251" y="4077072"/>
                        <a:ext cx="1784351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4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8904312" y="4149080"/>
          <a:ext cx="1670051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Equation" r:id="rId29" imgW="39928800" imgH="19812000" progId="Equation.DSMT4">
                  <p:embed/>
                </p:oleObj>
              </mc:Choice>
              <mc:Fallback>
                <p:oleObj name="Equation" r:id="rId29" imgW="39928800" imgH="19812000" progId="Equation.DSMT4">
                  <p:embed/>
                  <p:pic>
                    <p:nvPicPr>
                      <p:cNvPr id="0" name="图片 1742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904312" y="4149080"/>
                        <a:ext cx="1670051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5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295800" y="4869160"/>
          <a:ext cx="1911351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Equation" r:id="rId31" imgW="45720000" imgH="20116800" progId="Equation.DSMT4">
                  <p:embed/>
                </p:oleObj>
              </mc:Choice>
              <mc:Fallback>
                <p:oleObj name="Equation" r:id="rId31" imgW="45720000" imgH="20116800" progId="Equation.DSMT4">
                  <p:embed/>
                  <p:pic>
                    <p:nvPicPr>
                      <p:cNvPr id="0" name="图片 1742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295800" y="4869160"/>
                        <a:ext cx="1911351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5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8338763" y="5395688"/>
          <a:ext cx="1866900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name="Equation" r:id="rId33" imgW="44805600" imgH="19812000" progId="Equation.DSMT4">
                  <p:embed/>
                </p:oleObj>
              </mc:Choice>
              <mc:Fallback>
                <p:oleObj name="Equation" r:id="rId33" imgW="44805600" imgH="19812000" progId="Equation.DSMT4">
                  <p:embed/>
                  <p:pic>
                    <p:nvPicPr>
                      <p:cNvPr id="0" name="图片 17424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338763" y="5395688"/>
                        <a:ext cx="1866900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34388" y="583538"/>
            <a:ext cx="2337668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求积分 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67293" y="1113456"/>
          <a:ext cx="2120901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50901600" imgH="14020800" progId="Equation.DSMT4">
                  <p:embed/>
                </p:oleObj>
              </mc:Choice>
              <mc:Fallback>
                <p:oleObj name="Equation" r:id="rId1" imgW="50901600" imgH="140208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67293" y="1113456"/>
                        <a:ext cx="2120901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780654" y="1113456"/>
          <a:ext cx="21828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52120800" imgH="14020800" progId="Equation.DSMT4">
                  <p:embed/>
                </p:oleObj>
              </mc:Choice>
              <mc:Fallback>
                <p:oleObj name="Equation" r:id="rId3" imgW="52120800" imgH="140208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80654" y="1113456"/>
                        <a:ext cx="2182812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662995" y="1112910"/>
          <a:ext cx="21717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52120800" imgH="14020800" progId="Equation.DSMT4">
                  <p:embed/>
                </p:oleObj>
              </mc:Choice>
              <mc:Fallback>
                <p:oleObj name="Equation" r:id="rId5" imgW="52120800" imgH="140208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62995" y="1112910"/>
                        <a:ext cx="21717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791480" y="1923959"/>
            <a:ext cx="153642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388868" y="1758372"/>
          <a:ext cx="413385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99060000" imgH="19812000" progId="Equation.DSMT4">
                  <p:embed/>
                </p:oleObj>
              </mc:Choice>
              <mc:Fallback>
                <p:oleObj name="Equation" r:id="rId7" imgW="99060000" imgH="198120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88868" y="1758372"/>
                        <a:ext cx="4133850" cy="817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159981" y="1754404"/>
          <a:ext cx="2451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58826400" imgH="19812000" progId="Equation.DSMT4">
                  <p:embed/>
                </p:oleObj>
              </mc:Choice>
              <mc:Fallback>
                <p:oleObj name="Equation" r:id="rId9" imgW="58826400" imgH="198120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159981" y="1754404"/>
                        <a:ext cx="2451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583917" y="1754404"/>
          <a:ext cx="546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1" imgW="13106400" imgH="19812000" progId="Equation.DSMT4">
                  <p:embed/>
                </p:oleObj>
              </mc:Choice>
              <mc:Fallback>
                <p:oleObj name="Equation" r:id="rId11" imgW="13106400" imgH="198120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83917" y="1754404"/>
                        <a:ext cx="546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271549" y="2841648"/>
          <a:ext cx="2830513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13" imgW="67970400" imgH="14020800" progId="Equation.DSMT4">
                  <p:embed/>
                </p:oleObj>
              </mc:Choice>
              <mc:Fallback>
                <p:oleObj name="Equation" r:id="rId13" imgW="67970400" imgH="14020800" progId="Equation.DSMT4">
                  <p:embed/>
                  <p:pic>
                    <p:nvPicPr>
                      <p:cNvPr id="0" name="图片 184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71549" y="2841648"/>
                        <a:ext cx="2830513" cy="579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967293" y="2841648"/>
          <a:ext cx="21828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Equation" r:id="rId15" imgW="52120800" imgH="14020800" progId="Equation.DSMT4">
                  <p:embed/>
                </p:oleObj>
              </mc:Choice>
              <mc:Fallback>
                <p:oleObj name="Equation" r:id="rId15" imgW="52120800" imgH="140208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7293" y="2841648"/>
                        <a:ext cx="2182812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295885" y="2697632"/>
          <a:ext cx="2870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Equation" r:id="rId16" imgW="68884800" imgH="20116800" progId="Equation.DSMT4">
                  <p:embed/>
                </p:oleObj>
              </mc:Choice>
              <mc:Fallback>
                <p:oleObj name="Equation" r:id="rId16" imgW="68884800" imgH="20116800" progId="Equation.DSMT4">
                  <p:embed/>
                  <p:pic>
                    <p:nvPicPr>
                      <p:cNvPr id="0" name="图片 18440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295885" y="2697632"/>
                        <a:ext cx="2870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967293" y="3777752"/>
          <a:ext cx="21717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18" imgW="52120800" imgH="14020800" progId="Equation.DSMT4">
                  <p:embed/>
                </p:oleObj>
              </mc:Choice>
              <mc:Fallback>
                <p:oleObj name="Equation" r:id="rId18" imgW="52120800" imgH="14020800" progId="Equation.DSMT4">
                  <p:embed/>
                  <p:pic>
                    <p:nvPicPr>
                      <p:cNvPr id="0" name="图片 18441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967293" y="3777752"/>
                        <a:ext cx="21717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199541" y="3561728"/>
          <a:ext cx="26924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20" imgW="64617600" imgH="24079200" progId="Equation.DSMT4">
                  <p:embed/>
                </p:oleObj>
              </mc:Choice>
              <mc:Fallback>
                <p:oleObj name="Equation" r:id="rId20" imgW="64617600" imgH="24079200" progId="Equation.DSMT4">
                  <p:embed/>
                  <p:pic>
                    <p:nvPicPr>
                      <p:cNvPr id="0" name="图片 18442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199541" y="3561728"/>
                        <a:ext cx="2692400" cy="996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199541" y="5505944"/>
          <a:ext cx="4329113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Equation" r:id="rId22" imgW="103632000" imgH="20116800" progId="Equation.DSMT4">
                  <p:embed/>
                </p:oleObj>
              </mc:Choice>
              <mc:Fallback>
                <p:oleObj name="Equation" r:id="rId22" imgW="103632000" imgH="20116800" progId="Equation.DSMT4">
                  <p:embed/>
                  <p:pic>
                    <p:nvPicPr>
                      <p:cNvPr id="0" name="图片 18443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199541" y="5505944"/>
                        <a:ext cx="4329113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199541" y="4569840"/>
          <a:ext cx="46609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Equation" r:id="rId24" imgW="111861600" imgH="22555200" progId="Equation.DSMT4">
                  <p:embed/>
                </p:oleObj>
              </mc:Choice>
              <mc:Fallback>
                <p:oleObj name="Equation" r:id="rId24" imgW="111861600" imgH="22555200" progId="Equation.DSMT4">
                  <p:embed/>
                  <p:pic>
                    <p:nvPicPr>
                      <p:cNvPr id="0" name="图片 18444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199541" y="4569840"/>
                        <a:ext cx="4660900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4087906" y="568298"/>
            <a:ext cx="125539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降次法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84940" y="9524"/>
            <a:ext cx="616611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3.第一类换元法的常用技巧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30141" y="166588"/>
            <a:ext cx="2337668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求积分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140258" y="707048"/>
          <a:ext cx="2663826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63703200" imgH="20116800" progId="Equation.DSMT4">
                  <p:embed/>
                </p:oleObj>
              </mc:Choice>
              <mc:Fallback>
                <p:oleObj name="Equation" r:id="rId1" imgW="63703200" imgH="201168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40258" y="707048"/>
                        <a:ext cx="2663826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884674" y="821348"/>
          <a:ext cx="27289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65227200" imgH="20116800" progId="Equation.DSMT4">
                  <p:embed/>
                </p:oleObj>
              </mc:Choice>
              <mc:Fallback>
                <p:oleObj name="Equation" r:id="rId3" imgW="65227200" imgH="201168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4674" y="821348"/>
                        <a:ext cx="2728913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140258" y="1709827"/>
          <a:ext cx="2701926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64617600" imgH="20116800" progId="Equation.DSMT4">
                  <p:embed/>
                </p:oleObj>
              </mc:Choice>
              <mc:Fallback>
                <p:oleObj name="Equation" r:id="rId5" imgW="64617600" imgH="201168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40258" y="1709827"/>
                        <a:ext cx="2701926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886579" y="1681252"/>
          <a:ext cx="27273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65227200" imgH="21336000" progId="Equation.DSMT4">
                  <p:embed/>
                </p:oleObj>
              </mc:Choice>
              <mc:Fallback>
                <p:oleObj name="Equation" r:id="rId7" imgW="65227200" imgH="21336000" progId="Equation.DSMT4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86579" y="1681252"/>
                        <a:ext cx="272732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774555" y="3104039"/>
            <a:ext cx="153642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397343" y="2996952"/>
          <a:ext cx="5076825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9" imgW="121920000" imgH="38100000" progId="Equation.DSMT4">
                  <p:embed/>
                </p:oleObj>
              </mc:Choice>
              <mc:Fallback>
                <p:oleObj name="Equation" r:id="rId9" imgW="121920000" imgH="38100000" progId="Equation.DSMT4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97343" y="2996952"/>
                        <a:ext cx="5076825" cy="158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252942" y="4705459"/>
          <a:ext cx="3162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11" imgW="75895200" imgH="21336000" progId="Equation.DSMT4">
                  <p:embed/>
                </p:oleObj>
              </mc:Choice>
              <mc:Fallback>
                <p:oleObj name="Equation" r:id="rId11" imgW="75895200" imgH="21336000" progId="Equation.DSMT4">
                  <p:embed/>
                  <p:pic>
                    <p:nvPicPr>
                      <p:cNvPr id="0" name="图片 1946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52942" y="4705459"/>
                        <a:ext cx="3162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7080885" y="2913380"/>
          <a:ext cx="88646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3" imgW="20116800" imgH="14325600" progId="Equation.DSMT4">
                  <p:embed/>
                </p:oleObj>
              </mc:Choice>
              <mc:Fallback>
                <p:oleObj name="Equation" r:id="rId13" imgW="20116800" imgH="14325600" progId="Equation.DSMT4">
                  <p:embed/>
                  <p:pic>
                    <p:nvPicPr>
                      <p:cNvPr id="0" name="图片 194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80885" y="2913380"/>
                        <a:ext cx="88646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 bwMode="auto">
          <a:xfrm>
            <a:off x="4367809" y="166588"/>
            <a:ext cx="125539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配方法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19536" y="260648"/>
          <a:ext cx="7064375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169468800" imgH="39014400" progId="Equation.DSMT4">
                  <p:embed/>
                </p:oleObj>
              </mc:Choice>
              <mc:Fallback>
                <p:oleObj name="Equation" r:id="rId1" imgW="169468800" imgH="390144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19536" y="260648"/>
                        <a:ext cx="7064375" cy="1619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090929" y="2276872"/>
          <a:ext cx="34417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82600800" imgH="26212800" progId="Equation.DSMT4">
                  <p:embed/>
                </p:oleObj>
              </mc:Choice>
              <mc:Fallback>
                <p:oleObj name="Equation" r:id="rId3" imgW="82600800" imgH="262128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0929" y="2276872"/>
                        <a:ext cx="34417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97558" y="1844824"/>
          <a:ext cx="39751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95402400" imgH="45110400" progId="Equation.DSMT4">
                  <p:embed/>
                </p:oleObj>
              </mc:Choice>
              <mc:Fallback>
                <p:oleObj name="Equation" r:id="rId5" imgW="95402400" imgH="451104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97558" y="1844824"/>
                        <a:ext cx="3975100" cy="187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063552" y="188640"/>
          <a:ext cx="7069138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169773600" imgH="20116800" progId="Equation.DSMT4">
                  <p:embed/>
                </p:oleObj>
              </mc:Choice>
              <mc:Fallback>
                <p:oleObj name="Equation" r:id="rId1" imgW="169773600" imgH="201168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63552" y="188640"/>
                        <a:ext cx="7069138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799856" y="1124744"/>
          <a:ext cx="2438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58521600" imgH="19812000" progId="Equation.DSMT4">
                  <p:embed/>
                </p:oleObj>
              </mc:Choice>
              <mc:Fallback>
                <p:oleObj name="Equation" r:id="rId3" imgW="58521600" imgH="198120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9856" y="1124744"/>
                        <a:ext cx="24384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248128" y="1124744"/>
          <a:ext cx="3149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75590400" imgH="21336000" progId="Equation.DSMT4">
                  <p:embed/>
                </p:oleObj>
              </mc:Choice>
              <mc:Fallback>
                <p:oleObj name="Equation" r:id="rId5" imgW="75590400" imgH="21336000" progId="Equation.DSMT4">
                  <p:embed/>
                  <p:pic>
                    <p:nvPicPr>
                      <p:cNvPr id="0" name="图片 215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48128" y="1124744"/>
                        <a:ext cx="31496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07568" y="2348880"/>
          <a:ext cx="5694363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Equation" r:id="rId7" imgW="136550400" imgH="22860000" progId="Equation.DSMT4">
                  <p:embed/>
                </p:oleObj>
              </mc:Choice>
              <mc:Fallback>
                <p:oleObj name="Equation" r:id="rId7" imgW="136550400" imgH="228600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07568" y="2348880"/>
                        <a:ext cx="5694363" cy="960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783632" y="5013176"/>
          <a:ext cx="495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Equation" r:id="rId9" imgW="11887200" imgH="5486400" progId="Equation.DSMT4">
                  <p:embed/>
                </p:oleObj>
              </mc:Choice>
              <mc:Fallback>
                <p:oleObj name="Equation" r:id="rId9" imgW="11887200" imgH="5486400" progId="Equation.DSMT4">
                  <p:embed/>
                  <p:pic>
                    <p:nvPicPr>
                      <p:cNvPr id="0" name="图片 2150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83632" y="5013176"/>
                        <a:ext cx="4953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711624" y="3573016"/>
          <a:ext cx="5676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Equation" r:id="rId11" imgW="136245600" imgH="20116800" progId="Equation.DSMT4">
                  <p:embed/>
                </p:oleObj>
              </mc:Choice>
              <mc:Fallback>
                <p:oleObj name="Equation" r:id="rId11" imgW="136245600" imgH="20116800" progId="Equation.DSMT4">
                  <p:embed/>
                  <p:pic>
                    <p:nvPicPr>
                      <p:cNvPr id="0" name="图片 2150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11624" y="3573016"/>
                        <a:ext cx="5676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359696" y="4725144"/>
          <a:ext cx="2400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Equation" r:id="rId13" imgW="57607200" imgH="19812000" progId="Equation.DSMT4">
                  <p:embed/>
                </p:oleObj>
              </mc:Choice>
              <mc:Fallback>
                <p:oleObj name="Equation" r:id="rId13" imgW="57607200" imgH="19812000" progId="Equation.DSMT4">
                  <p:embed/>
                  <p:pic>
                    <p:nvPicPr>
                      <p:cNvPr id="0" name="图片 2151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59696" y="4725144"/>
                        <a:ext cx="2400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807968" y="4725144"/>
          <a:ext cx="3149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Equation" r:id="rId15" imgW="75590400" imgH="21336000" progId="Equation.DSMT4">
                  <p:embed/>
                </p:oleObj>
              </mc:Choice>
              <mc:Fallback>
                <p:oleObj name="Equation" r:id="rId15" imgW="75590400" imgH="21336000" progId="Equation.DSMT4">
                  <p:embed/>
                  <p:pic>
                    <p:nvPicPr>
                      <p:cNvPr id="0" name="图片 2151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07968" y="4725144"/>
                        <a:ext cx="31496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30141" y="166588"/>
            <a:ext cx="2337668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求积分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146896" y="764704"/>
          <a:ext cx="22209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53035200" imgH="22860000" progId="Equation.DSMT4">
                  <p:embed/>
                </p:oleObj>
              </mc:Choice>
              <mc:Fallback>
                <p:oleObj name="Equation" r:id="rId1" imgW="53035200" imgH="228600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46896" y="764704"/>
                        <a:ext cx="2220913" cy="958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528048" y="838298"/>
          <a:ext cx="18034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Equation" r:id="rId3" imgW="43586400" imgH="20116800" progId="Equation.DSMT4">
                  <p:embed/>
                </p:oleObj>
              </mc:Choice>
              <mc:Fallback>
                <p:oleObj name="Equation" r:id="rId3" imgW="43586400" imgH="201168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28048" y="838298"/>
                        <a:ext cx="1803400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063718" y="1772816"/>
            <a:ext cx="9695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4049233" y="163091"/>
            <a:ext cx="232791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用“同乘法”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313153" y="2310266"/>
          <a:ext cx="220821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5" imgW="53035200" imgH="22860000" progId="Equation.DSMT4">
                  <p:embed/>
                </p:oleObj>
              </mc:Choice>
              <mc:Fallback>
                <p:oleObj name="Equation" r:id="rId5" imgW="53035200" imgH="22860000" progId="Equation.DSMT4">
                  <p:embed/>
                  <p:pic>
                    <p:nvPicPr>
                      <p:cNvPr id="0" name="图片 225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13153" y="2310266"/>
                        <a:ext cx="2208212" cy="946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617409" y="2420888"/>
          <a:ext cx="1917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7" imgW="46024800" imgH="22250400" progId="Equation.DSMT4">
                  <p:embed/>
                </p:oleObj>
              </mc:Choice>
              <mc:Fallback>
                <p:oleObj name="Equation" r:id="rId7" imgW="46024800" imgH="222504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17409" y="2420888"/>
                        <a:ext cx="19177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561625" y="2492896"/>
          <a:ext cx="3314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9" imgW="79552800" imgH="11887200" progId="Equation.DSMT4">
                  <p:embed/>
                </p:oleObj>
              </mc:Choice>
              <mc:Fallback>
                <p:oleObj name="Equation" r:id="rId9" imgW="79552800" imgH="11887200" progId="Equation.DSMT4">
                  <p:embed/>
                  <p:pic>
                    <p:nvPicPr>
                      <p:cNvPr id="0" name="图片 225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61625" y="2492896"/>
                        <a:ext cx="33147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245762" y="3475355"/>
          <a:ext cx="18034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Equation" r:id="rId11" imgW="43586400" imgH="20116800" progId="Equation.DSMT4">
                  <p:embed/>
                </p:oleObj>
              </mc:Choice>
              <mc:Fallback>
                <p:oleObj name="Equation" r:id="rId11" imgW="43586400" imgH="20116800" progId="Equation.DSMT4">
                  <p:embed/>
                  <p:pic>
                    <p:nvPicPr>
                      <p:cNvPr id="0" name="图片 225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45762" y="3475355"/>
                        <a:ext cx="1803400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158063" y="3385567"/>
          <a:ext cx="308768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12" imgW="74066400" imgH="25603200" progId="Equation.DSMT4">
                  <p:embed/>
                </p:oleObj>
              </mc:Choice>
              <mc:Fallback>
                <p:oleObj name="Equation" r:id="rId12" imgW="74066400" imgH="25603200" progId="Equation.DSMT4">
                  <p:embed/>
                  <p:pic>
                    <p:nvPicPr>
                      <p:cNvPr id="0" name="图片 22534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58063" y="3385567"/>
                        <a:ext cx="3087687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354348" y="3572763"/>
          <a:ext cx="1257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Equation" r:id="rId14" imgW="30175200" imgH="22860000" progId="Equation.DSMT4">
                  <p:embed/>
                </p:oleObj>
              </mc:Choice>
              <mc:Fallback>
                <p:oleObj name="Equation" r:id="rId14" imgW="30175200" imgH="22860000" progId="Equation.DSMT4">
                  <p:embed/>
                  <p:pic>
                    <p:nvPicPr>
                      <p:cNvPr id="0" name="图片 22535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354348" y="3572763"/>
                        <a:ext cx="12573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864963" y="4582274"/>
          <a:ext cx="22733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Equation" r:id="rId16" imgW="54559200" imgH="22555200" progId="Equation.DSMT4">
                  <p:embed/>
                </p:oleObj>
              </mc:Choice>
              <mc:Fallback>
                <p:oleObj name="Equation" r:id="rId16" imgW="54559200" imgH="22555200" progId="Equation.DSMT4">
                  <p:embed/>
                  <p:pic>
                    <p:nvPicPr>
                      <p:cNvPr id="0" name="图片 22536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864963" y="4582274"/>
                        <a:ext cx="2273300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290757" y="4849986"/>
          <a:ext cx="269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Equation" r:id="rId18" imgW="64617600" imgH="9448800" progId="Equation.DSMT4">
                  <p:embed/>
                </p:oleObj>
              </mc:Choice>
              <mc:Fallback>
                <p:oleObj name="Equation" r:id="rId18" imgW="64617600" imgH="9448800" progId="Equation.DSMT4">
                  <p:embed/>
                  <p:pic>
                    <p:nvPicPr>
                      <p:cNvPr id="0" name="图片 22537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90757" y="4849986"/>
                        <a:ext cx="2692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290994" y="5568796"/>
          <a:ext cx="2565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Equation" r:id="rId20" imgW="61569600" imgH="14020800" progId="Equation.DSMT4">
                  <p:embed/>
                </p:oleObj>
              </mc:Choice>
              <mc:Fallback>
                <p:oleObj name="Equation" r:id="rId20" imgW="61569600" imgH="14020800" progId="Equation.DSMT4">
                  <p:embed/>
                  <p:pic>
                    <p:nvPicPr>
                      <p:cNvPr id="0" name="图片 22538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290994" y="5568796"/>
                        <a:ext cx="25654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2030141" y="260648"/>
            <a:ext cx="2337668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求积分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223792" y="74531"/>
          <a:ext cx="1422400" cy="889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34137600" imgH="21336000" progId="Equation.DSMT4">
                  <p:embed/>
                </p:oleObj>
              </mc:Choice>
              <mc:Fallback>
                <p:oleObj name="Equation" r:id="rId1" imgW="34137600" imgH="213360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23792" y="74531"/>
                        <a:ext cx="1422400" cy="8890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2242299" y="1112230"/>
            <a:ext cx="9695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 bwMode="auto">
          <a:xfrm>
            <a:off x="3200594" y="1112230"/>
            <a:ext cx="232791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用“同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除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法”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999656" y="1763445"/>
          <a:ext cx="3856038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92354400" imgH="42367200" progId="Equation.DSMT4">
                  <p:embed/>
                </p:oleObj>
              </mc:Choice>
              <mc:Fallback>
                <p:oleObj name="Equation" r:id="rId3" imgW="92354400" imgH="423672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9656" y="1763445"/>
                        <a:ext cx="3856038" cy="176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888088" y="1772816"/>
          <a:ext cx="2038350" cy="193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5" imgW="48768000" imgH="46329600" progId="Equation.DSMT4">
                  <p:embed/>
                </p:oleObj>
              </mc:Choice>
              <mc:Fallback>
                <p:oleObj name="Equation" r:id="rId5" imgW="48768000" imgH="463296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88088" y="1772816"/>
                        <a:ext cx="2038350" cy="1936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708691" y="3717032"/>
          <a:ext cx="3606800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7" imgW="86563200" imgH="41452800" progId="Equation.DSMT4">
                  <p:embed/>
                </p:oleObj>
              </mc:Choice>
              <mc:Fallback>
                <p:oleObj name="Equation" r:id="rId7" imgW="86563200" imgH="414528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08691" y="3717032"/>
                        <a:ext cx="3606800" cy="173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1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30140" y="166588"/>
            <a:ext cx="3777827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求积分（公式）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207568" y="692696"/>
          <a:ext cx="19431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46634400" imgH="14020800" progId="Equation.DSMT4">
                  <p:embed/>
                </p:oleObj>
              </mc:Choice>
              <mc:Fallback>
                <p:oleObj name="Equation" r:id="rId1" imgW="46634400" imgH="140208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7568" y="692696"/>
                        <a:ext cx="19431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744072" y="692696"/>
          <a:ext cx="20193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48463200" imgH="14020800" progId="Equation.DSMT4">
                  <p:embed/>
                </p:oleObj>
              </mc:Choice>
              <mc:Fallback>
                <p:oleObj name="Equation" r:id="rId3" imgW="48463200" imgH="14020800" progId="Equation.DSMT4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44072" y="692696"/>
                        <a:ext cx="20193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804683" y="1320800"/>
            <a:ext cx="153642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4943872" y="2924944"/>
          <a:ext cx="26273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63093600" imgH="20116800" progId="Equation.DSMT4">
                  <p:embed/>
                </p:oleObj>
              </mc:Choice>
              <mc:Fallback>
                <p:oleObj name="Equation" r:id="rId5" imgW="63093600" imgH="20116800" progId="Equation.DSMT4">
                  <p:embed/>
                  <p:pic>
                    <p:nvPicPr>
                      <p:cNvPr id="0" name="图片 245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43872" y="2924944"/>
                        <a:ext cx="2627313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4346575" y="3067050"/>
          <a:ext cx="30956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7315200" imgH="14020800" progId="Equation.DSMT4">
                  <p:embed/>
                </p:oleObj>
              </mc:Choice>
              <mc:Fallback>
                <p:oleObj name="Equation" r:id="rId7" imgW="7315200" imgH="14020800" progId="Equation.DSMT4">
                  <p:embed/>
                  <p:pic>
                    <p:nvPicPr>
                      <p:cNvPr id="0" name="图片 245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46575" y="3067050"/>
                        <a:ext cx="309563" cy="587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3431704" y="1320800"/>
            <a:ext cx="13652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解法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2374900" y="1936750"/>
          <a:ext cx="1244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9" imgW="29870400" imgH="14020800" progId="Equation.DSMT4">
                  <p:embed/>
                </p:oleObj>
              </mc:Choice>
              <mc:Fallback>
                <p:oleObj name="Equation" r:id="rId9" imgW="29870400" imgH="14020800" progId="Equation.DSMT4">
                  <p:embed/>
                  <p:pic>
                    <p:nvPicPr>
                      <p:cNvPr id="0" name="图片 2458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74900" y="1936750"/>
                        <a:ext cx="1244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/>
        </p:nvGraphicFramePr>
        <p:xfrm>
          <a:off x="3775075" y="1828800"/>
          <a:ext cx="1816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11" imgW="43586400" imgH="20116800" progId="Equation.DSMT4">
                  <p:embed/>
                </p:oleObj>
              </mc:Choice>
              <mc:Fallback>
                <p:oleObj name="Equation" r:id="rId11" imgW="43586400" imgH="20116800" progId="Equation.DSMT4">
                  <p:embed/>
                  <p:pic>
                    <p:nvPicPr>
                      <p:cNvPr id="0" name="图片 2458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75075" y="1828800"/>
                        <a:ext cx="1816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9">
            <a:hlinkClick r:id="rId13" action="ppaction://hlinksldjump"/>
          </p:cNvPr>
          <p:cNvGraphicFramePr>
            <a:graphicFrameLocks noChangeAspect="1"/>
          </p:cNvGraphicFramePr>
          <p:nvPr/>
        </p:nvGraphicFramePr>
        <p:xfrm>
          <a:off x="5765800" y="1828800"/>
          <a:ext cx="180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14" imgW="43281600" imgH="20116800" progId="Equation.DSMT4">
                  <p:embed/>
                </p:oleObj>
              </mc:Choice>
              <mc:Fallback>
                <p:oleObj name="Equation" r:id="rId14" imgW="43281600" imgH="20116800" progId="Equation.DSMT4">
                  <p:embed/>
                  <p:pic>
                    <p:nvPicPr>
                      <p:cNvPr id="0" name="图片 24582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65800" y="1828800"/>
                        <a:ext cx="1803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/>
        </p:nvGraphicFramePr>
        <p:xfrm>
          <a:off x="7708900" y="2857500"/>
          <a:ext cx="1168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Equation" r:id="rId16" imgW="28041600" imgH="24384000" progId="Equation.DSMT4">
                  <p:embed/>
                </p:oleObj>
              </mc:Choice>
              <mc:Fallback>
                <p:oleObj name="Equation" r:id="rId16" imgW="28041600" imgH="24384000" progId="Equation.DSMT4">
                  <p:embed/>
                  <p:pic>
                    <p:nvPicPr>
                      <p:cNvPr id="0" name="图片 24583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708900" y="2857500"/>
                        <a:ext cx="11684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/>
        </p:nvGraphicFramePr>
        <p:xfrm>
          <a:off x="3717925" y="3244850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18" imgW="5791200" imgH="6705600" progId="Equation.DSMT4">
                  <p:embed/>
                </p:oleObj>
              </mc:Choice>
              <mc:Fallback>
                <p:oleObj name="Equation" r:id="rId18" imgW="5791200" imgH="6705600" progId="Equation.DSMT4">
                  <p:embed/>
                  <p:pic>
                    <p:nvPicPr>
                      <p:cNvPr id="0" name="图片 24584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717925" y="3244850"/>
                        <a:ext cx="241300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3686175" y="3962400"/>
          <a:ext cx="24241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20" imgW="58216800" imgH="19812000" progId="Equation.DSMT4">
                  <p:embed/>
                </p:oleObj>
              </mc:Choice>
              <mc:Fallback>
                <p:oleObj name="Equation" r:id="rId20" imgW="58216800" imgH="19812000" progId="Equation.DSMT4">
                  <p:embed/>
                  <p:pic>
                    <p:nvPicPr>
                      <p:cNvPr id="0" name="图片 24585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686175" y="3962400"/>
                        <a:ext cx="2424113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3"/>
          <p:cNvGraphicFramePr>
            <a:graphicFrameLocks noChangeAspect="1"/>
          </p:cNvGraphicFramePr>
          <p:nvPr/>
        </p:nvGraphicFramePr>
        <p:xfrm>
          <a:off x="6191250" y="4141788"/>
          <a:ext cx="26908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name="Equation" r:id="rId22" imgW="64617600" imgH="12801600" progId="Equation.DSMT4">
                  <p:embed/>
                </p:oleObj>
              </mc:Choice>
              <mc:Fallback>
                <p:oleObj name="Equation" r:id="rId22" imgW="64617600" imgH="12801600" progId="Equation.DSMT4">
                  <p:embed/>
                  <p:pic>
                    <p:nvPicPr>
                      <p:cNvPr id="0" name="图片 24586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191250" y="4141788"/>
                        <a:ext cx="2690813" cy="533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4"/>
          <p:cNvGraphicFramePr>
            <a:graphicFrameLocks noChangeAspect="1"/>
          </p:cNvGraphicFramePr>
          <p:nvPr/>
        </p:nvGraphicFramePr>
        <p:xfrm>
          <a:off x="3730625" y="4899025"/>
          <a:ext cx="28432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Equation" r:id="rId24" imgW="68275200" imgH="22555200" progId="Equation.DSMT4">
                  <p:embed/>
                </p:oleObj>
              </mc:Choice>
              <mc:Fallback>
                <p:oleObj name="Equation" r:id="rId24" imgW="68275200" imgH="22555200" progId="Equation.DSMT4">
                  <p:embed/>
                  <p:pic>
                    <p:nvPicPr>
                      <p:cNvPr id="0" name="图片 24587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730625" y="4899025"/>
                        <a:ext cx="2843213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670425" y="2852738"/>
          <a:ext cx="254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Equation" r:id="rId26" imgW="6096000" imgH="24384000" progId="Equation.DSMT4">
                  <p:embed/>
                </p:oleObj>
              </mc:Choice>
              <mc:Fallback>
                <p:oleObj name="Equation" r:id="rId26" imgW="6096000" imgH="24384000" progId="Equation.DSMT4">
                  <p:embed/>
                  <p:pic>
                    <p:nvPicPr>
                      <p:cNvPr id="0" name="图片 24588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670425" y="2852738"/>
                        <a:ext cx="2540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5839717" y="166119"/>
            <a:ext cx="304292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综合运用各种方法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1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4812030" y="3404870"/>
          <a:ext cx="2860000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1" imgW="67056000" imgH="21945600" progId="Equation.DSMT4">
                  <p:embed/>
                </p:oleObj>
              </mc:Choice>
              <mc:Fallback>
                <p:oleObj name="Equation" r:id="rId1" imgW="67056000" imgH="21945600" progId="Equation.DSMT4">
                  <p:embed/>
                  <p:pic>
                    <p:nvPicPr>
                      <p:cNvPr id="0" name="图片 256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12030" y="3404870"/>
                        <a:ext cx="2860000" cy="93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130609" y="559733"/>
            <a:ext cx="15938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解法 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2</a:t>
            </a:r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：</a:t>
            </a:r>
            <a:r>
              <a:rPr lang="en-US" altLang="zh-CN" sz="2800" b="1" dirty="0" smtClean="0">
                <a:ea typeface="楷体_GB2312" pitchFamily="49" charset="-122"/>
              </a:rPr>
              <a:t> </a:t>
            </a:r>
            <a:endParaRPr lang="en-US" altLang="zh-CN" sz="2800" b="1" dirty="0">
              <a:ea typeface="楷体_GB2312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230245" y="1169035"/>
          <a:ext cx="1244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29870400" imgH="14020800" progId="Equation.DSMT4">
                  <p:embed/>
                </p:oleObj>
              </mc:Choice>
              <mc:Fallback>
                <p:oleObj name="Equation" r:id="rId3" imgW="29870400" imgH="14020800" progId="Equation.DSMT4">
                  <p:embed/>
                  <p:pic>
                    <p:nvPicPr>
                      <p:cNvPr id="0" name="图片 25601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30245" y="1169035"/>
                        <a:ext cx="1244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656138" y="1048385"/>
          <a:ext cx="3619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5" imgW="86868000" imgH="19812000" progId="Equation.DSMT4">
                  <p:embed/>
                </p:oleObj>
              </mc:Choice>
              <mc:Fallback>
                <p:oleObj name="Equation" r:id="rId5" imgW="86868000" imgH="19812000" progId="Equation.DSMT4">
                  <p:embed/>
                  <p:pic>
                    <p:nvPicPr>
                      <p:cNvPr id="0" name="图片 25602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56138" y="1048385"/>
                        <a:ext cx="36195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5699125" y="1581785"/>
          <a:ext cx="1689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7" imgW="40538400" imgH="7010400" progId="Equation.DSMT4">
                  <p:embed/>
                </p:oleObj>
              </mc:Choice>
              <mc:Fallback>
                <p:oleObj name="Equation" r:id="rId7" imgW="40538400" imgH="7010400" progId="Equation.DSMT4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99125" y="1581785"/>
                        <a:ext cx="1689100" cy="292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993130" y="1048385"/>
          <a:ext cx="1943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9" imgW="46634400" imgH="9448800" progId="Equation.DSMT4">
                  <p:embed/>
                </p:oleObj>
              </mc:Choice>
              <mc:Fallback>
                <p:oleObj name="Equation" r:id="rId9" imgW="46634400" imgH="9448800" progId="Equation.DSMT4">
                  <p:embed/>
                  <p:pic>
                    <p:nvPicPr>
                      <p:cNvPr id="0" name="图片 2560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93130" y="1048385"/>
                        <a:ext cx="1943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811713" y="2114550"/>
          <a:ext cx="34639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1" imgW="83210400" imgH="21336000" progId="Equation.DSMT4">
                  <p:embed/>
                </p:oleObj>
              </mc:Choice>
              <mc:Fallback>
                <p:oleObj name="Equation" r:id="rId11" imgW="83210400" imgH="21336000" progId="Equation.DSMT4">
                  <p:embed/>
                  <p:pic>
                    <p:nvPicPr>
                      <p:cNvPr id="0" name="图片 2560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11713" y="2114550"/>
                        <a:ext cx="346392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416233" y="3404870"/>
          <a:ext cx="217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13" imgW="52120800" imgH="9448800" progId="Equation.DSMT4">
                  <p:embed/>
                </p:oleObj>
              </mc:Choice>
              <mc:Fallback>
                <p:oleObj name="Equation" r:id="rId13" imgW="52120800" imgH="9448800" progId="Equation.DSMT4">
                  <p:embed/>
                  <p:pic>
                    <p:nvPicPr>
                      <p:cNvPr id="0" name="图片 2560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16233" y="3404870"/>
                        <a:ext cx="2171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812030" y="4742180"/>
          <a:ext cx="3001251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15" imgW="74371200" imgH="12496800" progId="Equation.DSMT4">
                  <p:embed/>
                </p:oleObj>
              </mc:Choice>
              <mc:Fallback>
                <p:oleObj name="Equation" r:id="rId15" imgW="74371200" imgH="124968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12030" y="4742180"/>
                        <a:ext cx="3001251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343275" y="374650"/>
          <a:ext cx="1244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1460500" imgH="680085" progId="Equation.DSMT4">
                  <p:embed/>
                </p:oleObj>
              </mc:Choice>
              <mc:Fallback>
                <p:oleObj name="Equation" r:id="rId1" imgW="1460500" imgH="680085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43275" y="374650"/>
                        <a:ext cx="1244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985145" y="374431"/>
            <a:ext cx="135804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</a:rPr>
              <a:t>解法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3</a:t>
            </a:r>
            <a:r>
              <a:rPr lang="zh-CN" altLang="en-US" sz="2800" b="1" dirty="0" smtClean="0">
                <a:solidFill>
                  <a:srgbClr val="7030A0"/>
                </a:solidFill>
              </a:rPr>
              <a:t>：</a:t>
            </a:r>
            <a:endParaRPr lang="zh-CN" altLang="en-US" sz="2800" b="1" dirty="0" smtClean="0">
              <a:solidFill>
                <a:srgbClr val="7030A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456040" y="297625"/>
          <a:ext cx="293370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77114400" imgH="32613600" progId="Equation.DSMT4">
                  <p:embed/>
                </p:oleObj>
              </mc:Choice>
              <mc:Fallback>
                <p:oleObj name="Equation" r:id="rId3" imgW="77114400" imgH="326136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56040" y="297625"/>
                        <a:ext cx="2933700" cy="1241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783632" y="3140968"/>
          <a:ext cx="2308225" cy="161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63093600" imgH="44196000" progId="Equation.DSMT4">
                  <p:embed/>
                </p:oleObj>
              </mc:Choice>
              <mc:Fallback>
                <p:oleObj name="Equation" r:id="rId5" imgW="63093600" imgH="441960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83632" y="3140968"/>
                        <a:ext cx="2308225" cy="16176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660900" y="260350"/>
          <a:ext cx="165893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39624000" imgH="20116800" progId="Equation.DSMT4">
                  <p:embed/>
                </p:oleObj>
              </mc:Choice>
              <mc:Fallback>
                <p:oleObj name="Equation" r:id="rId7" imgW="39624000" imgH="201168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60900" y="260350"/>
                        <a:ext cx="1658938" cy="857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783632" y="1700808"/>
          <a:ext cx="3443288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90525600" imgH="35052000" progId="Equation.DSMT4">
                  <p:embed/>
                </p:oleObj>
              </mc:Choice>
              <mc:Fallback>
                <p:oleObj name="Equation" r:id="rId9" imgW="90525600" imgH="350520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83632" y="1700808"/>
                        <a:ext cx="3443288" cy="1333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519863" y="1801813"/>
          <a:ext cx="3316287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1" imgW="87172800" imgH="33528000" progId="Equation.DSMT4">
                  <p:embed/>
                </p:oleObj>
              </mc:Choice>
              <mc:Fallback>
                <p:oleObj name="Equation" r:id="rId11" imgW="87172800" imgH="33528000" progId="Equation.DSMT4">
                  <p:embed/>
                  <p:pic>
                    <p:nvPicPr>
                      <p:cNvPr id="0" name="图片 266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19863" y="1801813"/>
                        <a:ext cx="3316287" cy="1276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 bwMode="auto">
          <a:xfrm>
            <a:off x="5303912" y="3717032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或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850830" y="3515886"/>
          <a:ext cx="2709862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13" imgW="74066400" imgH="25298400" progId="Equation.DSMT4">
                  <p:embed/>
                </p:oleObj>
              </mc:Choice>
              <mc:Fallback>
                <p:oleObj name="Equation" r:id="rId13" imgW="74066400" imgH="25298400" progId="Equation.DSMT4">
                  <p:embed/>
                  <p:pic>
                    <p:nvPicPr>
                      <p:cNvPr id="0" name="图片 2663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50830" y="3515886"/>
                        <a:ext cx="2709862" cy="925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2117800" y="430734"/>
            <a:ext cx="17462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同样可证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" name="Object 12"/>
          <p:cNvGraphicFramePr>
            <a:graphicFrameLocks noChangeAspect="1"/>
          </p:cNvGraphicFramePr>
          <p:nvPr/>
        </p:nvGraphicFramePr>
        <p:xfrm>
          <a:off x="3433019" y="1019398"/>
          <a:ext cx="1231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1" imgW="29565600" imgH="14020800" progId="Equation.DSMT4">
                  <p:embed/>
                </p:oleObj>
              </mc:Choice>
              <mc:Fallback>
                <p:oleObj name="Equation" r:id="rId1" imgW="29565600" imgH="140208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33019" y="1019398"/>
                        <a:ext cx="12319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3"/>
          <p:cNvGraphicFramePr>
            <a:graphicFrameLocks noChangeAspect="1"/>
          </p:cNvGraphicFramePr>
          <p:nvPr/>
        </p:nvGraphicFramePr>
        <p:xfrm>
          <a:off x="4799856" y="1052736"/>
          <a:ext cx="3073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3" imgW="73761600" imgH="11582400" progId="Equation.DSMT4">
                  <p:embed/>
                </p:oleObj>
              </mc:Choice>
              <mc:Fallback>
                <p:oleObj name="Equation" r:id="rId3" imgW="73761600" imgH="11582400" progId="Equation.DSMT4">
                  <p:embed/>
                  <p:pic>
                    <p:nvPicPr>
                      <p:cNvPr id="0" name="图片 276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9856" y="1052736"/>
                        <a:ext cx="30734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2442285" y="1826781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15"/>
          <p:cNvGraphicFramePr>
            <a:graphicFrameLocks noChangeAspect="1"/>
          </p:cNvGraphicFramePr>
          <p:nvPr/>
        </p:nvGraphicFramePr>
        <p:xfrm>
          <a:off x="3432721" y="2348880"/>
          <a:ext cx="1231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5" imgW="29565600" imgH="14020800" progId="Equation.DSMT4">
                  <p:embed/>
                </p:oleObj>
              </mc:Choice>
              <mc:Fallback>
                <p:oleObj name="Equation" r:id="rId5" imgW="29565600" imgH="14020800" progId="Equation.DSMT4">
                  <p:embed/>
                  <p:pic>
                    <p:nvPicPr>
                      <p:cNvPr id="0" name="图片 27650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32721" y="2348880"/>
                        <a:ext cx="12319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/>
          <p:cNvGraphicFramePr>
            <a:graphicFrameLocks noChangeAspect="1"/>
          </p:cNvGraphicFramePr>
          <p:nvPr/>
        </p:nvGraphicFramePr>
        <p:xfrm>
          <a:off x="4713833" y="2202830"/>
          <a:ext cx="2159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Equation" r:id="rId7" imgW="51816000" imgH="22555200" progId="Equation.DSMT4">
                  <p:embed/>
                </p:oleObj>
              </mc:Choice>
              <mc:Fallback>
                <p:oleObj name="Equation" r:id="rId7" imgW="51816000" imgH="22555200" progId="Equation.DSMT4">
                  <p:embed/>
                  <p:pic>
                    <p:nvPicPr>
                      <p:cNvPr id="0" name="图片 276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13833" y="2202830"/>
                        <a:ext cx="21590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2693864" y="949846"/>
            <a:ext cx="596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(2)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圆角矩形 28"/>
          <p:cNvSpPr/>
          <p:nvPr/>
        </p:nvSpPr>
        <p:spPr>
          <a:xfrm>
            <a:off x="3107690" y="116840"/>
            <a:ext cx="6746875" cy="6483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9784" name="Text Box 8"/>
          <p:cNvSpPr txBox="1">
            <a:spLocks noChangeArrowheads="1"/>
          </p:cNvSpPr>
          <p:nvPr/>
        </p:nvSpPr>
        <p:spPr bwMode="auto">
          <a:xfrm>
            <a:off x="889953" y="954723"/>
            <a:ext cx="17526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endParaRPr kumimoji="1"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59785" name="Object 9"/>
          <p:cNvGraphicFramePr>
            <a:graphicFrameLocks noChangeAspect="1"/>
          </p:cNvGraphicFramePr>
          <p:nvPr/>
        </p:nvGraphicFramePr>
        <p:xfrm>
          <a:off x="1898318" y="833438"/>
          <a:ext cx="190182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15240000" imgH="6705600" progId="Equation.DSMT4">
                  <p:embed/>
                </p:oleObj>
              </mc:Choice>
              <mc:Fallback>
                <p:oleObj name="Equation" r:id="rId1" imgW="15240000" imgH="6705600" progId="Equation.DSMT4">
                  <p:embed/>
                  <p:pic>
                    <p:nvPicPr>
                      <p:cNvPr id="0" name="Object 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98318" y="833438"/>
                        <a:ext cx="1901825" cy="836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07" name="Object 31"/>
          <p:cNvGraphicFramePr>
            <a:graphicFrameLocks noChangeAspect="1"/>
          </p:cNvGraphicFramePr>
          <p:nvPr/>
        </p:nvGraphicFramePr>
        <p:xfrm>
          <a:off x="3796015" y="847725"/>
          <a:ext cx="191135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3" imgW="15849600" imgH="6705600" progId="Equation.DSMT4">
                  <p:embed/>
                </p:oleObj>
              </mc:Choice>
              <mc:Fallback>
                <p:oleObj name="Equation" r:id="rId3" imgW="15849600" imgH="6705600" progId="Equation.DSMT4">
                  <p:embed/>
                  <p:pic>
                    <p:nvPicPr>
                      <p:cNvPr id="0" name="Object 3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6015" y="847725"/>
                        <a:ext cx="1911350" cy="808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10" name="Object 34"/>
          <p:cNvGraphicFramePr>
            <a:graphicFrameLocks noChangeAspect="1"/>
          </p:cNvGraphicFramePr>
          <p:nvPr/>
        </p:nvGraphicFramePr>
        <p:xfrm>
          <a:off x="1859265" y="1902460"/>
          <a:ext cx="31940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5" imgW="25603200" imgH="6705600" progId="Equation.DSMT4">
                  <p:embed/>
                </p:oleObj>
              </mc:Choice>
              <mc:Fallback>
                <p:oleObj name="Equation" r:id="rId5" imgW="25603200" imgH="6705600" progId="Equation.DSMT4">
                  <p:embed/>
                  <p:pic>
                    <p:nvPicPr>
                      <p:cNvPr id="0" name="Object 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9265" y="1902460"/>
                        <a:ext cx="3194050" cy="836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12" name="Text Box 36"/>
          <p:cNvSpPr txBox="1">
            <a:spLocks noChangeArrowheads="1"/>
          </p:cNvSpPr>
          <p:nvPr/>
        </p:nvSpPr>
        <p:spPr bwMode="auto">
          <a:xfrm>
            <a:off x="890270" y="3522345"/>
            <a:ext cx="17526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例.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endParaRPr kumimoji="1"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59813" name="Object 37"/>
          <p:cNvGraphicFramePr>
            <a:graphicFrameLocks noChangeAspect="1"/>
          </p:cNvGraphicFramePr>
          <p:nvPr/>
        </p:nvGraphicFramePr>
        <p:xfrm>
          <a:off x="1993250" y="3468688"/>
          <a:ext cx="193992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7" imgW="15544800" imgH="6705600" progId="Equation.DSMT4">
                  <p:embed/>
                </p:oleObj>
              </mc:Choice>
              <mc:Fallback>
                <p:oleObj name="Equation" r:id="rId7" imgW="15544800" imgH="6705600" progId="Equation.DSMT4">
                  <p:embed/>
                  <p:pic>
                    <p:nvPicPr>
                      <p:cNvPr id="0" name="Object 3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93250" y="3468688"/>
                        <a:ext cx="1939925" cy="836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14" name="Object 38"/>
          <p:cNvGraphicFramePr>
            <a:graphicFrameLocks noChangeAspect="1"/>
          </p:cNvGraphicFramePr>
          <p:nvPr/>
        </p:nvGraphicFramePr>
        <p:xfrm>
          <a:off x="3933493" y="3497263"/>
          <a:ext cx="19113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9" imgW="15849600" imgH="6705600" progId="Equation.DSMT4">
                  <p:embed/>
                </p:oleObj>
              </mc:Choice>
              <mc:Fallback>
                <p:oleObj name="Equation" r:id="rId9" imgW="15849600" imgH="6705600" progId="Equation.DSMT4">
                  <p:embed/>
                  <p:pic>
                    <p:nvPicPr>
                      <p:cNvPr id="0" name="Object 3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33493" y="3497263"/>
                        <a:ext cx="1911350" cy="808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18" name="Object 42"/>
          <p:cNvGraphicFramePr>
            <a:graphicFrameLocks noChangeAspect="1"/>
          </p:cNvGraphicFramePr>
          <p:nvPr/>
        </p:nvGraphicFramePr>
        <p:xfrm>
          <a:off x="1970073" y="4437698"/>
          <a:ext cx="19113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1" imgW="15849600" imgH="6705600" progId="Equation.DSMT4">
                  <p:embed/>
                </p:oleObj>
              </mc:Choice>
              <mc:Fallback>
                <p:oleObj name="Equation" r:id="rId11" imgW="15849600" imgH="6705600" progId="Equation.DSMT4">
                  <p:embed/>
                  <p:pic>
                    <p:nvPicPr>
                      <p:cNvPr id="0" name="Object 4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70073" y="4437698"/>
                        <a:ext cx="1911350" cy="8080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820" name="Object 44"/>
          <p:cNvGraphicFramePr>
            <a:graphicFrameLocks noChangeAspect="1"/>
          </p:cNvGraphicFramePr>
          <p:nvPr/>
        </p:nvGraphicFramePr>
        <p:xfrm>
          <a:off x="1898000" y="5327968"/>
          <a:ext cx="319405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13" imgW="25603200" imgH="6705600" progId="Equation.DSMT4">
                  <p:embed/>
                </p:oleObj>
              </mc:Choice>
              <mc:Fallback>
                <p:oleObj name="Equation" r:id="rId13" imgW="25603200" imgH="6705600" progId="Equation.DSMT4">
                  <p:embed/>
                  <p:pic>
                    <p:nvPicPr>
                      <p:cNvPr id="0" name="Object 4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98000" y="5327968"/>
                        <a:ext cx="3194050" cy="836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9821" name="Line 45"/>
          <p:cNvSpPr>
            <a:spLocks noChangeShapeType="1"/>
          </p:cNvSpPr>
          <p:nvPr/>
        </p:nvSpPr>
        <p:spPr bwMode="auto">
          <a:xfrm flipV="1">
            <a:off x="5951855" y="772160"/>
            <a:ext cx="635" cy="602170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32"/>
          <p:cNvSpPr txBox="1">
            <a:spLocks noChangeArrowheads="1"/>
          </p:cNvSpPr>
          <p:nvPr/>
        </p:nvSpPr>
        <p:spPr bwMode="auto">
          <a:xfrm>
            <a:off x="5978262" y="877113"/>
            <a:ext cx="3744416" cy="95313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其一为奇次</a:t>
            </a:r>
            <a:r>
              <a:rPr kumimoji="1"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方（包括</a:t>
            </a:r>
            <a:r>
              <a:rPr kumimoji="1"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有一为零次）</a:t>
            </a:r>
            <a:endParaRPr kumimoji="1" lang="zh-CN" altLang="en-US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Text Box 39"/>
          <p:cNvSpPr txBox="1">
            <a:spLocks noChangeArrowheads="1"/>
          </p:cNvSpPr>
          <p:nvPr/>
        </p:nvSpPr>
        <p:spPr bwMode="auto">
          <a:xfrm>
            <a:off x="5978525" y="3990975"/>
            <a:ext cx="3876040" cy="953135"/>
          </a:xfrm>
          <a:prstGeom prst="rect">
            <a:avLst/>
          </a:prstGeom>
          <a:solidFill>
            <a:srgbClr val="92D050"/>
          </a:solidFill>
          <a:ln w="9525">
            <a:solidFill>
              <a:srgbClr val="92D050"/>
            </a:solidFill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两者都为偶次</a:t>
            </a:r>
            <a:r>
              <a:rPr kumimoji="1"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方（包括</a:t>
            </a:r>
            <a:r>
              <a:rPr kumimoji="1"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其一为零次）</a:t>
            </a:r>
            <a:endParaRPr kumimoji="1" lang="zh-CN" altLang="en-US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3" name="Object 43"/>
          <p:cNvGraphicFramePr>
            <a:graphicFrameLocks noChangeAspect="1"/>
          </p:cNvGraphicFramePr>
          <p:nvPr/>
        </p:nvGraphicFramePr>
        <p:xfrm>
          <a:off x="6157848" y="4996040"/>
          <a:ext cx="32289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15" imgW="27736800" imgH="6705600" progId="Equation.DSMT4">
                  <p:embed/>
                </p:oleObj>
              </mc:Choice>
              <mc:Fallback>
                <p:oleObj name="Equation" r:id="rId15" imgW="27736800" imgH="6705600" progId="Equation.DSMT4">
                  <p:embed/>
                  <p:pic>
                    <p:nvPicPr>
                      <p:cNvPr id="0" name="Object 4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57848" y="4996040"/>
                        <a:ext cx="3228975" cy="781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6"/>
          <p:cNvGraphicFramePr>
            <a:graphicFrameLocks noChangeAspect="1"/>
          </p:cNvGraphicFramePr>
          <p:nvPr/>
        </p:nvGraphicFramePr>
        <p:xfrm>
          <a:off x="3301003" y="185847"/>
          <a:ext cx="6344578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Equation" r:id="rId17" imgW="60960000" imgH="5181600" progId="Equation.DSMT4">
                  <p:embed/>
                </p:oleObj>
              </mc:Choice>
              <mc:Fallback>
                <p:oleObj name="Equation" r:id="rId17" imgW="60960000" imgH="5181600" progId="Equation.DSMT4">
                  <p:embed/>
                  <p:pic>
                    <p:nvPicPr>
                      <p:cNvPr id="0" name="Object 4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01003" y="185847"/>
                        <a:ext cx="6344578" cy="54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7"/>
          <p:cNvGraphicFramePr>
            <a:graphicFrameLocks noChangeAspect="1"/>
          </p:cNvGraphicFramePr>
          <p:nvPr/>
        </p:nvGraphicFramePr>
        <p:xfrm>
          <a:off x="6185471" y="1902618"/>
          <a:ext cx="3335337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2" name="Equation" r:id="rId19" imgW="28651200" imgH="6705600" progId="Equation.DSMT4">
                  <p:embed/>
                </p:oleObj>
              </mc:Choice>
              <mc:Fallback>
                <p:oleObj name="Equation" r:id="rId19" imgW="28651200" imgH="6705600" progId="Equation.DSMT4">
                  <p:embed/>
                  <p:pic>
                    <p:nvPicPr>
                      <p:cNvPr id="0" name="Object 4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185471" y="1902618"/>
                        <a:ext cx="3335337" cy="781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8"/>
          <p:cNvGraphicFramePr>
            <a:graphicFrameLocks noChangeAspect="1"/>
          </p:cNvGraphicFramePr>
          <p:nvPr/>
        </p:nvGraphicFramePr>
        <p:xfrm>
          <a:off x="6182931" y="2607964"/>
          <a:ext cx="3335337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name="Equation" r:id="rId21" imgW="28651200" imgH="6705600" progId="Equation.DSMT4">
                  <p:embed/>
                </p:oleObj>
              </mc:Choice>
              <mc:Fallback>
                <p:oleObj name="Equation" r:id="rId21" imgW="28651200" imgH="6705600" progId="Equation.DSMT4">
                  <p:embed/>
                  <p:pic>
                    <p:nvPicPr>
                      <p:cNvPr id="0" name="Object 4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182931" y="2607964"/>
                        <a:ext cx="3335337" cy="781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6851199" y="3273221"/>
            <a:ext cx="410343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奇次分离1次出去凑微分</a:t>
            </a:r>
            <a:endParaRPr kumimoji="1"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Text Box 15"/>
          <p:cNvSpPr txBox="1">
            <a:spLocks noChangeArrowheads="1"/>
          </p:cNvSpPr>
          <p:nvPr/>
        </p:nvSpPr>
        <p:spPr bwMode="auto">
          <a:xfrm>
            <a:off x="6851268" y="5777407"/>
            <a:ext cx="39243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利用二倍角公式降次</a:t>
            </a:r>
            <a:endParaRPr kumimoji="1" lang="zh-CN" altLang="en-US" sz="2800" b="1" dirty="0" smtClean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9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59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9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5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5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5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784" grpId="0" autoUpdateAnimBg="0"/>
      <p:bldP spid="459812" grpId="0" autoUpdateAnimBg="0"/>
      <p:bldP spid="459821" grpId="0" bldLvl="0" animBg="1"/>
      <p:bldP spid="21" grpId="0" bldLvl="0" animBg="1" autoUpdateAnimBg="0"/>
      <p:bldP spid="22" grpId="0" bldLvl="0" animBg="1" autoUpdateAnimBg="0"/>
      <p:bldP spid="27" grpId="0" autoUpdateAnimBg="0"/>
      <p:bldP spid="2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>
            <a:off x="7301389" y="4358883"/>
            <a:ext cx="3635896" cy="18002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2495600" y="3356992"/>
            <a:ext cx="7632848" cy="648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4898" name="Text Box 2"/>
          <p:cNvSpPr txBox="1">
            <a:spLocks noChangeArrowheads="1"/>
          </p:cNvSpPr>
          <p:nvPr/>
        </p:nvSpPr>
        <p:spPr bwMode="auto">
          <a:xfrm>
            <a:off x="2063750" y="4827289"/>
            <a:ext cx="17526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64899" name="Object 3"/>
          <p:cNvGraphicFramePr>
            <a:graphicFrameLocks noChangeAspect="1"/>
          </p:cNvGraphicFramePr>
          <p:nvPr/>
        </p:nvGraphicFramePr>
        <p:xfrm>
          <a:off x="3209925" y="4786649"/>
          <a:ext cx="30829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25298400" imgH="6705600" progId="Equation.DSMT4">
                  <p:embed/>
                </p:oleObj>
              </mc:Choice>
              <mc:Fallback>
                <p:oleObj name="Equation" r:id="rId1" imgW="25298400" imgH="67056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9925" y="4786649"/>
                        <a:ext cx="3082925" cy="817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2043113" y="288925"/>
            <a:ext cx="17526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en-US" altLang="zh-CN" sz="2800" dirty="0" smtClean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endParaRPr kumimoji="1"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411" name="Object 14"/>
          <p:cNvGraphicFramePr>
            <a:graphicFrameLocks noChangeAspect="1"/>
          </p:cNvGraphicFramePr>
          <p:nvPr/>
        </p:nvGraphicFramePr>
        <p:xfrm>
          <a:off x="3484563" y="244475"/>
          <a:ext cx="15113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36271200" imgH="14935200" progId="Equation.3">
                  <p:embed/>
                </p:oleObj>
              </mc:Choice>
              <mc:Fallback>
                <p:oleObj name="Equation" r:id="rId3" imgW="36271200" imgH="14935200" progId="Equation.3">
                  <p:embed/>
                  <p:pic>
                    <p:nvPicPr>
                      <p:cNvPr id="0" name="Object 1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84563" y="244475"/>
                        <a:ext cx="151130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4911" name="Text Box 15"/>
          <p:cNvSpPr txBox="1">
            <a:spLocks noChangeArrowheads="1"/>
          </p:cNvSpPr>
          <p:nvPr/>
        </p:nvSpPr>
        <p:spPr bwMode="auto">
          <a:xfrm>
            <a:off x="2043113" y="1006475"/>
            <a:ext cx="22098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原式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endParaRPr kumimoji="1" lang="en-US" altLang="zh-CN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64912" name="Object 16"/>
          <p:cNvGraphicFramePr>
            <a:graphicFrameLocks noChangeAspect="1"/>
          </p:cNvGraphicFramePr>
          <p:nvPr/>
        </p:nvGraphicFramePr>
        <p:xfrm>
          <a:off x="3808413" y="993775"/>
          <a:ext cx="34274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5" imgW="82296000" imgH="14935200" progId="Equation.3">
                  <p:embed/>
                </p:oleObj>
              </mc:Choice>
              <mc:Fallback>
                <p:oleObj name="Equation" r:id="rId5" imgW="82296000" imgH="14935200" progId="Equation.3">
                  <p:embed/>
                  <p:pic>
                    <p:nvPicPr>
                      <p:cNvPr id="0" name="Object 1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08413" y="993775"/>
                        <a:ext cx="3427412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4913" name="Rectangle 17"/>
          <p:cNvSpPr>
            <a:spLocks noChangeArrowheads="1"/>
          </p:cNvSpPr>
          <p:nvPr/>
        </p:nvSpPr>
        <p:spPr bwMode="auto">
          <a:xfrm>
            <a:off x="5770563" y="777875"/>
            <a:ext cx="1676400" cy="838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64914" name="Object 18"/>
          <p:cNvGraphicFramePr>
            <a:graphicFrameLocks noChangeAspect="1"/>
          </p:cNvGraphicFramePr>
          <p:nvPr/>
        </p:nvGraphicFramePr>
        <p:xfrm>
          <a:off x="5859463" y="1082675"/>
          <a:ext cx="97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7" imgW="23469600" imgH="9753600" progId="Equation.3">
                  <p:embed/>
                </p:oleObj>
              </mc:Choice>
              <mc:Fallback>
                <p:oleObj name="Equation" r:id="rId7" imgW="23469600" imgH="9753600" progId="Equation.3">
                  <p:embed/>
                  <p:pic>
                    <p:nvPicPr>
                      <p:cNvPr id="0" name="Object 1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59463" y="1082675"/>
                        <a:ext cx="977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15" name="Object 19"/>
          <p:cNvGraphicFramePr>
            <a:graphicFrameLocks noChangeAspect="1"/>
          </p:cNvGraphicFramePr>
          <p:nvPr/>
        </p:nvGraphicFramePr>
        <p:xfrm>
          <a:off x="3503613" y="1772816"/>
          <a:ext cx="45323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9" imgW="108813600" imgH="14935200" progId="Equation.3">
                  <p:embed/>
                </p:oleObj>
              </mc:Choice>
              <mc:Fallback>
                <p:oleObj name="Equation" r:id="rId9" imgW="108813600" imgH="14935200" progId="Equation.3">
                  <p:embed/>
                  <p:pic>
                    <p:nvPicPr>
                      <p:cNvPr id="0" name="Object 1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03613" y="1772816"/>
                        <a:ext cx="4532312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16" name="Object 20"/>
          <p:cNvGraphicFramePr>
            <a:graphicFrameLocks noChangeAspect="1"/>
          </p:cNvGraphicFramePr>
          <p:nvPr/>
        </p:nvGraphicFramePr>
        <p:xfrm>
          <a:off x="3484563" y="2504009"/>
          <a:ext cx="1447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11" imgW="34747200" imgH="20421600" progId="Equation.3">
                  <p:embed/>
                </p:oleObj>
              </mc:Choice>
              <mc:Fallback>
                <p:oleObj name="Equation" r:id="rId11" imgW="34747200" imgH="20421600" progId="Equation.3">
                  <p:embed/>
                  <p:pic>
                    <p:nvPicPr>
                      <p:cNvPr id="0" name="Object 2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84563" y="2504009"/>
                        <a:ext cx="14478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17" name="Object 21"/>
          <p:cNvGraphicFramePr>
            <a:graphicFrameLocks noChangeAspect="1"/>
          </p:cNvGraphicFramePr>
          <p:nvPr/>
        </p:nvGraphicFramePr>
        <p:xfrm>
          <a:off x="5008563" y="2492896"/>
          <a:ext cx="1447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Equation" r:id="rId13" imgW="34747200" imgH="20421600" progId="Equation.3">
                  <p:embed/>
                </p:oleObj>
              </mc:Choice>
              <mc:Fallback>
                <p:oleObj name="Equation" r:id="rId13" imgW="34747200" imgH="20421600" progId="Equation.3">
                  <p:embed/>
                  <p:pic>
                    <p:nvPicPr>
                      <p:cNvPr id="0" name="Object 2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08563" y="2492896"/>
                        <a:ext cx="14478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18" name="Object 22"/>
          <p:cNvGraphicFramePr>
            <a:graphicFrameLocks noChangeAspect="1"/>
          </p:cNvGraphicFramePr>
          <p:nvPr/>
        </p:nvGraphicFramePr>
        <p:xfrm>
          <a:off x="6456363" y="2765946"/>
          <a:ext cx="10160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Equation" r:id="rId15" imgW="24384000" imgH="7010400" progId="Equation.3">
                  <p:embed/>
                </p:oleObj>
              </mc:Choice>
              <mc:Fallback>
                <p:oleObj name="Equation" r:id="rId15" imgW="24384000" imgH="7010400" progId="Equation.3">
                  <p:embed/>
                  <p:pic>
                    <p:nvPicPr>
                      <p:cNvPr id="0" name="Object 2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56363" y="2765946"/>
                        <a:ext cx="1016000" cy="292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4919" name="Object 23"/>
          <p:cNvGraphicFramePr>
            <a:graphicFrameLocks noChangeAspect="1"/>
          </p:cNvGraphicFramePr>
          <p:nvPr/>
        </p:nvGraphicFramePr>
        <p:xfrm>
          <a:off x="7523163" y="2740546"/>
          <a:ext cx="571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Equation" r:id="rId17" imgW="13716000" imgH="7620000" progId="Equation.3">
                  <p:embed/>
                </p:oleObj>
              </mc:Choice>
              <mc:Fallback>
                <p:oleObj name="Equation" r:id="rId17" imgW="13716000" imgH="7620000" progId="Equation.3">
                  <p:embed/>
                  <p:pic>
                    <p:nvPicPr>
                      <p:cNvPr id="0" name="Object 2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523163" y="2740546"/>
                        <a:ext cx="5715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4920" name="Text Box 24"/>
          <p:cNvSpPr txBox="1">
            <a:spLocks noChangeArrowheads="1"/>
          </p:cNvSpPr>
          <p:nvPr/>
        </p:nvSpPr>
        <p:spPr bwMode="auto">
          <a:xfrm>
            <a:off x="2063750" y="5906789"/>
            <a:ext cx="17526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en-US" altLang="zh-CN" sz="2800" dirty="0" smtClean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endParaRPr kumimoji="1"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64921" name="Object 25"/>
          <p:cNvGraphicFramePr>
            <a:graphicFrameLocks noChangeAspect="1"/>
          </p:cNvGraphicFramePr>
          <p:nvPr/>
        </p:nvGraphicFramePr>
        <p:xfrm>
          <a:off x="3209925" y="5686444"/>
          <a:ext cx="30829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Equation" r:id="rId19" imgW="25298400" imgH="6705600" progId="Equation.DSMT4">
                  <p:embed/>
                </p:oleObj>
              </mc:Choice>
              <mc:Fallback>
                <p:oleObj name="Equation" r:id="rId19" imgW="25298400" imgH="6705600" progId="Equation.DSMT4">
                  <p:embed/>
                  <p:pic>
                    <p:nvPicPr>
                      <p:cNvPr id="0" name="Object 2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09925" y="5686444"/>
                        <a:ext cx="3082925" cy="817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6"/>
          <p:cNvGraphicFramePr>
            <a:graphicFrameLocks noChangeAspect="1"/>
          </p:cNvGraphicFramePr>
          <p:nvPr/>
        </p:nvGraphicFramePr>
        <p:xfrm>
          <a:off x="2639616" y="3403600"/>
          <a:ext cx="70643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21" imgW="60045600" imgH="5181600" progId="Equation.DSMT4">
                  <p:embed/>
                </p:oleObj>
              </mc:Choice>
              <mc:Fallback>
                <p:oleObj name="Equation" r:id="rId21" imgW="60045600" imgH="5181600" progId="Equation.DSMT4">
                  <p:embed/>
                  <p:pic>
                    <p:nvPicPr>
                      <p:cNvPr id="0" name="Object 4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39616" y="3403600"/>
                        <a:ext cx="7064375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6"/>
          <p:cNvGraphicFramePr>
            <a:graphicFrameLocks noChangeAspect="1"/>
          </p:cNvGraphicFramePr>
          <p:nvPr/>
        </p:nvGraphicFramePr>
        <p:xfrm>
          <a:off x="2495471" y="4094852"/>
          <a:ext cx="36242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Equation" r:id="rId23" imgW="30784800" imgH="5181600" progId="Equation.DSMT4">
                  <p:embed/>
                </p:oleObj>
              </mc:Choice>
              <mc:Fallback>
                <p:oleObj name="Equation" r:id="rId23" imgW="30784800" imgH="5181600" progId="Equation.DSMT4">
                  <p:embed/>
                  <p:pic>
                    <p:nvPicPr>
                      <p:cNvPr id="0" name="图片 2970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495471" y="4094852"/>
                        <a:ext cx="3624262" cy="60960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7"/>
          <p:cNvGraphicFramePr>
            <a:graphicFrameLocks noChangeAspect="1"/>
          </p:cNvGraphicFramePr>
          <p:nvPr/>
        </p:nvGraphicFramePr>
        <p:xfrm>
          <a:off x="7523718" y="4506203"/>
          <a:ext cx="30511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9" name="Equation" r:id="rId25" imgW="26212800" imgH="6705600" progId="Equation.DSMT4">
                  <p:embed/>
                </p:oleObj>
              </mc:Choice>
              <mc:Fallback>
                <p:oleObj name="Equation" r:id="rId25" imgW="26212800" imgH="6705600" progId="Equation.DSMT4">
                  <p:embed/>
                  <p:pic>
                    <p:nvPicPr>
                      <p:cNvPr id="0" name="Object 47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523718" y="4506203"/>
                        <a:ext cx="3051175" cy="781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7523718" y="5349165"/>
          <a:ext cx="329882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0" name="Equation" r:id="rId27" imgW="28346400" imgH="6705600" progId="Equation.DSMT4">
                  <p:embed/>
                </p:oleObj>
              </mc:Choice>
              <mc:Fallback>
                <p:oleObj name="Equation" r:id="rId27" imgW="28346400" imgH="6705600" progId="Equation.DSMT4">
                  <p:embed/>
                  <p:pic>
                    <p:nvPicPr>
                      <p:cNvPr id="0" name="图片 2970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523718" y="5349165"/>
                        <a:ext cx="3298825" cy="781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4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4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4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4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6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6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64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6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898" grpId="0" autoUpdateAnimBg="0"/>
      <p:bldP spid="464911" grpId="0" autoUpdateAnimBg="0"/>
      <p:bldP spid="464913" grpId="0" bldLvl="0" animBg="1"/>
      <p:bldP spid="464920" grpId="0" autoUpdateAnimBg="0"/>
      <p:bldP spid="24" grpId="0" bldLvl="0" animBg="1"/>
      <p:bldP spid="25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Text Box 2"/>
          <p:cNvSpPr txBox="1">
            <a:spLocks noChangeArrowheads="1"/>
          </p:cNvSpPr>
          <p:nvPr/>
        </p:nvSpPr>
        <p:spPr bwMode="auto">
          <a:xfrm>
            <a:off x="2063750" y="4538663"/>
            <a:ext cx="17526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65923" name="Object 3"/>
          <p:cNvGraphicFramePr>
            <a:graphicFrameLocks noChangeAspect="1"/>
          </p:cNvGraphicFramePr>
          <p:nvPr/>
        </p:nvGraphicFramePr>
        <p:xfrm>
          <a:off x="6823075" y="4289425"/>
          <a:ext cx="2081213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1" imgW="17068800" imgH="10058400" progId="Equation.DSMT4">
                  <p:embed/>
                </p:oleObj>
              </mc:Choice>
              <mc:Fallback>
                <p:oleObj name="Equation" r:id="rId1" imgW="17068800" imgH="100584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23075" y="4289425"/>
                        <a:ext cx="2081213" cy="12271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Text Box 17"/>
          <p:cNvSpPr txBox="1">
            <a:spLocks noChangeArrowheads="1"/>
          </p:cNvSpPr>
          <p:nvPr/>
        </p:nvSpPr>
        <p:spPr bwMode="auto">
          <a:xfrm>
            <a:off x="2063750" y="3648075"/>
            <a:ext cx="17526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en-US" altLang="zh-CN" sz="2800" dirty="0" smtClean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endParaRPr kumimoji="1"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435" name="Object 18"/>
          <p:cNvGraphicFramePr>
            <a:graphicFrameLocks noChangeAspect="1"/>
          </p:cNvGraphicFramePr>
          <p:nvPr/>
        </p:nvGraphicFramePr>
        <p:xfrm>
          <a:off x="3519488" y="3521075"/>
          <a:ext cx="319405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3" imgW="26212800" imgH="6705600" progId="Equation.DSMT4">
                  <p:embed/>
                </p:oleObj>
              </mc:Choice>
              <mc:Fallback>
                <p:oleObj name="Equation" r:id="rId3" imgW="26212800" imgH="6705600" progId="Equation.DSMT4">
                  <p:embed/>
                  <p:pic>
                    <p:nvPicPr>
                      <p:cNvPr id="0" name="Object 1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19488" y="3521075"/>
                        <a:ext cx="3194050" cy="817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39" name="Object 19"/>
          <p:cNvGraphicFramePr>
            <a:graphicFrameLocks noChangeAspect="1"/>
          </p:cNvGraphicFramePr>
          <p:nvPr/>
        </p:nvGraphicFramePr>
        <p:xfrm>
          <a:off x="2351088" y="44450"/>
          <a:ext cx="6481762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5" imgW="60655200" imgH="9448800" progId="Equation.DSMT4">
                  <p:embed/>
                </p:oleObj>
              </mc:Choice>
              <mc:Fallback>
                <p:oleObj name="Equation" r:id="rId5" imgW="60655200" imgH="9448800" progId="Equation.DSMT4">
                  <p:embed/>
                  <p:pic>
                    <p:nvPicPr>
                      <p:cNvPr id="0" name="Object 1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1088" y="44450"/>
                        <a:ext cx="6481762" cy="1011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40" name="Object 20"/>
          <p:cNvGraphicFramePr>
            <a:graphicFrameLocks noChangeAspect="1"/>
          </p:cNvGraphicFramePr>
          <p:nvPr/>
        </p:nvGraphicFramePr>
        <p:xfrm>
          <a:off x="2403475" y="1052513"/>
          <a:ext cx="6645275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7" imgW="62179200" imgH="9448800" progId="Equation.DSMT4">
                  <p:embed/>
                </p:oleObj>
              </mc:Choice>
              <mc:Fallback>
                <p:oleObj name="Equation" r:id="rId7" imgW="62179200" imgH="9448800" progId="Equation.DSMT4">
                  <p:embed/>
                  <p:pic>
                    <p:nvPicPr>
                      <p:cNvPr id="0" name="Object 2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03475" y="1052513"/>
                        <a:ext cx="6645275" cy="10112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41" name="Object 21"/>
          <p:cNvGraphicFramePr>
            <a:graphicFrameLocks noChangeAspect="1"/>
          </p:cNvGraphicFramePr>
          <p:nvPr/>
        </p:nvGraphicFramePr>
        <p:xfrm>
          <a:off x="2401888" y="2060575"/>
          <a:ext cx="628650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Equation" r:id="rId9" imgW="58826400" imgH="9448800" progId="Equation.DSMT4">
                  <p:embed/>
                </p:oleObj>
              </mc:Choice>
              <mc:Fallback>
                <p:oleObj name="Equation" r:id="rId9" imgW="58826400" imgH="9448800" progId="Equation.DSMT4">
                  <p:embed/>
                  <p:pic>
                    <p:nvPicPr>
                      <p:cNvPr id="0" name="Object 2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01888" y="2060575"/>
                        <a:ext cx="6286500" cy="1011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Line 22"/>
          <p:cNvSpPr>
            <a:spLocks noChangeShapeType="1"/>
          </p:cNvSpPr>
          <p:nvPr/>
        </p:nvSpPr>
        <p:spPr bwMode="auto">
          <a:xfrm>
            <a:off x="1524000" y="3213100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65943" name="Object 23"/>
          <p:cNvGraphicFramePr>
            <a:graphicFrameLocks noChangeAspect="1"/>
          </p:cNvGraphicFramePr>
          <p:nvPr/>
        </p:nvGraphicFramePr>
        <p:xfrm>
          <a:off x="3454400" y="4292600"/>
          <a:ext cx="2786063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11" imgW="22860000" imgH="9448800" progId="Equation.DSMT4">
                  <p:embed/>
                </p:oleObj>
              </mc:Choice>
              <mc:Fallback>
                <p:oleObj name="Equation" r:id="rId11" imgW="22860000" imgH="9448800" progId="Equation.DSMT4">
                  <p:embed/>
                  <p:pic>
                    <p:nvPicPr>
                      <p:cNvPr id="0" name="Object 2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54400" y="4292600"/>
                        <a:ext cx="2786063" cy="1152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44" name="Object 24"/>
          <p:cNvGraphicFramePr>
            <a:graphicFrameLocks noChangeAspect="1"/>
          </p:cNvGraphicFramePr>
          <p:nvPr/>
        </p:nvGraphicFramePr>
        <p:xfrm>
          <a:off x="3432175" y="5445125"/>
          <a:ext cx="2786063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13" imgW="22860000" imgH="9448800" progId="Equation.DSMT4">
                  <p:embed/>
                </p:oleObj>
              </mc:Choice>
              <mc:Fallback>
                <p:oleObj name="Equation" r:id="rId13" imgW="22860000" imgH="9448800" progId="Equation.DSMT4">
                  <p:embed/>
                  <p:pic>
                    <p:nvPicPr>
                      <p:cNvPr id="0" name="Object 2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32175" y="5445125"/>
                        <a:ext cx="2786063" cy="1152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5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2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80444" y="1015322"/>
            <a:ext cx="1600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1.</a:t>
            </a:r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有理化</a:t>
            </a:r>
            <a:endParaRPr lang="zh-CN" altLang="en-US" sz="2800" dirty="0">
              <a:solidFill>
                <a:srgbClr val="7030A0"/>
              </a:solidFill>
              <a:ea typeface="楷体_GB2312" pitchFamily="49" charset="-122"/>
            </a:endParaRP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1744980" y="264160"/>
            <a:ext cx="397954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第一类换元法经验回顾：</a:t>
            </a:r>
            <a:r>
              <a:rPr kumimoji="1" lang="zh-CN" altLang="en-US" sz="2800" dirty="0" smtClean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" name="Object 11"/>
          <p:cNvGraphicFramePr>
            <a:graphicFrameLocks noChangeAspect="1"/>
          </p:cNvGraphicFramePr>
          <p:nvPr/>
        </p:nvGraphicFramePr>
        <p:xfrm>
          <a:off x="3158277" y="869272"/>
          <a:ext cx="31734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76200000" imgH="21336000" progId="Equation.DSMT4">
                  <p:embed/>
                </p:oleObj>
              </mc:Choice>
              <mc:Fallback>
                <p:oleObj name="Equation" r:id="rId1" imgW="76200000" imgH="213360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58277" y="869272"/>
                        <a:ext cx="317341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1680444" y="2268911"/>
            <a:ext cx="1600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2800" b="1" dirty="0">
                <a:solidFill>
                  <a:srgbClr val="7030A0"/>
                </a:solidFill>
                <a:ea typeface="楷体_GB2312" pitchFamily="49" charset="-122"/>
              </a:rPr>
              <a:t>2.</a:t>
            </a:r>
            <a:r>
              <a:rPr lang="zh-CN" altLang="en-US" sz="2800" b="1" dirty="0">
                <a:solidFill>
                  <a:srgbClr val="7030A0"/>
                </a:solidFill>
                <a:ea typeface="楷体_GB2312" pitchFamily="49" charset="-122"/>
              </a:rPr>
              <a:t>加项</a:t>
            </a:r>
            <a:endParaRPr lang="zh-CN" altLang="en-US" sz="2800" dirty="0">
              <a:solidFill>
                <a:srgbClr val="7030A0"/>
              </a:solidFill>
              <a:ea typeface="楷体_GB2312" pitchFamily="49" charset="-122"/>
            </a:endParaRPr>
          </a:p>
        </p:txBody>
      </p:sp>
      <p:graphicFrame>
        <p:nvGraphicFramePr>
          <p:cNvPr id="6" name="Object 13"/>
          <p:cNvGraphicFramePr>
            <a:graphicFrameLocks noChangeAspect="1"/>
          </p:cNvGraphicFramePr>
          <p:nvPr/>
        </p:nvGraphicFramePr>
        <p:xfrm>
          <a:off x="3431704" y="3212976"/>
          <a:ext cx="1447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3" imgW="34747200" imgH="20116800" progId="Equation.DSMT4">
                  <p:embed/>
                </p:oleObj>
              </mc:Choice>
              <mc:Fallback>
                <p:oleObj name="Equation" r:id="rId3" imgW="34747200" imgH="20116800" progId="Equation.DSMT4">
                  <p:embed/>
                  <p:pic>
                    <p:nvPicPr>
                      <p:cNvPr id="0" name="图片 286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31704" y="3212976"/>
                        <a:ext cx="1447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4"/>
          <p:cNvGraphicFramePr>
            <a:graphicFrameLocks noChangeAspect="1"/>
          </p:cNvGraphicFramePr>
          <p:nvPr/>
        </p:nvGraphicFramePr>
        <p:xfrm>
          <a:off x="3280644" y="2091111"/>
          <a:ext cx="1562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5" imgW="37490400" imgH="21336000" progId="Equation.DSMT4">
                  <p:embed/>
                </p:oleObj>
              </mc:Choice>
              <mc:Fallback>
                <p:oleObj name="Equation" r:id="rId5" imgW="37490400" imgH="21336000" progId="Equation.DSMT4">
                  <p:embed/>
                  <p:pic>
                    <p:nvPicPr>
                      <p:cNvPr id="0" name="图片 286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0644" y="2091111"/>
                        <a:ext cx="15621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5"/>
          <p:cNvSpPr>
            <a:spLocks noChangeArrowheads="1"/>
          </p:cNvSpPr>
          <p:nvPr/>
        </p:nvSpPr>
        <p:spPr bwMode="auto">
          <a:xfrm>
            <a:off x="1680444" y="4437112"/>
            <a:ext cx="1600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2800" b="1" dirty="0">
                <a:solidFill>
                  <a:srgbClr val="7030A0"/>
                </a:solidFill>
                <a:ea typeface="楷体_GB2312" pitchFamily="49" charset="-122"/>
              </a:rPr>
              <a:t>3.</a:t>
            </a:r>
            <a:r>
              <a:rPr lang="zh-CN" altLang="en-US" sz="2800" b="1" dirty="0">
                <a:solidFill>
                  <a:srgbClr val="7030A0"/>
                </a:solidFill>
                <a:ea typeface="楷体_GB2312" pitchFamily="49" charset="-122"/>
              </a:rPr>
              <a:t>拆项</a:t>
            </a:r>
            <a:endParaRPr lang="zh-CN" altLang="en-US" sz="2800" dirty="0">
              <a:solidFill>
                <a:srgbClr val="7030A0"/>
              </a:solidFill>
              <a:ea typeface="楷体_GB2312" pitchFamily="49" charset="-122"/>
            </a:endParaRPr>
          </a:p>
        </p:txBody>
      </p:sp>
      <p:graphicFrame>
        <p:nvGraphicFramePr>
          <p:cNvPr id="9" name="Object 16"/>
          <p:cNvGraphicFramePr>
            <a:graphicFrameLocks noChangeAspect="1"/>
          </p:cNvGraphicFramePr>
          <p:nvPr/>
        </p:nvGraphicFramePr>
        <p:xfrm>
          <a:off x="2891644" y="4284712"/>
          <a:ext cx="2171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7" imgW="52120800" imgH="20116800" progId="Equation.DSMT4">
                  <p:embed/>
                </p:oleObj>
              </mc:Choice>
              <mc:Fallback>
                <p:oleObj name="Equation" r:id="rId7" imgW="52120800" imgH="20116800" progId="Equation.DSMT4">
                  <p:embed/>
                  <p:pic>
                    <p:nvPicPr>
                      <p:cNvPr id="0" name="图片 286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1644" y="4284712"/>
                        <a:ext cx="2171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332344" y="869272"/>
          <a:ext cx="3924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9" imgW="94183200" imgH="19812000" progId="Equation.DSMT4">
                  <p:embed/>
                </p:oleObj>
              </mc:Choice>
              <mc:Fallback>
                <p:oleObj name="Equation" r:id="rId9" imgW="94183200" imgH="19812000" progId="Equation.DSMT4">
                  <p:embed/>
                  <p:pic>
                    <p:nvPicPr>
                      <p:cNvPr id="0" name="图片 286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32344" y="869272"/>
                        <a:ext cx="3924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871864" y="2059361"/>
          <a:ext cx="21336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1" imgW="51206400" imgH="22860000" progId="Equation.DSMT4">
                  <p:embed/>
                </p:oleObj>
              </mc:Choice>
              <mc:Fallback>
                <p:oleObj name="Equation" r:id="rId11" imgW="51206400" imgH="228600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71864" y="2059361"/>
                        <a:ext cx="21336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871864" y="3068960"/>
          <a:ext cx="2641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13" imgW="63398400" imgH="23774400" progId="Equation.DSMT4">
                  <p:embed/>
                </p:oleObj>
              </mc:Choice>
              <mc:Fallback>
                <p:oleObj name="Equation" r:id="rId13" imgW="63398400" imgH="23774400" progId="Equation.DSMT4">
                  <p:embed/>
                  <p:pic>
                    <p:nvPicPr>
                      <p:cNvPr id="0" name="图片 286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71864" y="3068960"/>
                        <a:ext cx="2641600" cy="990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087888" y="4284712"/>
          <a:ext cx="5168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15" imgW="124053600" imgH="20116800" progId="Equation.DSMT4">
                  <p:embed/>
                </p:oleObj>
              </mc:Choice>
              <mc:Fallback>
                <p:oleObj name="Equation" r:id="rId15" imgW="124053600" imgH="20116800" progId="Equation.DSMT4">
                  <p:embed/>
                  <p:pic>
                    <p:nvPicPr>
                      <p:cNvPr id="0" name="图片 2867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87888" y="4284712"/>
                        <a:ext cx="5168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ldLvl="0" animBg="1"/>
      <p:bldP spid="8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177431" y="400050"/>
            <a:ext cx="2694434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4.</a:t>
            </a:r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分离部分因式</a:t>
            </a:r>
            <a:endParaRPr lang="zh-CN" altLang="en-US" sz="2800" dirty="0">
              <a:solidFill>
                <a:srgbClr val="7030A0"/>
              </a:solidFill>
              <a:ea typeface="楷体_GB2312" pitchFamily="49" charset="-122"/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4871864" y="413657"/>
          <a:ext cx="1422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34137600" imgH="14020800" progId="Equation.DSMT4">
                  <p:embed/>
                </p:oleObj>
              </mc:Choice>
              <mc:Fallback>
                <p:oleObj name="Equation" r:id="rId1" imgW="34137600" imgH="140208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71864" y="413657"/>
                        <a:ext cx="14224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173967" y="1243055"/>
            <a:ext cx="428148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2800" b="1" dirty="0">
                <a:solidFill>
                  <a:srgbClr val="7030A0"/>
                </a:solidFill>
                <a:ea typeface="楷体_GB2312" pitchFamily="49" charset="-122"/>
              </a:rPr>
              <a:t>5.</a:t>
            </a:r>
            <a:r>
              <a:rPr lang="zh-CN" altLang="en-US" sz="2800" b="1" dirty="0">
                <a:solidFill>
                  <a:srgbClr val="7030A0"/>
                </a:solidFill>
                <a:ea typeface="楷体_GB2312" pitchFamily="49" charset="-122"/>
              </a:rPr>
              <a:t>分子分母同乘某因式</a:t>
            </a:r>
            <a:endParaRPr lang="zh-CN" altLang="en-US" sz="2800" dirty="0">
              <a:solidFill>
                <a:srgbClr val="7030A0"/>
              </a:solidFill>
              <a:ea typeface="楷体_GB2312" pitchFamily="49" charset="-122"/>
            </a:endParaRPr>
          </a:p>
        </p:txBody>
      </p:sp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2492137" y="1795787"/>
          <a:ext cx="2032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48768000" imgH="20116800" progId="Equation.DSMT4">
                  <p:embed/>
                </p:oleObj>
              </mc:Choice>
              <mc:Fallback>
                <p:oleObj name="Equation" r:id="rId3" imgW="48768000" imgH="20116800" progId="Equation.DSMT4">
                  <p:embed/>
                  <p:pic>
                    <p:nvPicPr>
                      <p:cNvPr id="0" name="图片 296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2137" y="1795787"/>
                        <a:ext cx="2032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2564145" y="2861263"/>
          <a:ext cx="1866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5" imgW="44805600" imgH="21640800" progId="Equation.DSMT4">
                  <p:embed/>
                </p:oleObj>
              </mc:Choice>
              <mc:Fallback>
                <p:oleObj name="Equation" r:id="rId5" imgW="44805600" imgH="21640800" progId="Equation.DSMT4">
                  <p:embed/>
                  <p:pic>
                    <p:nvPicPr>
                      <p:cNvPr id="0" name="图片 296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4145" y="2861263"/>
                        <a:ext cx="18669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173967" y="3992374"/>
            <a:ext cx="428148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6.</a:t>
            </a:r>
            <a:r>
              <a:rPr lang="zh-CN" altLang="en-US" sz="2800" b="1" dirty="0">
                <a:solidFill>
                  <a:srgbClr val="7030A0"/>
                </a:solidFill>
                <a:ea typeface="楷体_GB2312" pitchFamily="49" charset="-122"/>
              </a:rPr>
              <a:t>分子分母</a:t>
            </a:r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同除某</a:t>
            </a:r>
            <a:r>
              <a:rPr lang="zh-CN" altLang="en-US" sz="2800" b="1" dirty="0">
                <a:solidFill>
                  <a:srgbClr val="7030A0"/>
                </a:solidFill>
                <a:ea typeface="楷体_GB2312" pitchFamily="49" charset="-122"/>
              </a:rPr>
              <a:t>因式</a:t>
            </a:r>
            <a:endParaRPr lang="zh-CN" altLang="en-US" sz="2800" dirty="0">
              <a:solidFill>
                <a:srgbClr val="7030A0"/>
              </a:solidFill>
              <a:ea typeface="楷体_GB2312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20129" y="4779508"/>
          <a:ext cx="1041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7" imgW="1204595" imgH="970280" progId="Equation.DSMT4">
                  <p:embed/>
                </p:oleObj>
              </mc:Choice>
              <mc:Fallback>
                <p:oleObj name="Equation" r:id="rId7" imgW="1204595" imgH="970280" progId="Equation.DSMT4">
                  <p:embed/>
                  <p:pic>
                    <p:nvPicPr>
                      <p:cNvPr id="0" name="图片 2969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20129" y="4779508"/>
                        <a:ext cx="1041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572257" y="4733471"/>
          <a:ext cx="1879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9" imgW="2185670" imgH="1026160" progId="Equation.DSMT4">
                  <p:embed/>
                </p:oleObj>
              </mc:Choice>
              <mc:Fallback>
                <p:oleObj name="Equation" r:id="rId9" imgW="2185670" imgH="1026160" progId="Equation.DSMT4">
                  <p:embed/>
                  <p:pic>
                    <p:nvPicPr>
                      <p:cNvPr id="0" name="图片 297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72257" y="4733471"/>
                        <a:ext cx="18796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613782" y="4733471"/>
          <a:ext cx="2057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11" imgW="2397760" imgH="1026160" progId="Equation.DSMT4">
                  <p:embed/>
                </p:oleObj>
              </mc:Choice>
              <mc:Fallback>
                <p:oleObj name="Equation" r:id="rId11" imgW="2397760" imgH="1026160" progId="Equation.DSMT4">
                  <p:embed/>
                  <p:pic>
                    <p:nvPicPr>
                      <p:cNvPr id="0" name="图片 297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13782" y="4733471"/>
                        <a:ext cx="2057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889875" y="5054600"/>
          <a:ext cx="21526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3" name="Equation" r:id="rId13" imgW="60350400" imgH="10972800" progId="Equation.DSMT4">
                  <p:embed/>
                </p:oleObj>
              </mc:Choice>
              <mc:Fallback>
                <p:oleObj name="Equation" r:id="rId13" imgW="60350400" imgH="10972800" progId="Equation.DSMT4">
                  <p:embed/>
                  <p:pic>
                    <p:nvPicPr>
                      <p:cNvPr id="0" name="图片 297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89875" y="5054600"/>
                        <a:ext cx="215265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312024" y="431038"/>
          <a:ext cx="3111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4" name="Equation" r:id="rId15" imgW="74676000" imgH="14020800" progId="Equation.DSMT4">
                  <p:embed/>
                </p:oleObj>
              </mc:Choice>
              <mc:Fallback>
                <p:oleObj name="Equation" r:id="rId15" imgW="74676000" imgH="14020800" progId="Equation.DSMT4">
                  <p:embed/>
                  <p:pic>
                    <p:nvPicPr>
                      <p:cNvPr id="0" name="图片 297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12024" y="431038"/>
                        <a:ext cx="31115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652377" y="1853151"/>
          <a:ext cx="246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Equation" r:id="rId17" imgW="59131200" imgH="20116800" progId="Equation.DSMT4">
                  <p:embed/>
                </p:oleObj>
              </mc:Choice>
              <mc:Fallback>
                <p:oleObj name="Equation" r:id="rId17" imgW="59131200" imgH="20116800" progId="Equation.DSMT4">
                  <p:embed/>
                  <p:pic>
                    <p:nvPicPr>
                      <p:cNvPr id="0" name="图片 297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52377" y="1853151"/>
                        <a:ext cx="2463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7172657" y="1925159"/>
          <a:ext cx="210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Equation" r:id="rId19" imgW="50596800" imgH="20116800" progId="Equation.DSMT4">
                  <p:embed/>
                </p:oleObj>
              </mc:Choice>
              <mc:Fallback>
                <p:oleObj name="Equation" r:id="rId19" imgW="50596800" imgH="20116800" progId="Equation.DSMT4">
                  <p:embed/>
                  <p:pic>
                    <p:nvPicPr>
                      <p:cNvPr id="0" name="图片 2970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72657" y="1925159"/>
                        <a:ext cx="2108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580369" y="2933271"/>
          <a:ext cx="2679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21" imgW="64312800" imgH="21640800" progId="Equation.DSMT4">
                  <p:embed/>
                </p:oleObj>
              </mc:Choice>
              <mc:Fallback>
                <p:oleObj name="Equation" r:id="rId21" imgW="64312800" imgH="21640800" progId="Equation.DSMT4">
                  <p:embed/>
                  <p:pic>
                    <p:nvPicPr>
                      <p:cNvPr id="0" name="图片 2970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80369" y="2933271"/>
                        <a:ext cx="26797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ldLvl="0" animBg="1"/>
      <p:bldP spid="8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7032104" y="1340768"/>
          <a:ext cx="23368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1" imgW="56083200" imgH="21640800" progId="Equation.DSMT4">
                  <p:embed/>
                </p:oleObj>
              </mc:Choice>
              <mc:Fallback>
                <p:oleObj name="Equation" r:id="rId1" imgW="56083200" imgH="21640800" progId="Equation.DSMT4">
                  <p:embed/>
                  <p:pic>
                    <p:nvPicPr>
                      <p:cNvPr id="0" name="图片 307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32104" y="1340768"/>
                        <a:ext cx="2336800" cy="904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1"/>
          <p:cNvSpPr txBox="1"/>
          <p:nvPr/>
        </p:nvSpPr>
        <p:spPr>
          <a:xfrm>
            <a:off x="1833823" y="18417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练习4.2.1（2）</a:t>
            </a:r>
            <a:endParaRPr lang="zh-CN" altLang="en-US" b="1" dirty="0" smtClean="0">
              <a:solidFill>
                <a:srgbClr val="00B05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976063" y="839084"/>
            <a:ext cx="2337668" cy="57369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2800" b="1" dirty="0" smtClean="0"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求积分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495600" y="1340768"/>
          <a:ext cx="22971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Equation" r:id="rId3" imgW="54864000" imgH="21336000" progId="Equation.DSMT4">
                  <p:embed/>
                </p:oleObj>
              </mc:Choice>
              <mc:Fallback>
                <p:oleObj name="Equation" r:id="rId3" imgW="54864000" imgH="21336000" progId="Equation.DSMT4">
                  <p:embed/>
                  <p:pic>
                    <p:nvPicPr>
                      <p:cNvPr id="0" name="图片 307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5600" y="1340768"/>
                        <a:ext cx="2297112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1716212" y="2536076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2028367" y="3228012"/>
            <a:ext cx="8070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4.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843014" y="3201490"/>
          <a:ext cx="295116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3" name="Equation" r:id="rId5" imgW="71018400" imgH="14020800" progId="Equation.DSMT4">
                  <p:embed/>
                </p:oleObj>
              </mc:Choice>
              <mc:Fallback>
                <p:oleObj name="Equation" r:id="rId5" imgW="71018400" imgH="14020800" progId="Equation.DSMT4">
                  <p:embed/>
                  <p:pic>
                    <p:nvPicPr>
                      <p:cNvPr id="0" name="图片 307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43014" y="3201490"/>
                        <a:ext cx="2951163" cy="576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5844791" y="3228012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334578" y="3753713"/>
          <a:ext cx="7442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Equation" r:id="rId7" imgW="178612800" imgH="14020800" progId="Equation.DSMT4">
                  <p:embed/>
                </p:oleObj>
              </mc:Choice>
              <mc:Fallback>
                <p:oleObj name="Equation" r:id="rId7" imgW="178612800" imgH="14020800" progId="Equation.DSMT4">
                  <p:embed/>
                  <p:pic>
                    <p:nvPicPr>
                      <p:cNvPr id="0" name="图片 307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4578" y="3753713"/>
                        <a:ext cx="74422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244391" y="4432984"/>
          <a:ext cx="2371726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5" name="Equation" r:id="rId9" imgW="56692800" imgH="14020800" progId="Equation.DSMT4">
                  <p:embed/>
                </p:oleObj>
              </mc:Choice>
              <mc:Fallback>
                <p:oleObj name="Equation" r:id="rId9" imgW="56692800" imgH="14020800" progId="Equation.DSMT4">
                  <p:embed/>
                  <p:pic>
                    <p:nvPicPr>
                      <p:cNvPr id="0" name="图片 307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44391" y="4432984"/>
                        <a:ext cx="2371726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6390133" y="4432984"/>
          <a:ext cx="30607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11" imgW="73456800" imgH="14020800" progId="Equation.DSMT4">
                  <p:embed/>
                </p:oleObj>
              </mc:Choice>
              <mc:Fallback>
                <p:oleObj name="Equation" r:id="rId11" imgW="73456800" imgH="14020800" progId="Equation.DSMT4">
                  <p:embed/>
                  <p:pic>
                    <p:nvPicPr>
                      <p:cNvPr id="0" name="图片 307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90133" y="4432984"/>
                        <a:ext cx="3060700" cy="576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244391" y="5153064"/>
          <a:ext cx="33147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13" imgW="79552800" imgH="14020800" progId="Equation.DSMT4">
                  <p:embed/>
                </p:oleObj>
              </mc:Choice>
              <mc:Fallback>
                <p:oleObj name="Equation" r:id="rId13" imgW="79552800" imgH="14020800" progId="Equation.DSMT4">
                  <p:embed/>
                  <p:pic>
                    <p:nvPicPr>
                      <p:cNvPr id="0" name="图片 307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44391" y="5153064"/>
                        <a:ext cx="3314700" cy="576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408478" y="5124192"/>
          <a:ext cx="2514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Equation" r:id="rId15" imgW="60350400" imgH="11887200" progId="Equation.DSMT4">
                  <p:embed/>
                </p:oleObj>
              </mc:Choice>
              <mc:Fallback>
                <p:oleObj name="Equation" r:id="rId15" imgW="60350400" imgH="11887200" progId="Equation.DSMT4">
                  <p:embed/>
                  <p:pic>
                    <p:nvPicPr>
                      <p:cNvPr id="0" name="图片 3072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08478" y="5124192"/>
                        <a:ext cx="25146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1716673" y="5729128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731787" y="2402512"/>
          <a:ext cx="316388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Equation" r:id="rId17" imgW="75590400" imgH="19812000" progId="Equation.DSMT4">
                  <p:embed/>
                </p:oleObj>
              </mc:Choice>
              <mc:Fallback>
                <p:oleObj name="Equation" r:id="rId17" imgW="75590400" imgH="19812000" progId="Equation.DSMT4">
                  <p:embed/>
                  <p:pic>
                    <p:nvPicPr>
                      <p:cNvPr id="0" name="图片 307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31787" y="2402512"/>
                        <a:ext cx="3163887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023992" y="2378444"/>
          <a:ext cx="45593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0" name="Equation" r:id="rId19" imgW="109423200" imgH="19812000" progId="Equation.DSMT4">
                  <p:embed/>
                </p:oleObj>
              </mc:Choice>
              <mc:Fallback>
                <p:oleObj name="Equation" r:id="rId19" imgW="109423200" imgH="19812000" progId="Equation.DSMT4">
                  <p:embed/>
                  <p:pic>
                    <p:nvPicPr>
                      <p:cNvPr id="0" name="图片 3072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23992" y="2378444"/>
                        <a:ext cx="4559300" cy="828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3612543" y="5729128"/>
            <a:ext cx="6565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(B)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082688" y="502707"/>
            <a:ext cx="403244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第二类换元法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2082800" y="1320006"/>
            <a:ext cx="441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第一类换元法解决的问题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4216400" y="2580798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难求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6578600" y="2577306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易求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3345091" y="1989475"/>
          <a:ext cx="2778359" cy="719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Equation" r:id="rId1" imgW="26212800" imgH="6705600" progId="Equation.DSMT4">
                  <p:embed/>
                </p:oleObj>
              </mc:Choice>
              <mc:Fallback>
                <p:oleObj name="Equation" r:id="rId1" imgW="26212800" imgH="6705600" progId="Equation.DSMT4">
                  <p:embed/>
                  <p:pic>
                    <p:nvPicPr>
                      <p:cNvPr id="0" name="图片 317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5091" y="1989475"/>
                        <a:ext cx="2778359" cy="71943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6148388" y="2032476"/>
          <a:ext cx="15478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Equation" r:id="rId3" imgW="37185600" imgH="14020800" progId="Equation.DSMT4">
                  <p:embed/>
                </p:oleObj>
              </mc:Choice>
              <mc:Fallback>
                <p:oleObj name="Equation" r:id="rId3" imgW="37185600" imgH="14020800" progId="Equation.DSMT4">
                  <p:embed/>
                  <p:pic>
                    <p:nvPicPr>
                      <p:cNvPr id="0" name="图片 317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48388" y="2032476"/>
                        <a:ext cx="15478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14"/>
          <p:cNvSpPr>
            <a:spLocks noChangeShapeType="1"/>
          </p:cNvSpPr>
          <p:nvPr/>
        </p:nvSpPr>
        <p:spPr bwMode="auto">
          <a:xfrm>
            <a:off x="7721600" y="1967706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9" name="Object 15"/>
          <p:cNvGraphicFramePr>
            <a:graphicFrameLocks noChangeAspect="1"/>
          </p:cNvGraphicFramePr>
          <p:nvPr/>
        </p:nvGraphicFramePr>
        <p:xfrm>
          <a:off x="7774328" y="2381469"/>
          <a:ext cx="12315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Equation" r:id="rId5" imgW="29565600" imgH="9448800" progId="Equation.DSMT4">
                  <p:embed/>
                </p:oleObj>
              </mc:Choice>
              <mc:Fallback>
                <p:oleObj name="Equation" r:id="rId5" imgW="29565600" imgH="9448800" progId="Equation.DSMT4">
                  <p:embed/>
                  <p:pic>
                    <p:nvPicPr>
                      <p:cNvPr id="0" name="图片 317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74328" y="2381469"/>
                        <a:ext cx="123156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2082800" y="3203098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若所求积分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17"/>
          <p:cNvGraphicFramePr>
            <a:graphicFrameLocks noChangeAspect="1"/>
          </p:cNvGraphicFramePr>
          <p:nvPr/>
        </p:nvGraphicFramePr>
        <p:xfrm>
          <a:off x="6426430" y="3149938"/>
          <a:ext cx="2712094" cy="724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Equation" r:id="rId7" imgW="25603200" imgH="6705600" progId="Equation.DSMT4">
                  <p:embed/>
                </p:oleObj>
              </mc:Choice>
              <mc:Fallback>
                <p:oleObj name="Equation" r:id="rId7" imgW="25603200" imgH="6705600" progId="Equation.DSMT4">
                  <p:embed/>
                  <p:pic>
                    <p:nvPicPr>
                      <p:cNvPr id="0" name="图片 317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26430" y="3149938"/>
                        <a:ext cx="2712094" cy="72417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9005888" y="3251310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易求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2082800" y="4157821"/>
            <a:ext cx="4343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则得第二类换元积分法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5353050" y="3238658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难求，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" name="Object 21"/>
          <p:cNvGraphicFramePr>
            <a:graphicFrameLocks noChangeAspect="1"/>
          </p:cNvGraphicFramePr>
          <p:nvPr/>
        </p:nvGraphicFramePr>
        <p:xfrm>
          <a:off x="4025900" y="3218338"/>
          <a:ext cx="12573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9" imgW="30175200" imgH="14020800" progId="Equation.DSMT4">
                  <p:embed/>
                </p:oleObj>
              </mc:Choice>
              <mc:Fallback>
                <p:oleObj name="Equation" r:id="rId9" imgW="30175200" imgH="14020800" progId="Equation.DSMT4">
                  <p:embed/>
                  <p:pic>
                    <p:nvPicPr>
                      <p:cNvPr id="0" name="图片 317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25900" y="3218338"/>
                        <a:ext cx="1257300" cy="587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8" grpId="0" bldLvl="0" animBg="1"/>
      <p:bldP spid="10" grpId="0" autoUpdateAnimBg="0"/>
      <p:bldP spid="12" grpId="0" autoUpdateAnimBg="0"/>
      <p:bldP spid="13" grpId="0" autoUpdateAnimBg="0"/>
      <p:bldP spid="1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3"/>
              <p:cNvSpPr>
                <a:spLocks noChangeArrowheads="1"/>
              </p:cNvSpPr>
              <p:nvPr/>
            </p:nvSpPr>
            <p:spPr bwMode="auto">
              <a:xfrm>
                <a:off x="1640840" y="231775"/>
                <a:ext cx="5487670" cy="609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r>
                  <a:rPr lang="zh-CN" altLang="en-US" sz="2800" b="1" dirty="0" smtClean="0">
                    <a:solidFill>
                      <a:srgbClr val="7030A0"/>
                    </a:solidFill>
                    <a:ea typeface="楷体_GB2312" pitchFamily="49" charset="-122"/>
                  </a:rPr>
                  <a:t>定理</a:t>
                </a:r>
                <a:r>
                  <a:rPr lang="en-US" altLang="zh-CN" sz="2800" b="1" dirty="0" smtClean="0">
                    <a:solidFill>
                      <a:srgbClr val="7030A0"/>
                    </a:solidFill>
                    <a:ea typeface="楷体_GB2312" pitchFamily="49" charset="-122"/>
                  </a:rPr>
                  <a:t>4.2.2 </a:t>
                </a:r>
                <a:r>
                  <a:rPr lang="zh-CN" altLang="en-US" sz="2800" b="1" dirty="0">
                    <a:ea typeface="楷体_GB2312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charset="0"/>
                        <a:ea typeface="楷体_GB2312" pitchFamily="49" charset="-122"/>
                        <a:cs typeface="Cambria Math" panose="02040503050406030204" charset="0"/>
                      </a:rPr>
                      <m:t>𝒇</m:t>
                    </m:r>
                    <m:r>
                      <a:rPr lang="en-US" altLang="zh-CN" sz="2800" b="1" i="1" dirty="0">
                        <a:latin typeface="Cambria Math" panose="02040503050406030204" charset="0"/>
                        <a:ea typeface="楷体_GB2312" pitchFamily="49" charset="-122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charset="0"/>
                        <a:ea typeface="楷体_GB2312" pitchFamily="49" charset="-122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sz="2800" b="1" i="1" dirty="0">
                        <a:latin typeface="Cambria Math" panose="02040503050406030204" charset="0"/>
                        <a:ea typeface="楷体_GB2312" pitchFamily="49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ea typeface="楷体_GB2312" pitchFamily="49" charset="-122"/>
                  </a:rPr>
                  <a:t>连续，</a:t>
                </a:r>
                <a:endParaRPr lang="zh-CN" altLang="en-US" sz="2800" b="1" i="1" dirty="0">
                  <a:latin typeface="宋体" panose="02010600030101010101" pitchFamily="2" charset="-122"/>
                  <a:ea typeface="宋体" panose="02010600030101010101" pitchFamily="2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0840" y="231775"/>
                <a:ext cx="5487670" cy="6096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ct 24"/>
          <p:cNvGraphicFramePr>
            <a:graphicFrameLocks noChangeAspect="1"/>
          </p:cNvGraphicFramePr>
          <p:nvPr/>
        </p:nvGraphicFramePr>
        <p:xfrm>
          <a:off x="5388903" y="339640"/>
          <a:ext cx="120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9" name="Equation" r:id="rId2" imgW="28956000" imgH="9448800" progId="Equation.DSMT4">
                  <p:embed/>
                </p:oleObj>
              </mc:Choice>
              <mc:Fallback>
                <p:oleObj name="Equation" r:id="rId2" imgW="28956000" imgH="9448800" progId="Equation.DSMT4">
                  <p:embed/>
                  <p:pic>
                    <p:nvPicPr>
                      <p:cNvPr id="0" name="图片 32768"/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88903" y="339640"/>
                        <a:ext cx="1206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5"/>
          <p:cNvSpPr txBox="1">
            <a:spLocks noChangeArrowheads="1"/>
          </p:cNvSpPr>
          <p:nvPr/>
        </p:nvSpPr>
        <p:spPr bwMode="auto">
          <a:xfrm>
            <a:off x="6595403" y="275505"/>
            <a:ext cx="3581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是单调可导函数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" name="Object 27"/>
          <p:cNvGraphicFramePr>
            <a:graphicFrameLocks noChangeAspect="1"/>
          </p:cNvGraphicFramePr>
          <p:nvPr/>
        </p:nvGraphicFramePr>
        <p:xfrm>
          <a:off x="1762984" y="845602"/>
          <a:ext cx="3957638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Equation" r:id="rId4" imgW="95402400" imgH="14020800" progId="Equation.DSMT4">
                  <p:embed/>
                </p:oleObj>
              </mc:Choice>
              <mc:Fallback>
                <p:oleObj name="Equation" r:id="rId4" imgW="95402400" imgH="14020800" progId="Equation.DSMT4">
                  <p:embed/>
                  <p:pic>
                    <p:nvPicPr>
                      <p:cNvPr id="0" name="图片 32769"/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62984" y="845602"/>
                        <a:ext cx="3957638" cy="579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9"/>
          <p:cNvGraphicFramePr>
            <a:graphicFrameLocks noChangeAspect="1"/>
          </p:cNvGraphicFramePr>
          <p:nvPr/>
        </p:nvGraphicFramePr>
        <p:xfrm>
          <a:off x="3682023" y="1494070"/>
          <a:ext cx="4965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Equation" r:id="rId6" imgW="119176800" imgH="15849600" progId="Equation.DSMT4">
                  <p:embed/>
                </p:oleObj>
              </mc:Choice>
              <mc:Fallback>
                <p:oleObj name="Equation" r:id="rId6" imgW="119176800" imgH="15849600" progId="Equation.DSMT4">
                  <p:embed/>
                  <p:pic>
                    <p:nvPicPr>
                      <p:cNvPr id="0" name="图片 32770"/>
                      <p:cNvPicPr>
                        <a:picLocks noChangeAspect="1"/>
                      </p:cNvPicPr>
                      <p:nvPr/>
                    </p:nvPicPr>
                    <p:blipFill>
                      <a:blip r:embed="rId7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82023" y="1494070"/>
                        <a:ext cx="4965700" cy="660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1"/>
          <p:cNvSpPr txBox="1">
            <a:spLocks noChangeArrowheads="1"/>
          </p:cNvSpPr>
          <p:nvPr/>
        </p:nvSpPr>
        <p:spPr bwMode="auto">
          <a:xfrm>
            <a:off x="5858803" y="852720"/>
            <a:ext cx="2438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则有换元公式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2181191" y="2193363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即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728389" y="2138732"/>
          <a:ext cx="3690938" cy="5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Equation" r:id="rId8" imgW="88392000" imgH="14020800" progId="Equation.DSMT4">
                  <p:embed/>
                </p:oleObj>
              </mc:Choice>
              <mc:Fallback>
                <p:oleObj name="Equation" r:id="rId8" imgW="88392000" imgH="14020800" progId="Equation.DSMT4">
                  <p:embed/>
                  <p:pic>
                    <p:nvPicPr>
                      <p:cNvPr id="0" name="图片 32771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28389" y="2138732"/>
                        <a:ext cx="3690938" cy="577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1757646" y="2837868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证：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68667" y="2829613"/>
            <a:ext cx="71501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因为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连续，其原函数必存在，由第一类换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1762562" y="3336635"/>
            <a:ext cx="30429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元法知，成立等式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858709" y="3710623"/>
          <a:ext cx="42338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Equation" r:id="rId10" imgW="101498400" imgH="14020800" progId="Equation.DSMT4">
                  <p:embed/>
                </p:oleObj>
              </mc:Choice>
              <mc:Fallback>
                <p:oleObj name="Equation" r:id="rId10" imgW="101498400" imgH="14020800" progId="Equation.DSMT4">
                  <p:embed/>
                  <p:pic>
                    <p:nvPicPr>
                      <p:cNvPr id="0" name="图片 32772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58709" y="3710623"/>
                        <a:ext cx="4233863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2279576" y="4365104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由已知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564297" y="4385042"/>
          <a:ext cx="390525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Equation" r:id="rId12" imgW="93573600" imgH="14020800" progId="Equation.DSMT4">
                  <p:embed/>
                </p:oleObj>
              </mc:Choice>
              <mc:Fallback>
                <p:oleObj name="Equation" r:id="rId12" imgW="93573600" imgH="14020800" progId="Equation.DSMT4">
                  <p:embed/>
                  <p:pic>
                    <p:nvPicPr>
                      <p:cNvPr id="0" name="图片 32773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564297" y="4385042"/>
                        <a:ext cx="390525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7442872" y="4398377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和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007557" y="4308569"/>
          <a:ext cx="2589213" cy="676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Equation" r:id="rId14" imgW="62484000" imgH="16459200" progId="Equation.DSMT4">
                  <p:embed/>
                </p:oleObj>
              </mc:Choice>
              <mc:Fallback>
                <p:oleObj name="Equation" r:id="rId14" imgW="62484000" imgH="16459200" progId="Equation.DSMT4">
                  <p:embed/>
                  <p:pic>
                    <p:nvPicPr>
                      <p:cNvPr id="0" name="图片 32774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007557" y="4308569"/>
                        <a:ext cx="2589213" cy="67627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1847528" y="4960332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就得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726533" y="4994005"/>
          <a:ext cx="369093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Equation" r:id="rId16" imgW="88392000" imgH="14020800" progId="Equation.DSMT4">
                  <p:embed/>
                </p:oleObj>
              </mc:Choice>
              <mc:Fallback>
                <p:oleObj name="Equation" r:id="rId16" imgW="88392000" imgH="14020800" progId="Equation.DSMT4">
                  <p:embed/>
                  <p:pic>
                    <p:nvPicPr>
                      <p:cNvPr id="0" name="图片 32775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26533" y="4994005"/>
                        <a:ext cx="3690937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 bwMode="auto">
          <a:xfrm>
            <a:off x="6482417" y="5023684"/>
            <a:ext cx="9867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证毕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2009604" y="5569799"/>
            <a:ext cx="447294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注意：本定理的证明不要求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483008" y="5622494"/>
          <a:ext cx="1168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7" name="Equation" r:id="rId17" imgW="28041600" imgH="9753600" progId="Equation.DSMT4">
                  <p:embed/>
                </p:oleObj>
              </mc:Choice>
              <mc:Fallback>
                <p:oleObj name="Equation" r:id="rId17" imgW="28041600" imgH="9753600" progId="Equation.DSMT4">
                  <p:embed/>
                  <p:pic>
                    <p:nvPicPr>
                      <p:cNvPr id="0" name="图片 32776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83008" y="5622494"/>
                        <a:ext cx="1168400" cy="4064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utoUpdateAnimBg="0"/>
      <p:bldP spid="8" grpId="0"/>
      <p:bldP spid="10" grpId="0"/>
      <p:bldP spid="11" grpId="0"/>
      <p:bldP spid="12" grpId="0"/>
      <p:bldP spid="15" grpId="0"/>
      <p:bldP spid="18" grpId="0"/>
      <p:bldP spid="21" grpId="0"/>
      <p:bldP spid="23" grpId="0"/>
      <p:bldP spid="24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356485" y="2117090"/>
            <a:ext cx="1554480" cy="5219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1.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代换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279799" y="762293"/>
            <a:ext cx="2735580" cy="7067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40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换元步骤：</a:t>
            </a:r>
            <a:endParaRPr kumimoji="1" lang="zh-CN" altLang="en-US" sz="40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402205" y="2837180"/>
            <a:ext cx="2139950" cy="52197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微分代换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2428875" y="3629660"/>
            <a:ext cx="1651000" cy="5219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3.积分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2475865" y="4421505"/>
            <a:ext cx="2375535" cy="5219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4.反函数代回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945911" y="2117953"/>
          <a:ext cx="1323871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3" name="Equation" r:id="rId1" imgW="28956000" imgH="9448800" progId="Equation.DSMT4">
                  <p:embed/>
                </p:oleObj>
              </mc:Choice>
              <mc:Fallback>
                <p:oleObj name="Equation" r:id="rId1" imgW="28956000" imgH="9448800" progId="Equation.DSMT4">
                  <p:embed/>
                  <p:pic>
                    <p:nvPicPr>
                      <p:cNvPr id="0" name="图片 3379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45911" y="2117953"/>
                        <a:ext cx="1323871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945698" y="2838768"/>
          <a:ext cx="18090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Equation" r:id="rId3" imgW="40843200" imgH="9753600" progId="Equation.DSMT4">
                  <p:embed/>
                </p:oleObj>
              </mc:Choice>
              <mc:Fallback>
                <p:oleObj name="Equation" r:id="rId3" imgW="40843200" imgH="9753600" progId="Equation.DSMT4">
                  <p:embed/>
                  <p:pic>
                    <p:nvPicPr>
                      <p:cNvPr id="0" name="图片 3379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45698" y="2838768"/>
                        <a:ext cx="1809000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014922" y="3517950"/>
          <a:ext cx="3957637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Equation" r:id="rId5" imgW="95402400" imgH="14020800" progId="Equation.DSMT4">
                  <p:embed/>
                </p:oleObj>
              </mc:Choice>
              <mc:Fallback>
                <p:oleObj name="Equation" r:id="rId5" imgW="95402400" imgH="14020800" progId="Equation.DSMT4">
                  <p:embed/>
                  <p:pic>
                    <p:nvPicPr>
                      <p:cNvPr id="0" name="图片 33794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14922" y="3517950"/>
                        <a:ext cx="3957637" cy="579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961743" y="4344972"/>
          <a:ext cx="2589213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Equation" r:id="rId7" imgW="62484000" imgH="16459200" progId="Equation.DSMT4">
                  <p:embed/>
                </p:oleObj>
              </mc:Choice>
              <mc:Fallback>
                <p:oleObj name="Equation" r:id="rId7" imgW="62484000" imgH="16459200" progId="Equation.DSMT4">
                  <p:embed/>
                  <p:pic>
                    <p:nvPicPr>
                      <p:cNvPr id="0" name="图片 337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61743" y="4344972"/>
                        <a:ext cx="2589213" cy="6762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015230" y="4388168"/>
          <a:ext cx="1524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Equation" r:id="rId9" imgW="36576000" imgH="13106400" progId="Equation.DSMT4">
                  <p:embed/>
                </p:oleObj>
              </mc:Choice>
              <mc:Fallback>
                <p:oleObj name="Equation" r:id="rId9" imgW="36576000" imgH="13106400" progId="Equation.DSMT4">
                  <p:embed/>
                  <p:pic>
                    <p:nvPicPr>
                      <p:cNvPr id="0" name="图片 337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5230" y="4388168"/>
                        <a:ext cx="15240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 bldLvl="0" animBg="1"/>
      <p:bldP spid="5" grpId="0" bldLvl="0" animBg="1"/>
      <p:bldP spid="6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26"/>
          <p:cNvSpPr txBox="1">
            <a:spLocks noChangeArrowheads="1"/>
          </p:cNvSpPr>
          <p:nvPr/>
        </p:nvSpPr>
        <p:spPr bwMode="auto">
          <a:xfrm>
            <a:off x="2250127" y="893460"/>
            <a:ext cx="2286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 </a:t>
            </a:r>
            <a:r>
              <a:rPr lang="zh-CN" altLang="en-US" sz="2800" b="1" dirty="0"/>
              <a:t>求积分</a:t>
            </a:r>
            <a:endParaRPr lang="zh-CN" altLang="en-US" sz="2800" b="1" dirty="0"/>
          </a:p>
        </p:txBody>
      </p:sp>
      <p:graphicFrame>
        <p:nvGraphicFramePr>
          <p:cNvPr id="3" name="Object 1027"/>
          <p:cNvGraphicFramePr>
            <a:graphicFrameLocks noChangeAspect="1"/>
          </p:cNvGraphicFramePr>
          <p:nvPr/>
        </p:nvGraphicFramePr>
        <p:xfrm>
          <a:off x="4501629" y="580070"/>
          <a:ext cx="3302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7" name="Equation" r:id="rId1" imgW="79248000" imgH="23164800" progId="Equation.DSMT4">
                  <p:embed/>
                </p:oleObj>
              </mc:Choice>
              <mc:Fallback>
                <p:oleObj name="Equation" r:id="rId1" imgW="79248000" imgH="23164800" progId="Equation.DSMT4">
                  <p:embed/>
                  <p:pic>
                    <p:nvPicPr>
                      <p:cNvPr id="0" name="图片 348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01629" y="580070"/>
                        <a:ext cx="33020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028"/>
          <p:cNvGrpSpPr/>
          <p:nvPr/>
        </p:nvGrpSpPr>
        <p:grpSpPr bwMode="auto">
          <a:xfrm>
            <a:off x="2393429" y="1678620"/>
            <a:ext cx="3136900" cy="522288"/>
            <a:chOff x="816" y="1248"/>
            <a:chExt cx="1976" cy="329"/>
          </a:xfrm>
        </p:grpSpPr>
        <p:sp>
          <p:nvSpPr>
            <p:cNvPr id="5" name="Text Box 1029"/>
            <p:cNvSpPr txBox="1">
              <a:spLocks noChangeArrowheads="1"/>
            </p:cNvSpPr>
            <p:nvPr/>
          </p:nvSpPr>
          <p:spPr bwMode="auto">
            <a:xfrm>
              <a:off x="816" y="1248"/>
              <a:ext cx="197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 smtClean="0">
                  <a:solidFill>
                    <a:srgbClr val="7030A0"/>
                  </a:solidFill>
                  <a:ea typeface="黑体" panose="02010609060101010101" pitchFamily="49" charset="-122"/>
                </a:rPr>
                <a:t>解：</a:t>
              </a:r>
              <a:r>
                <a:rPr lang="zh-CN" altLang="en-US" sz="2800" dirty="0" smtClean="0"/>
                <a:t>  </a:t>
              </a:r>
              <a:r>
                <a:rPr lang="zh-CN" altLang="en-US" sz="2800" b="1" dirty="0"/>
                <a:t>令</a:t>
              </a:r>
              <a:endParaRPr lang="zh-CN" altLang="en-US" sz="2800" b="1" dirty="0"/>
            </a:p>
          </p:txBody>
        </p:sp>
        <p:graphicFrame>
          <p:nvGraphicFramePr>
            <p:cNvPr id="6" name="Object 1030"/>
            <p:cNvGraphicFramePr>
              <a:graphicFrameLocks noChangeAspect="1"/>
            </p:cNvGraphicFramePr>
            <p:nvPr/>
          </p:nvGraphicFramePr>
          <p:xfrm>
            <a:off x="1728" y="1248"/>
            <a:ext cx="92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91" name="公式" r:id="rId3" imgW="35356800" imgH="10058400" progId="Equation.3">
                    <p:embed/>
                  </p:oleObj>
                </mc:Choice>
                <mc:Fallback>
                  <p:oleObj name="公式" r:id="rId3" imgW="35356800" imgH="10058400" progId="Equation.3">
                    <p:embed/>
                    <p:pic>
                      <p:nvPicPr>
                        <p:cNvPr id="0" name="图片 3499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28" y="1248"/>
                          <a:ext cx="928" cy="2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1031"/>
          <p:cNvGraphicFramePr>
            <a:graphicFrameLocks noChangeAspect="1"/>
          </p:cNvGraphicFramePr>
          <p:nvPr/>
        </p:nvGraphicFramePr>
        <p:xfrm>
          <a:off x="5428729" y="1688145"/>
          <a:ext cx="2197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2" name="Equation" r:id="rId5" imgW="52730400" imgH="11582400" progId="Equation.DSMT4">
                  <p:embed/>
                </p:oleObj>
              </mc:Choice>
              <mc:Fallback>
                <p:oleObj name="Equation" r:id="rId5" imgW="52730400" imgH="11582400" progId="Equation.DSMT4">
                  <p:embed/>
                  <p:pic>
                    <p:nvPicPr>
                      <p:cNvPr id="0" name="图片 3499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28729" y="1688145"/>
                        <a:ext cx="21971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32"/>
          <p:cNvGraphicFramePr>
            <a:graphicFrameLocks noChangeAspect="1"/>
          </p:cNvGraphicFramePr>
          <p:nvPr/>
        </p:nvGraphicFramePr>
        <p:xfrm>
          <a:off x="2412479" y="2212020"/>
          <a:ext cx="3213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3" name="Equation" r:id="rId7" imgW="77114400" imgH="23164800" progId="Equation.DSMT4">
                  <p:embed/>
                </p:oleObj>
              </mc:Choice>
              <mc:Fallback>
                <p:oleObj name="Equation" r:id="rId7" imgW="77114400" imgH="23164800" progId="Equation.DSMT4">
                  <p:embed/>
                  <p:pic>
                    <p:nvPicPr>
                      <p:cNvPr id="0" name="图片 3499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12479" y="2212020"/>
                        <a:ext cx="32131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33"/>
          <p:cNvGraphicFramePr>
            <a:graphicFrameLocks noChangeAspect="1"/>
          </p:cNvGraphicFramePr>
          <p:nvPr/>
        </p:nvGraphicFramePr>
        <p:xfrm>
          <a:off x="5730354" y="2275520"/>
          <a:ext cx="2603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4" name="Equation" r:id="rId9" imgW="62484000" imgH="21640800" progId="Equation.DSMT4">
                  <p:embed/>
                </p:oleObj>
              </mc:Choice>
              <mc:Fallback>
                <p:oleObj name="Equation" r:id="rId9" imgW="62484000" imgH="21640800" progId="Equation.DSMT4">
                  <p:embed/>
                  <p:pic>
                    <p:nvPicPr>
                      <p:cNvPr id="0" name="图片 3499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30354" y="2275520"/>
                        <a:ext cx="2603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34"/>
          <p:cNvGraphicFramePr>
            <a:graphicFrameLocks noChangeAspect="1"/>
          </p:cNvGraphicFramePr>
          <p:nvPr/>
        </p:nvGraphicFramePr>
        <p:xfrm>
          <a:off x="8442815" y="2197733"/>
          <a:ext cx="1790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5" name="Equation" r:id="rId11" imgW="42976800" imgH="22860000" progId="Equation.DSMT4">
                  <p:embed/>
                </p:oleObj>
              </mc:Choice>
              <mc:Fallback>
                <p:oleObj name="Equation" r:id="rId11" imgW="42976800" imgH="22860000" progId="Equation.DSMT4">
                  <p:embed/>
                  <p:pic>
                    <p:nvPicPr>
                      <p:cNvPr id="0" name="图片 3499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442815" y="2197733"/>
                        <a:ext cx="17907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35"/>
          <p:cNvGraphicFramePr>
            <a:graphicFrameLocks noChangeAspect="1"/>
          </p:cNvGraphicFramePr>
          <p:nvPr/>
        </p:nvGraphicFramePr>
        <p:xfrm>
          <a:off x="5314468" y="3609055"/>
          <a:ext cx="48514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6" name="公式" r:id="rId13" imgW="116433600" imgH="11887200" progId="Equation.3">
                  <p:embed/>
                </p:oleObj>
              </mc:Choice>
              <mc:Fallback>
                <p:oleObj name="公式" r:id="rId13" imgW="116433600" imgH="11887200" progId="Equation.3">
                  <p:embed/>
                  <p:pic>
                    <p:nvPicPr>
                      <p:cNvPr id="0" name="图片 3499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14468" y="3609055"/>
                        <a:ext cx="4851400" cy="493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36"/>
          <p:cNvGraphicFramePr>
            <a:graphicFrameLocks noChangeAspect="1"/>
          </p:cNvGraphicFramePr>
          <p:nvPr/>
        </p:nvGraphicFramePr>
        <p:xfrm>
          <a:off x="2393429" y="4515800"/>
          <a:ext cx="79486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7" name="Equation" r:id="rId15" imgW="78943200" imgH="5791200" progId="Equation.DSMT4">
                  <p:embed/>
                </p:oleObj>
              </mc:Choice>
              <mc:Fallback>
                <p:oleObj name="Equation" r:id="rId15" imgW="78943200" imgH="5791200" progId="Equation.DSMT4">
                  <p:embed/>
                  <p:pic>
                    <p:nvPicPr>
                      <p:cNvPr id="0" name="图片 3499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93429" y="4515800"/>
                        <a:ext cx="7948613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037"/>
          <p:cNvSpPr txBox="1">
            <a:spLocks noChangeArrowheads="1"/>
          </p:cNvSpPr>
          <p:nvPr/>
        </p:nvSpPr>
        <p:spPr bwMode="auto">
          <a:xfrm>
            <a:off x="1839925" y="5281399"/>
            <a:ext cx="167640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chemeClr val="accent5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经验：</a:t>
            </a:r>
            <a:endParaRPr lang="zh-CN" altLang="en-US" sz="2800" dirty="0" smtClean="0">
              <a:solidFill>
                <a:schemeClr val="accent5">
                  <a:lumMod val="60000"/>
                  <a:lumOff val="40000"/>
                </a:schemeClr>
              </a:solidFill>
              <a:ea typeface="黑体" panose="02010609060101010101" pitchFamily="49" charset="-122"/>
            </a:endParaRPr>
          </a:p>
        </p:txBody>
      </p:sp>
      <p:sp>
        <p:nvSpPr>
          <p:cNvPr id="14" name="Rectangle 1038"/>
          <p:cNvSpPr>
            <a:spLocks noChangeArrowheads="1"/>
          </p:cNvSpPr>
          <p:nvPr/>
        </p:nvSpPr>
        <p:spPr bwMode="auto">
          <a:xfrm>
            <a:off x="2968625" y="5281295"/>
            <a:ext cx="776160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无理函数去根号时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取根指数的</a:t>
            </a:r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最小公倍数</a:t>
            </a:r>
            <a:r>
              <a:rPr lang="en-US" altLang="zh-CN" sz="2800" b="1" dirty="0"/>
              <a:t>.</a:t>
            </a:r>
            <a:endParaRPr lang="en-US" altLang="zh-CN" sz="2800" b="1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393429" y="3267683"/>
          <a:ext cx="2781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8" name="Equation" r:id="rId17" imgW="66751200" imgH="25603200" progId="Equation.DSMT4">
                  <p:embed/>
                </p:oleObj>
              </mc:Choice>
              <mc:Fallback>
                <p:oleObj name="Equation" r:id="rId17" imgW="66751200" imgH="25603200" progId="Equation.DSMT4">
                  <p:embed/>
                  <p:pic>
                    <p:nvPicPr>
                      <p:cNvPr id="0" name="图片 3499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93429" y="3267683"/>
                        <a:ext cx="278130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2110790" y="188640"/>
            <a:ext cx="25657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1.根式代换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 autoUpdateAnimBg="0"/>
      <p:bldP spid="14" grpId="0" bldLvl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26"/>
          <p:cNvSpPr txBox="1">
            <a:spLocks noChangeArrowheads="1"/>
          </p:cNvSpPr>
          <p:nvPr/>
        </p:nvSpPr>
        <p:spPr bwMode="auto">
          <a:xfrm>
            <a:off x="2135560" y="535286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13.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   </a:t>
            </a:r>
            <a:r>
              <a:rPr lang="zh-CN" altLang="en-US" sz="2800" b="1" dirty="0"/>
              <a:t>求</a:t>
            </a:r>
            <a:endParaRPr lang="zh-CN" altLang="en-US" sz="2800" b="1" dirty="0"/>
          </a:p>
        </p:txBody>
      </p:sp>
      <p:sp>
        <p:nvSpPr>
          <p:cNvPr id="3" name="Text Box 1027"/>
          <p:cNvSpPr txBox="1">
            <a:spLocks noChangeArrowheads="1"/>
          </p:cNvSpPr>
          <p:nvPr/>
        </p:nvSpPr>
        <p:spPr bwMode="auto">
          <a:xfrm>
            <a:off x="2135560" y="1468736"/>
            <a:ext cx="86409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1028"/>
          <p:cNvGraphicFramePr>
            <a:graphicFrameLocks noChangeAspect="1"/>
          </p:cNvGraphicFramePr>
          <p:nvPr/>
        </p:nvGraphicFramePr>
        <p:xfrm>
          <a:off x="3791744" y="293192"/>
          <a:ext cx="17907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1" name="Equation" r:id="rId1" imgW="42976800" imgH="24079200" progId="Equation.DSMT4">
                  <p:embed/>
                </p:oleObj>
              </mc:Choice>
              <mc:Fallback>
                <p:oleObj name="Equation" r:id="rId1" imgW="42976800" imgH="24079200" progId="Equation.DSMT4">
                  <p:embed/>
                  <p:pic>
                    <p:nvPicPr>
                      <p:cNvPr id="0" name="图片 358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1744" y="293192"/>
                        <a:ext cx="1790700" cy="1003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029"/>
          <p:cNvGrpSpPr/>
          <p:nvPr/>
        </p:nvGrpSpPr>
        <p:grpSpPr bwMode="auto">
          <a:xfrm>
            <a:off x="3112638" y="1473498"/>
            <a:ext cx="2127250" cy="522288"/>
            <a:chOff x="1200" y="1108"/>
            <a:chExt cx="1340" cy="329"/>
          </a:xfrm>
        </p:grpSpPr>
        <p:graphicFrame>
          <p:nvGraphicFramePr>
            <p:cNvPr id="6" name="Object 1030"/>
            <p:cNvGraphicFramePr>
              <a:graphicFrameLocks noChangeAspect="1"/>
            </p:cNvGraphicFramePr>
            <p:nvPr/>
          </p:nvGraphicFramePr>
          <p:xfrm>
            <a:off x="1588" y="1116"/>
            <a:ext cx="95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2" name="Equation" r:id="rId3" imgW="36271200" imgH="11887200" progId="Equation.DSMT4">
                    <p:embed/>
                  </p:oleObj>
                </mc:Choice>
                <mc:Fallback>
                  <p:oleObj name="Equation" r:id="rId3" imgW="36271200" imgH="11887200" progId="Equation.DSMT4">
                    <p:embed/>
                    <p:pic>
                      <p:nvPicPr>
                        <p:cNvPr id="0" name="图片 358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88" y="1116"/>
                          <a:ext cx="952" cy="31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1031"/>
            <p:cNvSpPr txBox="1">
              <a:spLocks noChangeArrowheads="1"/>
            </p:cNvSpPr>
            <p:nvPr/>
          </p:nvSpPr>
          <p:spPr bwMode="auto">
            <a:xfrm>
              <a:off x="1200" y="1108"/>
              <a:ext cx="33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/>
                <a:t>令</a:t>
              </a:r>
              <a:endParaRPr lang="zh-CN" altLang="en-US" sz="2800" b="1" dirty="0"/>
            </a:p>
          </p:txBody>
        </p:sp>
      </p:grpSp>
      <p:graphicFrame>
        <p:nvGraphicFramePr>
          <p:cNvPr id="8" name="Object 1032"/>
          <p:cNvGraphicFramePr>
            <a:graphicFrameLocks noChangeAspect="1"/>
          </p:cNvGraphicFramePr>
          <p:nvPr/>
        </p:nvGraphicFramePr>
        <p:xfrm>
          <a:off x="5505450" y="1557338"/>
          <a:ext cx="189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Equation" r:id="rId5" imgW="45415200" imgH="10363200" progId="Equation.DSMT4">
                  <p:embed/>
                </p:oleObj>
              </mc:Choice>
              <mc:Fallback>
                <p:oleObj name="Equation" r:id="rId5" imgW="45415200" imgH="10363200" progId="Equation.DSMT4">
                  <p:embed/>
                  <p:pic>
                    <p:nvPicPr>
                      <p:cNvPr id="0" name="图片 358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05450" y="1557338"/>
                        <a:ext cx="18923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33"/>
          <p:cNvGraphicFramePr>
            <a:graphicFrameLocks noChangeAspect="1"/>
          </p:cNvGraphicFramePr>
          <p:nvPr/>
        </p:nvGraphicFramePr>
        <p:xfrm>
          <a:off x="5711825" y="2162175"/>
          <a:ext cx="2019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Equation" r:id="rId7" imgW="48463200" imgH="21336000" progId="Equation.DSMT4">
                  <p:embed/>
                </p:oleObj>
              </mc:Choice>
              <mc:Fallback>
                <p:oleObj name="Equation" r:id="rId7" imgW="48463200" imgH="21336000" progId="Equation.DSMT4">
                  <p:embed/>
                  <p:pic>
                    <p:nvPicPr>
                      <p:cNvPr id="0" name="图片 358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11825" y="2162175"/>
                        <a:ext cx="2019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34"/>
          <p:cNvGraphicFramePr>
            <a:graphicFrameLocks noChangeAspect="1"/>
          </p:cNvGraphicFramePr>
          <p:nvPr/>
        </p:nvGraphicFramePr>
        <p:xfrm>
          <a:off x="2808288" y="3187700"/>
          <a:ext cx="17907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5" name="Equation" r:id="rId9" imgW="42976800" imgH="24079200" progId="Equation.DSMT4">
                  <p:embed/>
                </p:oleObj>
              </mc:Choice>
              <mc:Fallback>
                <p:oleObj name="Equation" r:id="rId9" imgW="42976800" imgH="24079200" progId="Equation.DSMT4">
                  <p:embed/>
                  <p:pic>
                    <p:nvPicPr>
                      <p:cNvPr id="0" name="图片 358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08288" y="3187700"/>
                        <a:ext cx="1790700" cy="1003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35"/>
          <p:cNvGraphicFramePr>
            <a:graphicFrameLocks noChangeAspect="1"/>
          </p:cNvGraphicFramePr>
          <p:nvPr/>
        </p:nvGraphicFramePr>
        <p:xfrm>
          <a:off x="4786313" y="3213100"/>
          <a:ext cx="1689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6" name="Equation" r:id="rId11" imgW="40538400" imgH="21336000" progId="Equation.DSMT4">
                  <p:embed/>
                </p:oleObj>
              </mc:Choice>
              <mc:Fallback>
                <p:oleObj name="Equation" r:id="rId11" imgW="40538400" imgH="21336000" progId="Equation.DSMT4">
                  <p:embed/>
                  <p:pic>
                    <p:nvPicPr>
                      <p:cNvPr id="0" name="图片 358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86313" y="3213100"/>
                        <a:ext cx="16891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36"/>
          <p:cNvGraphicFramePr>
            <a:graphicFrameLocks noChangeAspect="1"/>
          </p:cNvGraphicFramePr>
          <p:nvPr/>
        </p:nvGraphicFramePr>
        <p:xfrm>
          <a:off x="6759575" y="3205163"/>
          <a:ext cx="28829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name="Equation" r:id="rId13" imgW="69189600" imgH="24079200" progId="Equation.DSMT4">
                  <p:embed/>
                </p:oleObj>
              </mc:Choice>
              <mc:Fallback>
                <p:oleObj name="Equation" r:id="rId13" imgW="69189600" imgH="24079200" progId="Equation.DSMT4">
                  <p:embed/>
                  <p:pic>
                    <p:nvPicPr>
                      <p:cNvPr id="0" name="图片 358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59575" y="3205163"/>
                        <a:ext cx="2882900" cy="1003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37"/>
          <p:cNvGraphicFramePr>
            <a:graphicFrameLocks noChangeAspect="1"/>
          </p:cNvGraphicFramePr>
          <p:nvPr/>
        </p:nvGraphicFramePr>
        <p:xfrm>
          <a:off x="2871788" y="4552950"/>
          <a:ext cx="1930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8" name="Equation" r:id="rId15" imgW="46329600" imgH="22555200" progId="Equation.DSMT4">
                  <p:embed/>
                </p:oleObj>
              </mc:Choice>
              <mc:Fallback>
                <p:oleObj name="Equation" r:id="rId15" imgW="46329600" imgH="22555200" progId="Equation.DSMT4">
                  <p:embed/>
                  <p:pic>
                    <p:nvPicPr>
                      <p:cNvPr id="0" name="图片 3584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71788" y="4552950"/>
                        <a:ext cx="19304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38"/>
          <p:cNvGraphicFramePr>
            <a:graphicFrameLocks noChangeAspect="1"/>
          </p:cNvGraphicFramePr>
          <p:nvPr/>
        </p:nvGraphicFramePr>
        <p:xfrm>
          <a:off x="5087938" y="4641850"/>
          <a:ext cx="368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" name="Equation" r:id="rId17" imgW="88392000" imgH="17678400" progId="Equation.DSMT4">
                  <p:embed/>
                </p:oleObj>
              </mc:Choice>
              <mc:Fallback>
                <p:oleObj name="Equation" r:id="rId17" imgW="88392000" imgH="17678400" progId="Equation.DSMT4">
                  <p:embed/>
                  <p:pic>
                    <p:nvPicPr>
                      <p:cNvPr id="0" name="图片 3584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087938" y="4641850"/>
                        <a:ext cx="36830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39"/>
          <p:cNvGraphicFramePr>
            <a:graphicFrameLocks noChangeAspect="1"/>
          </p:cNvGraphicFramePr>
          <p:nvPr/>
        </p:nvGraphicFramePr>
        <p:xfrm>
          <a:off x="3278188" y="2305050"/>
          <a:ext cx="1981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0" name="Equation" r:id="rId19" imgW="47548800" imgH="14020800" progId="Equation.DSMT4">
                  <p:embed/>
                </p:oleObj>
              </mc:Choice>
              <mc:Fallback>
                <p:oleObj name="Equation" r:id="rId19" imgW="47548800" imgH="14020800" progId="Equation.DSMT4">
                  <p:embed/>
                  <p:pic>
                    <p:nvPicPr>
                      <p:cNvPr id="0" name="图片 3584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78188" y="2305050"/>
                        <a:ext cx="19812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82470" y="743267"/>
            <a:ext cx="2209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:14.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639820" y="679132"/>
          <a:ext cx="3149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5" name="Equation" r:id="rId1" imgW="75590400" imgH="15240000" progId="Equation.DSMT4">
                  <p:embed/>
                </p:oleObj>
              </mc:Choice>
              <mc:Fallback>
                <p:oleObj name="Equation" r:id="rId1" imgW="75590400" imgH="15240000" progId="Equation.DSMT4">
                  <p:embed/>
                  <p:pic>
                    <p:nvPicPr>
                      <p:cNvPr id="0" name="图片 368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39820" y="679132"/>
                        <a:ext cx="314960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07870" y="1429067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125470" y="1355407"/>
          <a:ext cx="3390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name="Equation" r:id="rId3" imgW="81381600" imgH="16459200" progId="Equation.DSMT4">
                  <p:embed/>
                </p:oleObj>
              </mc:Choice>
              <mc:Fallback>
                <p:oleObj name="Equation" r:id="rId3" imgW="81381600" imgH="16459200" progId="Equation.DSMT4">
                  <p:embed/>
                  <p:pic>
                    <p:nvPicPr>
                      <p:cNvPr id="0" name="图片 368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5470" y="1355407"/>
                        <a:ext cx="33909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516370" y="1437005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225800" y="2133917"/>
          <a:ext cx="3670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name="Equation" r:id="rId5" imgW="88087200" imgH="13106400" progId="Equation.DSMT4">
                  <p:embed/>
                </p:oleObj>
              </mc:Choice>
              <mc:Fallback>
                <p:oleObj name="Equation" r:id="rId5" imgW="88087200" imgH="13106400" progId="Equation.DSMT4">
                  <p:embed/>
                  <p:pic>
                    <p:nvPicPr>
                      <p:cNvPr id="0" name="图片 368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25800" y="2133917"/>
                        <a:ext cx="36703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986270" y="2237740"/>
          <a:ext cx="11684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" name="Equation" r:id="rId7" imgW="28041600" imgH="8229600" progId="Equation.DSMT4">
                  <p:embed/>
                </p:oleObj>
              </mc:Choice>
              <mc:Fallback>
                <p:oleObj name="Equation" r:id="rId7" imgW="28041600" imgH="8229600" progId="Equation.DSMT4">
                  <p:embed/>
                  <p:pic>
                    <p:nvPicPr>
                      <p:cNvPr id="0" name="图片 368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86270" y="2237740"/>
                        <a:ext cx="1168400" cy="338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335655" y="2854007"/>
          <a:ext cx="196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9" name="Equation" r:id="rId9" imgW="47244000" imgH="9448800" progId="Equation.DSMT4">
                  <p:embed/>
                </p:oleObj>
              </mc:Choice>
              <mc:Fallback>
                <p:oleObj name="Equation" r:id="rId9" imgW="47244000" imgH="9448800" progId="Equation.DSMT4">
                  <p:embed/>
                  <p:pic>
                    <p:nvPicPr>
                      <p:cNvPr id="0" name="图片 368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35655" y="2854007"/>
                        <a:ext cx="1968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007870" y="3330575"/>
            <a:ext cx="1517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∴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309620" y="3284537"/>
          <a:ext cx="1371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0" name="Equation" r:id="rId11" imgW="32918400" imgH="14020800" progId="Equation.DSMT4">
                  <p:embed/>
                </p:oleObj>
              </mc:Choice>
              <mc:Fallback>
                <p:oleObj name="Equation" r:id="rId11" imgW="32918400" imgH="14020800" progId="Equation.DSMT4">
                  <p:embed/>
                  <p:pic>
                    <p:nvPicPr>
                      <p:cNvPr id="0" name="图片 368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09620" y="3284537"/>
                        <a:ext cx="1371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4776470" y="3386137"/>
          <a:ext cx="133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Equation" r:id="rId13" imgW="32004000" imgH="9448800" progId="Equation.DSMT4">
                  <p:embed/>
                </p:oleObj>
              </mc:Choice>
              <mc:Fallback>
                <p:oleObj name="Equation" r:id="rId13" imgW="32004000" imgH="9448800" progId="Equation.DSMT4">
                  <p:embed/>
                  <p:pic>
                    <p:nvPicPr>
                      <p:cNvPr id="0" name="图片 368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76470" y="3386137"/>
                        <a:ext cx="1333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6306820" y="3271837"/>
          <a:ext cx="2006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2" name="Equation" r:id="rId15" imgW="48158400" imgH="14020800" progId="Equation.DSMT4">
                  <p:embed/>
                </p:oleObj>
              </mc:Choice>
              <mc:Fallback>
                <p:oleObj name="Equation" r:id="rId15" imgW="48158400" imgH="14020800" progId="Equation.DSMT4">
                  <p:embed/>
                  <p:pic>
                    <p:nvPicPr>
                      <p:cNvPr id="0" name="图片 368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06820" y="3271837"/>
                        <a:ext cx="2006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315970" y="4090987"/>
          <a:ext cx="3009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Equation" r:id="rId17" imgW="72237600" imgH="11887200" progId="Equation.DSMT4">
                  <p:embed/>
                </p:oleObj>
              </mc:Choice>
              <mc:Fallback>
                <p:oleObj name="Equation" r:id="rId17" imgW="72237600" imgH="11887200" progId="Equation.DSMT4">
                  <p:embed/>
                  <p:pic>
                    <p:nvPicPr>
                      <p:cNvPr id="0" name="图片 368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15970" y="4090987"/>
                        <a:ext cx="30099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4192270" y="3938587"/>
          <a:ext cx="1397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4" name="Equation" r:id="rId19" imgW="33528000" imgH="19812000" progId="Equation.DSMT4">
                  <p:embed/>
                </p:oleObj>
              </mc:Choice>
              <mc:Fallback>
                <p:oleObj name="Equation" r:id="rId19" imgW="33528000" imgH="19812000" progId="Equation.DSMT4">
                  <p:embed/>
                  <p:pic>
                    <p:nvPicPr>
                      <p:cNvPr id="0" name="图片 368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92270" y="3938587"/>
                        <a:ext cx="13970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6"/>
          <p:cNvSpPr/>
          <p:nvPr/>
        </p:nvSpPr>
        <p:spPr bwMode="auto">
          <a:xfrm>
            <a:off x="8996998" y="1959292"/>
            <a:ext cx="1066800" cy="1371600"/>
          </a:xfrm>
          <a:custGeom>
            <a:avLst/>
            <a:gdLst>
              <a:gd name="T0" fmla="*/ 0 w 672"/>
              <a:gd name="T1" fmla="*/ 864 h 864"/>
              <a:gd name="T2" fmla="*/ 672 w 672"/>
              <a:gd name="T3" fmla="*/ 864 h 864"/>
              <a:gd name="T4" fmla="*/ 672 w 672"/>
              <a:gd name="T5" fmla="*/ 0 h 864"/>
              <a:gd name="T6" fmla="*/ 0 w 672"/>
              <a:gd name="T7" fmla="*/ 864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2" h="864">
                <a:moveTo>
                  <a:pt x="0" y="864"/>
                </a:moveTo>
                <a:lnTo>
                  <a:pt x="672" y="864"/>
                </a:lnTo>
                <a:lnTo>
                  <a:pt x="672" y="0"/>
                </a:lnTo>
                <a:lnTo>
                  <a:pt x="0" y="864"/>
                </a:lnTo>
                <a:close/>
              </a:path>
            </a:pathLst>
          </a:custGeom>
          <a:noFill/>
          <a:ln w="28575" cmpd="sng">
            <a:solidFill>
              <a:srgbClr val="FF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7" name="Arc 17"/>
          <p:cNvSpPr/>
          <p:nvPr/>
        </p:nvSpPr>
        <p:spPr bwMode="auto">
          <a:xfrm>
            <a:off x="8772208" y="3300412"/>
            <a:ext cx="273050" cy="212725"/>
          </a:xfrm>
          <a:custGeom>
            <a:avLst/>
            <a:gdLst>
              <a:gd name="G0" fmla="+- 0 0 0"/>
              <a:gd name="G1" fmla="+- 16840 0 0"/>
              <a:gd name="G2" fmla="+- 21600 0 0"/>
              <a:gd name="T0" fmla="*/ 13527 w 21600"/>
              <a:gd name="T1" fmla="*/ 0 h 16840"/>
              <a:gd name="T2" fmla="*/ 21600 w 21600"/>
              <a:gd name="T3" fmla="*/ 16840 h 16840"/>
              <a:gd name="T4" fmla="*/ 0 w 21600"/>
              <a:gd name="T5" fmla="*/ 16840 h 16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840" fill="none" extrusionOk="0">
                <a:moveTo>
                  <a:pt x="13526" y="0"/>
                </a:moveTo>
                <a:cubicBezTo>
                  <a:pt x="18630" y="4099"/>
                  <a:pt x="21600" y="10293"/>
                  <a:pt x="21600" y="16840"/>
                </a:cubicBezTo>
              </a:path>
              <a:path w="21600" h="16840" stroke="0" extrusionOk="0">
                <a:moveTo>
                  <a:pt x="13526" y="0"/>
                </a:moveTo>
                <a:cubicBezTo>
                  <a:pt x="18630" y="4099"/>
                  <a:pt x="21600" y="10293"/>
                  <a:pt x="21600" y="16840"/>
                </a:cubicBezTo>
                <a:lnTo>
                  <a:pt x="0" y="16840"/>
                </a:lnTo>
                <a:close/>
              </a:path>
            </a:pathLst>
          </a:custGeom>
          <a:noFill/>
          <a:ln w="1270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9312488" y="2374067"/>
          <a:ext cx="24120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5" name="Equation" r:id="rId21" imgW="5791200" imgH="7315200" progId="Equation.DSMT4">
                  <p:embed/>
                </p:oleObj>
              </mc:Choice>
              <mc:Fallback>
                <p:oleObj name="Equation" r:id="rId21" imgW="5791200" imgH="7315200" progId="Equation.DSMT4">
                  <p:embed/>
                  <p:pic>
                    <p:nvPicPr>
                      <p:cNvPr id="0" name="图片 368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312488" y="2374067"/>
                        <a:ext cx="241200" cy="304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10171277" y="2679382"/>
          <a:ext cx="22860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6" name="Equation" r:id="rId23" imgW="5486400" imgH="7315200" progId="Equation.DSMT4">
                  <p:embed/>
                </p:oleObj>
              </mc:Choice>
              <mc:Fallback>
                <p:oleObj name="Equation" r:id="rId23" imgW="5486400" imgH="7315200" progId="Equation.DSMT4">
                  <p:embed/>
                  <p:pic>
                    <p:nvPicPr>
                      <p:cNvPr id="0" name="图片 3687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171277" y="2679382"/>
                        <a:ext cx="228600" cy="304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8889058" y="3442811"/>
          <a:ext cx="1282680" cy="49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name="Equation" r:id="rId25" imgW="30784800" imgH="11887200" progId="Equation.DSMT4">
                  <p:embed/>
                </p:oleObj>
              </mc:Choice>
              <mc:Fallback>
                <p:oleObj name="Equation" r:id="rId25" imgW="30784800" imgH="11887200" progId="Equation.DSMT4">
                  <p:embed/>
                  <p:pic>
                    <p:nvPicPr>
                      <p:cNvPr id="0" name="图片 3687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889058" y="3442811"/>
                        <a:ext cx="1282680" cy="49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9240022" y="3039607"/>
          <a:ext cx="1522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8" name="Equation" r:id="rId27" imgW="3657600" imgH="8229600" progId="Equation.DSMT4">
                  <p:embed/>
                </p:oleObj>
              </mc:Choice>
              <mc:Fallback>
                <p:oleObj name="Equation" r:id="rId27" imgW="3657600" imgH="8229600" progId="Equation.DSMT4">
                  <p:embed/>
                  <p:pic>
                    <p:nvPicPr>
                      <p:cNvPr id="0" name="图片 3687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240022" y="3039607"/>
                        <a:ext cx="152280" cy="3427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4027562" y="5454650"/>
          <a:ext cx="1181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9" name="Equation" r:id="rId29" imgW="28346400" imgH="20116800" progId="Equation.DSMT4">
                  <p:embed/>
                </p:oleObj>
              </mc:Choice>
              <mc:Fallback>
                <p:oleObj name="Equation" r:id="rId29" imgW="28346400" imgH="20116800" progId="Equation.DSMT4">
                  <p:embed/>
                  <p:pic>
                    <p:nvPicPr>
                      <p:cNvPr id="0" name="图片 3687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027562" y="5454650"/>
                        <a:ext cx="1181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5303912" y="5473700"/>
          <a:ext cx="2578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0" name="Equation" r:id="rId31" imgW="61874400" imgH="19812000" progId="Equation.DSMT4">
                  <p:embed/>
                </p:oleObj>
              </mc:Choice>
              <mc:Fallback>
                <p:oleObj name="Equation" r:id="rId31" imgW="61874400" imgH="19812000" progId="Equation.DSMT4">
                  <p:embed/>
                  <p:pic>
                    <p:nvPicPr>
                      <p:cNvPr id="0" name="图片 3687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303912" y="5473700"/>
                        <a:ext cx="2578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3271912" y="5384800"/>
          <a:ext cx="7112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1" name="Equation" r:id="rId33" imgW="17068800" imgH="21031200" progId="Equation.DSMT4">
                  <p:embed/>
                </p:oleObj>
              </mc:Choice>
              <mc:Fallback>
                <p:oleObj name="Equation" r:id="rId33" imgW="17068800" imgH="21031200" progId="Equation.DSMT4">
                  <p:embed/>
                  <p:pic>
                    <p:nvPicPr>
                      <p:cNvPr id="0" name="图片 3688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271912" y="5384800"/>
                        <a:ext cx="7112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3639820" y="4973637"/>
          <a:ext cx="259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2" name="Equation" r:id="rId35" imgW="62179200" imgH="9448800" progId="Equation.DSMT4">
                  <p:embed/>
                </p:oleObj>
              </mc:Choice>
              <mc:Fallback>
                <p:oleObj name="Equation" r:id="rId35" imgW="62179200" imgH="9448800" progId="Equation.DSMT4">
                  <p:embed/>
                  <p:pic>
                    <p:nvPicPr>
                      <p:cNvPr id="0" name="图片 36881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639820" y="4973637"/>
                        <a:ext cx="2590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6294120" y="4960937"/>
          <a:ext cx="50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3" name="Equation" r:id="rId37" imgW="12192000" imgH="9448800" progId="Equation.DSMT4">
                  <p:embed/>
                </p:oleObj>
              </mc:Choice>
              <mc:Fallback>
                <p:oleObj name="Equation" r:id="rId37" imgW="12192000" imgH="9448800" progId="Equation.DSMT4">
                  <p:embed/>
                  <p:pic>
                    <p:nvPicPr>
                      <p:cNvPr id="0" name="图片 36882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294120" y="4960937"/>
                        <a:ext cx="508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6895783" y="4770437"/>
          <a:ext cx="393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4" name="Equation" r:id="rId39" imgW="9448800" imgH="20116800" progId="Equation.DSMT4">
                  <p:embed/>
                </p:oleObj>
              </mc:Choice>
              <mc:Fallback>
                <p:oleObj name="Equation" r:id="rId39" imgW="9448800" imgH="20116800" progId="Equation.DSMT4">
                  <p:embed/>
                  <p:pic>
                    <p:nvPicPr>
                      <p:cNvPr id="0" name="图片 36883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895783" y="4770437"/>
                        <a:ext cx="393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7373620" y="4637087"/>
          <a:ext cx="1447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5" name="Equation" r:id="rId41" imgW="34747200" imgH="23164800" progId="Equation.DSMT4">
                  <p:embed/>
                </p:oleObj>
              </mc:Choice>
              <mc:Fallback>
                <p:oleObj name="Equation" r:id="rId41" imgW="34747200" imgH="23164800" progId="Equation.DSMT4">
                  <p:embed/>
                  <p:pic>
                    <p:nvPicPr>
                      <p:cNvPr id="0" name="图片 36884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373620" y="4637087"/>
                        <a:ext cx="14478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Line 35"/>
          <p:cNvSpPr>
            <a:spLocks noChangeShapeType="1"/>
          </p:cNvSpPr>
          <p:nvPr/>
        </p:nvSpPr>
        <p:spPr bwMode="auto">
          <a:xfrm>
            <a:off x="3392805" y="4458970"/>
            <a:ext cx="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30" name="TextBox 29"/>
          <p:cNvSpPr txBox="1"/>
          <p:nvPr/>
        </p:nvSpPr>
        <p:spPr>
          <a:xfrm>
            <a:off x="2008173" y="33643"/>
            <a:ext cx="25657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2.三角代换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10" grpId="0" autoUpdateAnimBg="0"/>
      <p:bldP spid="16" grpId="0" bldLvl="0" animBg="1"/>
      <p:bldP spid="17" grpId="0" bldLvl="0" animBg="1"/>
      <p:bldP spid="29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97990" y="374650"/>
            <a:ext cx="2332038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baseline="30000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15.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606483" y="210820"/>
          <a:ext cx="2946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89" name="Equation" r:id="rId1" imgW="70713600" imgH="22250400" progId="Equation.DSMT4">
                  <p:embed/>
                </p:oleObj>
              </mc:Choice>
              <mc:Fallback>
                <p:oleObj name="Equation" r:id="rId1" imgW="70713600" imgH="22250400" progId="Equation.DSMT4">
                  <p:embed/>
                  <p:pic>
                    <p:nvPicPr>
                      <p:cNvPr id="0" name="图片 3788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06483" y="210820"/>
                        <a:ext cx="29464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06600" y="1160780"/>
            <a:ext cx="160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111500" y="1111250"/>
          <a:ext cx="3352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1" name="Equation" r:id="rId3" imgW="80467200" imgH="16459200" progId="Equation.DSMT4">
                  <p:embed/>
                </p:oleObj>
              </mc:Choice>
              <mc:Fallback>
                <p:oleObj name="Equation" r:id="rId3" imgW="80467200" imgH="16459200" progId="Equation.DSMT4">
                  <p:embed/>
                  <p:pic>
                    <p:nvPicPr>
                      <p:cNvPr id="0" name="图片 3825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1500" y="1111250"/>
                        <a:ext cx="33528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611620" y="1205865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034030" y="1854200"/>
          <a:ext cx="370363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2" name="Equation" r:id="rId5" imgW="89001600" imgH="13106400" progId="Equation.DSMT4">
                  <p:embed/>
                </p:oleObj>
              </mc:Choice>
              <mc:Fallback>
                <p:oleObj name="Equation" r:id="rId5" imgW="89001600" imgH="13106400" progId="Equation.DSMT4">
                  <p:embed/>
                  <p:pic>
                    <p:nvPicPr>
                      <p:cNvPr id="0" name="图片 3825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34030" y="1854200"/>
                        <a:ext cx="3703638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836410" y="1955800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3" name="Equation" r:id="rId7" imgW="27432000" imgH="8229600" progId="Equation.DSMT4">
                  <p:embed/>
                </p:oleObj>
              </mc:Choice>
              <mc:Fallback>
                <p:oleObj name="Equation" r:id="rId7" imgW="27432000" imgH="8229600" progId="Equation.DSMT4">
                  <p:embed/>
                  <p:pic>
                    <p:nvPicPr>
                      <p:cNvPr id="0" name="图片 3825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36410" y="1955800"/>
                        <a:ext cx="1143000" cy="342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060700" y="2520950"/>
          <a:ext cx="2082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4" name="Equation" r:id="rId9" imgW="49987200" imgH="10972800" progId="Equation.DSMT4">
                  <p:embed/>
                </p:oleObj>
              </mc:Choice>
              <mc:Fallback>
                <p:oleObj name="Equation" r:id="rId9" imgW="49987200" imgH="10972800" progId="Equation.DSMT4">
                  <p:embed/>
                  <p:pic>
                    <p:nvPicPr>
                      <p:cNvPr id="0" name="图片 3825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60700" y="2520950"/>
                        <a:ext cx="2082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676400" y="3230563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∴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033713" y="3092450"/>
          <a:ext cx="1752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5" name="Equation" r:id="rId11" imgW="42062400" imgH="19812000" progId="Equation.DSMT4">
                  <p:embed/>
                </p:oleObj>
              </mc:Choice>
              <mc:Fallback>
                <p:oleObj name="Equation" r:id="rId11" imgW="42062400" imgH="19812000" progId="Equation.DSMT4">
                  <p:embed/>
                  <p:pic>
                    <p:nvPicPr>
                      <p:cNvPr id="0" name="图片 3825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33713" y="3092450"/>
                        <a:ext cx="1752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689350" y="2965450"/>
          <a:ext cx="100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6" name="Equation" r:id="rId13" imgW="24079200" imgH="10972800" progId="Equation.DSMT4">
                  <p:embed/>
                </p:oleObj>
              </mc:Choice>
              <mc:Fallback>
                <p:oleObj name="Equation" r:id="rId13" imgW="24079200" imgH="10972800" progId="Equation.DSMT4">
                  <p:embed/>
                  <p:pic>
                    <p:nvPicPr>
                      <p:cNvPr id="0" name="图片 3825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89350" y="2965450"/>
                        <a:ext cx="1003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670300" y="3549650"/>
          <a:ext cx="86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7" name="Equation" r:id="rId15" imgW="20726400" imgH="8229600" progId="Equation.DSMT4">
                  <p:embed/>
                </p:oleObj>
              </mc:Choice>
              <mc:Fallback>
                <p:oleObj name="Equation" r:id="rId15" imgW="20726400" imgH="8229600" progId="Equation.DSMT4">
                  <p:embed/>
                  <p:pic>
                    <p:nvPicPr>
                      <p:cNvPr id="0" name="图片 3825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70300" y="3549650"/>
                        <a:ext cx="863600" cy="342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800600" y="3282950"/>
          <a:ext cx="39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8" name="Equation" r:id="rId17" imgW="9448800" imgH="9448800" progId="Equation.DSMT4">
                  <p:embed/>
                </p:oleObj>
              </mc:Choice>
              <mc:Fallback>
                <p:oleObj name="Equation" r:id="rId17" imgW="9448800" imgH="9448800" progId="Equation.DSMT4">
                  <p:embed/>
                  <p:pic>
                    <p:nvPicPr>
                      <p:cNvPr id="0" name="图片 3825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00600" y="3282950"/>
                        <a:ext cx="393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5264150" y="3194050"/>
          <a:ext cx="1485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9" name="Equation" r:id="rId19" imgW="35661600" imgH="14020800" progId="Equation.DSMT4">
                  <p:embed/>
                </p:oleObj>
              </mc:Choice>
              <mc:Fallback>
                <p:oleObj name="Equation" r:id="rId19" imgW="35661600" imgH="14020800" progId="Equation.DSMT4">
                  <p:embed/>
                  <p:pic>
                    <p:nvPicPr>
                      <p:cNvPr id="0" name="图片 3825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64150" y="3194050"/>
                        <a:ext cx="14859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3111500" y="4032250"/>
          <a:ext cx="3035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60" name="Equation" r:id="rId21" imgW="72847200" imgH="11582400" progId="Equation.DSMT4">
                  <p:embed/>
                </p:oleObj>
              </mc:Choice>
              <mc:Fallback>
                <p:oleObj name="Equation" r:id="rId21" imgW="72847200" imgH="11582400" progId="Equation.DSMT4">
                  <p:embed/>
                  <p:pic>
                    <p:nvPicPr>
                      <p:cNvPr id="0" name="图片 3825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11500" y="4032250"/>
                        <a:ext cx="30353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Freeform 17"/>
          <p:cNvSpPr/>
          <p:nvPr/>
        </p:nvSpPr>
        <p:spPr bwMode="auto">
          <a:xfrm>
            <a:off x="9067800" y="3276600"/>
            <a:ext cx="1066800" cy="1371600"/>
          </a:xfrm>
          <a:custGeom>
            <a:avLst/>
            <a:gdLst>
              <a:gd name="T0" fmla="*/ 0 w 672"/>
              <a:gd name="T1" fmla="*/ 864 h 864"/>
              <a:gd name="T2" fmla="*/ 672 w 672"/>
              <a:gd name="T3" fmla="*/ 864 h 864"/>
              <a:gd name="T4" fmla="*/ 672 w 672"/>
              <a:gd name="T5" fmla="*/ 0 h 864"/>
              <a:gd name="T6" fmla="*/ 0 w 672"/>
              <a:gd name="T7" fmla="*/ 864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2" h="864">
                <a:moveTo>
                  <a:pt x="0" y="864"/>
                </a:moveTo>
                <a:lnTo>
                  <a:pt x="672" y="864"/>
                </a:lnTo>
                <a:lnTo>
                  <a:pt x="672" y="0"/>
                </a:lnTo>
                <a:lnTo>
                  <a:pt x="0" y="864"/>
                </a:lnTo>
                <a:close/>
              </a:path>
            </a:pathLst>
          </a:custGeom>
          <a:noFill/>
          <a:ln w="28575" cmpd="sng">
            <a:solidFill>
              <a:srgbClr val="FF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8" name="Arc 18"/>
          <p:cNvSpPr/>
          <p:nvPr/>
        </p:nvSpPr>
        <p:spPr bwMode="auto">
          <a:xfrm>
            <a:off x="9067800" y="4435475"/>
            <a:ext cx="273050" cy="212725"/>
          </a:xfrm>
          <a:custGeom>
            <a:avLst/>
            <a:gdLst>
              <a:gd name="G0" fmla="+- 0 0 0"/>
              <a:gd name="G1" fmla="+- 16840 0 0"/>
              <a:gd name="G2" fmla="+- 21600 0 0"/>
              <a:gd name="T0" fmla="*/ 13527 w 21600"/>
              <a:gd name="T1" fmla="*/ 0 h 16840"/>
              <a:gd name="T2" fmla="*/ 21600 w 21600"/>
              <a:gd name="T3" fmla="*/ 16840 h 16840"/>
              <a:gd name="T4" fmla="*/ 0 w 21600"/>
              <a:gd name="T5" fmla="*/ 16840 h 16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840" fill="none" extrusionOk="0">
                <a:moveTo>
                  <a:pt x="13526" y="0"/>
                </a:moveTo>
                <a:cubicBezTo>
                  <a:pt x="18630" y="4099"/>
                  <a:pt x="21600" y="10293"/>
                  <a:pt x="21600" y="16840"/>
                </a:cubicBezTo>
              </a:path>
              <a:path w="21600" h="16840" stroke="0" extrusionOk="0">
                <a:moveTo>
                  <a:pt x="13526" y="0"/>
                </a:moveTo>
                <a:cubicBezTo>
                  <a:pt x="18630" y="4099"/>
                  <a:pt x="21600" y="10293"/>
                  <a:pt x="21600" y="16840"/>
                </a:cubicBezTo>
                <a:lnTo>
                  <a:pt x="0" y="16840"/>
                </a:lnTo>
                <a:close/>
              </a:path>
            </a:pathLst>
          </a:custGeom>
          <a:noFill/>
          <a:ln w="1270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9480417" y="4648070"/>
          <a:ext cx="24120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61" name="Equation" r:id="rId23" imgW="5791200" imgH="7315200" progId="Equation.DSMT4">
                  <p:embed/>
                </p:oleObj>
              </mc:Choice>
              <mc:Fallback>
                <p:oleObj name="Equation" r:id="rId23" imgW="5791200" imgH="7315200" progId="Equation.DSMT4">
                  <p:embed/>
                  <p:pic>
                    <p:nvPicPr>
                      <p:cNvPr id="0" name="图片 3826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480417" y="4648070"/>
                        <a:ext cx="241200" cy="304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10227126" y="3962400"/>
          <a:ext cx="22860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62" name="Equation" r:id="rId25" imgW="5486400" imgH="7315200" progId="Equation.DSMT4">
                  <p:embed/>
                </p:oleObj>
              </mc:Choice>
              <mc:Fallback>
                <p:oleObj name="Equation" r:id="rId25" imgW="5486400" imgH="7315200" progId="Equation.DSMT4">
                  <p:embed/>
                  <p:pic>
                    <p:nvPicPr>
                      <p:cNvPr id="0" name="图片 38261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227126" y="3962400"/>
                        <a:ext cx="228600" cy="304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8306059" y="3473750"/>
          <a:ext cx="1295280" cy="49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63" name="Equation" r:id="rId27" imgW="31089600" imgH="11887200" progId="Equation.DSMT4">
                  <p:embed/>
                </p:oleObj>
              </mc:Choice>
              <mc:Fallback>
                <p:oleObj name="Equation" r:id="rId27" imgW="31089600" imgH="11887200" progId="Equation.DSMT4">
                  <p:embed/>
                  <p:pic>
                    <p:nvPicPr>
                      <p:cNvPr id="0" name="图片 38262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306059" y="3473750"/>
                        <a:ext cx="1295280" cy="49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9448920" y="4264115"/>
          <a:ext cx="1522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64" name="Equation" r:id="rId29" imgW="3657600" imgH="8229600" progId="Equation.DSMT4">
                  <p:embed/>
                </p:oleObj>
              </mc:Choice>
              <mc:Fallback>
                <p:oleObj name="Equation" r:id="rId29" imgW="3657600" imgH="8229600" progId="Equation.DSMT4">
                  <p:embed/>
                  <p:pic>
                    <p:nvPicPr>
                      <p:cNvPr id="0" name="图片 38263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448920" y="4264115"/>
                        <a:ext cx="152280" cy="3427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3098800" y="4946650"/>
          <a:ext cx="825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65" name="Equation" r:id="rId31" imgW="19812000" imgH="11582400" progId="Equation.DSMT4">
                  <p:embed/>
                </p:oleObj>
              </mc:Choice>
              <mc:Fallback>
                <p:oleObj name="Equation" r:id="rId31" imgW="19812000" imgH="11582400" progId="Equation.DSMT4">
                  <p:embed/>
                  <p:pic>
                    <p:nvPicPr>
                      <p:cNvPr id="0" name="图片 38264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098800" y="4946650"/>
                        <a:ext cx="8255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4"/>
          <p:cNvGrpSpPr/>
          <p:nvPr/>
        </p:nvGrpSpPr>
        <p:grpSpPr bwMode="auto">
          <a:xfrm>
            <a:off x="3886200" y="4735513"/>
            <a:ext cx="1371600" cy="782637"/>
            <a:chOff x="1488" y="2983"/>
            <a:chExt cx="864" cy="493"/>
          </a:xfrm>
        </p:grpSpPr>
        <p:graphicFrame>
          <p:nvGraphicFramePr>
            <p:cNvPr id="25" name="Object 25"/>
            <p:cNvGraphicFramePr>
              <a:graphicFrameLocks noChangeAspect="1"/>
            </p:cNvGraphicFramePr>
            <p:nvPr/>
          </p:nvGraphicFramePr>
          <p:xfrm>
            <a:off x="1561" y="2983"/>
            <a:ext cx="73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66" name="Equation" r:id="rId33" imgW="31089600" imgH="11887200" progId="Equation.DSMT4">
                    <p:embed/>
                  </p:oleObj>
                </mc:Choice>
                <mc:Fallback>
                  <p:oleObj name="Equation" r:id="rId33" imgW="31089600" imgH="11887200" progId="Equation.DSMT4">
                    <p:embed/>
                    <p:pic>
                      <p:nvPicPr>
                        <p:cNvPr id="0" name="图片 3826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561" y="2983"/>
                          <a:ext cx="734" cy="28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488" y="3262"/>
              <a:ext cx="864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27" name="Object 27"/>
            <p:cNvGraphicFramePr>
              <a:graphicFrameLocks noChangeAspect="1"/>
            </p:cNvGraphicFramePr>
            <p:nvPr/>
          </p:nvGraphicFramePr>
          <p:xfrm>
            <a:off x="1820" y="3284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67" name="Equation" r:id="rId35" imgW="5791200" imgH="7315200" progId="Equation.DSMT4">
                    <p:embed/>
                  </p:oleObj>
                </mc:Choice>
                <mc:Fallback>
                  <p:oleObj name="Equation" r:id="rId35" imgW="5791200" imgH="7315200" progId="Equation.DSMT4">
                    <p:embed/>
                    <p:pic>
                      <p:nvPicPr>
                        <p:cNvPr id="0" name="图片 3826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20" y="3284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28"/>
          <p:cNvGraphicFramePr>
            <a:graphicFrameLocks noChangeAspect="1"/>
          </p:cNvGraphicFramePr>
          <p:nvPr/>
        </p:nvGraphicFramePr>
        <p:xfrm>
          <a:off x="7137400" y="5849938"/>
          <a:ext cx="2044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68" name="Equation" r:id="rId37" imgW="49072800" imgH="10363200" progId="Equation.DSMT4">
                  <p:embed/>
                </p:oleObj>
              </mc:Choice>
              <mc:Fallback>
                <p:oleObj name="Equation" r:id="rId37" imgW="49072800" imgH="10363200" progId="Equation.DSMT4">
                  <p:embed/>
                  <p:pic>
                    <p:nvPicPr>
                      <p:cNvPr id="0" name="图片 38267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137400" y="5849938"/>
                        <a:ext cx="2044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3073400" y="5708650"/>
          <a:ext cx="3403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69" name="Equation" r:id="rId39" imgW="81686400" imgH="14020800" progId="Equation.DSMT4">
                  <p:embed/>
                </p:oleObj>
              </mc:Choice>
              <mc:Fallback>
                <p:oleObj name="Equation" r:id="rId39" imgW="81686400" imgH="14020800" progId="Equation.DSMT4">
                  <p:embed/>
                  <p:pic>
                    <p:nvPicPr>
                      <p:cNvPr id="0" name="图片 38268"/>
                      <p:cNvPicPr>
                        <a:picLocks noChangeAspect="1"/>
                      </p:cNvPicPr>
                      <p:nvPr/>
                    </p:nvPicPr>
                    <p:blipFill>
                      <a:blip r:embed="rId4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73400" y="5708650"/>
                        <a:ext cx="3403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36"/>
          <p:cNvGrpSpPr/>
          <p:nvPr/>
        </p:nvGrpSpPr>
        <p:grpSpPr bwMode="auto">
          <a:xfrm>
            <a:off x="5334000" y="4775200"/>
            <a:ext cx="714375" cy="823913"/>
            <a:chOff x="2430" y="3104"/>
            <a:chExt cx="450" cy="519"/>
          </a:xfrm>
        </p:grpSpPr>
        <p:graphicFrame>
          <p:nvGraphicFramePr>
            <p:cNvPr id="31" name="Object 37"/>
            <p:cNvGraphicFramePr>
              <a:graphicFrameLocks noChangeAspect="1"/>
            </p:cNvGraphicFramePr>
            <p:nvPr/>
          </p:nvGraphicFramePr>
          <p:xfrm>
            <a:off x="2430" y="3104"/>
            <a:ext cx="450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70" name="Equation" r:id="rId41" imgW="17373600" imgH="19812000" progId="Equation.DSMT4">
                    <p:embed/>
                  </p:oleObj>
                </mc:Choice>
                <mc:Fallback>
                  <p:oleObj name="Equation" r:id="rId41" imgW="17373600" imgH="19812000" progId="Equation.DSMT4">
                    <p:embed/>
                    <p:pic>
                      <p:nvPicPr>
                        <p:cNvPr id="0" name="图片 3826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2430" y="3104"/>
                          <a:ext cx="450" cy="51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8"/>
            <p:cNvGraphicFramePr>
              <a:graphicFrameLocks noChangeAspect="1"/>
            </p:cNvGraphicFramePr>
            <p:nvPr/>
          </p:nvGraphicFramePr>
          <p:xfrm>
            <a:off x="2638" y="3164"/>
            <a:ext cx="14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71" name="Equation" r:id="rId43" imgW="5486400" imgH="7315200" progId="Equation.DSMT4">
                    <p:embed/>
                  </p:oleObj>
                </mc:Choice>
                <mc:Fallback>
                  <p:oleObj name="Equation" r:id="rId43" imgW="5486400" imgH="7315200" progId="Equation.DSMT4">
                    <p:embed/>
                    <p:pic>
                      <p:nvPicPr>
                        <p:cNvPr id="0" name="图片 3827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2638" y="3164"/>
                          <a:ext cx="142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9"/>
            <p:cNvGraphicFramePr>
              <a:graphicFrameLocks noChangeAspect="1"/>
            </p:cNvGraphicFramePr>
            <p:nvPr/>
          </p:nvGraphicFramePr>
          <p:xfrm>
            <a:off x="2638" y="3380"/>
            <a:ext cx="15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72" name="Equation" r:id="rId45" imgW="5791200" imgH="7315200" progId="Equation.DSMT4">
                    <p:embed/>
                  </p:oleObj>
                </mc:Choice>
                <mc:Fallback>
                  <p:oleObj name="Equation" r:id="rId45" imgW="5791200" imgH="7315200" progId="Equation.DSMT4">
                    <p:embed/>
                    <p:pic>
                      <p:nvPicPr>
                        <p:cNvPr id="0" name="图片 3827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2638" y="3380"/>
                          <a:ext cx="15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Object 41"/>
          <p:cNvGraphicFramePr>
            <a:graphicFrameLocks noChangeAspect="1"/>
          </p:cNvGraphicFramePr>
          <p:nvPr/>
        </p:nvGraphicFramePr>
        <p:xfrm>
          <a:off x="5975350" y="4927600"/>
          <a:ext cx="914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73" name="Equation" r:id="rId47" imgW="21945600" imgH="11582400" progId="Equation.DSMT4">
                  <p:embed/>
                </p:oleObj>
              </mc:Choice>
              <mc:Fallback>
                <p:oleObj name="Equation" r:id="rId47" imgW="21945600" imgH="11582400" progId="Equation.DSMT4">
                  <p:embed/>
                  <p:pic>
                    <p:nvPicPr>
                      <p:cNvPr id="0" name="图片 38272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975350" y="4927600"/>
                        <a:ext cx="9144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10" grpId="0" autoUpdateAnimBg="0"/>
      <p:bldP spid="17" grpId="0" bldLvl="0" animBg="1"/>
      <p:bldP spid="18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19536" y="304800"/>
            <a:ext cx="2088902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16.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751263" y="209550"/>
          <a:ext cx="27797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3" name="Equation" r:id="rId1" imgW="66751200" imgH="22250400" progId="Equation.DSMT4">
                  <p:embed/>
                </p:oleObj>
              </mc:Choice>
              <mc:Fallback>
                <p:oleObj name="Equation" r:id="rId1" imgW="66751200" imgH="22250400" progId="Equation.DSMT4">
                  <p:embed/>
                  <p:pic>
                    <p:nvPicPr>
                      <p:cNvPr id="0" name="图片 3891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751263" y="209550"/>
                        <a:ext cx="2779712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63750" y="1249363"/>
            <a:ext cx="908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724150" y="1301750"/>
          <a:ext cx="160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1" name="Equation" r:id="rId3" imgW="38404800" imgH="10363200" progId="Equation.DSMT4">
                  <p:embed/>
                </p:oleObj>
              </mc:Choice>
              <mc:Fallback>
                <p:oleObj name="Equation" r:id="rId3" imgW="38404800" imgH="10363200" progId="Equation.DSMT4">
                  <p:embed/>
                  <p:pic>
                    <p:nvPicPr>
                      <p:cNvPr id="0" name="图片 3919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24150" y="1301750"/>
                        <a:ext cx="1600200" cy="4318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267200" y="1233488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814888" y="1149350"/>
          <a:ext cx="30337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2" name="Equation" r:id="rId5" imgW="72847200" imgH="16459200" progId="Equation.DSMT4">
                  <p:embed/>
                </p:oleObj>
              </mc:Choice>
              <mc:Fallback>
                <p:oleObj name="Equation" r:id="rId5" imgW="72847200" imgH="16459200" progId="Equation.DSMT4">
                  <p:embed/>
                  <p:pic>
                    <p:nvPicPr>
                      <p:cNvPr id="0" name="图片 3919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14888" y="1149350"/>
                        <a:ext cx="3033712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7924800" y="1219200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206750" y="1847850"/>
          <a:ext cx="36814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3" name="Equation" r:id="rId7" imgW="88392000" imgH="13106400" progId="Equation.DSMT4">
                  <p:embed/>
                </p:oleObj>
              </mc:Choice>
              <mc:Fallback>
                <p:oleObj name="Equation" r:id="rId7" imgW="88392000" imgH="13106400" progId="Equation.DSMT4">
                  <p:embed/>
                  <p:pic>
                    <p:nvPicPr>
                      <p:cNvPr id="0" name="图片 3919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06750" y="1847850"/>
                        <a:ext cx="3681413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7051675" y="1951038"/>
          <a:ext cx="1155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4" name="Equation" r:id="rId9" imgW="27736800" imgH="8839200" progId="Equation.DSMT4">
                  <p:embed/>
                </p:oleObj>
              </mc:Choice>
              <mc:Fallback>
                <p:oleObj name="Equation" r:id="rId9" imgW="27736800" imgH="8839200" progId="Equation.DSMT4">
                  <p:embed/>
                  <p:pic>
                    <p:nvPicPr>
                      <p:cNvPr id="0" name="图片 3919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51675" y="1951038"/>
                        <a:ext cx="11557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067050" y="2520950"/>
          <a:ext cx="673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5" name="Equation" r:id="rId11" imgW="16154400" imgH="9448800" progId="Equation.DSMT4">
                  <p:embed/>
                </p:oleObj>
              </mc:Choice>
              <mc:Fallback>
                <p:oleObj name="Equation" r:id="rId11" imgW="16154400" imgH="9448800" progId="Equation.DSMT4">
                  <p:embed/>
                  <p:pic>
                    <p:nvPicPr>
                      <p:cNvPr id="0" name="图片 3919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67050" y="2520950"/>
                        <a:ext cx="673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898900" y="2520950"/>
          <a:ext cx="1917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6" name="Equation" r:id="rId13" imgW="46024800" imgH="9448800" progId="Equation.DSMT4">
                  <p:embed/>
                </p:oleObj>
              </mc:Choice>
              <mc:Fallback>
                <p:oleObj name="Equation" r:id="rId13" imgW="46024800" imgH="9448800" progId="Equation.DSMT4">
                  <p:embed/>
                  <p:pic>
                    <p:nvPicPr>
                      <p:cNvPr id="0" name="图片 3919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98900" y="2520950"/>
                        <a:ext cx="1917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752600" y="3189288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∴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130550" y="3086100"/>
          <a:ext cx="25765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7" name="Equation" r:id="rId15" imgW="61874400" imgH="19812000" progId="Equation.DSMT4">
                  <p:embed/>
                </p:oleObj>
              </mc:Choice>
              <mc:Fallback>
                <p:oleObj name="Equation" r:id="rId15" imgW="61874400" imgH="19812000" progId="Equation.DSMT4">
                  <p:embed/>
                  <p:pic>
                    <p:nvPicPr>
                      <p:cNvPr id="0" name="图片 3919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30550" y="3086100"/>
                        <a:ext cx="2576513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3727450" y="3124200"/>
          <a:ext cx="1498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8" name="Equation" r:id="rId17" imgW="35966400" imgH="8839200" progId="Equation.DSMT4">
                  <p:embed/>
                </p:oleObj>
              </mc:Choice>
              <mc:Fallback>
                <p:oleObj name="Equation" r:id="rId17" imgW="35966400" imgH="8839200" progId="Equation.DSMT4">
                  <p:embed/>
                  <p:pic>
                    <p:nvPicPr>
                      <p:cNvPr id="0" name="图片 3919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27450" y="3124200"/>
                        <a:ext cx="14986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3841750" y="3594100"/>
          <a:ext cx="876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99" name="Equation" r:id="rId19" imgW="21031200" imgH="8839200" progId="Equation.DSMT4">
                  <p:embed/>
                </p:oleObj>
              </mc:Choice>
              <mc:Fallback>
                <p:oleObj name="Equation" r:id="rId19" imgW="21031200" imgH="8839200" progId="Equation.DSMT4">
                  <p:embed/>
                  <p:pic>
                    <p:nvPicPr>
                      <p:cNvPr id="0" name="图片 3919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41750" y="3594100"/>
                        <a:ext cx="8763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810250" y="3219450"/>
          <a:ext cx="1485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0" name="Equation" r:id="rId21" imgW="35661600" imgH="14020800" progId="Equation.DSMT4">
                  <p:embed/>
                </p:oleObj>
              </mc:Choice>
              <mc:Fallback>
                <p:oleObj name="Equation" r:id="rId21" imgW="35661600" imgH="14020800" progId="Equation.DSMT4">
                  <p:embed/>
                  <p:pic>
                    <p:nvPicPr>
                      <p:cNvPr id="0" name="图片 3919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810250" y="3219450"/>
                        <a:ext cx="14859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3168650" y="4019550"/>
          <a:ext cx="30337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1" name="Equation" r:id="rId23" imgW="72847200" imgH="11582400" progId="Equation.DSMT4">
                  <p:embed/>
                </p:oleObj>
              </mc:Choice>
              <mc:Fallback>
                <p:oleObj name="Equation" r:id="rId23" imgW="72847200" imgH="11582400" progId="Equation.DSMT4">
                  <p:embed/>
                  <p:pic>
                    <p:nvPicPr>
                      <p:cNvPr id="0" name="图片 39200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168650" y="4019550"/>
                        <a:ext cx="3033713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eform 19"/>
          <p:cNvSpPr/>
          <p:nvPr/>
        </p:nvSpPr>
        <p:spPr bwMode="auto">
          <a:xfrm>
            <a:off x="7848600" y="3186113"/>
            <a:ext cx="1066800" cy="1371600"/>
          </a:xfrm>
          <a:custGeom>
            <a:avLst/>
            <a:gdLst>
              <a:gd name="T0" fmla="*/ 0 w 672"/>
              <a:gd name="T1" fmla="*/ 864 h 864"/>
              <a:gd name="T2" fmla="*/ 672 w 672"/>
              <a:gd name="T3" fmla="*/ 864 h 864"/>
              <a:gd name="T4" fmla="*/ 672 w 672"/>
              <a:gd name="T5" fmla="*/ 0 h 864"/>
              <a:gd name="T6" fmla="*/ 0 w 672"/>
              <a:gd name="T7" fmla="*/ 864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2" h="864">
                <a:moveTo>
                  <a:pt x="0" y="864"/>
                </a:moveTo>
                <a:lnTo>
                  <a:pt x="672" y="864"/>
                </a:lnTo>
                <a:lnTo>
                  <a:pt x="672" y="0"/>
                </a:lnTo>
                <a:lnTo>
                  <a:pt x="0" y="864"/>
                </a:lnTo>
                <a:close/>
              </a:path>
            </a:pathLst>
          </a:custGeom>
          <a:noFill/>
          <a:ln w="28575" cmpd="sng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0" name="Arc 20"/>
          <p:cNvSpPr/>
          <p:nvPr/>
        </p:nvSpPr>
        <p:spPr bwMode="auto">
          <a:xfrm>
            <a:off x="7848600" y="4344988"/>
            <a:ext cx="273050" cy="212725"/>
          </a:xfrm>
          <a:custGeom>
            <a:avLst/>
            <a:gdLst>
              <a:gd name="G0" fmla="+- 0 0 0"/>
              <a:gd name="G1" fmla="+- 16840 0 0"/>
              <a:gd name="G2" fmla="+- 21600 0 0"/>
              <a:gd name="T0" fmla="*/ 13527 w 21600"/>
              <a:gd name="T1" fmla="*/ 0 h 16840"/>
              <a:gd name="T2" fmla="*/ 21600 w 21600"/>
              <a:gd name="T3" fmla="*/ 16840 h 16840"/>
              <a:gd name="T4" fmla="*/ 0 w 21600"/>
              <a:gd name="T5" fmla="*/ 16840 h 16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6840" fill="none" extrusionOk="0">
                <a:moveTo>
                  <a:pt x="13526" y="0"/>
                </a:moveTo>
                <a:cubicBezTo>
                  <a:pt x="18630" y="4099"/>
                  <a:pt x="21600" y="10293"/>
                  <a:pt x="21600" y="16840"/>
                </a:cubicBezTo>
              </a:path>
              <a:path w="21600" h="16840" stroke="0" extrusionOk="0">
                <a:moveTo>
                  <a:pt x="13526" y="0"/>
                </a:moveTo>
                <a:cubicBezTo>
                  <a:pt x="18630" y="4099"/>
                  <a:pt x="21600" y="10293"/>
                  <a:pt x="21600" y="16840"/>
                </a:cubicBezTo>
                <a:lnTo>
                  <a:pt x="0" y="16840"/>
                </a:lnTo>
                <a:close/>
              </a:path>
            </a:pathLst>
          </a:custGeom>
          <a:noFill/>
          <a:ln w="12700">
            <a:solidFill>
              <a:srgbClr val="FFCC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8343900" y="4557713"/>
          <a:ext cx="24120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2" name="Equation" r:id="rId25" imgW="5791200" imgH="7315200" progId="Equation.DSMT4">
                  <p:embed/>
                </p:oleObj>
              </mc:Choice>
              <mc:Fallback>
                <p:oleObj name="Equation" r:id="rId25" imgW="5791200" imgH="7315200" progId="Equation.DSMT4">
                  <p:embed/>
                  <p:pic>
                    <p:nvPicPr>
                      <p:cNvPr id="0" name="图片 39201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343900" y="4557713"/>
                        <a:ext cx="241200" cy="304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8007350" y="3708400"/>
          <a:ext cx="22860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3" name="Equation" r:id="rId27" imgW="5486400" imgH="7315200" progId="Equation.DSMT4">
                  <p:embed/>
                </p:oleObj>
              </mc:Choice>
              <mc:Fallback>
                <p:oleObj name="Equation" r:id="rId27" imgW="5486400" imgH="7315200" progId="Equation.DSMT4">
                  <p:embed/>
                  <p:pic>
                    <p:nvPicPr>
                      <p:cNvPr id="0" name="图片 39202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007350" y="3708400"/>
                        <a:ext cx="228600" cy="304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8930301" y="3799228"/>
          <a:ext cx="129528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4" name="Equation" r:id="rId29" imgW="31089600" imgH="13106400" progId="Equation.DSMT4">
                  <p:embed/>
                </p:oleObj>
              </mc:Choice>
              <mc:Fallback>
                <p:oleObj name="Equation" r:id="rId29" imgW="31089600" imgH="13106400" progId="Equation.DSMT4">
                  <p:embed/>
                  <p:pic>
                    <p:nvPicPr>
                      <p:cNvPr id="0" name="图片 39203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930301" y="3799228"/>
                        <a:ext cx="1295280" cy="5457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8255748" y="4173628"/>
          <a:ext cx="1522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5" name="Equation" r:id="rId31" imgW="3657600" imgH="8229600" progId="Equation.DSMT4">
                  <p:embed/>
                </p:oleObj>
              </mc:Choice>
              <mc:Fallback>
                <p:oleObj name="Equation" r:id="rId31" imgW="3657600" imgH="8229600" progId="Equation.DSMT4">
                  <p:embed/>
                  <p:pic>
                    <p:nvPicPr>
                      <p:cNvPr id="0" name="图片 39204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255748" y="4173628"/>
                        <a:ext cx="152280" cy="3427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3155950" y="4932363"/>
          <a:ext cx="34655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6" name="Equation" r:id="rId33" imgW="83210400" imgH="11582400" progId="Equation.DSMT4">
                  <p:embed/>
                </p:oleObj>
              </mc:Choice>
              <mc:Fallback>
                <p:oleObj name="Equation" r:id="rId33" imgW="83210400" imgH="11582400" progId="Equation.DSMT4">
                  <p:embed/>
                  <p:pic>
                    <p:nvPicPr>
                      <p:cNvPr id="0" name="图片 39205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155950" y="4932363"/>
                        <a:ext cx="3465513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3149600" y="5670550"/>
          <a:ext cx="32750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7" name="Equation" r:id="rId35" imgW="78638400" imgH="14020800" progId="Equation.DSMT4">
                  <p:embed/>
                </p:oleObj>
              </mc:Choice>
              <mc:Fallback>
                <p:oleObj name="Equation" r:id="rId35" imgW="78638400" imgH="14020800" progId="Equation.DSMT4">
                  <p:embed/>
                  <p:pic>
                    <p:nvPicPr>
                      <p:cNvPr id="0" name="图片 39206"/>
                      <p:cNvPicPr>
                        <a:picLocks noChangeAspect="1"/>
                      </p:cNvPicPr>
                      <p:nvPr/>
                    </p:nvPicPr>
                    <p:blipFill>
                      <a:blip r:embed="rId3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49600" y="5670550"/>
                        <a:ext cx="3275013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6915150" y="5775325"/>
          <a:ext cx="2044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8" name="Equation" r:id="rId37" imgW="49072800" imgH="10363200" progId="Equation.DSMT4">
                  <p:embed/>
                </p:oleObj>
              </mc:Choice>
              <mc:Fallback>
                <p:oleObj name="Equation" r:id="rId37" imgW="49072800" imgH="10363200" progId="Equation.DSMT4">
                  <p:embed/>
                  <p:pic>
                    <p:nvPicPr>
                      <p:cNvPr id="0" name="图片 39207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915150" y="5775325"/>
                        <a:ext cx="2044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34"/>
          <p:cNvGrpSpPr/>
          <p:nvPr/>
        </p:nvGrpSpPr>
        <p:grpSpPr bwMode="auto">
          <a:xfrm>
            <a:off x="4495800" y="4584700"/>
            <a:ext cx="1371600" cy="931863"/>
            <a:chOff x="1872" y="2841"/>
            <a:chExt cx="864" cy="587"/>
          </a:xfrm>
        </p:grpSpPr>
        <p:graphicFrame>
          <p:nvGraphicFramePr>
            <p:cNvPr id="29" name="Object 35"/>
            <p:cNvGraphicFramePr>
              <a:graphicFrameLocks noChangeAspect="1"/>
            </p:cNvGraphicFramePr>
            <p:nvPr/>
          </p:nvGraphicFramePr>
          <p:xfrm>
            <a:off x="1900" y="2841"/>
            <a:ext cx="814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09" name="Equation" r:id="rId39" imgW="31089600" imgH="13106400" progId="Equation.DSMT4">
                    <p:embed/>
                  </p:oleObj>
                </mc:Choice>
                <mc:Fallback>
                  <p:oleObj name="Equation" r:id="rId39" imgW="31089600" imgH="13106400" progId="Equation.DSMT4">
                    <p:embed/>
                    <p:pic>
                      <p:nvPicPr>
                        <p:cNvPr id="0" name="图片 392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1900" y="2841"/>
                          <a:ext cx="814" cy="34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Line 36"/>
            <p:cNvSpPr>
              <a:spLocks noChangeShapeType="1"/>
            </p:cNvSpPr>
            <p:nvPr/>
          </p:nvSpPr>
          <p:spPr bwMode="auto">
            <a:xfrm>
              <a:off x="1872" y="321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aphicFrame>
          <p:nvGraphicFramePr>
            <p:cNvPr id="31" name="Object 37"/>
            <p:cNvGraphicFramePr>
              <a:graphicFrameLocks noChangeAspect="1"/>
            </p:cNvGraphicFramePr>
            <p:nvPr/>
          </p:nvGraphicFramePr>
          <p:xfrm>
            <a:off x="2156" y="3236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10" name="Equation" r:id="rId41" imgW="5791200" imgH="7315200" progId="Equation.DSMT4">
                    <p:embed/>
                  </p:oleObj>
                </mc:Choice>
                <mc:Fallback>
                  <p:oleObj name="Equation" r:id="rId41" imgW="5791200" imgH="7315200" progId="Equation.DSMT4">
                    <p:embed/>
                    <p:pic>
                      <p:nvPicPr>
                        <p:cNvPr id="0" name="图片 3920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2156" y="3236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Group 38"/>
          <p:cNvGrpSpPr/>
          <p:nvPr/>
        </p:nvGrpSpPr>
        <p:grpSpPr bwMode="auto">
          <a:xfrm>
            <a:off x="3879850" y="4762500"/>
            <a:ext cx="546100" cy="825500"/>
            <a:chOff x="1484" y="2905"/>
            <a:chExt cx="344" cy="520"/>
          </a:xfrm>
        </p:grpSpPr>
        <p:graphicFrame>
          <p:nvGraphicFramePr>
            <p:cNvPr id="33" name="Object 39"/>
            <p:cNvGraphicFramePr>
              <a:graphicFrameLocks noChangeAspect="1"/>
            </p:cNvGraphicFramePr>
            <p:nvPr/>
          </p:nvGraphicFramePr>
          <p:xfrm>
            <a:off x="1484" y="2905"/>
            <a:ext cx="344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11" name="Equation" r:id="rId43" imgW="13106400" imgH="19812000" progId="Equation.DSMT4">
                    <p:embed/>
                  </p:oleObj>
                </mc:Choice>
                <mc:Fallback>
                  <p:oleObj name="Equation" r:id="rId43" imgW="13106400" imgH="19812000" progId="Equation.DSMT4">
                    <p:embed/>
                    <p:pic>
                      <p:nvPicPr>
                        <p:cNvPr id="0" name="图片 392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1484" y="2905"/>
                          <a:ext cx="344" cy="52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40"/>
            <p:cNvGraphicFramePr>
              <a:graphicFrameLocks noChangeAspect="1"/>
            </p:cNvGraphicFramePr>
            <p:nvPr/>
          </p:nvGraphicFramePr>
          <p:xfrm>
            <a:off x="1484" y="3188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12" name="Equation" r:id="rId45" imgW="5791200" imgH="7315200" progId="Equation.DSMT4">
                    <p:embed/>
                  </p:oleObj>
                </mc:Choice>
                <mc:Fallback>
                  <p:oleObj name="Equation" r:id="rId45" imgW="5791200" imgH="7315200" progId="Equation.DSMT4">
                    <p:embed/>
                    <p:pic>
                      <p:nvPicPr>
                        <p:cNvPr id="0" name="图片 392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1484" y="3188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8" grpId="0" autoUpdateAnimBg="0"/>
      <p:bldP spid="13" grpId="0" autoUpdateAnimBg="0"/>
      <p:bldP spid="19" grpId="0" bldLvl="0" animBg="1"/>
      <p:bldP spid="20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1906588" y="169863"/>
          <a:ext cx="1828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7" name="Equation" r:id="rId1" imgW="43891200" imgH="10363200" progId="Equation.DSMT4">
                  <p:embed/>
                </p:oleObj>
              </mc:Choice>
              <mc:Fallback>
                <p:oleObj name="Equation" r:id="rId1" imgW="43891200" imgH="10363200" progId="Equation.DSMT4">
                  <p:embed/>
                  <p:pic>
                    <p:nvPicPr>
                      <p:cNvPr id="0" name="图片 399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6588" y="169863"/>
                        <a:ext cx="1828800" cy="4318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704332" y="107156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249738" y="280988"/>
          <a:ext cx="1104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8" name="Equation" r:id="rId3" imgW="26517600" imgH="7315200" progId="Equation.DSMT4">
                  <p:embed/>
                </p:oleObj>
              </mc:Choice>
              <mc:Fallback>
                <p:oleObj name="Equation" r:id="rId3" imgW="26517600" imgH="7315200" progId="Equation.DSMT4">
                  <p:embed/>
                  <p:pic>
                    <p:nvPicPr>
                      <p:cNvPr id="0" name="图片 4010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49738" y="280988"/>
                        <a:ext cx="11049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5456932" y="183356"/>
          <a:ext cx="1282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9" name="Equation" r:id="rId5" imgW="30784800" imgH="10363200" progId="Equation.DSMT4">
                  <p:embed/>
                </p:oleObj>
              </mc:Choice>
              <mc:Fallback>
                <p:oleObj name="Equation" r:id="rId5" imgW="30784800" imgH="10363200" progId="Equation.DSMT4">
                  <p:embed/>
                  <p:pic>
                    <p:nvPicPr>
                      <p:cNvPr id="0" name="图片 4010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56932" y="183356"/>
                        <a:ext cx="12827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676132" y="89694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1819275" y="849313"/>
          <a:ext cx="15478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0" name="Equation" r:id="rId7" imgW="37185600" imgH="22250400" progId="Equation.DSMT4">
                  <p:embed/>
                </p:oleObj>
              </mc:Choice>
              <mc:Fallback>
                <p:oleObj name="Equation" r:id="rId7" imgW="37185600" imgH="22250400" progId="Equation.DSMT4">
                  <p:embed/>
                  <p:pic>
                    <p:nvPicPr>
                      <p:cNvPr id="0" name="图片 4010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19275" y="849313"/>
                        <a:ext cx="1547813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519488" y="849313"/>
          <a:ext cx="20431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1" name="Equation" r:id="rId9" imgW="49072800" imgH="22250400" progId="Equation.DSMT4">
                  <p:embed/>
                </p:oleObj>
              </mc:Choice>
              <mc:Fallback>
                <p:oleObj name="Equation" r:id="rId9" imgW="49072800" imgH="22250400" progId="Equation.DSMT4">
                  <p:embed/>
                  <p:pic>
                    <p:nvPicPr>
                      <p:cNvPr id="0" name="图片 4011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19488" y="849313"/>
                        <a:ext cx="2043112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557838" y="4964113"/>
          <a:ext cx="320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2" name="Equation" r:id="rId11" imgW="76809600" imgH="17678400" progId="Equation.DSMT4">
                  <p:embed/>
                </p:oleObj>
              </mc:Choice>
              <mc:Fallback>
                <p:oleObj name="Equation" r:id="rId11" imgW="76809600" imgH="17678400" progId="Equation.DSMT4">
                  <p:embed/>
                  <p:pic>
                    <p:nvPicPr>
                      <p:cNvPr id="0" name="图片 4011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57838" y="4964113"/>
                        <a:ext cx="32004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805238" y="4862513"/>
          <a:ext cx="1549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3" name="Equation" r:id="rId13" imgW="37185600" imgH="22250400" progId="Equation.DSMT4">
                  <p:embed/>
                </p:oleObj>
              </mc:Choice>
              <mc:Fallback>
                <p:oleObj name="Equation" r:id="rId13" imgW="37185600" imgH="22250400" progId="Equation.DSMT4">
                  <p:embed/>
                  <p:pic>
                    <p:nvPicPr>
                      <p:cNvPr id="0" name="图片 40112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05238" y="4862513"/>
                        <a:ext cx="15494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325688" y="5091113"/>
          <a:ext cx="1320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4" name="Equation" r:id="rId15" imgW="31699200" imgH="10363200" progId="Equation.DSMT4">
                  <p:embed/>
                </p:oleObj>
              </mc:Choice>
              <mc:Fallback>
                <p:oleObj name="Equation" r:id="rId15" imgW="31699200" imgH="10363200" progId="Equation.DSMT4">
                  <p:embed/>
                  <p:pic>
                    <p:nvPicPr>
                      <p:cNvPr id="0" name="图片 40113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25688" y="5091113"/>
                        <a:ext cx="13208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749925" y="931863"/>
          <a:ext cx="35036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5" name="Equation" r:id="rId17" imgW="84124800" imgH="17678400" progId="Equation.DSMT4">
                  <p:embed/>
                </p:oleObj>
              </mc:Choice>
              <mc:Fallback>
                <p:oleObj name="Equation" r:id="rId17" imgW="84124800" imgH="17678400" progId="Equation.DSMT4">
                  <p:embed/>
                  <p:pic>
                    <p:nvPicPr>
                      <p:cNvPr id="0" name="图片 4011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49925" y="931863"/>
                        <a:ext cx="3503613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563938" y="1947863"/>
          <a:ext cx="37703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6" name="Equation" r:id="rId19" imgW="90525600" imgH="17678400" progId="Equation.DSMT4">
                  <p:embed/>
                </p:oleObj>
              </mc:Choice>
              <mc:Fallback>
                <p:oleObj name="Equation" r:id="rId19" imgW="90525600" imgH="17678400" progId="Equation.DSMT4">
                  <p:embed/>
                  <p:pic>
                    <p:nvPicPr>
                      <p:cNvPr id="0" name="图片 4011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63938" y="1947863"/>
                        <a:ext cx="3770312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532188" y="2703513"/>
          <a:ext cx="384651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7" name="Equation" r:id="rId21" imgW="92354400" imgH="24384000" progId="Equation.DSMT4">
                  <p:embed/>
                </p:oleObj>
              </mc:Choice>
              <mc:Fallback>
                <p:oleObj name="Equation" r:id="rId21" imgW="92354400" imgH="24384000" progId="Equation.DSMT4">
                  <p:embed/>
                  <p:pic>
                    <p:nvPicPr>
                      <p:cNvPr id="0" name="图片 4011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532188" y="2703513"/>
                        <a:ext cx="3846512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1435795" y="4704556"/>
            <a:ext cx="9069387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7178675" y="4037013"/>
          <a:ext cx="22590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8" name="Equation" r:id="rId23" imgW="54254400" imgH="10363200" progId="Equation.DSMT4">
                  <p:embed/>
                </p:oleObj>
              </mc:Choice>
              <mc:Fallback>
                <p:oleObj name="Equation" r:id="rId23" imgW="54254400" imgH="10363200" progId="Equation.DSMT4">
                  <p:embed/>
                  <p:pic>
                    <p:nvPicPr>
                      <p:cNvPr id="0" name="图片 4011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78675" y="4037013"/>
                        <a:ext cx="225901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551238" y="3903663"/>
          <a:ext cx="31988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9" name="Equation" r:id="rId25" imgW="76809600" imgH="17678400" progId="Equation.DSMT4">
                  <p:embed/>
                </p:oleObj>
              </mc:Choice>
              <mc:Fallback>
                <p:oleObj name="Equation" r:id="rId25" imgW="76809600" imgH="17678400" progId="Equation.DSMT4">
                  <p:embed/>
                  <p:pic>
                    <p:nvPicPr>
                      <p:cNvPr id="0" name="图片 40118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51238" y="3903663"/>
                        <a:ext cx="3198812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765936" y="4165833"/>
            <a:ext cx="17319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686686" y="4089286"/>
          <a:ext cx="28432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1" name="Equation" r:id="rId1" imgW="68275200" imgH="14630400" progId="Equation.DSMT4">
                  <p:embed/>
                </p:oleObj>
              </mc:Choice>
              <mc:Fallback>
                <p:oleObj name="Equation" r:id="rId1" imgW="68275200" imgH="14630400" progId="Equation.DSMT4">
                  <p:embed/>
                  <p:pic>
                    <p:nvPicPr>
                      <p:cNvPr id="0" name="图片 409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86686" y="4089286"/>
                        <a:ext cx="2843213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220086" y="4241686"/>
          <a:ext cx="554038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Equation" r:id="rId3" imgW="10972800" imgH="12801600" progId="Equation.DSMT4">
                  <p:embed/>
                </p:oleObj>
              </mc:Choice>
              <mc:Fallback>
                <p:oleObj name="Equation" r:id="rId3" imgW="10972800" imgH="12801600" progId="Equation.DSMT4">
                  <p:embed/>
                  <p:pic>
                    <p:nvPicPr>
                      <p:cNvPr id="0" name="图片 409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0086" y="4241686"/>
                        <a:ext cx="554038" cy="642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2086486" y="711433"/>
            <a:ext cx="1676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17</a:t>
            </a:r>
            <a:r>
              <a:rPr lang="en-US" altLang="zh-CN" sz="2800" b="1" dirty="0" smtClean="0"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565877" y="432033"/>
          <a:ext cx="2057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Equation" r:id="rId5" imgW="49377600" imgH="23164800" progId="Equation.DSMT4">
                  <p:embed/>
                </p:oleObj>
              </mc:Choice>
              <mc:Fallback>
                <p:oleObj name="Equation" r:id="rId5" imgW="49377600" imgH="23164800" progId="Equation.DSMT4">
                  <p:embed/>
                  <p:pic>
                    <p:nvPicPr>
                      <p:cNvPr id="0" name="图片 409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65877" y="432033"/>
                        <a:ext cx="20574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086486" y="1676633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134236" y="1568336"/>
          <a:ext cx="1028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4" name="Equation" r:id="rId7" imgW="24688800" imgH="18288000" progId="Equation.DSMT4">
                  <p:embed/>
                </p:oleObj>
              </mc:Choice>
              <mc:Fallback>
                <p:oleObj name="Equation" r:id="rId7" imgW="24688800" imgH="18288000" progId="Equation.DSMT4">
                  <p:embed/>
                  <p:pic>
                    <p:nvPicPr>
                      <p:cNvPr id="0" name="图片 409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34236" y="1568336"/>
                        <a:ext cx="10287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061336" y="1605196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480436" y="1561986"/>
          <a:ext cx="1663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5" name="Equation" r:id="rId9" imgW="39928800" imgH="17678400" progId="Equation.DSMT4">
                  <p:embed/>
                </p:oleObj>
              </mc:Choice>
              <mc:Fallback>
                <p:oleObj name="Equation" r:id="rId9" imgW="39928800" imgH="17678400" progId="Equation.DSMT4">
                  <p:embed/>
                  <p:pic>
                    <p:nvPicPr>
                      <p:cNvPr id="0" name="图片 40964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80436" y="1561986"/>
                        <a:ext cx="16637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691324" y="2718033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529524" y="2749436"/>
          <a:ext cx="584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6" name="Equation" r:id="rId11" imgW="14020800" imgH="14020800" progId="Equation.DSMT4">
                  <p:embed/>
                </p:oleObj>
              </mc:Choice>
              <mc:Fallback>
                <p:oleObj name="Equation" r:id="rId11" imgW="14020800" imgH="14020800" progId="Equation.DSMT4">
                  <p:embed/>
                  <p:pic>
                    <p:nvPicPr>
                      <p:cNvPr id="0" name="图片 409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29524" y="2749436"/>
                        <a:ext cx="5842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447224" y="2616086"/>
          <a:ext cx="863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7" name="Equation" r:id="rId13" imgW="20726400" imgH="20116800" progId="Equation.DSMT4">
                  <p:embed/>
                </p:oleObj>
              </mc:Choice>
              <mc:Fallback>
                <p:oleObj name="Equation" r:id="rId13" imgW="20726400" imgH="20116800" progId="Equation.DSMT4">
                  <p:embed/>
                  <p:pic>
                    <p:nvPicPr>
                      <p:cNvPr id="0" name="图片 409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47224" y="2616086"/>
                        <a:ext cx="863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6514024" y="2692286"/>
          <a:ext cx="28686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8" name="Equation" r:id="rId15" imgW="68884800" imgH="14630400" progId="Equation.DSMT4">
                  <p:embed/>
                </p:oleObj>
              </mc:Choice>
              <mc:Fallback>
                <p:oleObj name="Equation" r:id="rId15" imgW="68884800" imgH="14630400" progId="Equation.DSMT4">
                  <p:embed/>
                  <p:pic>
                    <p:nvPicPr>
                      <p:cNvPr id="0" name="图片 4096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14024" y="2692286"/>
                        <a:ext cx="2868612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2143636" y="3574936"/>
          <a:ext cx="160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9" name="Equation" r:id="rId17" imgW="38404800" imgH="10363200" progId="Equation.DSMT4">
                  <p:embed/>
                </p:oleObj>
              </mc:Choice>
              <mc:Fallback>
                <p:oleObj name="Equation" r:id="rId17" imgW="38404800" imgH="10363200" progId="Equation.DSMT4">
                  <p:embed/>
                  <p:pic>
                    <p:nvPicPr>
                      <p:cNvPr id="0" name="图片 40968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43636" y="3574936"/>
                        <a:ext cx="1600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043874" y="2257311"/>
          <a:ext cx="1303337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0" name="Equation" r:id="rId19" imgW="32308800" imgH="37795200" progId="Equation.DSMT4">
                  <p:embed/>
                </p:oleObj>
              </mc:Choice>
              <mc:Fallback>
                <p:oleObj name="Equation" r:id="rId19" imgW="32308800" imgH="37795200" progId="Equation.DSMT4">
                  <p:embed/>
                  <p:pic>
                    <p:nvPicPr>
                      <p:cNvPr id="0" name="图片 4096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43874" y="2257311"/>
                        <a:ext cx="1303337" cy="1527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686686" y="4914786"/>
          <a:ext cx="26146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1" name="Equation" r:id="rId21" imgW="62788800" imgH="24688800" progId="Equation.DSMT4">
                  <p:embed/>
                </p:oleObj>
              </mc:Choice>
              <mc:Fallback>
                <p:oleObj name="Equation" r:id="rId21" imgW="62788800" imgH="24688800" progId="Equation.DSMT4">
                  <p:embed/>
                  <p:pic>
                    <p:nvPicPr>
                      <p:cNvPr id="0" name="图片 4097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86686" y="4914786"/>
                        <a:ext cx="2614613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1976176" y="5759017"/>
            <a:ext cx="51752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&lt; 0 </a:t>
            </a:r>
            <a:r>
              <a:rPr kumimoji="1" lang="zh-CN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时, 类似可得同样结果 .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6582286" y="4914786"/>
          <a:ext cx="251301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2" name="Equation" r:id="rId23" imgW="60350400" imgH="24688800" progId="Equation.DSMT4">
                  <p:embed/>
                </p:oleObj>
              </mc:Choice>
              <mc:Fallback>
                <p:oleObj name="Equation" r:id="rId23" imgW="60350400" imgH="24688800" progId="Equation.DSMT4">
                  <p:embed/>
                  <p:pic>
                    <p:nvPicPr>
                      <p:cNvPr id="0" name="图片 40971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82286" y="4914786"/>
                        <a:ext cx="2513013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6622792" y="4154895"/>
          <a:ext cx="1447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3" name="Equation" r:id="rId25" imgW="34747200" imgH="10972800" progId="Equation.DSMT4">
                  <p:embed/>
                </p:oleObj>
              </mc:Choice>
              <mc:Fallback>
                <p:oleObj name="Equation" r:id="rId25" imgW="34747200" imgH="10972800" progId="Equation.DSMT4">
                  <p:embed/>
                  <p:pic>
                    <p:nvPicPr>
                      <p:cNvPr id="0" name="图片 4097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622792" y="4154895"/>
                        <a:ext cx="1447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8"/>
          <p:cNvSpPr>
            <a:spLocks noChangeArrowheads="1"/>
          </p:cNvSpPr>
          <p:nvPr/>
        </p:nvSpPr>
        <p:spPr bwMode="auto">
          <a:xfrm>
            <a:off x="7135495" y="1276350"/>
            <a:ext cx="4248150" cy="8509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="ctr"/>
          <a:lstStyle/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分母中因子次数较高时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可试用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倒代换 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 bwMode="auto">
          <a:xfrm>
            <a:off x="7080250" y="754316"/>
            <a:ext cx="125539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经验：</a:t>
            </a:r>
            <a:endParaRPr kumimoji="1"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86327" y="-304"/>
            <a:ext cx="25657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3.倒代换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7" grpId="0" autoUpdateAnimBg="0"/>
      <p:bldP spid="9" grpId="0" autoUpdateAnimBg="0"/>
      <p:bldP spid="11" grpId="0" autoUpdateAnimBg="0"/>
      <p:bldP spid="18" grpId="0" autoUpdateAnimBg="0"/>
      <p:bldP spid="21" grpId="0" autoUpdateAnimBg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575720" y="141635"/>
          <a:ext cx="16129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5" name="Equation" r:id="rId1" imgW="38709600" imgH="24384000" progId="Equation.DSMT4">
                  <p:embed/>
                </p:oleObj>
              </mc:Choice>
              <mc:Fallback>
                <p:oleObj name="Equation" r:id="rId1" imgW="38709600" imgH="24384000" progId="Equation.DSMT4">
                  <p:embed/>
                  <p:pic>
                    <p:nvPicPr>
                      <p:cNvPr id="0" name="图片 419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5720" y="141635"/>
                        <a:ext cx="1612900" cy="1009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2063750" y="303560"/>
            <a:ext cx="1676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18</a:t>
            </a:r>
            <a:r>
              <a:rPr lang="en-US" altLang="zh-CN" sz="2800" b="1" dirty="0" smtClean="0"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063750" y="1268760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3111500" y="1160463"/>
          <a:ext cx="1028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Equation" r:id="rId3" imgW="24688800" imgH="18288000" progId="Equation.DSMT4">
                  <p:embed/>
                </p:oleObj>
              </mc:Choice>
              <mc:Fallback>
                <p:oleObj name="Equation" r:id="rId3" imgW="24688800" imgH="18288000" progId="Equation.DSMT4">
                  <p:embed/>
                  <p:pic>
                    <p:nvPicPr>
                      <p:cNvPr id="0" name="图片 419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1500" y="1160463"/>
                        <a:ext cx="10287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295800" y="1113184"/>
          <a:ext cx="2074862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Equation" r:id="rId5" imgW="49987200" imgH="20116800" progId="Equation.DSMT4">
                  <p:embed/>
                </p:oleObj>
              </mc:Choice>
              <mc:Fallback>
                <p:oleObj name="Equation" r:id="rId5" imgW="49987200" imgH="20116800" progId="Equation.DSMT4">
                  <p:embed/>
                  <p:pic>
                    <p:nvPicPr>
                      <p:cNvPr id="0" name="图片 419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95800" y="1113184"/>
                        <a:ext cx="2074862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143672" y="2132856"/>
          <a:ext cx="4652962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Equation" r:id="rId7" imgW="111556800" imgH="35356800" progId="Equation.DSMT4">
                  <p:embed/>
                </p:oleObj>
              </mc:Choice>
              <mc:Fallback>
                <p:oleObj name="Equation" r:id="rId7" imgW="111556800" imgH="35356800" progId="Equation.DSMT4">
                  <p:embed/>
                  <p:pic>
                    <p:nvPicPr>
                      <p:cNvPr id="0" name="图片 419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43672" y="2132856"/>
                        <a:ext cx="4652962" cy="1481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137150" y="3861048"/>
          <a:ext cx="1917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Equation" r:id="rId9" imgW="46024800" imgH="21336000" progId="Equation.DSMT4">
                  <p:embed/>
                </p:oleObj>
              </mc:Choice>
              <mc:Fallback>
                <p:oleObj name="Equation" r:id="rId9" imgW="46024800" imgH="21336000" progId="Equation.DSMT4">
                  <p:embed/>
                  <p:pic>
                    <p:nvPicPr>
                      <p:cNvPr id="0" name="图片 419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37150" y="3861048"/>
                        <a:ext cx="19177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176120" y="3933056"/>
          <a:ext cx="2832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0" name="Equation" r:id="rId11" imgW="67970400" imgH="19812000" progId="Equation.DSMT4">
                  <p:embed/>
                </p:oleObj>
              </mc:Choice>
              <mc:Fallback>
                <p:oleObj name="Equation" r:id="rId11" imgW="67970400" imgH="19812000" progId="Equation.DSMT4">
                  <p:embed/>
                  <p:pic>
                    <p:nvPicPr>
                      <p:cNvPr id="0" name="图片 419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76120" y="3933056"/>
                        <a:ext cx="2832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159896" y="4941168"/>
          <a:ext cx="397986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1" name="Equation" r:id="rId13" imgW="95707200" imgH="19812000" progId="Equation.DSMT4">
                  <p:embed/>
                </p:oleObj>
              </mc:Choice>
              <mc:Fallback>
                <p:oleObj name="Equation" r:id="rId13" imgW="95707200" imgH="19812000" progId="Equation.DSMT4">
                  <p:embed/>
                  <p:pic>
                    <p:nvPicPr>
                      <p:cNvPr id="0" name="图片 419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59896" y="4941168"/>
                        <a:ext cx="3979863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1504" y="260021"/>
            <a:ext cx="2016224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19.</a:t>
            </a:r>
            <a:r>
              <a:rPr lang="zh-CN" altLang="en-US" sz="2800" b="1" dirty="0" smtClean="0">
                <a:ea typeface="楷体_GB2312" pitchFamily="49" charset="-122"/>
              </a:rPr>
              <a:t>已知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408832" y="173026"/>
          <a:ext cx="38846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09" name="Equation" r:id="rId1" imgW="4549775" imgH="758190" progId="Equation.3">
                  <p:embed/>
                </p:oleObj>
              </mc:Choice>
              <mc:Fallback>
                <p:oleObj name="Equation" r:id="rId1" imgW="4549775" imgH="758190" progId="Equation.3">
                  <p:embed/>
                  <p:pic>
                    <p:nvPicPr>
                      <p:cNvPr id="0" name="图片 4300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08832" y="173026"/>
                        <a:ext cx="3884613" cy="647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376312" y="242241"/>
            <a:ext cx="1371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800" b="1" i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&gt;0,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8658377" y="206681"/>
          <a:ext cx="14224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Equation" r:id="rId3" imgW="1661795" imgH="724535" progId="Equation.3">
                  <p:embed/>
                </p:oleObj>
              </mc:Choice>
              <mc:Fallback>
                <p:oleObj name="Equation" r:id="rId3" imgW="1661795" imgH="724535" progId="Equation.3">
                  <p:embed/>
                  <p:pic>
                    <p:nvPicPr>
                      <p:cNvPr id="0" name="图片 4300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658377" y="206681"/>
                        <a:ext cx="142240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048662" y="985509"/>
            <a:ext cx="311123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800" b="1" dirty="0">
                <a:solidFill>
                  <a:srgbClr val="7030A0"/>
                </a:solidFill>
                <a:ea typeface="楷体_GB2312" pitchFamily="49" charset="-122"/>
              </a:rPr>
              <a:t>:   </a:t>
            </a:r>
            <a:r>
              <a:rPr lang="zh-CN" altLang="en-US" sz="2800" b="1" dirty="0">
                <a:ea typeface="楷体_GB2312" pitchFamily="49" charset="-122"/>
              </a:rPr>
              <a:t>两边求导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得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5122697" y="931216"/>
          <a:ext cx="1384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" name="Equation" r:id="rId5" imgW="1616710" imgH="613410" progId="Equation.3">
                  <p:embed/>
                </p:oleObj>
              </mc:Choice>
              <mc:Fallback>
                <p:oleObj name="Equation" r:id="rId5" imgW="1616710" imgH="613410" progId="Equation.3">
                  <p:embed/>
                  <p:pic>
                    <p:nvPicPr>
                      <p:cNvPr id="0" name="图片 43010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22697" y="931216"/>
                        <a:ext cx="1384300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612407" y="709601"/>
          <a:ext cx="1282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Equation" r:id="rId7" imgW="1505585" imgH="1104265" progId="Equation.3">
                  <p:embed/>
                </p:oleObj>
              </mc:Choice>
              <mc:Fallback>
                <p:oleObj name="Equation" r:id="rId7" imgW="1505585" imgH="1104265" progId="Equation.3">
                  <p:embed/>
                  <p:pic>
                    <p:nvPicPr>
                      <p:cNvPr id="0" name="图片 43011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612407" y="709601"/>
                        <a:ext cx="12827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7833512" y="971221"/>
            <a:ext cx="914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939379" y="1654820"/>
          <a:ext cx="3592512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Equation" r:id="rId9" imgW="4203700" imgH="1104265" progId="Equation.3">
                  <p:embed/>
                </p:oleObj>
              </mc:Choice>
              <mc:Fallback>
                <p:oleObj name="Equation" r:id="rId9" imgW="4203700" imgH="1104265" progId="Equation.3">
                  <p:embed/>
                  <p:pic>
                    <p:nvPicPr>
                      <p:cNvPr id="0" name="图片 43012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39379" y="1654820"/>
                        <a:ext cx="3592512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741441" y="1667520"/>
          <a:ext cx="1409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4" name="Equation" r:id="rId11" imgW="1650365" imgH="992505" progId="Equation.3">
                  <p:embed/>
                </p:oleObj>
              </mc:Choice>
              <mc:Fallback>
                <p:oleObj name="Equation" r:id="rId11" imgW="1650365" imgH="992505" progId="Equation.3">
                  <p:embed/>
                  <p:pic>
                    <p:nvPicPr>
                      <p:cNvPr id="0" name="图片 430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41441" y="1667520"/>
                        <a:ext cx="140970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685379" y="2708920"/>
          <a:ext cx="1587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Equation" r:id="rId13" imgW="1862455" imgH="1204595" progId="Equation.3">
                  <p:embed/>
                </p:oleObj>
              </mc:Choice>
              <mc:Fallback>
                <p:oleObj name="Equation" r:id="rId13" imgW="1862455" imgH="1204595" progId="Equation.3">
                  <p:embed/>
                  <p:pic>
                    <p:nvPicPr>
                      <p:cNvPr id="0" name="图片 43014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85379" y="2708920"/>
                        <a:ext cx="1587500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336379" y="2708920"/>
          <a:ext cx="295751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name="Equation" r:id="rId15" imgW="3467735" imgH="1204595" progId="Equation.3">
                  <p:embed/>
                </p:oleObj>
              </mc:Choice>
              <mc:Fallback>
                <p:oleObj name="Equation" r:id="rId15" imgW="3467735" imgH="1204595" progId="Equation.3">
                  <p:embed/>
                  <p:pic>
                    <p:nvPicPr>
                      <p:cNvPr id="0" name="图片 4301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36379" y="2708920"/>
                        <a:ext cx="2957512" cy="1028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130129" y="2797820"/>
          <a:ext cx="35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7" name="Equation" r:id="rId17" imgW="412750" imgH="479425" progId="Equation.3">
                  <p:embed/>
                </p:oleObj>
              </mc:Choice>
              <mc:Fallback>
                <p:oleObj name="Equation" r:id="rId17" imgW="412750" imgH="479425" progId="Equation.3">
                  <p:embed/>
                  <p:pic>
                    <p:nvPicPr>
                      <p:cNvPr id="0" name="图片 430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30129" y="2797820"/>
                        <a:ext cx="355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047704" y="2793058"/>
          <a:ext cx="59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8" name="Equation" r:id="rId19" imgW="702310" imgH="479425" progId="Equation.3">
                  <p:embed/>
                </p:oleObj>
              </mc:Choice>
              <mc:Fallback>
                <p:oleObj name="Equation" r:id="rId19" imgW="702310" imgH="479425" progId="Equation.3">
                  <p:embed/>
                  <p:pic>
                    <p:nvPicPr>
                      <p:cNvPr id="0" name="图片 4301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47704" y="2793058"/>
                        <a:ext cx="596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2666329" y="3877320"/>
          <a:ext cx="35290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" name="Equation" r:id="rId21" imgW="4137025" imgH="992505" progId="Equation.3">
                  <p:embed/>
                </p:oleObj>
              </mc:Choice>
              <mc:Fallback>
                <p:oleObj name="Equation" r:id="rId21" imgW="4137025" imgH="992505" progId="Equation.3">
                  <p:embed/>
                  <p:pic>
                    <p:nvPicPr>
                      <p:cNvPr id="0" name="图片 43018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66329" y="3877320"/>
                        <a:ext cx="3529012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6188991" y="3877320"/>
          <a:ext cx="34782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0" name="Equation" r:id="rId23" imgW="4070350" imgH="992505" progId="Equation.3">
                  <p:embed/>
                </p:oleObj>
              </mc:Choice>
              <mc:Fallback>
                <p:oleObj name="Equation" r:id="rId23" imgW="4070350" imgH="992505" progId="Equation.3">
                  <p:embed/>
                  <p:pic>
                    <p:nvPicPr>
                      <p:cNvPr id="0" name="图片 43019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88991" y="3877320"/>
                        <a:ext cx="3478213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2627991" y="4752702"/>
          <a:ext cx="2042469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1" name="Equation" r:id="rId25" imgW="2330450" imgH="992505" progId="Equation.3">
                  <p:embed/>
                </p:oleObj>
              </mc:Choice>
              <mc:Fallback>
                <p:oleObj name="Equation" r:id="rId25" imgW="2330450" imgH="992505" progId="Equation.3">
                  <p:embed/>
                  <p:pic>
                    <p:nvPicPr>
                      <p:cNvPr id="0" name="图片 43020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27991" y="4752702"/>
                        <a:ext cx="2042469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4742541" y="4797152"/>
          <a:ext cx="214662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2" name="Equation" r:id="rId27" imgW="2453005" imgH="713740" progId="Equation.3">
                  <p:embed/>
                </p:oleObj>
              </mc:Choice>
              <mc:Fallback>
                <p:oleObj name="Equation" r:id="rId27" imgW="2453005" imgH="713740" progId="Equation.3">
                  <p:embed/>
                  <p:pic>
                    <p:nvPicPr>
                      <p:cNvPr id="0" name="图片 43021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42541" y="4797152"/>
                        <a:ext cx="2146627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2624684" y="5517232"/>
          <a:ext cx="3987801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3" name="Equation" r:id="rId29" imgW="95707200" imgH="24993600" progId="Equation.DSMT4">
                  <p:embed/>
                </p:oleObj>
              </mc:Choice>
              <mc:Fallback>
                <p:oleObj name="Equation" r:id="rId29" imgW="95707200" imgH="24993600" progId="Equation.DSMT4">
                  <p:embed/>
                  <p:pic>
                    <p:nvPicPr>
                      <p:cNvPr id="0" name="图片 4302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624684" y="5517232"/>
                        <a:ext cx="3987801" cy="104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  <p:bldP spid="9" grpId="0" bldLvl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 txBox="1">
            <a:spLocks noChangeArrowheads="1"/>
          </p:cNvSpPr>
          <p:nvPr/>
        </p:nvSpPr>
        <p:spPr>
          <a:xfrm>
            <a:off x="2073550" y="735608"/>
            <a:ext cx="16764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en-US" altLang="zh-CN" sz="2800" b="1" dirty="0" smtClean="0"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133681" y="1268760"/>
          <a:ext cx="37338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3" name="Equation" r:id="rId1" imgW="89611200" imgH="26212800" progId="Equation.DSMT4">
                  <p:embed/>
                </p:oleObj>
              </mc:Choice>
              <mc:Fallback>
                <p:oleObj name="Equation" r:id="rId1" imgW="89611200" imgH="26212800" progId="Equation.DSMT4">
                  <p:embed/>
                  <p:pic>
                    <p:nvPicPr>
                      <p:cNvPr id="0" name="图片 440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3681" y="1268760"/>
                        <a:ext cx="3733800" cy="1085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527688" y="1309400"/>
          <a:ext cx="3082925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" name="Equation" r:id="rId3" imgW="73761600" imgH="26212800" progId="Equation.DSMT4">
                  <p:embed/>
                </p:oleObj>
              </mc:Choice>
              <mc:Fallback>
                <p:oleObj name="Equation" r:id="rId3" imgW="73761600" imgH="26212800" progId="Equation.DSMT4">
                  <p:embed/>
                  <p:pic>
                    <p:nvPicPr>
                      <p:cNvPr id="0" name="图片 440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27688" y="1309400"/>
                        <a:ext cx="3082925" cy="1084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656024" y="2636912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351584" y="2532999"/>
          <a:ext cx="24130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" name="Equation" r:id="rId5" imgW="57912000" imgH="26212800" progId="Equation.DSMT4">
                  <p:embed/>
                </p:oleObj>
              </mc:Choice>
              <mc:Fallback>
                <p:oleObj name="Equation" r:id="rId5" imgW="57912000" imgH="26212800" progId="Equation.DSMT4">
                  <p:embed/>
                  <p:pic>
                    <p:nvPicPr>
                      <p:cNvPr id="0" name="图片 440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1584" y="2532999"/>
                        <a:ext cx="2413000" cy="1085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799856" y="2708920"/>
          <a:ext cx="17192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Equation" r:id="rId7" imgW="41452800" imgH="12496800" progId="Equation.DSMT4">
                  <p:embed/>
                </p:oleObj>
              </mc:Choice>
              <mc:Fallback>
                <p:oleObj name="Equation" r:id="rId7" imgW="41452800" imgH="12496800" progId="Equation.DSMT4">
                  <p:embed/>
                  <p:pic>
                    <p:nvPicPr>
                      <p:cNvPr id="0" name="图片 440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99856" y="2708920"/>
                        <a:ext cx="1719263" cy="527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528048" y="2708920"/>
          <a:ext cx="182086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7" name="Equation" r:id="rId9" imgW="43586400" imgH="27432000" progId="Equation.DSMT4">
                  <p:embed/>
                </p:oleObj>
              </mc:Choice>
              <mc:Fallback>
                <p:oleObj name="Equation" r:id="rId9" imgW="43586400" imgH="27432000" progId="Equation.DSMT4">
                  <p:embed/>
                  <p:pic>
                    <p:nvPicPr>
                      <p:cNvPr id="0" name="图片 440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28048" y="2708920"/>
                        <a:ext cx="1820863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143672" y="4005064"/>
          <a:ext cx="2557463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8" name="Equation" r:id="rId11" imgW="61264800" imgH="20116800" progId="Equation.DSMT4">
                  <p:embed/>
                </p:oleObj>
              </mc:Choice>
              <mc:Fallback>
                <p:oleObj name="Equation" r:id="rId11" imgW="61264800" imgH="20116800" progId="Equation.DSMT4">
                  <p:embed/>
                  <p:pic>
                    <p:nvPicPr>
                      <p:cNvPr id="0" name="图片 4403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43672" y="4005064"/>
                        <a:ext cx="2557463" cy="833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9048328" y="2996952"/>
          <a:ext cx="1409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9" name="Equation" r:id="rId13" imgW="33832800" imgH="14020800" progId="Equation.DSMT4">
                  <p:embed/>
                </p:oleObj>
              </mc:Choice>
              <mc:Fallback>
                <p:oleObj name="Equation" r:id="rId13" imgW="33832800" imgH="14020800" progId="Equation.DSMT4">
                  <p:embed/>
                  <p:pic>
                    <p:nvPicPr>
                      <p:cNvPr id="0" name="图片 440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048328" y="2996952"/>
                        <a:ext cx="14097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8400256" y="2780928"/>
          <a:ext cx="685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0" name="Equation" r:id="rId15" imgW="16459200" imgH="20116800" progId="Equation.DSMT4">
                  <p:embed/>
                </p:oleObj>
              </mc:Choice>
              <mc:Fallback>
                <p:oleObj name="Equation" r:id="rId15" imgW="16459200" imgH="20116800" progId="Equation.DSMT4">
                  <p:embed/>
                  <p:pic>
                    <p:nvPicPr>
                      <p:cNvPr id="0" name="图片 440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400256" y="2780928"/>
                        <a:ext cx="685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735960" y="3933056"/>
          <a:ext cx="3289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1" name="Equation" r:id="rId17" imgW="78943200" imgH="22555200" progId="Equation.DSMT4">
                  <p:embed/>
                </p:oleObj>
              </mc:Choice>
              <mc:Fallback>
                <p:oleObj name="Equation" r:id="rId17" imgW="78943200" imgH="22555200" progId="Equation.DSMT4">
                  <p:embed/>
                  <p:pic>
                    <p:nvPicPr>
                      <p:cNvPr id="0" name="图片 4404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35960" y="3933056"/>
                        <a:ext cx="32893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159037" y="4941168"/>
          <a:ext cx="435927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2" name="Equation" r:id="rId19" imgW="104546400" imgH="22555200" progId="Equation.DSMT4">
                  <p:embed/>
                </p:oleObj>
              </mc:Choice>
              <mc:Fallback>
                <p:oleObj name="Equation" r:id="rId19" imgW="104546400" imgH="22555200" progId="Equation.DSMT4">
                  <p:embed/>
                  <p:pic>
                    <p:nvPicPr>
                      <p:cNvPr id="0" name="图片 4404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159037" y="4941168"/>
                        <a:ext cx="4359275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2053769" y="183973"/>
            <a:ext cx="769048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下题代表有理函数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的积分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问题中的一个基本类型</a:t>
            </a:r>
            <a:endParaRPr kumimoji="1"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547421" y="135300"/>
          <a:ext cx="3082925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29" name="Equation" r:id="rId1" imgW="73761600" imgH="26212800" progId="Equation.DSMT4">
                  <p:embed/>
                </p:oleObj>
              </mc:Choice>
              <mc:Fallback>
                <p:oleObj name="Equation" r:id="rId1" imgW="73761600" imgH="26212800" progId="Equation.DSMT4">
                  <p:embed/>
                  <p:pic>
                    <p:nvPicPr>
                      <p:cNvPr id="0" name="图片 481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421" y="135300"/>
                        <a:ext cx="3082925" cy="1084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631504" y="1250345"/>
          <a:ext cx="7600950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0" name="Equation" r:id="rId3" imgW="182575200" imgH="43891200" progId="Equation.DSMT4">
                  <p:embed/>
                </p:oleObj>
              </mc:Choice>
              <mc:Fallback>
                <p:oleObj name="Equation" r:id="rId3" imgW="182575200" imgH="43891200" progId="Equation.DSMT4">
                  <p:embed/>
                  <p:pic>
                    <p:nvPicPr>
                      <p:cNvPr id="0" name="图片 4812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1504" y="1250345"/>
                        <a:ext cx="7600950" cy="182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668395" y="2938780"/>
          <a:ext cx="71501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1" name="Equation" r:id="rId5" imgW="171602400" imgH="56692800" progId="Equation.DSMT4">
                  <p:embed/>
                </p:oleObj>
              </mc:Choice>
              <mc:Fallback>
                <p:oleObj name="Equation" r:id="rId5" imgW="171602400" imgH="56692800" progId="Equation.DSMT4">
                  <p:embed/>
                  <p:pic>
                    <p:nvPicPr>
                      <p:cNvPr id="0" name="图片 481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68395" y="2938780"/>
                        <a:ext cx="7150100" cy="236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524190" y="3700904"/>
          <a:ext cx="212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2" name="Equation" r:id="rId7" imgW="50901600" imgH="20116800" progId="Equation.DSMT4">
                  <p:embed/>
                </p:oleObj>
              </mc:Choice>
              <mc:Fallback>
                <p:oleObj name="Equation" r:id="rId7" imgW="50901600" imgH="20116800" progId="Equation.DSMT4">
                  <p:embed/>
                  <p:pic>
                    <p:nvPicPr>
                      <p:cNvPr id="0" name="图片 4813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24190" y="3700904"/>
                        <a:ext cx="2120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631504" y="5301208"/>
          <a:ext cx="4813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3" name="Equation" r:id="rId9" imgW="115519200" imgH="21336000" progId="Equation.DSMT4">
                  <p:embed/>
                </p:oleObj>
              </mc:Choice>
              <mc:Fallback>
                <p:oleObj name="Equation" r:id="rId9" imgW="115519200" imgH="21336000" progId="Equation.DSMT4">
                  <p:embed/>
                  <p:pic>
                    <p:nvPicPr>
                      <p:cNvPr id="0" name="图片 4813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31504" y="5301208"/>
                        <a:ext cx="4813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10274111" y="135047"/>
            <a:ext cx="613410" cy="295232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vert="eaVert"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利用（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）的结果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695716" y="3069026"/>
            <a:ext cx="4536504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668145" y="404495"/>
            <a:ext cx="184594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经验回顾：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3514003" y="406569"/>
            <a:ext cx="384683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找换元函数的主要目标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88820" y="1128936"/>
            <a:ext cx="36671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化为有理函数的积分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1588820" y="3141974"/>
            <a:ext cx="36671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化为三角函数的积分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1668195" y="4646419"/>
            <a:ext cx="36671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化为更简函数的积分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2087414" y="1673885"/>
            <a:ext cx="73329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一次函数的根式，单调函数与根式的复合，等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1588947" y="2433097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例如：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217986" y="2498972"/>
          <a:ext cx="927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3" name="Equation" r:id="rId1" imgW="22250400" imgH="10668000" progId="Equation.DSMT4">
                  <p:embed/>
                </p:oleObj>
              </mc:Choice>
              <mc:Fallback>
                <p:oleObj name="Equation" r:id="rId1" imgW="22250400" imgH="10668000" progId="Equation.DSMT4">
                  <p:embed/>
                  <p:pic>
                    <p:nvPicPr>
                      <p:cNvPr id="0" name="图片 491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17986" y="2498972"/>
                        <a:ext cx="9271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915240" y="2218452"/>
          <a:ext cx="1968480" cy="95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4" name="Equation" r:id="rId3" imgW="47244000" imgH="22860000" progId="Equation.DSMT4">
                  <p:embed/>
                </p:oleObj>
              </mc:Choice>
              <mc:Fallback>
                <p:oleObj name="Equation" r:id="rId3" imgW="47244000" imgH="22860000" progId="Equation.DSMT4">
                  <p:embed/>
                  <p:pic>
                    <p:nvPicPr>
                      <p:cNvPr id="0" name="图片 491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15240" y="2218452"/>
                        <a:ext cx="1968480" cy="95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509523" y="2420961"/>
          <a:ext cx="1041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5" name="Equation" r:id="rId5" imgW="24993600" imgH="11887200" progId="Equation.DSMT4">
                  <p:embed/>
                </p:oleObj>
              </mc:Choice>
              <mc:Fallback>
                <p:oleObj name="Equation" r:id="rId5" imgW="24993600" imgH="11887200" progId="Equation.DSMT4">
                  <p:embed/>
                  <p:pic>
                    <p:nvPicPr>
                      <p:cNvPr id="0" name="图片 491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09523" y="2420961"/>
                        <a:ext cx="10414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302670" y="3854655"/>
          <a:ext cx="1206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6" name="Equation" r:id="rId7" imgW="28956000" imgH="12496800" progId="Equation.DSMT4">
                  <p:embed/>
                </p:oleObj>
              </mc:Choice>
              <mc:Fallback>
                <p:oleObj name="Equation" r:id="rId7" imgW="28956000" imgH="12496800" progId="Equation.DSMT4">
                  <p:embed/>
                  <p:pic>
                    <p:nvPicPr>
                      <p:cNvPr id="0" name="图片 491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670" y="3854655"/>
                        <a:ext cx="1206500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1588947" y="3870223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例如：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1588947" y="5286747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例如：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734050" y="3846404"/>
          <a:ext cx="1295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7" name="Equation" r:id="rId9" imgW="31089600" imgH="11887200" progId="Equation.DSMT4">
                  <p:embed/>
                </p:oleObj>
              </mc:Choice>
              <mc:Fallback>
                <p:oleObj name="Equation" r:id="rId9" imgW="31089600" imgH="11887200" progId="Equation.DSMT4">
                  <p:embed/>
                  <p:pic>
                    <p:nvPicPr>
                      <p:cNvPr id="0" name="图片 4915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34050" y="3846404"/>
                        <a:ext cx="12954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7397750" y="3833704"/>
          <a:ext cx="1282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8" name="Equation" r:id="rId11" imgW="30784800" imgH="11887200" progId="Equation.DSMT4">
                  <p:embed/>
                </p:oleObj>
              </mc:Choice>
              <mc:Fallback>
                <p:oleObj name="Equation" r:id="rId11" imgW="30784800" imgH="11887200" progId="Equation.DSMT4">
                  <p:embed/>
                  <p:pic>
                    <p:nvPicPr>
                      <p:cNvPr id="0" name="图片 4915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397750" y="3833704"/>
                        <a:ext cx="12827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9047443" y="3796563"/>
          <a:ext cx="1422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9" name="Equation" r:id="rId13" imgW="34137600" imgH="15544800" progId="Equation.DSMT4">
                  <p:embed/>
                </p:oleObj>
              </mc:Choice>
              <mc:Fallback>
                <p:oleObj name="Equation" r:id="rId13" imgW="34137600" imgH="15544800" progId="Equation.DSMT4">
                  <p:embed/>
                  <p:pic>
                    <p:nvPicPr>
                      <p:cNvPr id="0" name="图片 4915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047443" y="3796563"/>
                        <a:ext cx="1422400" cy="647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2527180" y="2438203"/>
            <a:ext cx="1612900" cy="52197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根式代换</a:t>
            </a:r>
            <a:endParaRPr kumimoji="1"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 bwMode="auto">
          <a:xfrm>
            <a:off x="2527180" y="3862799"/>
            <a:ext cx="1612900" cy="52197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三角代换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 bwMode="auto">
          <a:xfrm>
            <a:off x="2527180" y="5307548"/>
            <a:ext cx="1255395" cy="52197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倒代换</a:t>
            </a:r>
            <a:endParaRPr kumimoji="1"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154549" y="5154667"/>
          <a:ext cx="850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0" name="Equation" r:id="rId15" imgW="20421600" imgH="20116800" progId="Equation.DSMT4">
                  <p:embed/>
                </p:oleObj>
              </mc:Choice>
              <mc:Fallback>
                <p:oleObj name="Equation" r:id="rId15" imgW="20421600" imgH="20116800" progId="Equation.DSMT4">
                  <p:embed/>
                  <p:pic>
                    <p:nvPicPr>
                      <p:cNvPr id="0" name="图片 4915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54549" y="5154667"/>
                        <a:ext cx="850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114247" y="5162687"/>
          <a:ext cx="2108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1" name="Equation" r:id="rId17" imgW="50596800" imgH="20116800" progId="Equation.DSMT4">
                  <p:embed/>
                </p:oleObj>
              </mc:Choice>
              <mc:Fallback>
                <p:oleObj name="Equation" r:id="rId17" imgW="50596800" imgH="20116800" progId="Equation.DSMT4">
                  <p:embed/>
                  <p:pic>
                    <p:nvPicPr>
                      <p:cNvPr id="0" name="图片 491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14247" y="5162687"/>
                        <a:ext cx="2108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356584" y="5162768"/>
          <a:ext cx="736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2" name="Equation" r:id="rId19" imgW="17678400" imgH="20116800" progId="Equation.DSMT4">
                  <p:embed/>
                </p:oleObj>
              </mc:Choice>
              <mc:Fallback>
                <p:oleObj name="Equation" r:id="rId19" imgW="17678400" imgH="20116800" progId="Equation.DSMT4">
                  <p:embed/>
                  <p:pic>
                    <p:nvPicPr>
                      <p:cNvPr id="0" name="图片 4916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356584" y="5162768"/>
                        <a:ext cx="736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5" grpId="0"/>
      <p:bldP spid="16" grpId="0"/>
      <p:bldP spid="20" grpId="0" bldLvl="0" animBg="1"/>
      <p:bldP spid="21" grpId="0" bldLvl="0" animBg="1"/>
      <p:bldP spid="22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609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练习4.2.1（3）</a:t>
            </a:r>
            <a:endParaRPr lang="zh-CN" altLang="en-US" b="1" dirty="0" smtClean="0">
              <a:solidFill>
                <a:srgbClr val="00B05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980792" y="848368"/>
            <a:ext cx="688467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按照规定的换元函数写出下列积分的过程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62520" y="1382572"/>
          <a:ext cx="400685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7" name="Equation" r:id="rId1" imgW="95707200" imgH="21336000" progId="Equation.DSMT4">
                  <p:embed/>
                </p:oleObj>
              </mc:Choice>
              <mc:Fallback>
                <p:oleObj name="Equation" r:id="rId1" imgW="95707200" imgH="21336000" progId="Equation.DSMT4">
                  <p:embed/>
                  <p:pic>
                    <p:nvPicPr>
                      <p:cNvPr id="0" name="图片 501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62520" y="1382572"/>
                        <a:ext cx="4006850" cy="882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676793" y="1371588"/>
          <a:ext cx="38909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8" name="Equation" r:id="rId3" imgW="92964000" imgH="20116800" progId="Equation.DSMT4">
                  <p:embed/>
                </p:oleObj>
              </mc:Choice>
              <mc:Fallback>
                <p:oleObj name="Equation" r:id="rId3" imgW="92964000" imgH="20116800" progId="Equation.DSMT4">
                  <p:embed/>
                  <p:pic>
                    <p:nvPicPr>
                      <p:cNvPr id="0" name="图片 501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76793" y="1371588"/>
                        <a:ext cx="3890962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1999095" y="2358837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答案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719736" y="3645024"/>
          <a:ext cx="404812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9" name="Equation" r:id="rId5" imgW="96926400" imgH="15849600" progId="Equation.DSMT4">
                  <p:embed/>
                </p:oleObj>
              </mc:Choice>
              <mc:Fallback>
                <p:oleObj name="Equation" r:id="rId5" imgW="96926400" imgH="15849600" progId="Equation.DSMT4">
                  <p:embed/>
                  <p:pic>
                    <p:nvPicPr>
                      <p:cNvPr id="0" name="图片 501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19736" y="3645024"/>
                        <a:ext cx="4048125" cy="668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056745" y="2354000"/>
          <a:ext cx="21050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0" name="Equation" r:id="rId7" imgW="50292000" imgH="12801600" progId="Equation.DSMT4">
                  <p:embed/>
                </p:oleObj>
              </mc:Choice>
              <mc:Fallback>
                <p:oleObj name="Equation" r:id="rId7" imgW="50292000" imgH="12801600" progId="Equation.DSMT4">
                  <p:embed/>
                  <p:pic>
                    <p:nvPicPr>
                      <p:cNvPr id="0" name="图片 501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6745" y="2354000"/>
                        <a:ext cx="2105025" cy="528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307820" y="2393688"/>
          <a:ext cx="32670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1" name="Equation" r:id="rId9" imgW="78028800" imgH="10972800" progId="Equation.DSMT4">
                  <p:embed/>
                </p:oleObj>
              </mc:Choice>
              <mc:Fallback>
                <p:oleObj name="Equation" r:id="rId9" imgW="78028800" imgH="10972800" progId="Equation.DSMT4">
                  <p:embed/>
                  <p:pic>
                    <p:nvPicPr>
                      <p:cNvPr id="0" name="图片 501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07820" y="2393688"/>
                        <a:ext cx="3267075" cy="454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029209" y="2780928"/>
          <a:ext cx="6078537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2" name="Equation" r:id="rId11" imgW="145999200" imgH="22555200" progId="Equation.DSMT4">
                  <p:embed/>
                </p:oleObj>
              </mc:Choice>
              <mc:Fallback>
                <p:oleObj name="Equation" r:id="rId11" imgW="145999200" imgH="22555200" progId="Equation.DSMT4">
                  <p:embed/>
                  <p:pic>
                    <p:nvPicPr>
                      <p:cNvPr id="0" name="图片 5018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29209" y="2780928"/>
                        <a:ext cx="6078537" cy="947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253616" y="4365104"/>
          <a:ext cx="21955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3" name="Equation" r:id="rId13" imgW="52425600" imgH="11582400" progId="Equation.DSMT4">
                  <p:embed/>
                </p:oleObj>
              </mc:Choice>
              <mc:Fallback>
                <p:oleObj name="Equation" r:id="rId13" imgW="52425600" imgH="11582400" progId="Equation.DSMT4">
                  <p:embed/>
                  <p:pic>
                    <p:nvPicPr>
                      <p:cNvPr id="0" name="图片 5018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53616" y="4365104"/>
                        <a:ext cx="2195513" cy="479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663952" y="4149080"/>
          <a:ext cx="15875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4" name="Equation" r:id="rId15" imgW="38100000" imgH="20116800" progId="Equation.DSMT4">
                  <p:embed/>
                </p:oleObj>
              </mc:Choice>
              <mc:Fallback>
                <p:oleObj name="Equation" r:id="rId15" imgW="38100000" imgH="20116800" progId="Equation.DSMT4">
                  <p:embed/>
                  <p:pic>
                    <p:nvPicPr>
                      <p:cNvPr id="0" name="图片 5018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63952" y="4149080"/>
                        <a:ext cx="15875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279576" y="4797152"/>
          <a:ext cx="8169276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5" name="Equation" r:id="rId17" imgW="195986400" imgH="22555200" progId="Equation.DSMT4">
                  <p:embed/>
                </p:oleObj>
              </mc:Choice>
              <mc:Fallback>
                <p:oleObj name="Equation" r:id="rId17" imgW="195986400" imgH="22555200" progId="Equation.DSMT4">
                  <p:embed/>
                  <p:pic>
                    <p:nvPicPr>
                      <p:cNvPr id="0" name="图片 5018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79576" y="4797152"/>
                        <a:ext cx="8169276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719736" y="5733256"/>
          <a:ext cx="31908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6" name="Equation" r:id="rId19" imgW="76809600" imgH="14020800" progId="Equation.DSMT4">
                  <p:embed/>
                </p:oleObj>
              </mc:Choice>
              <mc:Fallback>
                <p:oleObj name="Equation" r:id="rId19" imgW="76809600" imgH="14020800" progId="Equation.DSMT4">
                  <p:embed/>
                  <p:pic>
                    <p:nvPicPr>
                      <p:cNvPr id="0" name="图片 5018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19736" y="5733256"/>
                        <a:ext cx="3190875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143934" y="1979875"/>
            <a:ext cx="388815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9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2805784"/>
            <a:ext cx="403244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一．分部积分公式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2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143672" y="3632508"/>
            <a:ext cx="53285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二．常见的分部积分技巧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394738" y="1025570"/>
            <a:ext cx="774348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4.2.2 不定积分的分部积分法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101895" y="500802"/>
            <a:ext cx="403244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分部积分公式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33"/>
          <p:cNvSpPr txBox="1">
            <a:spLocks noChangeArrowheads="1"/>
          </p:cNvSpPr>
          <p:nvPr/>
        </p:nvSpPr>
        <p:spPr bwMode="auto">
          <a:xfrm>
            <a:off x="2101850" y="1171140"/>
            <a:ext cx="2247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由导数公式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" name="Object 34"/>
          <p:cNvGraphicFramePr>
            <a:graphicFrameLocks noChangeAspect="1"/>
          </p:cNvGraphicFramePr>
          <p:nvPr/>
        </p:nvGraphicFramePr>
        <p:xfrm>
          <a:off x="4484370" y="1225233"/>
          <a:ext cx="23355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29" name="Equation" r:id="rId1" imgW="52730400" imgH="9753600" progId="Equation.DSMT4">
                  <p:embed/>
                </p:oleObj>
              </mc:Choice>
              <mc:Fallback>
                <p:oleObj name="Equation" r:id="rId1" imgW="52730400" imgH="9753600" progId="Equation.DSMT4">
                  <p:embed/>
                  <p:pic>
                    <p:nvPicPr>
                      <p:cNvPr id="0" name="图片 481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84370" y="1225233"/>
                        <a:ext cx="2335500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5"/>
          <p:cNvSpPr txBox="1">
            <a:spLocks noChangeArrowheads="1"/>
          </p:cNvSpPr>
          <p:nvPr/>
        </p:nvSpPr>
        <p:spPr bwMode="auto">
          <a:xfrm>
            <a:off x="2476500" y="1779152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积分得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36"/>
          <p:cNvGraphicFramePr>
            <a:graphicFrameLocks noChangeAspect="1"/>
          </p:cNvGraphicFramePr>
          <p:nvPr/>
        </p:nvGraphicFramePr>
        <p:xfrm>
          <a:off x="4538028" y="1747838"/>
          <a:ext cx="29829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0" name="Equation" r:id="rId3" imgW="71628000" imgH="14020800" progId="Equation.DSMT4">
                  <p:embed/>
                </p:oleObj>
              </mc:Choice>
              <mc:Fallback>
                <p:oleObj name="Equation" r:id="rId3" imgW="71628000" imgH="14020800" progId="Equation.DSMT4">
                  <p:embed/>
                  <p:pic>
                    <p:nvPicPr>
                      <p:cNvPr id="0" name="图片 4812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38028" y="1747838"/>
                        <a:ext cx="29829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7"/>
          <p:cNvSpPr txBox="1">
            <a:spLocks noChangeArrowheads="1"/>
          </p:cNvSpPr>
          <p:nvPr/>
        </p:nvSpPr>
        <p:spPr bwMode="auto">
          <a:xfrm>
            <a:off x="6972300" y="2771340"/>
            <a:ext cx="257175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分部积分公式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38"/>
          <p:cNvGraphicFramePr>
            <a:graphicFrameLocks noChangeAspect="1"/>
          </p:cNvGraphicFramePr>
          <p:nvPr/>
        </p:nvGraphicFramePr>
        <p:xfrm>
          <a:off x="3594100" y="2408238"/>
          <a:ext cx="30337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1" name="Equation" r:id="rId5" imgW="72847200" imgH="14020800" progId="Equation.DSMT4">
                  <p:embed/>
                </p:oleObj>
              </mc:Choice>
              <mc:Fallback>
                <p:oleObj name="Equation" r:id="rId5" imgW="72847200" imgH="14020800" progId="Equation.DSMT4">
                  <p:embed/>
                  <p:pic>
                    <p:nvPicPr>
                      <p:cNvPr id="0" name="图片 481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94100" y="2408238"/>
                        <a:ext cx="3033713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9"/>
          <p:cNvSpPr txBox="1">
            <a:spLocks noChangeArrowheads="1"/>
          </p:cNvSpPr>
          <p:nvPr/>
        </p:nvSpPr>
        <p:spPr bwMode="auto">
          <a:xfrm>
            <a:off x="2934335" y="3098047"/>
            <a:ext cx="723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40"/>
          <p:cNvGraphicFramePr>
            <a:graphicFrameLocks noChangeAspect="1"/>
          </p:cNvGraphicFramePr>
          <p:nvPr/>
        </p:nvGraphicFramePr>
        <p:xfrm>
          <a:off x="3988753" y="3099753"/>
          <a:ext cx="25003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2" name="Equation" r:id="rId7" imgW="60045600" imgH="14020800" progId="Equation.DSMT4">
                  <p:embed/>
                </p:oleObj>
              </mc:Choice>
              <mc:Fallback>
                <p:oleObj name="Equation" r:id="rId7" imgW="60045600" imgH="14020800" progId="Equation.DSMT4">
                  <p:embed/>
                  <p:pic>
                    <p:nvPicPr>
                      <p:cNvPr id="0" name="图片 4813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88753" y="3099753"/>
                        <a:ext cx="250031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41"/>
          <p:cNvSpPr txBox="1">
            <a:spLocks noChangeArrowheads="1"/>
          </p:cNvSpPr>
          <p:nvPr/>
        </p:nvSpPr>
        <p:spPr bwMode="auto">
          <a:xfrm>
            <a:off x="2476500" y="4491237"/>
            <a:ext cx="27495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1)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 v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容易求得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" name="Object 42"/>
          <p:cNvGraphicFramePr>
            <a:graphicFrameLocks noChangeAspect="1"/>
          </p:cNvGraphicFramePr>
          <p:nvPr/>
        </p:nvGraphicFramePr>
        <p:xfrm>
          <a:off x="2546350" y="5190808"/>
          <a:ext cx="2895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3" name="Equation" r:id="rId9" imgW="69494400" imgH="14020800" progId="Equation.DSMT4">
                  <p:embed/>
                </p:oleObj>
              </mc:Choice>
              <mc:Fallback>
                <p:oleObj name="Equation" r:id="rId9" imgW="69494400" imgH="14020800" progId="Equation.DSMT4">
                  <p:embed/>
                  <p:pic>
                    <p:nvPicPr>
                      <p:cNvPr id="0" name="图片 48132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46350" y="5190808"/>
                        <a:ext cx="28956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3"/>
          <p:cNvSpPr txBox="1">
            <a:spLocks noChangeArrowheads="1"/>
          </p:cNvSpPr>
          <p:nvPr/>
        </p:nvSpPr>
        <p:spPr bwMode="auto">
          <a:xfrm>
            <a:off x="5516880" y="5226885"/>
            <a:ext cx="1924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容易计算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Object 44"/>
          <p:cNvGraphicFramePr>
            <a:graphicFrameLocks noChangeAspect="1"/>
          </p:cNvGraphicFramePr>
          <p:nvPr/>
        </p:nvGraphicFramePr>
        <p:xfrm>
          <a:off x="2170430" y="3870207"/>
          <a:ext cx="40132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4" name="Equation" r:id="rId11" imgW="4728210" imgH="523875" progId="Equation.DSMT4">
                  <p:embed/>
                </p:oleObj>
              </mc:Choice>
              <mc:Fallback>
                <p:oleObj name="Equation" r:id="rId11" imgW="4728210" imgH="523875" progId="Equation.DSMT4">
                  <p:embed/>
                  <p:pic>
                    <p:nvPicPr>
                      <p:cNvPr id="0" name="图片 4813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70430" y="3870207"/>
                        <a:ext cx="4013200" cy="44291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7B32B2"/>
                          </a:gs>
                          <a:gs pos="100000">
                            <a:srgbClr val="401A5D"/>
                          </a:gs>
                        </a:gsLst>
                        <a:lin ang="5400000" scaled="0"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45"/>
          <p:cNvSpPr>
            <a:spLocks noChangeArrowheads="1"/>
          </p:cNvSpPr>
          <p:nvPr/>
        </p:nvSpPr>
        <p:spPr bwMode="auto">
          <a:xfrm>
            <a:off x="2170430" y="2812932"/>
            <a:ext cx="1079500" cy="179388"/>
          </a:xfrm>
          <a:prstGeom prst="rightArrow">
            <a:avLst>
              <a:gd name="adj1" fmla="val 50000"/>
              <a:gd name="adj2" fmla="val 150442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C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6" name="AutoShape 46"/>
          <p:cNvSpPr/>
          <p:nvPr/>
        </p:nvSpPr>
        <p:spPr bwMode="auto">
          <a:xfrm>
            <a:off x="6819900" y="2604652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7" grpId="0" bldLvl="0" animBg="1" autoUpdateAnimBg="0"/>
      <p:bldP spid="9" grpId="0" autoUpdateAnimBg="0"/>
      <p:bldP spid="11" grpId="0" autoUpdateAnimBg="0"/>
      <p:bldP spid="13" grpId="0" autoUpdateAnimBg="0"/>
      <p:bldP spid="15" grpId="0" bldLvl="0" animBg="1"/>
      <p:bldP spid="16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19536" y="152400"/>
            <a:ext cx="2049214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21.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515318" y="150090"/>
          <a:ext cx="1587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3" name="Equation" r:id="rId1" imgW="38100000" imgH="14020800" progId="Equation.DSMT4">
                  <p:embed/>
                </p:oleObj>
              </mc:Choice>
              <mc:Fallback>
                <p:oleObj name="Equation" r:id="rId1" imgW="38100000" imgH="14020800" progId="Equation.DSMT4">
                  <p:embed/>
                  <p:pic>
                    <p:nvPicPr>
                      <p:cNvPr id="0" name="图片 4915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15318" y="150090"/>
                        <a:ext cx="15875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139950" y="762000"/>
            <a:ext cx="2286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503712" y="865667"/>
          <a:ext cx="905923" cy="380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4" name="Equation" r:id="rId3" imgW="9753600" imgH="3962400" progId="Equation.DSMT4">
                  <p:embed/>
                </p:oleObj>
              </mc:Choice>
              <mc:Fallback>
                <p:oleObj name="Equation" r:id="rId3" imgW="9753600" imgH="3962400" progId="Equation.DSMT4">
                  <p:embed/>
                  <p:pic>
                    <p:nvPicPr>
                      <p:cNvPr id="0" name="图片 491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3712" y="865667"/>
                        <a:ext cx="905923" cy="3805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4400550" y="806450"/>
          <a:ext cx="1435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5" name="Equation" r:id="rId5" imgW="34442400" imgH="9753600" progId="Equation.DSMT4">
                  <p:embed/>
                </p:oleObj>
              </mc:Choice>
              <mc:Fallback>
                <p:oleObj name="Equation" r:id="rId5" imgW="34442400" imgH="9753600" progId="Equation.DSMT4">
                  <p:embed/>
                  <p:pic>
                    <p:nvPicPr>
                      <p:cNvPr id="0" name="图片 491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00550" y="806450"/>
                        <a:ext cx="1435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819400" y="1322388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503712" y="1357610"/>
          <a:ext cx="905922" cy="463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6" name="Equation" r:id="rId7" imgW="9753600" imgH="4876800" progId="Equation.DSMT4">
                  <p:embed/>
                </p:oleObj>
              </mc:Choice>
              <mc:Fallback>
                <p:oleObj name="Equation" r:id="rId7" imgW="9753600" imgH="4876800" progId="Equation.DSMT4">
                  <p:embed/>
                  <p:pic>
                    <p:nvPicPr>
                      <p:cNvPr id="0" name="图片 491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3712" y="1357610"/>
                        <a:ext cx="905922" cy="4633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362450" y="1403350"/>
          <a:ext cx="120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7" name="Equation" r:id="rId9" imgW="28956000" imgH="9448800" progId="Equation.DSMT4">
                  <p:embed/>
                </p:oleObj>
              </mc:Choice>
              <mc:Fallback>
                <p:oleObj name="Equation" r:id="rId9" imgW="28956000" imgH="9448800" progId="Equation.DSMT4">
                  <p:embed/>
                  <p:pic>
                    <p:nvPicPr>
                      <p:cNvPr id="0" name="图片 4915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62450" y="1403350"/>
                        <a:ext cx="1206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819400" y="1917700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∴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4272280" y="1987550"/>
          <a:ext cx="1181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8" name="Equation" r:id="rId11" imgW="28346400" imgH="9448800" progId="Equation.DSMT4">
                  <p:embed/>
                </p:oleObj>
              </mc:Choice>
              <mc:Fallback>
                <p:oleObj name="Equation" r:id="rId11" imgW="28346400" imgH="9448800" progId="Equation.DSMT4">
                  <p:embed/>
                  <p:pic>
                    <p:nvPicPr>
                      <p:cNvPr id="0" name="图片 4915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72280" y="1987550"/>
                        <a:ext cx="1181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568633" y="1879600"/>
          <a:ext cx="14890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9" name="Equation" r:id="rId13" imgW="35661600" imgH="14020800" progId="Equation.DSMT4">
                  <p:embed/>
                </p:oleObj>
              </mc:Choice>
              <mc:Fallback>
                <p:oleObj name="Equation" r:id="rId13" imgW="35661600" imgH="14020800" progId="Equation.DSMT4">
                  <p:embed/>
                  <p:pic>
                    <p:nvPicPr>
                      <p:cNvPr id="0" name="图片 4915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568633" y="1879600"/>
                        <a:ext cx="1489075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4272280" y="2560320"/>
          <a:ext cx="2768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0" name="Equation" r:id="rId15" imgW="66446400" imgH="9448800" progId="Equation.DSMT4">
                  <p:embed/>
                </p:oleObj>
              </mc:Choice>
              <mc:Fallback>
                <p:oleObj name="Equation" r:id="rId15" imgW="66446400" imgH="9448800" progId="Equation.DSMT4">
                  <p:embed/>
                  <p:pic>
                    <p:nvPicPr>
                      <p:cNvPr id="0" name="图片 4915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72280" y="2560320"/>
                        <a:ext cx="2768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139950" y="3365500"/>
            <a:ext cx="2667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思考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如何求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4311650" y="3308350"/>
          <a:ext cx="1778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1" name="Equation" r:id="rId17" imgW="42672000" imgH="14020800" progId="Equation.DSMT4">
                  <p:embed/>
                </p:oleObj>
              </mc:Choice>
              <mc:Fallback>
                <p:oleObj name="Equation" r:id="rId17" imgW="42672000" imgH="14020800" progId="Equation.DSMT4">
                  <p:embed/>
                  <p:pic>
                    <p:nvPicPr>
                      <p:cNvPr id="0" name="图片 49160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11650" y="3308350"/>
                        <a:ext cx="17780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2139950" y="3975100"/>
            <a:ext cx="2057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提示</a:t>
            </a:r>
            <a:r>
              <a:rPr kumimoji="1" lang="en-US" altLang="zh-CN" sz="2800" b="1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575720" y="3950768"/>
          <a:ext cx="1021748" cy="517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2" name="Equation" r:id="rId19" imgW="10972800" imgH="5486400" progId="Equation.DSMT4">
                  <p:embed/>
                </p:oleObj>
              </mc:Choice>
              <mc:Fallback>
                <p:oleObj name="Equation" r:id="rId19" imgW="10972800" imgH="5486400" progId="Equation.DSMT4">
                  <p:embed/>
                  <p:pic>
                    <p:nvPicPr>
                      <p:cNvPr id="0" name="图片 4916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75720" y="3950768"/>
                        <a:ext cx="1021748" cy="51707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871120" y="4045818"/>
          <a:ext cx="1389906" cy="463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3" name="Equation" r:id="rId21" imgW="14935200" imgH="4876800" progId="Equation.DSMT4">
                  <p:embed/>
                </p:oleObj>
              </mc:Choice>
              <mc:Fallback>
                <p:oleObj name="Equation" r:id="rId21" imgW="14935200" imgH="4876800" progId="Equation.DSMT4">
                  <p:embed/>
                  <p:pic>
                    <p:nvPicPr>
                      <p:cNvPr id="0" name="图片 4916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71120" y="4045818"/>
                        <a:ext cx="1389906" cy="4633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6172200" y="3933825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3352800" y="4584700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316413" y="459105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4" name="Equation" r:id="rId23" imgW="38100000" imgH="10972800" progId="Equation.DSMT4">
                  <p:embed/>
                </p:oleObj>
              </mc:Choice>
              <mc:Fallback>
                <p:oleObj name="Equation" r:id="rId23" imgW="38100000" imgH="10972800" progId="Equation.DSMT4">
                  <p:embed/>
                  <p:pic>
                    <p:nvPicPr>
                      <p:cNvPr id="0" name="图片 49163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16413" y="4591050"/>
                        <a:ext cx="1587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6023992" y="4553901"/>
          <a:ext cx="19177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" name="Equation" r:id="rId25" imgW="46024800" imgH="14020800" progId="Equation.DSMT4">
                  <p:embed/>
                </p:oleObj>
              </mc:Choice>
              <mc:Fallback>
                <p:oleObj name="Equation" r:id="rId25" imgW="46024800" imgH="14020800" progId="Equation.DSMT4">
                  <p:embed/>
                  <p:pic>
                    <p:nvPicPr>
                      <p:cNvPr id="0" name="图片 49164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023992" y="4553901"/>
                        <a:ext cx="19177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4316413" y="5379720"/>
          <a:ext cx="622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6" name="Equation" r:id="rId27" imgW="14935200" imgH="6705600" progId="Equation.DSMT4">
                  <p:embed/>
                </p:oleObj>
              </mc:Choice>
              <mc:Fallback>
                <p:oleObj name="Equation" r:id="rId27" imgW="14935200" imgH="6705600" progId="Equation.DSMT4">
                  <p:embed/>
                  <p:pic>
                    <p:nvPicPr>
                      <p:cNvPr id="0" name="图片 49165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16413" y="5379720"/>
                        <a:ext cx="622300" cy="27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 autoUpdateAnimBg="0"/>
      <p:bldP spid="10" grpId="0" autoUpdateAnimBg="0"/>
      <p:bldP spid="14" grpId="0" autoUpdateAnimBg="0"/>
      <p:bldP spid="16" grpId="0" autoUpdateAnimBg="0"/>
      <p:bldP spid="19" grpId="0" autoUpdateAnimBg="0"/>
      <p:bldP spid="20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19536" y="152400"/>
            <a:ext cx="2736304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22. </a:t>
            </a:r>
            <a:r>
              <a:rPr lang="zh-CN" altLang="en-US" sz="2800" b="1" dirty="0" smtClean="0">
                <a:ea typeface="楷体_GB2312" pitchFamily="49" charset="-122"/>
              </a:rPr>
              <a:t>求积分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991544" y="758244"/>
          <a:ext cx="185578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7" name="Equation" r:id="rId1" imgW="44805600" imgH="14020800" progId="Equation.DSMT4">
                  <p:embed/>
                </p:oleObj>
              </mc:Choice>
              <mc:Fallback>
                <p:oleObj name="Equation" r:id="rId1" imgW="44805600" imgH="14020800" progId="Equation.DSMT4">
                  <p:embed/>
                  <p:pic>
                    <p:nvPicPr>
                      <p:cNvPr id="0" name="图片 501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91544" y="758244"/>
                        <a:ext cx="1855788" cy="576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497884" y="757450"/>
          <a:ext cx="21717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8" name="Equation" r:id="rId3" imgW="52120800" imgH="14020800" progId="Equation.DSMT4">
                  <p:embed/>
                </p:oleObj>
              </mc:Choice>
              <mc:Fallback>
                <p:oleObj name="Equation" r:id="rId3" imgW="52120800" imgH="14020800" progId="Equation.DSMT4">
                  <p:embed/>
                  <p:pic>
                    <p:nvPicPr>
                      <p:cNvPr id="0" name="图片 501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7884" y="757450"/>
                        <a:ext cx="21717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235046" y="747925"/>
          <a:ext cx="28098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9" name="Equation" r:id="rId5" imgW="67056000" imgH="14020800" progId="Equation.DSMT4">
                  <p:embed/>
                </p:oleObj>
              </mc:Choice>
              <mc:Fallback>
                <p:oleObj name="Equation" r:id="rId5" imgW="67056000" imgH="14020800" progId="Equation.DSMT4">
                  <p:embed/>
                  <p:pic>
                    <p:nvPicPr>
                      <p:cNvPr id="0" name="图片 501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35046" y="747925"/>
                        <a:ext cx="2809875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855770" y="1409601"/>
            <a:ext cx="79578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  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837957" y="1953479"/>
          <a:ext cx="18557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0" name="Equation" r:id="rId7" imgW="44805600" imgH="14020800" progId="Equation.DSMT4">
                  <p:embed/>
                </p:oleObj>
              </mc:Choice>
              <mc:Fallback>
                <p:oleObj name="Equation" r:id="rId7" imgW="44805600" imgH="14020800" progId="Equation.DSMT4">
                  <p:embed/>
                  <p:pic>
                    <p:nvPicPr>
                      <p:cNvPr id="0" name="图片 50179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7957" y="1953479"/>
                        <a:ext cx="1855787" cy="576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757613" y="1818005"/>
          <a:ext cx="1841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1" name="Equation" r:id="rId8" imgW="44196000" imgH="17678400" progId="Equation.DSMT4">
                  <p:embed/>
                </p:oleObj>
              </mc:Choice>
              <mc:Fallback>
                <p:oleObj name="Equation" r:id="rId8" imgW="44196000" imgH="17678400" progId="Equation.DSMT4">
                  <p:embed/>
                  <p:pic>
                    <p:nvPicPr>
                      <p:cNvPr id="0" name="图片 50180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57613" y="1818005"/>
                        <a:ext cx="18415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663317" y="1871494"/>
          <a:ext cx="2641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2" name="Equation" r:id="rId10" imgW="63398400" imgH="16459200" progId="Equation.DSMT4">
                  <p:embed/>
                </p:oleObj>
              </mc:Choice>
              <mc:Fallback>
                <p:oleObj name="Equation" r:id="rId10" imgW="63398400" imgH="16459200" progId="Equation.DSMT4">
                  <p:embed/>
                  <p:pic>
                    <p:nvPicPr>
                      <p:cNvPr id="0" name="图片 50181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63317" y="1871494"/>
                        <a:ext cx="26416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369300" y="2064385"/>
          <a:ext cx="1993900" cy="354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3" name="Equation" r:id="rId12" imgW="47853600" imgH="9144000" progId="Equation.DSMT4">
                  <p:embed/>
                </p:oleObj>
              </mc:Choice>
              <mc:Fallback>
                <p:oleObj name="Equation" r:id="rId12" imgW="47853600" imgH="9144000" progId="Equation.DSMT4">
                  <p:embed/>
                  <p:pic>
                    <p:nvPicPr>
                      <p:cNvPr id="0" name="图片 50182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369300" y="2064385"/>
                        <a:ext cx="1993900" cy="3543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806506" y="2852048"/>
          <a:ext cx="21717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4" name="Equation" r:id="rId14" imgW="52120800" imgH="14020800" progId="Equation.DSMT4">
                  <p:embed/>
                </p:oleObj>
              </mc:Choice>
              <mc:Fallback>
                <p:oleObj name="Equation" r:id="rId14" imgW="52120800" imgH="14020800" progId="Equation.DSMT4">
                  <p:embed/>
                  <p:pic>
                    <p:nvPicPr>
                      <p:cNvPr id="0" name="图片 5018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6506" y="2852048"/>
                        <a:ext cx="21717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053106" y="2494166"/>
          <a:ext cx="2327275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5" name="Equation" r:id="rId15" imgW="55778400" imgH="28041600" progId="Equation.DSMT4">
                  <p:embed/>
                </p:oleObj>
              </mc:Choice>
              <mc:Fallback>
                <p:oleObj name="Equation" r:id="rId15" imgW="55778400" imgH="28041600" progId="Equation.DSMT4">
                  <p:embed/>
                  <p:pic>
                    <p:nvPicPr>
                      <p:cNvPr id="0" name="图片 5018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53106" y="2494166"/>
                        <a:ext cx="2327275" cy="1162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455405" y="2662947"/>
          <a:ext cx="3771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6" name="Equation" r:id="rId17" imgW="90525600" imgH="21031200" progId="Equation.DSMT4">
                  <p:embed/>
                </p:oleObj>
              </mc:Choice>
              <mc:Fallback>
                <p:oleObj name="Equation" r:id="rId17" imgW="90525600" imgH="21031200" progId="Equation.DSMT4">
                  <p:embed/>
                  <p:pic>
                    <p:nvPicPr>
                      <p:cNvPr id="0" name="图片 5018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455405" y="2662947"/>
                        <a:ext cx="37719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951605" y="3635693"/>
          <a:ext cx="24288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7" name="Equation" r:id="rId19" imgW="58216800" imgH="21031200" progId="Equation.DSMT4">
                  <p:embed/>
                </p:oleObj>
              </mc:Choice>
              <mc:Fallback>
                <p:oleObj name="Equation" r:id="rId19" imgW="58216800" imgH="21031200" progId="Equation.DSMT4">
                  <p:embed/>
                  <p:pic>
                    <p:nvPicPr>
                      <p:cNvPr id="0" name="图片 5018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51605" y="3635693"/>
                        <a:ext cx="2428875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455405" y="3680584"/>
          <a:ext cx="2514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8" name="Equation" r:id="rId21" imgW="60350400" imgH="21031200" progId="Equation.DSMT4">
                  <p:embed/>
                </p:oleObj>
              </mc:Choice>
              <mc:Fallback>
                <p:oleObj name="Equation" r:id="rId21" imgW="60350400" imgH="21031200" progId="Equation.DSMT4">
                  <p:embed/>
                  <p:pic>
                    <p:nvPicPr>
                      <p:cNvPr id="0" name="图片 5018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455405" y="3680584"/>
                        <a:ext cx="25146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910715" y="4698683"/>
          <a:ext cx="27193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9" name="Equation" r:id="rId23" imgW="64922400" imgH="14020800" progId="Equation.DSMT4">
                  <p:embed/>
                </p:oleObj>
              </mc:Choice>
              <mc:Fallback>
                <p:oleObj name="Equation" r:id="rId23" imgW="64922400" imgH="14020800" progId="Equation.DSMT4">
                  <p:embed/>
                  <p:pic>
                    <p:nvPicPr>
                      <p:cNvPr id="0" name="图片 5018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910715" y="4698683"/>
                        <a:ext cx="2719388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1"/>
          <p:cNvGraphicFramePr>
            <a:graphicFrameLocks noChangeAspect="1"/>
          </p:cNvGraphicFramePr>
          <p:nvPr/>
        </p:nvGraphicFramePr>
        <p:xfrm>
          <a:off x="4655820" y="4585335"/>
          <a:ext cx="2044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0" name="Equation" r:id="rId25" imgW="49072800" imgH="19812000" progId="Equation.DSMT4">
                  <p:embed/>
                </p:oleObj>
              </mc:Choice>
              <mc:Fallback>
                <p:oleObj name="Equation" r:id="rId25" imgW="49072800" imgH="19812000" progId="Equation.DSMT4">
                  <p:embed/>
                  <p:pic>
                    <p:nvPicPr>
                      <p:cNvPr id="0" name="图片 5018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55820" y="4585335"/>
                        <a:ext cx="20447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2"/>
          <p:cNvGraphicFramePr>
            <a:graphicFrameLocks noChangeAspect="1"/>
          </p:cNvGraphicFramePr>
          <p:nvPr/>
        </p:nvGraphicFramePr>
        <p:xfrm>
          <a:off x="6785928" y="4556760"/>
          <a:ext cx="1993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1" name="Equation" r:id="rId27" imgW="47853600" imgH="21336000" progId="Equation.DSMT4">
                  <p:embed/>
                </p:oleObj>
              </mc:Choice>
              <mc:Fallback>
                <p:oleObj name="Equation" r:id="rId27" imgW="47853600" imgH="21336000" progId="Equation.DSMT4">
                  <p:embed/>
                  <p:pic>
                    <p:nvPicPr>
                      <p:cNvPr id="0" name="图片 5019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785928" y="4556760"/>
                        <a:ext cx="19939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5"/>
          <p:cNvGraphicFramePr>
            <a:graphicFrameLocks noChangeAspect="1"/>
          </p:cNvGraphicFramePr>
          <p:nvPr/>
        </p:nvGraphicFramePr>
        <p:xfrm>
          <a:off x="4657408" y="5590858"/>
          <a:ext cx="20431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2" name="Equation" r:id="rId29" imgW="49072800" imgH="19812000" progId="Equation.DSMT4">
                  <p:embed/>
                </p:oleObj>
              </mc:Choice>
              <mc:Fallback>
                <p:oleObj name="Equation" r:id="rId29" imgW="49072800" imgH="19812000" progId="Equation.DSMT4">
                  <p:embed/>
                  <p:pic>
                    <p:nvPicPr>
                      <p:cNvPr id="0" name="图片 50191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657408" y="5590858"/>
                        <a:ext cx="2043112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6"/>
          <p:cNvGraphicFramePr>
            <a:graphicFrameLocks noChangeAspect="1"/>
          </p:cNvGraphicFramePr>
          <p:nvPr/>
        </p:nvGraphicFramePr>
        <p:xfrm>
          <a:off x="6785928" y="5590858"/>
          <a:ext cx="29575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3" name="Equation" r:id="rId31" imgW="71018400" imgH="19812000" progId="Equation.DSMT4">
                  <p:embed/>
                </p:oleObj>
              </mc:Choice>
              <mc:Fallback>
                <p:oleObj name="Equation" r:id="rId31" imgW="71018400" imgH="19812000" progId="Equation.DSMT4">
                  <p:embed/>
                  <p:pic>
                    <p:nvPicPr>
                      <p:cNvPr id="0" name="图片 50192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785928" y="5590858"/>
                        <a:ext cx="2957512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45546" y="155575"/>
            <a:ext cx="2736304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baseline="30000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</a:rPr>
              <a:t>☆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23. </a:t>
            </a:r>
            <a:r>
              <a:rPr lang="zh-CN" altLang="en-US" sz="2800" b="1" dirty="0" smtClean="0">
                <a:ea typeface="楷体_GB2312" pitchFamily="49" charset="-122"/>
              </a:rPr>
              <a:t>求积分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99688" y="762000"/>
          <a:ext cx="188118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1" name="Equation" r:id="rId1" imgW="45415200" imgH="14020800" progId="Equation.DSMT4">
                  <p:embed/>
                </p:oleObj>
              </mc:Choice>
              <mc:Fallback>
                <p:oleObj name="Equation" r:id="rId1" imgW="45415200" imgH="14020800" progId="Equation.DSMT4">
                  <p:embed/>
                  <p:pic>
                    <p:nvPicPr>
                      <p:cNvPr id="0" name="图片 512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99688" y="762000"/>
                        <a:ext cx="1881188" cy="576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511824" y="762000"/>
          <a:ext cx="24352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2" name="Equation" r:id="rId3" imgW="58216800" imgH="14020800" progId="Equation.DSMT4">
                  <p:embed/>
                </p:oleObj>
              </mc:Choice>
              <mc:Fallback>
                <p:oleObj name="Equation" r:id="rId3" imgW="58216800" imgH="14020800" progId="Equation.DSMT4">
                  <p:embed/>
                  <p:pic>
                    <p:nvPicPr>
                      <p:cNvPr id="0" name="图片 512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1824" y="762000"/>
                        <a:ext cx="2435225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680176" y="773047"/>
          <a:ext cx="24241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3" name="Equation" r:id="rId5" imgW="57912000" imgH="14020800" progId="Equation.DSMT4">
                  <p:embed/>
                </p:oleObj>
              </mc:Choice>
              <mc:Fallback>
                <p:oleObj name="Equation" r:id="rId5" imgW="57912000" imgH="14020800" progId="Equation.DSMT4">
                  <p:embed/>
                  <p:pic>
                    <p:nvPicPr>
                      <p:cNvPr id="0" name="图片 5120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80176" y="773047"/>
                        <a:ext cx="2424112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987850" y="1412776"/>
            <a:ext cx="795781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  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761534" y="1484784"/>
          <a:ext cx="18811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4" name="Equation" r:id="rId7" imgW="45415200" imgH="14020800" progId="Equation.DSMT4">
                  <p:embed/>
                </p:oleObj>
              </mc:Choice>
              <mc:Fallback>
                <p:oleObj name="Equation" r:id="rId7" imgW="45415200" imgH="14020800" progId="Equation.DSMT4">
                  <p:embed/>
                  <p:pic>
                    <p:nvPicPr>
                      <p:cNvPr id="0" name="图片 5120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61534" y="1484784"/>
                        <a:ext cx="1881187" cy="576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655840" y="1412776"/>
          <a:ext cx="204628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5" name="Equation" r:id="rId8" imgW="49072800" imgH="16459200" progId="Equation.DSMT4">
                  <p:embed/>
                </p:oleObj>
              </mc:Choice>
              <mc:Fallback>
                <p:oleObj name="Equation" r:id="rId8" imgW="49072800" imgH="16459200" progId="Equation.DSMT4">
                  <p:embed/>
                  <p:pic>
                    <p:nvPicPr>
                      <p:cNvPr id="0" name="图片 51204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55840" y="1412776"/>
                        <a:ext cx="2046287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744072" y="1412776"/>
          <a:ext cx="3022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6" name="Equation" r:id="rId10" imgW="72542400" imgH="16459200" progId="Equation.DSMT4">
                  <p:embed/>
                </p:oleObj>
              </mc:Choice>
              <mc:Fallback>
                <p:oleObj name="Equation" r:id="rId10" imgW="72542400" imgH="16459200" progId="Equation.DSMT4">
                  <p:embed/>
                  <p:pic>
                    <p:nvPicPr>
                      <p:cNvPr id="0" name="图片 51205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744072" y="1412776"/>
                        <a:ext cx="30226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645388" y="2276872"/>
          <a:ext cx="2108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7" name="Equation" r:id="rId12" imgW="50596800" imgH="7620000" progId="Equation.DSMT4">
                  <p:embed/>
                </p:oleObj>
              </mc:Choice>
              <mc:Fallback>
                <p:oleObj name="Equation" r:id="rId12" imgW="50596800" imgH="7620000" progId="Equation.DSMT4">
                  <p:embed/>
                  <p:pic>
                    <p:nvPicPr>
                      <p:cNvPr id="0" name="图片 51206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645388" y="2276872"/>
                        <a:ext cx="21082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775520" y="2780928"/>
          <a:ext cx="24352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8" name="Equation" r:id="rId14" imgW="58216800" imgH="14020800" progId="Equation.DSMT4">
                  <p:embed/>
                </p:oleObj>
              </mc:Choice>
              <mc:Fallback>
                <p:oleObj name="Equation" r:id="rId14" imgW="58216800" imgH="14020800" progId="Equation.DSMT4">
                  <p:embed/>
                  <p:pic>
                    <p:nvPicPr>
                      <p:cNvPr id="0" name="图片 5120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75520" y="2780928"/>
                        <a:ext cx="2435225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223792" y="2636912"/>
          <a:ext cx="3944938" cy="920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9" name="Equation" r:id="rId15" imgW="94488000" imgH="22250400" progId="Equation.DSMT4">
                  <p:embed/>
                </p:oleObj>
              </mc:Choice>
              <mc:Fallback>
                <p:oleObj name="Equation" r:id="rId15" imgW="94488000" imgH="22250400" progId="Equation.DSMT4">
                  <p:embed/>
                  <p:pic>
                    <p:nvPicPr>
                      <p:cNvPr id="0" name="图片 5120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23792" y="2636912"/>
                        <a:ext cx="3944938" cy="920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367808" y="3645024"/>
          <a:ext cx="1604962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0" name="Equation" r:id="rId17" imgW="38404800" imgH="7620000" progId="Equation.DSMT4">
                  <p:embed/>
                </p:oleObj>
              </mc:Choice>
              <mc:Fallback>
                <p:oleObj name="Equation" r:id="rId17" imgW="38404800" imgH="7620000" progId="Equation.DSMT4">
                  <p:embed/>
                  <p:pic>
                    <p:nvPicPr>
                      <p:cNvPr id="0" name="图片 5120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67808" y="3645024"/>
                        <a:ext cx="1604962" cy="322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023992" y="3501008"/>
          <a:ext cx="18494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1" name="Equation" r:id="rId19" imgW="44196000" imgH="11887200" progId="Equation.DSMT4">
                  <p:embed/>
                </p:oleObj>
              </mc:Choice>
              <mc:Fallback>
                <p:oleObj name="Equation" r:id="rId19" imgW="44196000" imgH="11887200" progId="Equation.DSMT4">
                  <p:embed/>
                  <p:pic>
                    <p:nvPicPr>
                      <p:cNvPr id="0" name="图片 5121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23992" y="3501008"/>
                        <a:ext cx="1849438" cy="501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902099" y="4221088"/>
          <a:ext cx="24241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2" name="Equation" r:id="rId21" imgW="57912000" imgH="14020800" progId="Equation.DSMT4">
                  <p:embed/>
                </p:oleObj>
              </mc:Choice>
              <mc:Fallback>
                <p:oleObj name="Equation" r:id="rId21" imgW="57912000" imgH="14020800" progId="Equation.DSMT4">
                  <p:embed/>
                  <p:pic>
                    <p:nvPicPr>
                      <p:cNvPr id="0" name="图片 5121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2099" y="4221088"/>
                        <a:ext cx="2424113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439816" y="4077072"/>
          <a:ext cx="3694112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3" name="Equation" r:id="rId22" imgW="88696800" imgH="20116800" progId="Equation.DSMT4">
                  <p:embed/>
                </p:oleObj>
              </mc:Choice>
              <mc:Fallback>
                <p:oleObj name="Equation" r:id="rId22" imgW="88696800" imgH="20116800" progId="Equation.DSMT4">
                  <p:embed/>
                  <p:pic>
                    <p:nvPicPr>
                      <p:cNvPr id="0" name="图片 51212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439816" y="4077072"/>
                        <a:ext cx="3694112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439816" y="5013176"/>
          <a:ext cx="4064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4" name="Equation" r:id="rId24" imgW="97536000" imgH="19812000" progId="Equation.DSMT4">
                  <p:embed/>
                </p:oleObj>
              </mc:Choice>
              <mc:Fallback>
                <p:oleObj name="Equation" r:id="rId24" imgW="97536000" imgH="19812000" progId="Equation.DSMT4">
                  <p:embed/>
                  <p:pic>
                    <p:nvPicPr>
                      <p:cNvPr id="0" name="图片 51213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39816" y="5013176"/>
                        <a:ext cx="40640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8"/>
          <p:cNvGrpSpPr/>
          <p:nvPr/>
        </p:nvGrpSpPr>
        <p:grpSpPr bwMode="auto">
          <a:xfrm>
            <a:off x="2234248" y="1187768"/>
            <a:ext cx="7343775" cy="1008062"/>
            <a:chOff x="311" y="949"/>
            <a:chExt cx="4626" cy="635"/>
          </a:xfrm>
        </p:grpSpPr>
        <p:sp>
          <p:nvSpPr>
            <p:cNvPr id="4" name="Rectangle 24"/>
            <p:cNvSpPr>
              <a:spLocks noChangeArrowheads="1"/>
            </p:cNvSpPr>
            <p:nvPr/>
          </p:nvSpPr>
          <p:spPr bwMode="auto">
            <a:xfrm>
              <a:off x="311" y="949"/>
              <a:ext cx="4626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zh-CN" altLang="en-US" sz="2800" b="1" dirty="0">
                  <a:solidFill>
                    <a:srgbClr val="7030A0"/>
                  </a:solidFill>
                  <a:ea typeface="楷体_GB2312" pitchFamily="49" charset="-122"/>
                </a:rPr>
                <a:t>反三角函数、对数函数、幂函数、三角函数、指数函数。将前面的选作</a:t>
              </a: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u</a:t>
              </a:r>
              <a:r>
                <a:rPr lang="zh-CN" altLang="en-US" sz="2800" b="1" dirty="0">
                  <a:solidFill>
                    <a:srgbClr val="7030A0"/>
                  </a:solidFill>
                  <a:ea typeface="楷体_GB2312" pitchFamily="49" charset="-122"/>
                </a:rPr>
                <a:t>，后面的选作</a:t>
              </a:r>
              <a:endParaRPr lang="zh-CN" altLang="en-US" sz="2800" b="1" dirty="0">
                <a:solidFill>
                  <a:srgbClr val="7030A0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5" name="Object 25"/>
            <p:cNvGraphicFramePr>
              <a:graphicFrameLocks noChangeAspect="1"/>
            </p:cNvGraphicFramePr>
            <p:nvPr/>
          </p:nvGraphicFramePr>
          <p:xfrm>
            <a:off x="4335" y="1229"/>
            <a:ext cx="26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25" name="Equation" r:id="rId1" imgW="3657600" imgH="4267200" progId="Equation.DSMT4">
                    <p:embed/>
                  </p:oleObj>
                </mc:Choice>
                <mc:Fallback>
                  <p:oleObj name="Equation" r:id="rId1" imgW="3657600" imgH="4267200" progId="Equation.DSMT4">
                    <p:embed/>
                    <p:pic>
                      <p:nvPicPr>
                        <p:cNvPr id="0" name="图片 522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35" y="1229"/>
                          <a:ext cx="261" cy="29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7"/>
          <p:cNvGrpSpPr/>
          <p:nvPr/>
        </p:nvGrpSpPr>
        <p:grpSpPr bwMode="auto">
          <a:xfrm>
            <a:off x="1657350" y="2128835"/>
            <a:ext cx="4392613" cy="522288"/>
            <a:chOff x="385" y="1616"/>
            <a:chExt cx="2767" cy="329"/>
          </a:xfrm>
        </p:grpSpPr>
        <p:sp>
          <p:nvSpPr>
            <p:cNvPr id="7" name="Text Box 16"/>
            <p:cNvSpPr txBox="1">
              <a:spLocks noChangeArrowheads="1"/>
            </p:cNvSpPr>
            <p:nvPr/>
          </p:nvSpPr>
          <p:spPr bwMode="auto">
            <a:xfrm>
              <a:off x="385" y="1616"/>
              <a:ext cx="2767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常见的         选取</a:t>
              </a:r>
              <a:endParaRPr kumimoji="1" lang="zh-CN" altLang="en-US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8" name="Object 26"/>
            <p:cNvGraphicFramePr>
              <a:graphicFrameLocks noChangeAspect="1"/>
            </p:cNvGraphicFramePr>
            <p:nvPr/>
          </p:nvGraphicFramePr>
          <p:xfrm>
            <a:off x="1196" y="1671"/>
            <a:ext cx="36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26" name="Equation" r:id="rId3" imgW="13716000" imgH="9144000" progId="Equation.DSMT4">
                    <p:embed/>
                  </p:oleObj>
                </mc:Choice>
                <mc:Fallback>
                  <p:oleObj name="Equation" r:id="rId3" imgW="13716000" imgH="9144000" progId="Equation.DSMT4">
                    <p:embed/>
                    <p:pic>
                      <p:nvPicPr>
                        <p:cNvPr id="0" name="图片 522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96" y="1671"/>
                          <a:ext cx="360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76"/>
          <p:cNvGraphicFramePr>
            <a:graphicFrameLocks noChangeAspect="1"/>
          </p:cNvGraphicFramePr>
          <p:nvPr/>
        </p:nvGraphicFramePr>
        <p:xfrm>
          <a:off x="2594025" y="3470271"/>
          <a:ext cx="154908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7" name="Equation" r:id="rId5" imgW="37185600" imgH="9448800" progId="Equation.DSMT4">
                  <p:embed/>
                </p:oleObj>
              </mc:Choice>
              <mc:Fallback>
                <p:oleObj name="Equation" r:id="rId5" imgW="37185600" imgH="9448800" progId="Equation.DSMT4">
                  <p:embed/>
                  <p:pic>
                    <p:nvPicPr>
                      <p:cNvPr id="0" name="图片 522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94025" y="3470271"/>
                        <a:ext cx="154908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8"/>
          <p:cNvGraphicFramePr>
            <a:graphicFrameLocks noChangeAspect="1"/>
          </p:cNvGraphicFramePr>
          <p:nvPr/>
        </p:nvGraphicFramePr>
        <p:xfrm>
          <a:off x="4749800" y="3416296"/>
          <a:ext cx="18923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8" name="Equation" r:id="rId7" imgW="17678400" imgH="4876800" progId="Equation.DSMT4">
                  <p:embed/>
                </p:oleObj>
              </mc:Choice>
              <mc:Fallback>
                <p:oleObj name="Equation" r:id="rId7" imgW="17678400" imgH="4876800" progId="Equation.DSMT4">
                  <p:embed/>
                  <p:pic>
                    <p:nvPicPr>
                      <p:cNvPr id="0" name="图片 522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49800" y="3416296"/>
                        <a:ext cx="1892300" cy="523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9"/>
          <p:cNvGraphicFramePr>
            <a:graphicFrameLocks noChangeAspect="1"/>
          </p:cNvGraphicFramePr>
          <p:nvPr/>
        </p:nvGraphicFramePr>
        <p:xfrm>
          <a:off x="8840034" y="3452774"/>
          <a:ext cx="124452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9" name="Equation" r:id="rId9" imgW="29870400" imgH="9448800" progId="Equation.DSMT4">
                  <p:embed/>
                </p:oleObj>
              </mc:Choice>
              <mc:Fallback>
                <p:oleObj name="Equation" r:id="rId9" imgW="29870400" imgH="9448800" progId="Equation.DSMT4">
                  <p:embed/>
                  <p:pic>
                    <p:nvPicPr>
                      <p:cNvPr id="0" name="图片 522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840034" y="3452774"/>
                        <a:ext cx="124452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5"/>
          <p:cNvGraphicFramePr>
            <a:graphicFrameLocks noChangeAspect="1"/>
          </p:cNvGraphicFramePr>
          <p:nvPr/>
        </p:nvGraphicFramePr>
        <p:xfrm>
          <a:off x="2609136" y="4268138"/>
          <a:ext cx="124452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0" name="Equation" r:id="rId11" imgW="29870400" imgH="9448800" progId="Equation.DSMT4">
                  <p:embed/>
                </p:oleObj>
              </mc:Choice>
              <mc:Fallback>
                <p:oleObj name="Equation" r:id="rId11" imgW="29870400" imgH="9448800" progId="Equation.DSMT4">
                  <p:embed/>
                  <p:pic>
                    <p:nvPicPr>
                      <p:cNvPr id="0" name="图片 522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09136" y="4268138"/>
                        <a:ext cx="124452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6"/>
          <p:cNvGraphicFramePr>
            <a:graphicFrameLocks noChangeAspect="1"/>
          </p:cNvGraphicFramePr>
          <p:nvPr/>
        </p:nvGraphicFramePr>
        <p:xfrm>
          <a:off x="4323260" y="4268138"/>
          <a:ext cx="181584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" name="Equation" r:id="rId13" imgW="43586400" imgH="9448800" progId="Equation.DSMT4">
                  <p:embed/>
                </p:oleObj>
              </mc:Choice>
              <mc:Fallback>
                <p:oleObj name="Equation" r:id="rId13" imgW="43586400" imgH="9448800" progId="Equation.DSMT4">
                  <p:embed/>
                  <p:pic>
                    <p:nvPicPr>
                      <p:cNvPr id="0" name="图片 5223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23260" y="4268138"/>
                        <a:ext cx="181584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7"/>
          <p:cNvGraphicFramePr>
            <a:graphicFrameLocks noChangeAspect="1"/>
          </p:cNvGraphicFramePr>
          <p:nvPr/>
        </p:nvGraphicFramePr>
        <p:xfrm>
          <a:off x="6562826" y="4210266"/>
          <a:ext cx="18540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2" name="Equation" r:id="rId15" imgW="44500800" imgH="9448800" progId="Equation.DSMT4">
                  <p:embed/>
                </p:oleObj>
              </mc:Choice>
              <mc:Fallback>
                <p:oleObj name="Equation" r:id="rId15" imgW="44500800" imgH="9448800" progId="Equation.DSMT4">
                  <p:embed/>
                  <p:pic>
                    <p:nvPicPr>
                      <p:cNvPr id="0" name="图片 5223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62826" y="4210266"/>
                        <a:ext cx="18540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89"/>
          <p:cNvGraphicFramePr>
            <a:graphicFrameLocks noChangeAspect="1"/>
          </p:cNvGraphicFramePr>
          <p:nvPr/>
        </p:nvGraphicFramePr>
        <p:xfrm>
          <a:off x="3601950" y="4864096"/>
          <a:ext cx="182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3" name="Equation" r:id="rId17" imgW="43891200" imgH="9448800" progId="Equation.DSMT4">
                  <p:embed/>
                </p:oleObj>
              </mc:Choice>
              <mc:Fallback>
                <p:oleObj name="Equation" r:id="rId17" imgW="43891200" imgH="9448800" progId="Equation.DSMT4">
                  <p:embed/>
                  <p:pic>
                    <p:nvPicPr>
                      <p:cNvPr id="0" name="图片 5223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01950" y="4864096"/>
                        <a:ext cx="1828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0"/>
          <p:cNvGraphicFramePr>
            <a:graphicFrameLocks noChangeAspect="1"/>
          </p:cNvGraphicFramePr>
          <p:nvPr/>
        </p:nvGraphicFramePr>
        <p:xfrm>
          <a:off x="6338441" y="4893247"/>
          <a:ext cx="186660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4" name="Equation" r:id="rId19" imgW="44805600" imgH="9448800" progId="Equation.DSMT4">
                  <p:embed/>
                </p:oleObj>
              </mc:Choice>
              <mc:Fallback>
                <p:oleObj name="Equation" r:id="rId19" imgW="44805600" imgH="9448800" progId="Equation.DSMT4">
                  <p:embed/>
                  <p:pic>
                    <p:nvPicPr>
                      <p:cNvPr id="0" name="图片 5223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38441" y="4893247"/>
                        <a:ext cx="186660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3"/>
          <p:cNvGraphicFramePr>
            <a:graphicFrameLocks noChangeAspect="1"/>
          </p:cNvGraphicFramePr>
          <p:nvPr/>
        </p:nvGraphicFramePr>
        <p:xfrm>
          <a:off x="8824913" y="4629146"/>
          <a:ext cx="129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5" name="Equation" r:id="rId21" imgW="31089600" imgH="9753600" progId="Equation.DSMT4">
                  <p:embed/>
                </p:oleObj>
              </mc:Choice>
              <mc:Fallback>
                <p:oleObj name="Equation" r:id="rId21" imgW="31089600" imgH="9753600" progId="Equation.DSMT4">
                  <p:embed/>
                  <p:pic>
                    <p:nvPicPr>
                      <p:cNvPr id="0" name="图片 5223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824913" y="4629146"/>
                        <a:ext cx="1295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99"/>
          <p:cNvGrpSpPr/>
          <p:nvPr/>
        </p:nvGrpSpPr>
        <p:grpSpPr bwMode="auto">
          <a:xfrm>
            <a:off x="1801813" y="2684458"/>
            <a:ext cx="8521700" cy="2951832"/>
            <a:chOff x="113" y="1616"/>
            <a:chExt cx="5368" cy="2313"/>
          </a:xfrm>
        </p:grpSpPr>
        <p:sp>
          <p:nvSpPr>
            <p:cNvPr id="22" name="Rectangle 66"/>
            <p:cNvSpPr>
              <a:spLocks noChangeArrowheads="1"/>
            </p:cNvSpPr>
            <p:nvPr/>
          </p:nvSpPr>
          <p:spPr bwMode="auto">
            <a:xfrm>
              <a:off x="113" y="1616"/>
              <a:ext cx="5352" cy="2313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3" name="Line 68"/>
            <p:cNvSpPr>
              <a:spLocks noChangeShapeType="1"/>
            </p:cNvSpPr>
            <p:nvPr/>
          </p:nvSpPr>
          <p:spPr bwMode="auto">
            <a:xfrm>
              <a:off x="4468" y="1616"/>
              <a:ext cx="0" cy="2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4" name="Line 70"/>
            <p:cNvSpPr>
              <a:spLocks noChangeShapeType="1"/>
            </p:cNvSpPr>
            <p:nvPr/>
          </p:nvSpPr>
          <p:spPr bwMode="auto">
            <a:xfrm flipV="1">
              <a:off x="113" y="2021"/>
              <a:ext cx="5352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5" name="Line 80"/>
            <p:cNvSpPr>
              <a:spLocks noChangeShapeType="1"/>
            </p:cNvSpPr>
            <p:nvPr/>
          </p:nvSpPr>
          <p:spPr bwMode="auto">
            <a:xfrm>
              <a:off x="129" y="2688"/>
              <a:ext cx="5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7" name="Line 95"/>
            <p:cNvSpPr>
              <a:spLocks noChangeShapeType="1"/>
            </p:cNvSpPr>
            <p:nvPr/>
          </p:nvSpPr>
          <p:spPr bwMode="auto">
            <a:xfrm>
              <a:off x="431" y="1616"/>
              <a:ext cx="0" cy="2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pSp>
        <p:nvGrpSpPr>
          <p:cNvPr id="28" name="Group 100"/>
          <p:cNvGrpSpPr/>
          <p:nvPr/>
        </p:nvGrpSpPr>
        <p:grpSpPr bwMode="auto">
          <a:xfrm>
            <a:off x="1801813" y="2698746"/>
            <a:ext cx="8105775" cy="2365375"/>
            <a:chOff x="113" y="1625"/>
            <a:chExt cx="5106" cy="1490"/>
          </a:xfrm>
        </p:grpSpPr>
        <p:sp>
          <p:nvSpPr>
            <p:cNvPr id="29" name="Text Box 73"/>
            <p:cNvSpPr txBox="1">
              <a:spLocks noChangeArrowheads="1"/>
            </p:cNvSpPr>
            <p:nvPr/>
          </p:nvSpPr>
          <p:spPr bwMode="auto">
            <a:xfrm>
              <a:off x="1701" y="1625"/>
              <a:ext cx="1995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被  积  函  数</a:t>
              </a:r>
              <a:endPara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0" name="Text Box 75"/>
            <p:cNvSpPr txBox="1">
              <a:spLocks noChangeArrowheads="1"/>
            </p:cNvSpPr>
            <p:nvPr/>
          </p:nvSpPr>
          <p:spPr bwMode="auto">
            <a:xfrm>
              <a:off x="4653" y="1645"/>
              <a:ext cx="566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选法</a:t>
              </a:r>
              <a:endPara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1" name="Text Box 96"/>
            <p:cNvSpPr txBox="1">
              <a:spLocks noChangeArrowheads="1"/>
            </p:cNvSpPr>
            <p:nvPr/>
          </p:nvSpPr>
          <p:spPr bwMode="auto">
            <a:xfrm>
              <a:off x="113" y="2111"/>
              <a:ext cx="41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/>
                <a:t>1</a:t>
              </a:r>
              <a:r>
                <a:rPr lang="zh-CN" altLang="en-US" sz="2400" b="1"/>
                <a:t>）</a:t>
              </a:r>
              <a:endParaRPr lang="zh-CN" altLang="en-US" sz="2400" b="1"/>
            </a:p>
          </p:txBody>
        </p:sp>
        <p:sp>
          <p:nvSpPr>
            <p:cNvPr id="32" name="Text Box 97"/>
            <p:cNvSpPr txBox="1">
              <a:spLocks noChangeArrowheads="1"/>
            </p:cNvSpPr>
            <p:nvPr/>
          </p:nvSpPr>
          <p:spPr bwMode="auto">
            <a:xfrm>
              <a:off x="113" y="2825"/>
              <a:ext cx="590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2</a:t>
              </a:r>
              <a:r>
                <a:rPr lang="zh-CN" altLang="en-US" sz="2400" b="1"/>
                <a:t>）</a:t>
              </a:r>
              <a:endParaRPr lang="zh-CN" altLang="en-US" sz="2400" b="1"/>
            </a:p>
          </p:txBody>
        </p:sp>
      </p:grpSp>
      <p:graphicFrame>
        <p:nvGraphicFramePr>
          <p:cNvPr id="34" name="Object 101"/>
          <p:cNvGraphicFramePr>
            <a:graphicFrameLocks noChangeAspect="1"/>
          </p:cNvGraphicFramePr>
          <p:nvPr/>
        </p:nvGraphicFramePr>
        <p:xfrm>
          <a:off x="7130529" y="3400160"/>
          <a:ext cx="107928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6" name="Equation" r:id="rId23" imgW="25908000" imgH="10972800" progId="Equation.DSMT4">
                  <p:embed/>
                </p:oleObj>
              </mc:Choice>
              <mc:Fallback>
                <p:oleObj name="Equation" r:id="rId23" imgW="25908000" imgH="10972800" progId="Equation.DSMT4">
                  <p:embed/>
                  <p:pic>
                    <p:nvPicPr>
                      <p:cNvPr id="0" name="图片 5223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30529" y="3400160"/>
                        <a:ext cx="107928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02"/>
          <p:cNvGraphicFramePr>
            <a:graphicFrameLocks noChangeAspect="1"/>
          </p:cNvGraphicFramePr>
          <p:nvPr/>
        </p:nvGraphicFramePr>
        <p:xfrm>
          <a:off x="4421735" y="2165546"/>
          <a:ext cx="54864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7" name="Equation" r:id="rId25" imgW="131673600" imgH="11582400" progId="Equation.DSMT4">
                  <p:embed/>
                </p:oleObj>
              </mc:Choice>
              <mc:Fallback>
                <p:oleObj name="Equation" r:id="rId25" imgW="131673600" imgH="11582400" progId="Equation.DSMT4">
                  <p:embed/>
                  <p:pic>
                    <p:nvPicPr>
                      <p:cNvPr id="0" name="图片 5223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421735" y="2165546"/>
                        <a:ext cx="5486400" cy="48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 bwMode="auto">
          <a:xfrm>
            <a:off x="1981200" y="701974"/>
            <a:ext cx="268541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可按下列顺序：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 bwMode="auto">
          <a:xfrm>
            <a:off x="1981200" y="234315"/>
            <a:ext cx="96329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经验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： 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945130" y="233045"/>
            <a:ext cx="8699500" cy="5232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ea typeface="楷体_GB2312" pitchFamily="49" charset="-122"/>
              </a:rPr>
              <a:t>一般来说，如果被积函数是两类初等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函数的乘积，</a:t>
            </a:r>
            <a:endParaRPr kumimoji="1" lang="zh-CN" altLang="en-US" sz="2800" b="1" dirty="0" smtClean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2135813" y="269538"/>
            <a:ext cx="53285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常见的分部积分技巧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20421" y="853193"/>
            <a:ext cx="25657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1.代换法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35560" y="1340768"/>
            <a:ext cx="2736304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24. </a:t>
            </a:r>
            <a:r>
              <a:rPr lang="zh-CN" altLang="en-US" sz="2800" b="1" dirty="0" smtClean="0">
                <a:ea typeface="楷体_GB2312" pitchFamily="49" charset="-122"/>
              </a:rPr>
              <a:t>求积分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2890838" y="1971675"/>
          <a:ext cx="1790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49" name="Equation" r:id="rId1" imgW="42976800" imgH="14325600" progId="Equation.DSMT4">
                  <p:embed/>
                </p:oleObj>
              </mc:Choice>
              <mc:Fallback>
                <p:oleObj name="Equation" r:id="rId1" imgW="42976800" imgH="14325600" progId="Equation.DSMT4">
                  <p:embed/>
                  <p:pic>
                    <p:nvPicPr>
                      <p:cNvPr id="0" name="图片 5324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90838" y="1971675"/>
                        <a:ext cx="17907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135232" y="2840514"/>
            <a:ext cx="237659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4159177" y="2850029"/>
          <a:ext cx="1041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0" name="Equation" r:id="rId3" imgW="24993600" imgH="11887200" progId="Equation.DSMT4">
                  <p:embed/>
                </p:oleObj>
              </mc:Choice>
              <mc:Fallback>
                <p:oleObj name="Equation" r:id="rId3" imgW="24993600" imgH="11887200" progId="Equation.DSMT4">
                  <p:embed/>
                  <p:pic>
                    <p:nvPicPr>
                      <p:cNvPr id="0" name="图片 532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9177" y="2850029"/>
                        <a:ext cx="10414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331793" y="2838123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5950055" y="2860189"/>
          <a:ext cx="952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1" name="Equation" r:id="rId5" imgW="22860000" imgH="10972800" progId="Equation.DSMT4">
                  <p:embed/>
                </p:oleObj>
              </mc:Choice>
              <mc:Fallback>
                <p:oleObj name="Equation" r:id="rId5" imgW="22860000" imgH="10972800" progId="Equation.DSMT4">
                  <p:embed/>
                  <p:pic>
                    <p:nvPicPr>
                      <p:cNvPr id="0" name="图片 532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50055" y="2860189"/>
                        <a:ext cx="9525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7003291" y="2891939"/>
          <a:ext cx="144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2" name="Equation" r:id="rId7" imgW="34747200" imgH="9448800" progId="Equation.DSMT4">
                  <p:embed/>
                </p:oleObj>
              </mc:Choice>
              <mc:Fallback>
                <p:oleObj name="Equation" r:id="rId7" imgW="34747200" imgH="9448800" progId="Equation.DSMT4">
                  <p:embed/>
                  <p:pic>
                    <p:nvPicPr>
                      <p:cNvPr id="0" name="图片 532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03291" y="2891939"/>
                        <a:ext cx="1447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4047010" y="3489325"/>
          <a:ext cx="1511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3" name="Equation" r:id="rId9" imgW="36271200" imgH="14020800" progId="Equation.DSMT4">
                  <p:embed/>
                </p:oleObj>
              </mc:Choice>
              <mc:Fallback>
                <p:oleObj name="Equation" r:id="rId9" imgW="36271200" imgH="14020800" progId="Equation.DSMT4">
                  <p:embed/>
                  <p:pic>
                    <p:nvPicPr>
                      <p:cNvPr id="0" name="图片 532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47010" y="3489325"/>
                        <a:ext cx="15113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/>
          <p:cNvGraphicFramePr>
            <a:graphicFrameLocks noChangeAspect="1"/>
          </p:cNvGraphicFramePr>
          <p:nvPr/>
        </p:nvGraphicFramePr>
        <p:xfrm>
          <a:off x="4108184" y="4708525"/>
          <a:ext cx="1016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4" name="Equation" r:id="rId11" imgW="24384000" imgH="10972800" progId="Equation.DSMT4">
                  <p:embed/>
                </p:oleObj>
              </mc:Choice>
              <mc:Fallback>
                <p:oleObj name="Equation" r:id="rId11" imgW="24384000" imgH="10972800" progId="Equation.DSMT4">
                  <p:embed/>
                  <p:pic>
                    <p:nvPicPr>
                      <p:cNvPr id="0" name="图片 532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08184" y="4708525"/>
                        <a:ext cx="1016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4146284" y="5375275"/>
          <a:ext cx="2755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5" name="Equation" r:id="rId13" imgW="66141600" imgH="12192000" progId="Equation.DSMT4">
                  <p:embed/>
                </p:oleObj>
              </mc:Choice>
              <mc:Fallback>
                <p:oleObj name="Equation" r:id="rId13" imgW="66141600" imgH="12192000" progId="Equation.DSMT4">
                  <p:embed/>
                  <p:pic>
                    <p:nvPicPr>
                      <p:cNvPr id="0" name="图片 5325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46284" y="5375275"/>
                        <a:ext cx="27559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3"/>
          <p:cNvGrpSpPr/>
          <p:nvPr/>
        </p:nvGrpSpPr>
        <p:grpSpPr bwMode="auto">
          <a:xfrm>
            <a:off x="5024910" y="4127500"/>
            <a:ext cx="1898650" cy="415925"/>
            <a:chOff x="2200" y="1846"/>
            <a:chExt cx="1196" cy="262"/>
          </a:xfrm>
        </p:grpSpPr>
        <p:graphicFrame>
          <p:nvGraphicFramePr>
            <p:cNvPr id="17" name="Object 14"/>
            <p:cNvGraphicFramePr>
              <a:graphicFrameLocks noChangeAspect="1"/>
            </p:cNvGraphicFramePr>
            <p:nvPr/>
          </p:nvGraphicFramePr>
          <p:xfrm>
            <a:off x="2200" y="1892"/>
            <a:ext cx="52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56" name="Equation" r:id="rId15" imgW="20116800" imgH="8229600" progId="Equation.DSMT4">
                    <p:embed/>
                  </p:oleObj>
                </mc:Choice>
                <mc:Fallback>
                  <p:oleObj name="Equation" r:id="rId15" imgW="20116800" imgH="8229600" progId="Equation.DSMT4">
                    <p:embed/>
                    <p:pic>
                      <p:nvPicPr>
                        <p:cNvPr id="0" name="图片 532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200" y="1892"/>
                          <a:ext cx="528" cy="21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5"/>
            <p:cNvGraphicFramePr>
              <a:graphicFrameLocks noChangeAspect="1"/>
            </p:cNvGraphicFramePr>
            <p:nvPr/>
          </p:nvGraphicFramePr>
          <p:xfrm>
            <a:off x="2844" y="1846"/>
            <a:ext cx="55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57" name="Equation" r:id="rId17" imgW="21031200" imgH="9144000" progId="Equation.DSMT4">
                    <p:embed/>
                  </p:oleObj>
                </mc:Choice>
                <mc:Fallback>
                  <p:oleObj name="Equation" r:id="rId17" imgW="21031200" imgH="9144000" progId="Equation.DSMT4">
                    <p:embed/>
                    <p:pic>
                      <p:nvPicPr>
                        <p:cNvPr id="0" name="图片 532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844" y="1846"/>
                          <a:ext cx="552" cy="2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6"/>
          <p:cNvGraphicFramePr>
            <a:graphicFrameLocks noChangeAspect="1"/>
          </p:cNvGraphicFramePr>
          <p:nvPr/>
        </p:nvGraphicFramePr>
        <p:xfrm>
          <a:off x="5200384" y="4702175"/>
          <a:ext cx="6413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8" name="Equation" r:id="rId19" imgW="15240000" imgH="10972800" progId="Equation.DSMT4">
                  <p:embed/>
                </p:oleObj>
              </mc:Choice>
              <mc:Fallback>
                <p:oleObj name="Equation" r:id="rId19" imgW="15240000" imgH="10972800" progId="Equation.DSMT4">
                  <p:embed/>
                  <p:pic>
                    <p:nvPicPr>
                      <p:cNvPr id="0" name="图片 5325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00384" y="4702175"/>
                        <a:ext cx="641350" cy="461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7"/>
          <p:cNvGraphicFramePr>
            <a:graphicFrameLocks noChangeAspect="1"/>
          </p:cNvGraphicFramePr>
          <p:nvPr/>
        </p:nvGraphicFramePr>
        <p:xfrm>
          <a:off x="5959844" y="4772025"/>
          <a:ext cx="50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9" name="Equation" r:id="rId21" imgW="12192000" imgH="9448800" progId="Equation.DSMT4">
                  <p:embed/>
                </p:oleObj>
              </mc:Choice>
              <mc:Fallback>
                <p:oleObj name="Equation" r:id="rId21" imgW="12192000" imgH="9448800" progId="Equation.DSMT4">
                  <p:embed/>
                  <p:pic>
                    <p:nvPicPr>
                      <p:cNvPr id="0" name="图片 5325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959844" y="4772025"/>
                        <a:ext cx="508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25"/>
          <p:cNvSpPr>
            <a:spLocks noChangeShapeType="1"/>
          </p:cNvSpPr>
          <p:nvPr/>
        </p:nvSpPr>
        <p:spPr bwMode="auto">
          <a:xfrm>
            <a:off x="4236240" y="4168775"/>
            <a:ext cx="0" cy="533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4478810" y="4106863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Rectangle 6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094348" y="1981200"/>
          <a:ext cx="28194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0" name="Equation" r:id="rId23" imgW="67665600" imgH="14020800" progId="Equation.DSMT4">
                  <p:embed/>
                </p:oleObj>
              </mc:Choice>
              <mc:Fallback>
                <p:oleObj name="Equation" r:id="rId23" imgW="67665600" imgH="14020800" progId="Equation.DSMT4">
                  <p:embed/>
                  <p:pic>
                    <p:nvPicPr>
                      <p:cNvPr id="0" name="图片 5325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094348" y="1981200"/>
                        <a:ext cx="28194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963962" y="3509963"/>
          <a:ext cx="1079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1" name="Equation" r:id="rId25" imgW="25908000" imgH="14325600" progId="Equation.DSMT4">
                  <p:embed/>
                </p:oleObj>
              </mc:Choice>
              <mc:Fallback>
                <p:oleObj name="Equation" r:id="rId25" imgW="25908000" imgH="14325600" progId="Equation.DSMT4">
                  <p:embed/>
                  <p:pic>
                    <p:nvPicPr>
                      <p:cNvPr id="0" name="图片 5326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963962" y="3509963"/>
                        <a:ext cx="10795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 build="p"/>
      <p:bldP spid="9" grpId="0" autoUpdateAnimBg="0" build="p"/>
      <p:bldP spid="21" grpId="0" bldLvl="0" animBg="1"/>
      <p:bldP spid="22" grpId="0" autoUpdateAnimBg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199640" y="954405"/>
          <a:ext cx="83820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3" name="Equation" r:id="rId1" imgW="20116800" imgH="11582400" progId="Equation.DSMT4">
                  <p:embed/>
                </p:oleObj>
              </mc:Choice>
              <mc:Fallback>
                <p:oleObj name="Equation" r:id="rId1" imgW="20116800" imgH="11582400" progId="Equation.DSMT4">
                  <p:embed/>
                  <p:pic>
                    <p:nvPicPr>
                      <p:cNvPr id="0" name="图片 542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9640" y="954405"/>
                        <a:ext cx="838200" cy="447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50813" y="954191"/>
          <a:ext cx="2120274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4" name="Equation" r:id="rId3" imgW="48463200" imgH="9753600" progId="Equation.DSMT4">
                  <p:embed/>
                </p:oleObj>
              </mc:Choice>
              <mc:Fallback>
                <p:oleObj name="Equation" r:id="rId3" imgW="48463200" imgH="9753600" progId="Equation.DSMT4">
                  <p:embed/>
                  <p:pic>
                    <p:nvPicPr>
                      <p:cNvPr id="0" name="图片 542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0813" y="954191"/>
                        <a:ext cx="2120274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33682" y="1722403"/>
          <a:ext cx="2142000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5" name="Equation" r:id="rId5" imgW="49072800" imgH="14020800" progId="Equation.DSMT4">
                  <p:embed/>
                </p:oleObj>
              </mc:Choice>
              <mc:Fallback>
                <p:oleObj name="Equation" r:id="rId5" imgW="49072800" imgH="14020800" progId="Equation.DSMT4">
                  <p:embed/>
                  <p:pic>
                    <p:nvPicPr>
                      <p:cNvPr id="0" name="图片 542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3682" y="1722403"/>
                        <a:ext cx="2142000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195411" y="989910"/>
          <a:ext cx="1585623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6" name="Equation" r:id="rId7" imgW="36880800" imgH="9144000" progId="Equation.DSMT4">
                  <p:embed/>
                </p:oleObj>
              </mc:Choice>
              <mc:Fallback>
                <p:oleObj name="Equation" r:id="rId7" imgW="36880800" imgH="9144000" progId="Equation.DSMT4">
                  <p:embed/>
                  <p:pic>
                    <p:nvPicPr>
                      <p:cNvPr id="0" name="图片 542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95411" y="989910"/>
                        <a:ext cx="1585623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936343" y="1008325"/>
          <a:ext cx="1881176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7" name="Equation" r:id="rId9" imgW="40233600" imgH="7620000" progId="Equation.DSMT4">
                  <p:embed/>
                </p:oleObj>
              </mc:Choice>
              <mc:Fallback>
                <p:oleObj name="Equation" r:id="rId9" imgW="40233600" imgH="7620000" progId="Equation.DSMT4">
                  <p:embed/>
                  <p:pic>
                    <p:nvPicPr>
                      <p:cNvPr id="0" name="图片 542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36343" y="1008325"/>
                        <a:ext cx="1881176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151784" y="1722403"/>
          <a:ext cx="1800693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8" name="Equation" r:id="rId11" imgW="40843200" imgH="14020800" progId="Equation.DSMT4">
                  <p:embed/>
                </p:oleObj>
              </mc:Choice>
              <mc:Fallback>
                <p:oleObj name="Equation" r:id="rId11" imgW="40843200" imgH="14020800" progId="Equation.DSMT4">
                  <p:embed/>
                  <p:pic>
                    <p:nvPicPr>
                      <p:cNvPr id="0" name="图片 542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51784" y="1722403"/>
                        <a:ext cx="1800693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018406" y="1722403"/>
          <a:ext cx="3006783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9" name="Equation" r:id="rId13" imgW="68884800" imgH="14020800" progId="Equation.DSMT4">
                  <p:embed/>
                </p:oleObj>
              </mc:Choice>
              <mc:Fallback>
                <p:oleObj name="Equation" r:id="rId13" imgW="68884800" imgH="14020800" progId="Equation.DSMT4">
                  <p:embed/>
                  <p:pic>
                    <p:nvPicPr>
                      <p:cNvPr id="0" name="图片 542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18406" y="1722403"/>
                        <a:ext cx="3006783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151402" y="2517160"/>
          <a:ext cx="4257391" cy="6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0" name="Equation" r:id="rId15" imgW="97536000" imgH="14020800" progId="Equation.DSMT4">
                  <p:embed/>
                </p:oleObj>
              </mc:Choice>
              <mc:Fallback>
                <p:oleObj name="Equation" r:id="rId15" imgW="97536000" imgH="14020800" progId="Equation.DSMT4">
                  <p:embed/>
                  <p:pic>
                    <p:nvPicPr>
                      <p:cNvPr id="0" name="图片 5427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51402" y="2517160"/>
                        <a:ext cx="4257391" cy="6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151402" y="3417803"/>
          <a:ext cx="4737412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1" name="Equation" r:id="rId17" imgW="98755200" imgH="9144000" progId="Equation.DSMT4">
                  <p:embed/>
                </p:oleObj>
              </mc:Choice>
              <mc:Fallback>
                <p:oleObj name="Equation" r:id="rId17" imgW="98755200" imgH="9144000" progId="Equation.DSMT4">
                  <p:embed/>
                  <p:pic>
                    <p:nvPicPr>
                      <p:cNvPr id="0" name="图片 5428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51402" y="3417803"/>
                        <a:ext cx="4737412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151402" y="4166364"/>
          <a:ext cx="6195349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2" name="Equation" r:id="rId19" imgW="140817600" imgH="13106400" progId="Equation.DSMT4">
                  <p:embed/>
                </p:oleObj>
              </mc:Choice>
              <mc:Fallback>
                <p:oleObj name="Equation" r:id="rId19" imgW="140817600" imgH="13106400" progId="Equation.DSMT4">
                  <p:embed/>
                  <p:pic>
                    <p:nvPicPr>
                      <p:cNvPr id="0" name="图片 5428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51402" y="4166364"/>
                        <a:ext cx="6195349" cy="57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9759" y="41994"/>
            <a:ext cx="256571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2.循环法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032452" y="619264"/>
            <a:ext cx="1629431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25.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538538" y="625475"/>
          <a:ext cx="1701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7" name="Equation" r:id="rId1" imgW="40843200" imgH="14020800" progId="Equation.DSMT4">
                  <p:embed/>
                </p:oleObj>
              </mc:Choice>
              <mc:Fallback>
                <p:oleObj name="Equation" r:id="rId1" imgW="40843200" imgH="14020800" progId="Equation.DSMT4">
                  <p:embed/>
                  <p:pic>
                    <p:nvPicPr>
                      <p:cNvPr id="0" name="图片 552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38538" y="625475"/>
                        <a:ext cx="17018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49115" y="1250619"/>
            <a:ext cx="1390189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316069" y="1291431"/>
          <a:ext cx="139978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8" name="Equation" r:id="rId3" imgW="14630400" imgH="4876800" progId="Equation.DSMT4">
                  <p:embed/>
                </p:oleObj>
              </mc:Choice>
              <mc:Fallback>
                <p:oleObj name="Equation" r:id="rId3" imgW="14630400" imgH="4876800" progId="Equation.DSMT4">
                  <p:embed/>
                  <p:pic>
                    <p:nvPicPr>
                      <p:cNvPr id="0" name="图片 552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16069" y="1291431"/>
                        <a:ext cx="1399780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754837" y="1250632"/>
          <a:ext cx="1042201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9" name="Equation" r:id="rId5" imgW="21640800" imgH="9144000" progId="Equation.DSMT4">
                  <p:embed/>
                </p:oleObj>
              </mc:Choice>
              <mc:Fallback>
                <p:oleObj name="Equation" r:id="rId5" imgW="21640800" imgH="9144000" progId="Equation.DSMT4">
                  <p:embed/>
                  <p:pic>
                    <p:nvPicPr>
                      <p:cNvPr id="0" name="图片 552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54837" y="1250632"/>
                        <a:ext cx="1042201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5705927" y="1237601"/>
            <a:ext cx="7759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422172" y="1241703"/>
          <a:ext cx="1512643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0" name="Equation" r:id="rId7" imgW="15849600" imgH="4876800" progId="Equation.DSMT4">
                  <p:embed/>
                </p:oleObj>
              </mc:Choice>
              <mc:Fallback>
                <p:oleObj name="Equation" r:id="rId7" imgW="15849600" imgH="4876800" progId="Equation.DSMT4">
                  <p:embed/>
                  <p:pic>
                    <p:nvPicPr>
                      <p:cNvPr id="0" name="图片 552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22172" y="1241703"/>
                        <a:ext cx="1512643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8014335" y="1209358"/>
          <a:ext cx="9558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1" name="Equation" r:id="rId9" imgW="19812000" imgH="9144000" progId="Equation.DSMT4">
                  <p:embed/>
                </p:oleObj>
              </mc:Choice>
              <mc:Fallback>
                <p:oleObj name="Equation" r:id="rId9" imgW="19812000" imgH="9144000" progId="Equation.DSMT4">
                  <p:embed/>
                  <p:pic>
                    <p:nvPicPr>
                      <p:cNvPr id="0" name="图片 553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14335" y="1209358"/>
                        <a:ext cx="955800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409153" y="2258682"/>
            <a:ext cx="186220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∴  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923030" y="2257108"/>
          <a:ext cx="13176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2" name="Equation" r:id="rId11" imgW="31089600" imgH="9144000" progId="Equation.DSMT4">
                  <p:embed/>
                </p:oleObj>
              </mc:Choice>
              <mc:Fallback>
                <p:oleObj name="Equation" r:id="rId11" imgW="31089600" imgH="9144000" progId="Equation.DSMT4">
                  <p:embed/>
                  <p:pic>
                    <p:nvPicPr>
                      <p:cNvPr id="0" name="图片 553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23030" y="2257108"/>
                        <a:ext cx="1317625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5298758" y="2227580"/>
          <a:ext cx="19002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3" name="Equation" r:id="rId13" imgW="44805600" imgH="14020800" progId="Equation.DSMT4">
                  <p:embed/>
                </p:oleObj>
              </mc:Choice>
              <mc:Fallback>
                <p:oleObj name="Equation" r:id="rId13" imgW="44805600" imgH="14020800" progId="Equation.DSMT4">
                  <p:embed/>
                  <p:pic>
                    <p:nvPicPr>
                      <p:cNvPr id="0" name="图片 553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98758" y="2227580"/>
                        <a:ext cx="1900237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4110953" y="2931782"/>
            <a:ext cx="10862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再令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5015964" y="3057167"/>
          <a:ext cx="1357827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4" name="Equation" r:id="rId15" imgW="15240000" imgH="3962400" progId="Equation.DSMT4">
                  <p:embed/>
                </p:oleObj>
              </mc:Choice>
              <mc:Fallback>
                <p:oleObj name="Equation" r:id="rId15" imgW="15240000" imgH="3962400" progId="Equation.DSMT4">
                  <p:embed/>
                  <p:pic>
                    <p:nvPicPr>
                      <p:cNvPr id="0" name="图片 553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15964" y="3057167"/>
                        <a:ext cx="1357827" cy="36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6523355" y="2962910"/>
          <a:ext cx="9175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5" name="Equation" r:id="rId17" imgW="21640800" imgH="9144000" progId="Equation.DSMT4">
                  <p:embed/>
                </p:oleObj>
              </mc:Choice>
              <mc:Fallback>
                <p:oleObj name="Equation" r:id="rId17" imgW="21640800" imgH="9144000" progId="Equation.DSMT4">
                  <p:embed/>
                  <p:pic>
                    <p:nvPicPr>
                      <p:cNvPr id="0" name="图片 5530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23355" y="2962910"/>
                        <a:ext cx="917575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7590754" y="2882569"/>
            <a:ext cx="853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4963577" y="3547388"/>
          <a:ext cx="1462698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6" name="Equation" r:id="rId19" imgW="17983200" imgH="4876800" progId="Equation.DSMT4">
                  <p:embed/>
                </p:oleObj>
              </mc:Choice>
              <mc:Fallback>
                <p:oleObj name="Equation" r:id="rId19" imgW="17983200" imgH="4876800" progId="Equation.DSMT4">
                  <p:embed/>
                  <p:pic>
                    <p:nvPicPr>
                      <p:cNvPr id="0" name="图片 5530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63577" y="3547388"/>
                        <a:ext cx="1462698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6523355" y="3465830"/>
          <a:ext cx="8397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7" name="Equation" r:id="rId21" imgW="19812000" imgH="9144000" progId="Equation.DSMT4">
                  <p:embed/>
                </p:oleObj>
              </mc:Choice>
              <mc:Fallback>
                <p:oleObj name="Equation" r:id="rId21" imgW="19812000" imgH="9144000" progId="Equation.DSMT4">
                  <p:embed/>
                  <p:pic>
                    <p:nvPicPr>
                      <p:cNvPr id="0" name="图片 5530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523355" y="3465830"/>
                        <a:ext cx="839788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3978275" y="3943350"/>
          <a:ext cx="132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8" name="Equation" r:id="rId23" imgW="31089600" imgH="9144000" progId="Equation.DSMT4">
                  <p:embed/>
                </p:oleObj>
              </mc:Choice>
              <mc:Fallback>
                <p:oleObj name="Equation" r:id="rId23" imgW="31089600" imgH="9144000" progId="Equation.DSMT4">
                  <p:embed/>
                  <p:pic>
                    <p:nvPicPr>
                      <p:cNvPr id="0" name="图片 5530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978275" y="3943350"/>
                        <a:ext cx="13208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5447928" y="3933056"/>
          <a:ext cx="32178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9" name="Equation" r:id="rId25" imgW="75895200" imgH="14020800" progId="Equation.DSMT4">
                  <p:embed/>
                </p:oleObj>
              </mc:Choice>
              <mc:Fallback>
                <p:oleObj name="Equation" r:id="rId25" imgW="75895200" imgH="14020800" progId="Equation.DSMT4">
                  <p:embed/>
                  <p:pic>
                    <p:nvPicPr>
                      <p:cNvPr id="0" name="图片 5530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447928" y="3933056"/>
                        <a:ext cx="3217862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2232394" y="4498236"/>
            <a:ext cx="2327759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故     原式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4302443" y="4500563"/>
          <a:ext cx="3287918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0" name="Equation" r:id="rId27" imgW="72237600" imgH="11277600" progId="Equation.DSMT4">
                  <p:embed/>
                </p:oleObj>
              </mc:Choice>
              <mc:Fallback>
                <p:oleObj name="Equation" r:id="rId27" imgW="72237600" imgH="11277600" progId="Equation.DSMT4">
                  <p:embed/>
                  <p:pic>
                    <p:nvPicPr>
                      <p:cNvPr id="0" name="图片 5530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302443" y="4500563"/>
                        <a:ext cx="3287918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2010145" y="5131648"/>
            <a:ext cx="235685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说明</a:t>
            </a:r>
            <a:r>
              <a:rPr kumimoji="1" lang="en-US" altLang="zh-CN" sz="2800" b="1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也可设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4225925" y="5126038"/>
          <a:ext cx="1255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1" name="Equation" r:id="rId29" imgW="29565600" imgH="10363200" progId="Equation.DSMT4">
                  <p:embed/>
                </p:oleObj>
              </mc:Choice>
              <mc:Fallback>
                <p:oleObj name="Equation" r:id="rId29" imgW="29565600" imgH="10363200" progId="Equation.DSMT4">
                  <p:embed/>
                  <p:pic>
                    <p:nvPicPr>
                      <p:cNvPr id="0" name="图片 55310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lum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4225925" y="5126038"/>
                        <a:ext cx="125571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5508994" y="5093548"/>
            <a:ext cx="488829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为三角函数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但两次所设类型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2918195" y="5641236"/>
            <a:ext cx="20976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必须一致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  </a:t>
            </a:r>
            <a:endParaRPr kumimoji="1" lang="zh-CN" altLang="en-US" sz="2800" b="1" dirty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Line 33"/>
          <p:cNvSpPr>
            <a:spLocks noChangeShapeType="1"/>
          </p:cNvSpPr>
          <p:nvPr/>
        </p:nvSpPr>
        <p:spPr bwMode="auto">
          <a:xfrm>
            <a:off x="4085554" y="2730169"/>
            <a:ext cx="0" cy="1295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8" grpId="0" autoUpdateAnimBg="0"/>
      <p:bldP spid="11" grpId="0" autoUpdateAnimBg="0"/>
      <p:bldP spid="14" grpId="0" autoUpdateAnimBg="0"/>
      <p:bldP spid="17" grpId="0" autoUpdateAnimBg="0"/>
      <p:bldP spid="22" grpId="0" autoUpdateAnimBg="0"/>
      <p:bldP spid="24" grpId="0" autoUpdateAnimBg="0"/>
      <p:bldP spid="26" grpId="0" autoUpdateAnimBg="0"/>
      <p:bldP spid="27" grpId="0" autoUpdateAnimBg="0"/>
      <p:bldP spid="28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0548" y="90889"/>
            <a:ext cx="351673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3.等待消去法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446412" y="674503"/>
          <a:ext cx="26479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1" name="Equation" r:id="rId1" imgW="63703200" imgH="22555200" progId="Equation.DSMT4">
                  <p:embed/>
                </p:oleObj>
              </mc:Choice>
              <mc:Fallback>
                <p:oleObj name="Equation" r:id="rId1" imgW="63703200" imgH="22555200" progId="Equation.DSMT4">
                  <p:embed/>
                  <p:pic>
                    <p:nvPicPr>
                      <p:cNvPr id="0" name="图片 563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46412" y="674503"/>
                        <a:ext cx="2647950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030814" y="836428"/>
            <a:ext cx="1629431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26.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009047" y="1937335"/>
            <a:ext cx="98897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  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998032" y="1848276"/>
          <a:ext cx="6053510" cy="9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2" name="Equation" r:id="rId3" imgW="139598400" imgH="22555200" progId="Equation.DSMT4">
                  <p:embed/>
                </p:oleObj>
              </mc:Choice>
              <mc:Fallback>
                <p:oleObj name="Equation" r:id="rId3" imgW="139598400" imgH="22555200" progId="Equation.DSMT4">
                  <p:embed/>
                  <p:pic>
                    <p:nvPicPr>
                      <p:cNvPr id="0" name="图片 563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8032" y="1848276"/>
                        <a:ext cx="6053510" cy="97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735768" y="3022733"/>
          <a:ext cx="3287939" cy="9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3" name="Equation" r:id="rId5" imgW="75590400" imgH="22555200" progId="Equation.DSMT4">
                  <p:embed/>
                </p:oleObj>
              </mc:Choice>
              <mc:Fallback>
                <p:oleObj name="Equation" r:id="rId5" imgW="75590400" imgH="22555200" progId="Equation.DSMT4">
                  <p:embed/>
                  <p:pic>
                    <p:nvPicPr>
                      <p:cNvPr id="0" name="图片 563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35768" y="3022733"/>
                        <a:ext cx="3287939" cy="97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094362" y="3054344"/>
          <a:ext cx="1432855" cy="8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4" name="Equation" r:id="rId7" imgW="32918400" imgH="20116800" progId="Equation.DSMT4">
                  <p:embed/>
                </p:oleObj>
              </mc:Choice>
              <mc:Fallback>
                <p:oleObj name="Equation" r:id="rId7" imgW="32918400" imgH="20116800" progId="Equation.DSMT4">
                  <p:embed/>
                  <p:pic>
                    <p:nvPicPr>
                      <p:cNvPr id="0" name="图片 563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4362" y="3054344"/>
                        <a:ext cx="1432855" cy="86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735847" y="4418324"/>
          <a:ext cx="2358530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5" name="Equation" r:id="rId9" imgW="46024800" imgH="7620000" progId="Equation.DSMT4">
                  <p:embed/>
                </p:oleObj>
              </mc:Choice>
              <mc:Fallback>
                <p:oleObj name="Equation" r:id="rId9" imgW="46024800" imgH="7620000" progId="Equation.DSMT4">
                  <p:embed/>
                  <p:pic>
                    <p:nvPicPr>
                      <p:cNvPr id="0" name="图片 563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35847" y="4418324"/>
                        <a:ext cx="2358530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47218" y="68664"/>
            <a:ext cx="351673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4.递推公式法 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82429" y="526579"/>
          <a:ext cx="234315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5" name="Equation" r:id="rId1" imgW="56388000" imgH="26212800" progId="Equation.DSMT4">
                  <p:embed/>
                </p:oleObj>
              </mc:Choice>
              <mc:Fallback>
                <p:oleObj name="Equation" r:id="rId1" imgW="56388000" imgH="26212800" progId="Equation.DSMT4">
                  <p:embed/>
                  <p:pic>
                    <p:nvPicPr>
                      <p:cNvPr id="0" name="图片 573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82429" y="526579"/>
                        <a:ext cx="2343150" cy="1085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010653" y="655273"/>
            <a:ext cx="1629431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27.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6067149" y="699088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的递推公式．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010685" y="1517352"/>
            <a:ext cx="98897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  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2804077" y="1526877"/>
            <a:ext cx="42951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以“降次”为目标凑导数</a:t>
            </a:r>
            <a:r>
              <a:rPr kumimoji="1" lang="en-US" altLang="zh-CN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</a:t>
            </a:r>
            <a:endParaRPr kumimoji="1" lang="en-US" altLang="zh-CN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067208" y="2125999"/>
          <a:ext cx="33813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6" name="Equation" r:id="rId3" imgW="81076800" imgH="27432000" progId="Equation.DSMT4">
                  <p:embed/>
                </p:oleObj>
              </mc:Choice>
              <mc:Fallback>
                <p:oleObj name="Equation" r:id="rId3" imgW="81076800" imgH="27432000" progId="Equation.DSMT4">
                  <p:embed/>
                  <p:pic>
                    <p:nvPicPr>
                      <p:cNvPr id="0" name="图片 573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7208" y="2125999"/>
                        <a:ext cx="3381375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537716" y="2126297"/>
          <a:ext cx="4013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7" name="Equation" r:id="rId5" imgW="96316800" imgH="27432000" progId="Equation.DSMT4">
                  <p:embed/>
                </p:oleObj>
              </mc:Choice>
              <mc:Fallback>
                <p:oleObj name="Equation" r:id="rId5" imgW="96316800" imgH="27432000" progId="Equation.DSMT4">
                  <p:embed/>
                  <p:pic>
                    <p:nvPicPr>
                      <p:cNvPr id="0" name="图片 573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37716" y="2126297"/>
                        <a:ext cx="4013200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305435" y="3013844"/>
          <a:ext cx="6299201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8" name="Equation" r:id="rId7" imgW="151180800" imgH="36576000" progId="Equation.DSMT4">
                  <p:embed/>
                </p:oleObj>
              </mc:Choice>
              <mc:Fallback>
                <p:oleObj name="Equation" r:id="rId7" imgW="151180800" imgH="36576000" progId="Equation.DSMT4">
                  <p:embed/>
                  <p:pic>
                    <p:nvPicPr>
                      <p:cNvPr id="0" name="图片 573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05435" y="3013844"/>
                        <a:ext cx="6299201" cy="1516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369729" y="4301986"/>
          <a:ext cx="6170613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9" name="Equation" r:id="rId9" imgW="147828000" imgH="32918400" progId="Equation.DSMT4">
                  <p:embed/>
                </p:oleObj>
              </mc:Choice>
              <mc:Fallback>
                <p:oleObj name="Equation" r:id="rId9" imgW="147828000" imgH="32918400" progId="Equation.DSMT4">
                  <p:embed/>
                  <p:pic>
                    <p:nvPicPr>
                      <p:cNvPr id="0" name="图片 573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69729" y="4301986"/>
                        <a:ext cx="6170613" cy="1379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369916" y="5681062"/>
          <a:ext cx="5646738" cy="1085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0" name="Equation" r:id="rId11" imgW="135331200" imgH="26212800" progId="Equation.DSMT4">
                  <p:embed/>
                </p:oleObj>
              </mc:Choice>
              <mc:Fallback>
                <p:oleObj name="Equation" r:id="rId11" imgW="135331200" imgH="26212800" progId="Equation.DSMT4">
                  <p:embed/>
                  <p:pic>
                    <p:nvPicPr>
                      <p:cNvPr id="0" name="图片 573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69916" y="5681062"/>
                        <a:ext cx="5646738" cy="1085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283" y="27389"/>
            <a:ext cx="54609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5.抽象函数的“拼凑法”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783632" y="1218459"/>
            <a:ext cx="936104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ea typeface="楷体_GB2312" pitchFamily="49" charset="-122"/>
              </a:rPr>
              <a:t>已知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521075" y="1295400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69" name="Equation" r:id="rId1" imgW="17678400" imgH="9448800" progId="Equation.DSMT4">
                  <p:embed/>
                </p:oleObj>
              </mc:Choice>
              <mc:Fallback>
                <p:oleObj name="Equation" r:id="rId1" imgW="17678400" imgH="9448800" progId="Equation.DSMT4">
                  <p:embed/>
                  <p:pic>
                    <p:nvPicPr>
                      <p:cNvPr id="0" name="图片 5836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21075" y="1295400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255368" y="1218459"/>
            <a:ext cx="3352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的一个原函数是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894513" y="1138238"/>
          <a:ext cx="901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0" name="Equation" r:id="rId3" imgW="21640800" imgH="20116800" progId="Equation.DSMT4">
                  <p:embed/>
                </p:oleObj>
              </mc:Choice>
              <mc:Fallback>
                <p:oleObj name="Equation" r:id="rId3" imgW="21640800" imgH="20116800" progId="Equation.DSMT4">
                  <p:embed/>
                  <p:pic>
                    <p:nvPicPr>
                      <p:cNvPr id="0" name="图片 5836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894513" y="1138238"/>
                        <a:ext cx="901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7811656" y="1237926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366125" y="1230313"/>
          <a:ext cx="1638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1" name="Equation" r:id="rId5" imgW="39319200" imgH="14020800" progId="Equation.DSMT4">
                  <p:embed/>
                </p:oleObj>
              </mc:Choice>
              <mc:Fallback>
                <p:oleObj name="Equation" r:id="rId5" imgW="39319200" imgH="14020800" progId="Equation.DSMT4">
                  <p:embed/>
                  <p:pic>
                    <p:nvPicPr>
                      <p:cNvPr id="0" name="图片 58370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366125" y="1230313"/>
                        <a:ext cx="16383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063750" y="1689100"/>
            <a:ext cx="908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819400" y="1708150"/>
          <a:ext cx="1549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2" name="Equation" r:id="rId7" imgW="37185600" imgH="14020800" progId="Equation.DSMT4">
                  <p:embed/>
                </p:oleObj>
              </mc:Choice>
              <mc:Fallback>
                <p:oleObj name="Equation" r:id="rId7" imgW="37185600" imgH="14020800" progId="Equation.DSMT4">
                  <p:embed/>
                  <p:pic>
                    <p:nvPicPr>
                      <p:cNvPr id="0" name="图片 583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19400" y="1708150"/>
                        <a:ext cx="15494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603750" y="1660525"/>
          <a:ext cx="1600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3" name="Equation" r:id="rId9" imgW="38404800" imgH="14020800" progId="Equation.DSMT4">
                  <p:embed/>
                </p:oleObj>
              </mc:Choice>
              <mc:Fallback>
                <p:oleObj name="Equation" r:id="rId9" imgW="38404800" imgH="14020800" progId="Equation.DSMT4">
                  <p:embed/>
                  <p:pic>
                    <p:nvPicPr>
                      <p:cNvPr id="0" name="图片 583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03750" y="1660525"/>
                        <a:ext cx="16002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4584700" y="2370138"/>
          <a:ext cx="1231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4" name="Equation" r:id="rId11" imgW="29565600" imgH="9448800" progId="Equation.DSMT4">
                  <p:embed/>
                </p:oleObj>
              </mc:Choice>
              <mc:Fallback>
                <p:oleObj name="Equation" r:id="rId11" imgW="29565600" imgH="9448800" progId="Equation.DSMT4">
                  <p:embed/>
                  <p:pic>
                    <p:nvPicPr>
                      <p:cNvPr id="0" name="图片 583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84700" y="2370138"/>
                        <a:ext cx="1231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5930900" y="2270125"/>
          <a:ext cx="1511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5" name="Equation" r:id="rId13" imgW="36271200" imgH="14020800" progId="Equation.DSMT4">
                  <p:embed/>
                </p:oleObj>
              </mc:Choice>
              <mc:Fallback>
                <p:oleObj name="Equation" r:id="rId13" imgW="36271200" imgH="14020800" progId="Equation.DSMT4">
                  <p:embed/>
                  <p:pic>
                    <p:nvPicPr>
                      <p:cNvPr id="0" name="图片 583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30900" y="2270125"/>
                        <a:ext cx="15113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4565650" y="3101975"/>
          <a:ext cx="838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6" name="Equation" r:id="rId15" imgW="20116800" imgH="11582400" progId="Equation.DSMT4">
                  <p:embed/>
                </p:oleObj>
              </mc:Choice>
              <mc:Fallback>
                <p:oleObj name="Equation" r:id="rId15" imgW="20116800" imgH="11582400" progId="Equation.DSMT4">
                  <p:embed/>
                  <p:pic>
                    <p:nvPicPr>
                      <p:cNvPr id="0" name="图片 583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65650" y="3101975"/>
                        <a:ext cx="8382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5969000" y="2943225"/>
          <a:ext cx="444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7" name="Equation" r:id="rId17" imgW="10668000" imgH="15240000" progId="Equation.DSMT4">
                  <p:embed/>
                </p:oleObj>
              </mc:Choice>
              <mc:Fallback>
                <p:oleObj name="Equation" r:id="rId17" imgW="10668000" imgH="15240000" progId="Equation.DSMT4">
                  <p:embed/>
                  <p:pic>
                    <p:nvPicPr>
                      <p:cNvPr id="0" name="图片 5837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969000" y="2943225"/>
                        <a:ext cx="444500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321300" y="2905125"/>
          <a:ext cx="78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8" name="Equation" r:id="rId19" imgW="18897600" imgH="20116800" progId="Equation.DSMT4">
                  <p:embed/>
                </p:oleObj>
              </mc:Choice>
              <mc:Fallback>
                <p:oleObj name="Equation" r:id="rId19" imgW="18897600" imgH="20116800" progId="Equation.DSMT4">
                  <p:embed/>
                  <p:pic>
                    <p:nvPicPr>
                      <p:cNvPr id="0" name="图片 5837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21300" y="2905125"/>
                        <a:ext cx="787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6470650" y="2892425"/>
          <a:ext cx="1587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9" name="Equation" r:id="rId21" imgW="38100000" imgH="20116800" progId="Equation.DSMT4">
                  <p:embed/>
                </p:oleObj>
              </mc:Choice>
              <mc:Fallback>
                <p:oleObj name="Equation" r:id="rId21" imgW="38100000" imgH="20116800" progId="Equation.DSMT4">
                  <p:embed/>
                  <p:pic>
                    <p:nvPicPr>
                      <p:cNvPr id="0" name="图片 5837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470650" y="2892425"/>
                        <a:ext cx="1587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4591050" y="3921125"/>
          <a:ext cx="1460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0" name="Equation" r:id="rId23" imgW="35052000" imgH="9448800" progId="Equation.DSMT4">
                  <p:embed/>
                </p:oleObj>
              </mc:Choice>
              <mc:Fallback>
                <p:oleObj name="Equation" r:id="rId23" imgW="35052000" imgH="9448800" progId="Equation.DSMT4">
                  <p:embed/>
                  <p:pic>
                    <p:nvPicPr>
                      <p:cNvPr id="0" name="图片 5837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591050" y="3921125"/>
                        <a:ext cx="1460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6153150" y="3730625"/>
          <a:ext cx="1574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1" name="Equation" r:id="rId25" imgW="37795200" imgH="20116800" progId="Equation.DSMT4">
                  <p:embed/>
                </p:oleObj>
              </mc:Choice>
              <mc:Fallback>
                <p:oleObj name="Equation" r:id="rId25" imgW="37795200" imgH="20116800" progId="Equation.DSMT4">
                  <p:embed/>
                  <p:pic>
                    <p:nvPicPr>
                      <p:cNvPr id="0" name="图片 5838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153150" y="3730625"/>
                        <a:ext cx="1574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2063750" y="4714875"/>
            <a:ext cx="36512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说明</a:t>
            </a:r>
            <a:r>
              <a:rPr kumimoji="1" lang="en-US" altLang="zh-CN" sz="2800" b="1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此题若先求出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5346700" y="4767263"/>
          <a:ext cx="800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2" name="Equation" r:id="rId27" imgW="19202400" imgH="9753600" progId="Equation.DSMT4">
                  <p:embed/>
                </p:oleObj>
              </mc:Choice>
              <mc:Fallback>
                <p:oleObj name="Equation" r:id="rId27" imgW="19202400" imgH="9753600" progId="Equation.DSMT4">
                  <p:embed/>
                  <p:pic>
                    <p:nvPicPr>
                      <p:cNvPr id="0" name="图片 58381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46700" y="4767263"/>
                        <a:ext cx="800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6172200" y="4714875"/>
            <a:ext cx="3200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再求积分反而复杂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/>
        </p:nvGraphicFramePr>
        <p:xfrm>
          <a:off x="2690813" y="5434013"/>
          <a:ext cx="1816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3" name="Equation" r:id="rId29" imgW="43586400" imgH="14020800" progId="Equation.DSMT4">
                  <p:embed/>
                </p:oleObj>
              </mc:Choice>
              <mc:Fallback>
                <p:oleObj name="Equation" r:id="rId29" imgW="43586400" imgH="14020800" progId="Equation.DSMT4">
                  <p:embed/>
                  <p:pic>
                    <p:nvPicPr>
                      <p:cNvPr id="0" name="图片 5838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690813" y="5434013"/>
                        <a:ext cx="18161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4646613" y="5262563"/>
          <a:ext cx="4572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4" name="Equation" r:id="rId31" imgW="109728000" imgH="22555200" progId="Equation.DSMT4">
                  <p:embed/>
                </p:oleObj>
              </mc:Choice>
              <mc:Fallback>
                <p:oleObj name="Equation" r:id="rId31" imgW="109728000" imgH="22555200" progId="Equation.DSMT4">
                  <p:embed/>
                  <p:pic>
                    <p:nvPicPr>
                      <p:cNvPr id="0" name="图片 5838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646613" y="5262563"/>
                        <a:ext cx="45720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1524000" y="653439"/>
            <a:ext cx="914400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积分中出现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抽象函数的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导数时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，可以拼凑出分部积分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公式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2"/>
          <p:cNvSpPr txBox="1">
            <a:spLocks noChangeArrowheads="1"/>
          </p:cNvSpPr>
          <p:nvPr/>
        </p:nvSpPr>
        <p:spPr>
          <a:xfrm>
            <a:off x="1703512" y="1217829"/>
            <a:ext cx="1174757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28. </a:t>
            </a:r>
            <a:endParaRPr lang="zh-CN" altLang="en-US" sz="2800" b="1" dirty="0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20" grpId="0" autoUpdateAnimBg="0"/>
      <p:bldP spid="22" grpId="0" autoUpdateAnimBg="0"/>
      <p:bldP spid="25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609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练习4.2.2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976063" y="839084"/>
            <a:ext cx="29521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计算不定积分：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63552" y="1412776"/>
          <a:ext cx="18669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3" name="Equation" r:id="rId1" imgW="44805600" imgH="14020800" progId="Equation.DSMT4">
                  <p:embed/>
                </p:oleObj>
              </mc:Choice>
              <mc:Fallback>
                <p:oleObj name="Equation" r:id="rId1" imgW="44805600" imgH="14020800" progId="Equation.DSMT4">
                  <p:embed/>
                  <p:pic>
                    <p:nvPicPr>
                      <p:cNvPr id="0" name="图片 593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63552" y="1412776"/>
                        <a:ext cx="18669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951984" y="1362304"/>
          <a:ext cx="219868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4" name="Equation" r:id="rId3" imgW="53035200" imgH="14020800" progId="Equation.DSMT4">
                  <p:embed/>
                </p:oleObj>
              </mc:Choice>
              <mc:Fallback>
                <p:oleObj name="Equation" r:id="rId3" imgW="53035200" imgH="14020800" progId="Equation.DSMT4">
                  <p:embed/>
                  <p:pic>
                    <p:nvPicPr>
                      <p:cNvPr id="0" name="图片 593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51984" y="1362304"/>
                        <a:ext cx="2198687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2063552" y="2132856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1976063" y="3690610"/>
            <a:ext cx="57213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已知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一个原函数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/>
              </a:rPr>
              <a:t>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，求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680176" y="3690610"/>
          <a:ext cx="14398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5" name="Equation" r:id="rId5" imgW="34747200" imgH="14020800" progId="Equation.DSMT4">
                  <p:embed/>
                </p:oleObj>
              </mc:Choice>
              <mc:Fallback>
                <p:oleObj name="Equation" r:id="rId5" imgW="34747200" imgH="14020800" progId="Equation.DSMT4">
                  <p:embed/>
                  <p:pic>
                    <p:nvPicPr>
                      <p:cNvPr id="0" name="图片 593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80176" y="3690610"/>
                        <a:ext cx="1439863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2075681" y="4338682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999656" y="1984891"/>
          <a:ext cx="32004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6" name="Equation" r:id="rId7" imgW="76809600" imgH="19812000" progId="Equation.DSMT4">
                  <p:embed/>
                </p:oleObj>
              </mc:Choice>
              <mc:Fallback>
                <p:oleObj name="Equation" r:id="rId7" imgW="76809600" imgH="19812000" progId="Equation.DSMT4">
                  <p:embed/>
                  <p:pic>
                    <p:nvPicPr>
                      <p:cNvPr id="0" name="图片 593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99656" y="1984891"/>
                        <a:ext cx="3200400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999656" y="2844546"/>
          <a:ext cx="35909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7" name="Equation" r:id="rId9" imgW="85953600" imgH="20116800" progId="Equation.DSMT4">
                  <p:embed/>
                </p:oleObj>
              </mc:Choice>
              <mc:Fallback>
                <p:oleObj name="Equation" r:id="rId9" imgW="85953600" imgH="20116800" progId="Equation.DSMT4">
                  <p:embed/>
                  <p:pic>
                    <p:nvPicPr>
                      <p:cNvPr id="0" name="图片 593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99656" y="2844546"/>
                        <a:ext cx="359092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215680" y="4355817"/>
          <a:ext cx="24876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8" name="Equation" r:id="rId11" imgW="59436000" imgH="11582400" progId="Equation.DSMT4">
                  <p:embed/>
                </p:oleObj>
              </mc:Choice>
              <mc:Fallback>
                <p:oleObj name="Equation" r:id="rId11" imgW="59436000" imgH="11582400" progId="Equation.DSMT4">
                  <p:embed/>
                  <p:pic>
                    <p:nvPicPr>
                      <p:cNvPr id="0" name="图片 593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15680" y="4355817"/>
                        <a:ext cx="2487612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7e5e7fb2-08ce-49a1-86ba-f2e7597e7c37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1761</Words>
  <Application>WPS 演示</Application>
  <PresentationFormat>宽屏</PresentationFormat>
  <Paragraphs>555</Paragraphs>
  <Slides>64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671</vt:i4>
      </vt:variant>
      <vt:variant>
        <vt:lpstr>幻灯片标题</vt:lpstr>
      </vt:variant>
      <vt:variant>
        <vt:i4>64</vt:i4>
      </vt:variant>
    </vt:vector>
  </HeadingPairs>
  <TitlesOfParts>
    <vt:vector size="754" baseType="lpstr">
      <vt:lpstr>Arial</vt:lpstr>
      <vt:lpstr>宋体</vt:lpstr>
      <vt:lpstr>Wingdings</vt:lpstr>
      <vt:lpstr>Wingdings</vt:lpstr>
      <vt:lpstr>华文新魏</vt:lpstr>
      <vt:lpstr>微软雅黑</vt:lpstr>
      <vt:lpstr>黑体</vt:lpstr>
      <vt:lpstr>Times New Roman</vt:lpstr>
      <vt:lpstr>楷体_GB2312</vt:lpstr>
      <vt:lpstr>新宋体</vt:lpstr>
      <vt:lpstr>楷体</vt:lpstr>
      <vt:lpstr>幼圆</vt:lpstr>
      <vt:lpstr>Arial Unicode MS</vt:lpstr>
      <vt:lpstr>Calibri</vt:lpstr>
      <vt:lpstr>隶书</vt:lpstr>
      <vt:lpstr>Cambria Math</vt:lpstr>
      <vt:lpstr>Symbol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182</cp:revision>
  <dcterms:created xsi:type="dcterms:W3CDTF">2019-06-19T02:08:00Z</dcterms:created>
  <dcterms:modified xsi:type="dcterms:W3CDTF">2022-12-01T16:32:16Z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3BB97110D2474384AD4E4EBDD0390378</vt:lpwstr>
  </property>
</Properties>
</file>