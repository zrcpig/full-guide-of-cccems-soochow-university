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custDataLst>
    <p:tags r:id="rId4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30A0"/>
    <a:srgbClr val="0000FF"/>
    <a:srgbClr val="006600"/>
    <a:srgbClr val="D9D9D9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012"/>
        <p:guide pos="388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gs" Target="tags/tag125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9.wmf"/><Relationship Id="rId8" Type="http://schemas.openxmlformats.org/officeDocument/2006/relationships/image" Target="../media/image8.wmf"/><Relationship Id="rId7" Type="http://schemas.openxmlformats.org/officeDocument/2006/relationships/image" Target="../media/image7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15" Type="http://schemas.openxmlformats.org/officeDocument/2006/relationships/image" Target="../media/image15.wmf"/><Relationship Id="rId14" Type="http://schemas.openxmlformats.org/officeDocument/2006/relationships/image" Target="../media/image14.wmf"/><Relationship Id="rId13" Type="http://schemas.openxmlformats.org/officeDocument/2006/relationships/image" Target="../media/image13.wmf"/><Relationship Id="rId12" Type="http://schemas.openxmlformats.org/officeDocument/2006/relationships/image" Target="../media/image12.wmf"/><Relationship Id="rId11" Type="http://schemas.openxmlformats.org/officeDocument/2006/relationships/image" Target="../media/image11.wmf"/><Relationship Id="rId10" Type="http://schemas.openxmlformats.org/officeDocument/2006/relationships/image" Target="../media/image10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5.wmf"/><Relationship Id="rId8" Type="http://schemas.openxmlformats.org/officeDocument/2006/relationships/image" Target="../media/image24.wmf"/><Relationship Id="rId7" Type="http://schemas.openxmlformats.org/officeDocument/2006/relationships/image" Target="../media/image23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2" Type="http://schemas.openxmlformats.org/officeDocument/2006/relationships/image" Target="../media/image28.wmf"/><Relationship Id="rId11" Type="http://schemas.openxmlformats.org/officeDocument/2006/relationships/image" Target="../media/image27.wmf"/><Relationship Id="rId10" Type="http://schemas.openxmlformats.org/officeDocument/2006/relationships/image" Target="../media/image26.wmf"/><Relationship Id="rId1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7.wmf"/><Relationship Id="rId8" Type="http://schemas.openxmlformats.org/officeDocument/2006/relationships/image" Target="../media/image36.wmf"/><Relationship Id="rId7" Type="http://schemas.openxmlformats.org/officeDocument/2006/relationships/image" Target="../media/image35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5" Type="http://schemas.openxmlformats.org/officeDocument/2006/relationships/image" Target="../media/image43.wmf"/><Relationship Id="rId14" Type="http://schemas.openxmlformats.org/officeDocument/2006/relationships/image" Target="../media/image42.wmf"/><Relationship Id="rId13" Type="http://schemas.openxmlformats.org/officeDocument/2006/relationships/image" Target="../media/image41.wmf"/><Relationship Id="rId12" Type="http://schemas.openxmlformats.org/officeDocument/2006/relationships/image" Target="../media/image40.wmf"/><Relationship Id="rId11" Type="http://schemas.openxmlformats.org/officeDocument/2006/relationships/image" Target="../media/image39.wmf"/><Relationship Id="rId10" Type="http://schemas.openxmlformats.org/officeDocument/2006/relationships/image" Target="../media/image38.wmf"/><Relationship Id="rId1" Type="http://schemas.openxmlformats.org/officeDocument/2006/relationships/image" Target="../media/image29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7" Type="http://schemas.openxmlformats.org/officeDocument/2006/relationships/image" Target="../media/image50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60.wmf"/><Relationship Id="rId8" Type="http://schemas.openxmlformats.org/officeDocument/2006/relationships/image" Target="../media/image59.wmf"/><Relationship Id="rId7" Type="http://schemas.openxmlformats.org/officeDocument/2006/relationships/image" Target="../media/image58.wmf"/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2" Type="http://schemas.openxmlformats.org/officeDocument/2006/relationships/image" Target="../media/image63.wmf"/><Relationship Id="rId11" Type="http://schemas.openxmlformats.org/officeDocument/2006/relationships/image" Target="../media/image62.wmf"/><Relationship Id="rId10" Type="http://schemas.openxmlformats.org/officeDocument/2006/relationships/image" Target="../media/image61.wmf"/><Relationship Id="rId1" Type="http://schemas.openxmlformats.org/officeDocument/2006/relationships/image" Target="../media/image52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72.wmf"/><Relationship Id="rId8" Type="http://schemas.openxmlformats.org/officeDocument/2006/relationships/image" Target="../media/image71.wmf"/><Relationship Id="rId7" Type="http://schemas.openxmlformats.org/officeDocument/2006/relationships/image" Target="../media/image70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3" Type="http://schemas.openxmlformats.org/officeDocument/2006/relationships/image" Target="../media/image76.wmf"/><Relationship Id="rId12" Type="http://schemas.openxmlformats.org/officeDocument/2006/relationships/image" Target="../media/image75.wmf"/><Relationship Id="rId11" Type="http://schemas.openxmlformats.org/officeDocument/2006/relationships/image" Target="../media/image74.wmf"/><Relationship Id="rId10" Type="http://schemas.openxmlformats.org/officeDocument/2006/relationships/image" Target="../media/image73.emf"/><Relationship Id="rId1" Type="http://schemas.openxmlformats.org/officeDocument/2006/relationships/image" Target="../media/image64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85.wmf"/><Relationship Id="rId8" Type="http://schemas.openxmlformats.org/officeDocument/2006/relationships/image" Target="../media/image84.wmf"/><Relationship Id="rId7" Type="http://schemas.openxmlformats.org/officeDocument/2006/relationships/image" Target="../media/image83.w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0" Type="http://schemas.openxmlformats.org/officeDocument/2006/relationships/image" Target="../media/image86.wmf"/><Relationship Id="rId1" Type="http://schemas.openxmlformats.org/officeDocument/2006/relationships/image" Target="../media/image77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95.wmf"/><Relationship Id="rId8" Type="http://schemas.openxmlformats.org/officeDocument/2006/relationships/image" Target="../media/image94.wmf"/><Relationship Id="rId7" Type="http://schemas.openxmlformats.org/officeDocument/2006/relationships/image" Target="../media/image93.wmf"/><Relationship Id="rId6" Type="http://schemas.openxmlformats.org/officeDocument/2006/relationships/image" Target="../media/image92.wmf"/><Relationship Id="rId5" Type="http://schemas.openxmlformats.org/officeDocument/2006/relationships/image" Target="../media/image91.wmf"/><Relationship Id="rId4" Type="http://schemas.openxmlformats.org/officeDocument/2006/relationships/image" Target="../media/image90.wmf"/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2" Type="http://schemas.openxmlformats.org/officeDocument/2006/relationships/image" Target="../media/image98.wmf"/><Relationship Id="rId11" Type="http://schemas.openxmlformats.org/officeDocument/2006/relationships/image" Target="../media/image97.wmf"/><Relationship Id="rId10" Type="http://schemas.openxmlformats.org/officeDocument/2006/relationships/image" Target="../media/image96.wmf"/><Relationship Id="rId1" Type="http://schemas.openxmlformats.org/officeDocument/2006/relationships/image" Target="../media/image87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7.wmf"/><Relationship Id="rId8" Type="http://schemas.openxmlformats.org/officeDocument/2006/relationships/image" Target="../media/image106.wmf"/><Relationship Id="rId7" Type="http://schemas.openxmlformats.org/officeDocument/2006/relationships/image" Target="../media/image105.wmf"/><Relationship Id="rId6" Type="http://schemas.openxmlformats.org/officeDocument/2006/relationships/image" Target="../media/image104.wmf"/><Relationship Id="rId5" Type="http://schemas.openxmlformats.org/officeDocument/2006/relationships/image" Target="../media/image103.wmf"/><Relationship Id="rId4" Type="http://schemas.openxmlformats.org/officeDocument/2006/relationships/image" Target="../media/image102.wmf"/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4" Type="http://schemas.openxmlformats.org/officeDocument/2006/relationships/image" Target="../media/image112.wmf"/><Relationship Id="rId13" Type="http://schemas.openxmlformats.org/officeDocument/2006/relationships/image" Target="../media/image111.wmf"/><Relationship Id="rId12" Type="http://schemas.openxmlformats.org/officeDocument/2006/relationships/image" Target="../media/image110.wmf"/><Relationship Id="rId11" Type="http://schemas.openxmlformats.org/officeDocument/2006/relationships/image" Target="../media/image109.wmf"/><Relationship Id="rId10" Type="http://schemas.openxmlformats.org/officeDocument/2006/relationships/image" Target="../media/image108.wmf"/><Relationship Id="rId1" Type="http://schemas.openxmlformats.org/officeDocument/2006/relationships/image" Target="../media/image99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1.wmf"/><Relationship Id="rId8" Type="http://schemas.openxmlformats.org/officeDocument/2006/relationships/image" Target="../media/image120.wmf"/><Relationship Id="rId7" Type="http://schemas.openxmlformats.org/officeDocument/2006/relationships/image" Target="../media/image119.wmf"/><Relationship Id="rId6" Type="http://schemas.openxmlformats.org/officeDocument/2006/relationships/image" Target="../media/image118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2" Type="http://schemas.openxmlformats.org/officeDocument/2006/relationships/image" Target="../media/image124.wmf"/><Relationship Id="rId11" Type="http://schemas.openxmlformats.org/officeDocument/2006/relationships/image" Target="../media/image123.wmf"/><Relationship Id="rId10" Type="http://schemas.openxmlformats.org/officeDocument/2006/relationships/image" Target="../media/image122.wmf"/><Relationship Id="rId1" Type="http://schemas.openxmlformats.org/officeDocument/2006/relationships/image" Target="../media/image113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3.wmf"/><Relationship Id="rId8" Type="http://schemas.openxmlformats.org/officeDocument/2006/relationships/image" Target="../media/image132.wmf"/><Relationship Id="rId7" Type="http://schemas.openxmlformats.org/officeDocument/2006/relationships/image" Target="../media/image131.wmf"/><Relationship Id="rId6" Type="http://schemas.openxmlformats.org/officeDocument/2006/relationships/image" Target="../media/image130.wmf"/><Relationship Id="rId5" Type="http://schemas.openxmlformats.org/officeDocument/2006/relationships/image" Target="../media/image129.wmf"/><Relationship Id="rId4" Type="http://schemas.openxmlformats.org/officeDocument/2006/relationships/image" Target="../media/image128.wmf"/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5" Type="http://schemas.openxmlformats.org/officeDocument/2006/relationships/image" Target="../media/image139.wmf"/><Relationship Id="rId14" Type="http://schemas.openxmlformats.org/officeDocument/2006/relationships/image" Target="../media/image138.wmf"/><Relationship Id="rId13" Type="http://schemas.openxmlformats.org/officeDocument/2006/relationships/image" Target="../media/image137.wmf"/><Relationship Id="rId12" Type="http://schemas.openxmlformats.org/officeDocument/2006/relationships/image" Target="../media/image136.wmf"/><Relationship Id="rId11" Type="http://schemas.openxmlformats.org/officeDocument/2006/relationships/image" Target="../media/image135.wmf"/><Relationship Id="rId10" Type="http://schemas.openxmlformats.org/officeDocument/2006/relationships/image" Target="../media/image134.wmf"/><Relationship Id="rId1" Type="http://schemas.openxmlformats.org/officeDocument/2006/relationships/image" Target="../media/image125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8.wmf"/><Relationship Id="rId8" Type="http://schemas.openxmlformats.org/officeDocument/2006/relationships/image" Target="../media/image147.wmf"/><Relationship Id="rId7" Type="http://schemas.openxmlformats.org/officeDocument/2006/relationships/image" Target="../media/image146.wmf"/><Relationship Id="rId6" Type="http://schemas.openxmlformats.org/officeDocument/2006/relationships/image" Target="../media/image145.wmf"/><Relationship Id="rId5" Type="http://schemas.openxmlformats.org/officeDocument/2006/relationships/image" Target="../media/image144.wmf"/><Relationship Id="rId4" Type="http://schemas.openxmlformats.org/officeDocument/2006/relationships/image" Target="../media/image143.wmf"/><Relationship Id="rId3" Type="http://schemas.openxmlformats.org/officeDocument/2006/relationships/image" Target="../media/image142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7.wmf"/><Relationship Id="rId8" Type="http://schemas.openxmlformats.org/officeDocument/2006/relationships/image" Target="../media/image156.wmf"/><Relationship Id="rId7" Type="http://schemas.openxmlformats.org/officeDocument/2006/relationships/image" Target="../media/image155.wmf"/><Relationship Id="rId6" Type="http://schemas.openxmlformats.org/officeDocument/2006/relationships/image" Target="../media/image154.wmf"/><Relationship Id="rId5" Type="http://schemas.openxmlformats.org/officeDocument/2006/relationships/image" Target="../media/image153.wmf"/><Relationship Id="rId4" Type="http://schemas.openxmlformats.org/officeDocument/2006/relationships/image" Target="../media/image152.wmf"/><Relationship Id="rId3" Type="http://schemas.openxmlformats.org/officeDocument/2006/relationships/image" Target="../media/image151.wmf"/><Relationship Id="rId2" Type="http://schemas.openxmlformats.org/officeDocument/2006/relationships/image" Target="../media/image150.wmf"/><Relationship Id="rId18" Type="http://schemas.openxmlformats.org/officeDocument/2006/relationships/image" Target="../media/image166.wmf"/><Relationship Id="rId17" Type="http://schemas.openxmlformats.org/officeDocument/2006/relationships/image" Target="../media/image165.wmf"/><Relationship Id="rId16" Type="http://schemas.openxmlformats.org/officeDocument/2006/relationships/image" Target="../media/image164.wmf"/><Relationship Id="rId15" Type="http://schemas.openxmlformats.org/officeDocument/2006/relationships/image" Target="../media/image163.wmf"/><Relationship Id="rId14" Type="http://schemas.openxmlformats.org/officeDocument/2006/relationships/image" Target="../media/image162.wmf"/><Relationship Id="rId13" Type="http://schemas.openxmlformats.org/officeDocument/2006/relationships/image" Target="../media/image161.wmf"/><Relationship Id="rId12" Type="http://schemas.openxmlformats.org/officeDocument/2006/relationships/image" Target="../media/image160.wmf"/><Relationship Id="rId11" Type="http://schemas.openxmlformats.org/officeDocument/2006/relationships/image" Target="../media/image159.wmf"/><Relationship Id="rId10" Type="http://schemas.openxmlformats.org/officeDocument/2006/relationships/image" Target="../media/image158.wmf"/><Relationship Id="rId1" Type="http://schemas.openxmlformats.org/officeDocument/2006/relationships/image" Target="../media/image149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5.wmf"/><Relationship Id="rId8" Type="http://schemas.openxmlformats.org/officeDocument/2006/relationships/image" Target="../media/image174.wmf"/><Relationship Id="rId7" Type="http://schemas.openxmlformats.org/officeDocument/2006/relationships/image" Target="../media/image173.wmf"/><Relationship Id="rId6" Type="http://schemas.openxmlformats.org/officeDocument/2006/relationships/image" Target="../media/image172.wmf"/><Relationship Id="rId5" Type="http://schemas.openxmlformats.org/officeDocument/2006/relationships/image" Target="../media/image171.wmf"/><Relationship Id="rId4" Type="http://schemas.openxmlformats.org/officeDocument/2006/relationships/image" Target="../media/image170.wmf"/><Relationship Id="rId3" Type="http://schemas.openxmlformats.org/officeDocument/2006/relationships/image" Target="../media/image169.wmf"/><Relationship Id="rId2" Type="http://schemas.openxmlformats.org/officeDocument/2006/relationships/image" Target="../media/image168.wmf"/><Relationship Id="rId17" Type="http://schemas.openxmlformats.org/officeDocument/2006/relationships/image" Target="../media/image183.wmf"/><Relationship Id="rId16" Type="http://schemas.openxmlformats.org/officeDocument/2006/relationships/image" Target="../media/image182.wmf"/><Relationship Id="rId15" Type="http://schemas.openxmlformats.org/officeDocument/2006/relationships/image" Target="../media/image181.wmf"/><Relationship Id="rId14" Type="http://schemas.openxmlformats.org/officeDocument/2006/relationships/image" Target="../media/image180.wmf"/><Relationship Id="rId13" Type="http://schemas.openxmlformats.org/officeDocument/2006/relationships/image" Target="../media/image179.wmf"/><Relationship Id="rId12" Type="http://schemas.openxmlformats.org/officeDocument/2006/relationships/image" Target="../media/image178.wmf"/><Relationship Id="rId11" Type="http://schemas.openxmlformats.org/officeDocument/2006/relationships/image" Target="../media/image177.wmf"/><Relationship Id="rId10" Type="http://schemas.openxmlformats.org/officeDocument/2006/relationships/image" Target="../media/image176.wmf"/><Relationship Id="rId1" Type="http://schemas.openxmlformats.org/officeDocument/2006/relationships/image" Target="../media/image167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2.wmf"/><Relationship Id="rId8" Type="http://schemas.openxmlformats.org/officeDocument/2006/relationships/image" Target="../media/image191.wmf"/><Relationship Id="rId7" Type="http://schemas.openxmlformats.org/officeDocument/2006/relationships/image" Target="../media/image190.wmf"/><Relationship Id="rId6" Type="http://schemas.openxmlformats.org/officeDocument/2006/relationships/image" Target="../media/image189.wmf"/><Relationship Id="rId5" Type="http://schemas.openxmlformats.org/officeDocument/2006/relationships/image" Target="../media/image188.wmf"/><Relationship Id="rId4" Type="http://schemas.openxmlformats.org/officeDocument/2006/relationships/image" Target="../media/image187.wmf"/><Relationship Id="rId3" Type="http://schemas.openxmlformats.org/officeDocument/2006/relationships/image" Target="../media/image186.wmf"/><Relationship Id="rId2" Type="http://schemas.openxmlformats.org/officeDocument/2006/relationships/image" Target="../media/image185.wmf"/><Relationship Id="rId1" Type="http://schemas.openxmlformats.org/officeDocument/2006/relationships/image" Target="../media/image184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201.wmf"/><Relationship Id="rId8" Type="http://schemas.openxmlformats.org/officeDocument/2006/relationships/image" Target="../media/image200.wmf"/><Relationship Id="rId7" Type="http://schemas.openxmlformats.org/officeDocument/2006/relationships/image" Target="../media/image199.wmf"/><Relationship Id="rId6" Type="http://schemas.openxmlformats.org/officeDocument/2006/relationships/image" Target="../media/image198.wmf"/><Relationship Id="rId5" Type="http://schemas.openxmlformats.org/officeDocument/2006/relationships/image" Target="../media/image197.wmf"/><Relationship Id="rId4" Type="http://schemas.openxmlformats.org/officeDocument/2006/relationships/image" Target="../media/image196.wmf"/><Relationship Id="rId3" Type="http://schemas.openxmlformats.org/officeDocument/2006/relationships/image" Target="../media/image195.wmf"/><Relationship Id="rId2" Type="http://schemas.openxmlformats.org/officeDocument/2006/relationships/image" Target="../media/image194.wmf"/><Relationship Id="rId16" Type="http://schemas.openxmlformats.org/officeDocument/2006/relationships/image" Target="../media/image208.wmf"/><Relationship Id="rId15" Type="http://schemas.openxmlformats.org/officeDocument/2006/relationships/image" Target="../media/image207.wmf"/><Relationship Id="rId14" Type="http://schemas.openxmlformats.org/officeDocument/2006/relationships/image" Target="../media/image206.wmf"/><Relationship Id="rId13" Type="http://schemas.openxmlformats.org/officeDocument/2006/relationships/image" Target="../media/image205.wmf"/><Relationship Id="rId12" Type="http://schemas.openxmlformats.org/officeDocument/2006/relationships/image" Target="../media/image204.wmf"/><Relationship Id="rId11" Type="http://schemas.openxmlformats.org/officeDocument/2006/relationships/image" Target="../media/image203.wmf"/><Relationship Id="rId10" Type="http://schemas.openxmlformats.org/officeDocument/2006/relationships/image" Target="../media/image202.wmf"/><Relationship Id="rId1" Type="http://schemas.openxmlformats.org/officeDocument/2006/relationships/image" Target="../media/image193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7.wmf"/><Relationship Id="rId8" Type="http://schemas.openxmlformats.org/officeDocument/2006/relationships/image" Target="../media/image216.wmf"/><Relationship Id="rId7" Type="http://schemas.openxmlformats.org/officeDocument/2006/relationships/image" Target="../media/image215.wmf"/><Relationship Id="rId6" Type="http://schemas.openxmlformats.org/officeDocument/2006/relationships/image" Target="../media/image214.wmf"/><Relationship Id="rId5" Type="http://schemas.openxmlformats.org/officeDocument/2006/relationships/image" Target="../media/image213.wmf"/><Relationship Id="rId4" Type="http://schemas.openxmlformats.org/officeDocument/2006/relationships/image" Target="../media/image212.wmf"/><Relationship Id="rId3" Type="http://schemas.openxmlformats.org/officeDocument/2006/relationships/image" Target="../media/image211.wmf"/><Relationship Id="rId2" Type="http://schemas.openxmlformats.org/officeDocument/2006/relationships/image" Target="../media/image210.wmf"/><Relationship Id="rId1" Type="http://schemas.openxmlformats.org/officeDocument/2006/relationships/image" Target="../media/image209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226.wmf"/><Relationship Id="rId8" Type="http://schemas.openxmlformats.org/officeDocument/2006/relationships/image" Target="../media/image225.wmf"/><Relationship Id="rId7" Type="http://schemas.openxmlformats.org/officeDocument/2006/relationships/image" Target="../media/image224.wmf"/><Relationship Id="rId6" Type="http://schemas.openxmlformats.org/officeDocument/2006/relationships/image" Target="../media/image223.wmf"/><Relationship Id="rId5" Type="http://schemas.openxmlformats.org/officeDocument/2006/relationships/image" Target="../media/image222.wmf"/><Relationship Id="rId4" Type="http://schemas.openxmlformats.org/officeDocument/2006/relationships/image" Target="../media/image221.wmf"/><Relationship Id="rId3" Type="http://schemas.openxmlformats.org/officeDocument/2006/relationships/image" Target="../media/image220.wmf"/><Relationship Id="rId2" Type="http://schemas.openxmlformats.org/officeDocument/2006/relationships/image" Target="../media/image219.wmf"/><Relationship Id="rId11" Type="http://schemas.openxmlformats.org/officeDocument/2006/relationships/image" Target="../media/image228.wmf"/><Relationship Id="rId10" Type="http://schemas.openxmlformats.org/officeDocument/2006/relationships/image" Target="../media/image227.wmf"/><Relationship Id="rId1" Type="http://schemas.openxmlformats.org/officeDocument/2006/relationships/image" Target="../media/image218.wmf"/></Relationships>
</file>

<file path=ppt/drawings/_rels/vmlDrawing19.vml.rels><?xml version="1.0" encoding="UTF-8" standalone="yes"?>
<Relationships xmlns="http://schemas.openxmlformats.org/package/2006/relationships"><Relationship Id="rId5" Type="http://schemas.openxmlformats.org/officeDocument/2006/relationships/image" Target="../media/image233.wmf"/><Relationship Id="rId4" Type="http://schemas.openxmlformats.org/officeDocument/2006/relationships/image" Target="../media/image232.wmf"/><Relationship Id="rId3" Type="http://schemas.openxmlformats.org/officeDocument/2006/relationships/image" Target="../media/image231.wmf"/><Relationship Id="rId2" Type="http://schemas.openxmlformats.org/officeDocument/2006/relationships/image" Target="../media/image230.wmf"/><Relationship Id="rId1" Type="http://schemas.openxmlformats.org/officeDocument/2006/relationships/image" Target="../media/image229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wmf"/><Relationship Id="rId7" Type="http://schemas.openxmlformats.org/officeDocument/2006/relationships/image" Target="../media/image239.wmf"/><Relationship Id="rId6" Type="http://schemas.openxmlformats.org/officeDocument/2006/relationships/image" Target="../media/image238.wmf"/><Relationship Id="rId5" Type="http://schemas.openxmlformats.org/officeDocument/2006/relationships/image" Target="../media/image237.wmf"/><Relationship Id="rId4" Type="http://schemas.openxmlformats.org/officeDocument/2006/relationships/image" Target="../media/image236.wmf"/><Relationship Id="rId3" Type="http://schemas.openxmlformats.org/officeDocument/2006/relationships/image" Target="../media/image235.wmf"/><Relationship Id="rId2" Type="http://schemas.openxmlformats.org/officeDocument/2006/relationships/image" Target="../media/image234.wmf"/><Relationship Id="rId1" Type="http://schemas.openxmlformats.org/officeDocument/2006/relationships/image" Target="../media/image229.wmf"/></Relationships>
</file>

<file path=ppt/drawings/_rels/vmlDrawing21.vml.rels><?xml version="1.0" encoding="UTF-8" standalone="yes"?>
<Relationships xmlns="http://schemas.openxmlformats.org/package/2006/relationships"><Relationship Id="rId7" Type="http://schemas.openxmlformats.org/officeDocument/2006/relationships/image" Target="../media/image247.wmf"/><Relationship Id="rId6" Type="http://schemas.openxmlformats.org/officeDocument/2006/relationships/image" Target="../media/image246.wmf"/><Relationship Id="rId5" Type="http://schemas.openxmlformats.org/officeDocument/2006/relationships/image" Target="../media/image245.wmf"/><Relationship Id="rId4" Type="http://schemas.openxmlformats.org/officeDocument/2006/relationships/image" Target="../media/image244.wmf"/><Relationship Id="rId3" Type="http://schemas.openxmlformats.org/officeDocument/2006/relationships/image" Target="../media/image243.wmf"/><Relationship Id="rId2" Type="http://schemas.openxmlformats.org/officeDocument/2006/relationships/image" Target="../media/image242.wmf"/><Relationship Id="rId1" Type="http://schemas.openxmlformats.org/officeDocument/2006/relationships/image" Target="../media/image241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wmf"/><Relationship Id="rId7" Type="http://schemas.openxmlformats.org/officeDocument/2006/relationships/image" Target="../media/image254.wmf"/><Relationship Id="rId6" Type="http://schemas.openxmlformats.org/officeDocument/2006/relationships/image" Target="../media/image253.wmf"/><Relationship Id="rId5" Type="http://schemas.openxmlformats.org/officeDocument/2006/relationships/image" Target="../media/image252.wmf"/><Relationship Id="rId4" Type="http://schemas.openxmlformats.org/officeDocument/2006/relationships/image" Target="../media/image251.wmf"/><Relationship Id="rId3" Type="http://schemas.openxmlformats.org/officeDocument/2006/relationships/image" Target="../media/image250.wmf"/><Relationship Id="rId2" Type="http://schemas.openxmlformats.org/officeDocument/2006/relationships/image" Target="../media/image249.wmf"/><Relationship Id="rId1" Type="http://schemas.openxmlformats.org/officeDocument/2006/relationships/image" Target="../media/image248.wmf"/></Relationships>
</file>

<file path=ppt/drawings/_rels/vmlDrawing23.vml.rels><?xml version="1.0" encoding="UTF-8" standalone="yes"?>
<Relationships xmlns="http://schemas.openxmlformats.org/package/2006/relationships"><Relationship Id="rId4" Type="http://schemas.openxmlformats.org/officeDocument/2006/relationships/image" Target="../media/image259.wmf"/><Relationship Id="rId3" Type="http://schemas.openxmlformats.org/officeDocument/2006/relationships/image" Target="../media/image258.wmf"/><Relationship Id="rId2" Type="http://schemas.openxmlformats.org/officeDocument/2006/relationships/image" Target="../media/image257.wmf"/><Relationship Id="rId1" Type="http://schemas.openxmlformats.org/officeDocument/2006/relationships/image" Target="../media/image256.wmf"/></Relationships>
</file>

<file path=ppt/drawings/_rels/vmlDrawing2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66.wmf"/><Relationship Id="rId8" Type="http://schemas.openxmlformats.org/officeDocument/2006/relationships/image" Target="../media/image265.wmf"/><Relationship Id="rId7" Type="http://schemas.openxmlformats.org/officeDocument/2006/relationships/image" Target="../media/image264.wmf"/><Relationship Id="rId6" Type="http://schemas.openxmlformats.org/officeDocument/2006/relationships/image" Target="../media/image263.wmf"/><Relationship Id="rId5" Type="http://schemas.openxmlformats.org/officeDocument/2006/relationships/image" Target="../media/image262.wmf"/><Relationship Id="rId4" Type="http://schemas.openxmlformats.org/officeDocument/2006/relationships/image" Target="../media/image261.wmf"/><Relationship Id="rId3" Type="http://schemas.openxmlformats.org/officeDocument/2006/relationships/image" Target="../media/image260.wmf"/><Relationship Id="rId2" Type="http://schemas.openxmlformats.org/officeDocument/2006/relationships/image" Target="../media/image249.wmf"/><Relationship Id="rId1" Type="http://schemas.openxmlformats.org/officeDocument/2006/relationships/image" Target="../media/image253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wmf"/><Relationship Id="rId7" Type="http://schemas.openxmlformats.org/officeDocument/2006/relationships/image" Target="../media/image273.wmf"/><Relationship Id="rId6" Type="http://schemas.openxmlformats.org/officeDocument/2006/relationships/image" Target="../media/image272.wmf"/><Relationship Id="rId5" Type="http://schemas.openxmlformats.org/officeDocument/2006/relationships/image" Target="../media/image271.wmf"/><Relationship Id="rId4" Type="http://schemas.openxmlformats.org/officeDocument/2006/relationships/image" Target="../media/image270.wmf"/><Relationship Id="rId3" Type="http://schemas.openxmlformats.org/officeDocument/2006/relationships/image" Target="../media/image269.wmf"/><Relationship Id="rId2" Type="http://schemas.openxmlformats.org/officeDocument/2006/relationships/image" Target="../media/image268.wmf"/><Relationship Id="rId1" Type="http://schemas.openxmlformats.org/officeDocument/2006/relationships/image" Target="../media/image267.wmf"/></Relationships>
</file>

<file path=ppt/drawings/_rels/vmlDrawing26.vml.rels><?xml version="1.0" encoding="UTF-8" standalone="yes"?>
<Relationships xmlns="http://schemas.openxmlformats.org/package/2006/relationships"><Relationship Id="rId7" Type="http://schemas.openxmlformats.org/officeDocument/2006/relationships/image" Target="../media/image281.wmf"/><Relationship Id="rId6" Type="http://schemas.openxmlformats.org/officeDocument/2006/relationships/image" Target="../media/image280.wmf"/><Relationship Id="rId5" Type="http://schemas.openxmlformats.org/officeDocument/2006/relationships/image" Target="../media/image279.wmf"/><Relationship Id="rId4" Type="http://schemas.openxmlformats.org/officeDocument/2006/relationships/image" Target="../media/image278.wmf"/><Relationship Id="rId3" Type="http://schemas.openxmlformats.org/officeDocument/2006/relationships/image" Target="../media/image277.wmf"/><Relationship Id="rId2" Type="http://schemas.openxmlformats.org/officeDocument/2006/relationships/image" Target="../media/image276.wmf"/><Relationship Id="rId1" Type="http://schemas.openxmlformats.org/officeDocument/2006/relationships/image" Target="../media/image275.wmf"/></Relationships>
</file>

<file path=ppt/drawings/_rels/vmlDrawing27.vml.rels><?xml version="1.0" encoding="UTF-8" standalone="yes"?>
<Relationships xmlns="http://schemas.openxmlformats.org/package/2006/relationships"><Relationship Id="rId7" Type="http://schemas.openxmlformats.org/officeDocument/2006/relationships/image" Target="../media/image288.wmf"/><Relationship Id="rId6" Type="http://schemas.openxmlformats.org/officeDocument/2006/relationships/image" Target="../media/image287.wmf"/><Relationship Id="rId5" Type="http://schemas.openxmlformats.org/officeDocument/2006/relationships/image" Target="../media/image286.wmf"/><Relationship Id="rId4" Type="http://schemas.openxmlformats.org/officeDocument/2006/relationships/image" Target="../media/image285.wmf"/><Relationship Id="rId3" Type="http://schemas.openxmlformats.org/officeDocument/2006/relationships/image" Target="../media/image284.wmf"/><Relationship Id="rId2" Type="http://schemas.openxmlformats.org/officeDocument/2006/relationships/image" Target="../media/image283.wmf"/><Relationship Id="rId1" Type="http://schemas.openxmlformats.org/officeDocument/2006/relationships/image" Target="../media/image282.wmf"/></Relationships>
</file>

<file path=ppt/drawings/_rels/vmlDrawing28.vml.rels><?xml version="1.0" encoding="UTF-8" standalone="yes"?>
<Relationships xmlns="http://schemas.openxmlformats.org/package/2006/relationships"><Relationship Id="rId9" Type="http://schemas.openxmlformats.org/officeDocument/2006/relationships/image" Target="../media/image297.wmf"/><Relationship Id="rId8" Type="http://schemas.openxmlformats.org/officeDocument/2006/relationships/image" Target="../media/image296.wmf"/><Relationship Id="rId7" Type="http://schemas.openxmlformats.org/officeDocument/2006/relationships/image" Target="../media/image295.wmf"/><Relationship Id="rId6" Type="http://schemas.openxmlformats.org/officeDocument/2006/relationships/image" Target="../media/image294.wmf"/><Relationship Id="rId5" Type="http://schemas.openxmlformats.org/officeDocument/2006/relationships/image" Target="../media/image293.wmf"/><Relationship Id="rId4" Type="http://schemas.openxmlformats.org/officeDocument/2006/relationships/image" Target="../media/image292.wmf"/><Relationship Id="rId3" Type="http://schemas.openxmlformats.org/officeDocument/2006/relationships/image" Target="../media/image291.wmf"/><Relationship Id="rId2" Type="http://schemas.openxmlformats.org/officeDocument/2006/relationships/image" Target="../media/image290.wmf"/><Relationship Id="rId12" Type="http://schemas.openxmlformats.org/officeDocument/2006/relationships/image" Target="../media/image286.wmf"/><Relationship Id="rId11" Type="http://schemas.openxmlformats.org/officeDocument/2006/relationships/image" Target="../media/image275.wmf"/><Relationship Id="rId10" Type="http://schemas.openxmlformats.org/officeDocument/2006/relationships/image" Target="../media/image298.wmf"/><Relationship Id="rId1" Type="http://schemas.openxmlformats.org/officeDocument/2006/relationships/image" Target="../media/image289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wmf"/><Relationship Id="rId1" Type="http://schemas.openxmlformats.org/officeDocument/2006/relationships/image" Target="../media/image299.wmf"/></Relationships>
</file>

<file path=ppt/drawings/_rels/vmlDrawing30.vml.rels><?xml version="1.0" encoding="UTF-8" standalone="yes"?>
<Relationships xmlns="http://schemas.openxmlformats.org/package/2006/relationships"><Relationship Id="rId6" Type="http://schemas.openxmlformats.org/officeDocument/2006/relationships/image" Target="../media/image306.wmf"/><Relationship Id="rId5" Type="http://schemas.openxmlformats.org/officeDocument/2006/relationships/image" Target="../media/image305.wmf"/><Relationship Id="rId4" Type="http://schemas.openxmlformats.org/officeDocument/2006/relationships/image" Target="../media/image304.wmf"/><Relationship Id="rId3" Type="http://schemas.openxmlformats.org/officeDocument/2006/relationships/image" Target="../media/image303.wmf"/><Relationship Id="rId2" Type="http://schemas.openxmlformats.org/officeDocument/2006/relationships/image" Target="../media/image302.wmf"/><Relationship Id="rId1" Type="http://schemas.openxmlformats.org/officeDocument/2006/relationships/image" Target="../media/image301.wmf"/></Relationships>
</file>

<file path=ppt/drawings/_rels/vmlDrawing31.vml.rels><?xml version="1.0" encoding="UTF-8" standalone="yes"?>
<Relationships xmlns="http://schemas.openxmlformats.org/package/2006/relationships"><Relationship Id="rId5" Type="http://schemas.openxmlformats.org/officeDocument/2006/relationships/image" Target="../media/image311.wmf"/><Relationship Id="rId4" Type="http://schemas.openxmlformats.org/officeDocument/2006/relationships/image" Target="../media/image310.wmf"/><Relationship Id="rId3" Type="http://schemas.openxmlformats.org/officeDocument/2006/relationships/image" Target="../media/image309.wmf"/><Relationship Id="rId2" Type="http://schemas.openxmlformats.org/officeDocument/2006/relationships/image" Target="../media/image308.wmf"/><Relationship Id="rId1" Type="http://schemas.openxmlformats.org/officeDocument/2006/relationships/image" Target="../media/image307.wmf"/></Relationships>
</file>

<file path=ppt/drawings/_rels/vmlDrawing32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0.wmf"/><Relationship Id="rId8" Type="http://schemas.openxmlformats.org/officeDocument/2006/relationships/image" Target="../media/image319.wmf"/><Relationship Id="rId7" Type="http://schemas.openxmlformats.org/officeDocument/2006/relationships/image" Target="../media/image318.wmf"/><Relationship Id="rId6" Type="http://schemas.openxmlformats.org/officeDocument/2006/relationships/image" Target="../media/image317.emf"/><Relationship Id="rId5" Type="http://schemas.openxmlformats.org/officeDocument/2006/relationships/image" Target="../media/image316.wmf"/><Relationship Id="rId4" Type="http://schemas.openxmlformats.org/officeDocument/2006/relationships/image" Target="../media/image315.wmf"/><Relationship Id="rId3" Type="http://schemas.openxmlformats.org/officeDocument/2006/relationships/image" Target="../media/image314.wmf"/><Relationship Id="rId2" Type="http://schemas.openxmlformats.org/officeDocument/2006/relationships/image" Target="../media/image313.wmf"/><Relationship Id="rId12" Type="http://schemas.openxmlformats.org/officeDocument/2006/relationships/image" Target="../media/image323.wmf"/><Relationship Id="rId11" Type="http://schemas.openxmlformats.org/officeDocument/2006/relationships/image" Target="../media/image322.wmf"/><Relationship Id="rId10" Type="http://schemas.openxmlformats.org/officeDocument/2006/relationships/image" Target="../media/image321.wmf"/><Relationship Id="rId1" Type="http://schemas.openxmlformats.org/officeDocument/2006/relationships/image" Target="../media/image312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wmf"/><Relationship Id="rId7" Type="http://schemas.openxmlformats.org/officeDocument/2006/relationships/image" Target="../media/image330.wmf"/><Relationship Id="rId6" Type="http://schemas.openxmlformats.org/officeDocument/2006/relationships/image" Target="../media/image329.wmf"/><Relationship Id="rId5" Type="http://schemas.openxmlformats.org/officeDocument/2006/relationships/image" Target="../media/image328.wmf"/><Relationship Id="rId4" Type="http://schemas.openxmlformats.org/officeDocument/2006/relationships/image" Target="../media/image327.wmf"/><Relationship Id="rId3" Type="http://schemas.openxmlformats.org/officeDocument/2006/relationships/image" Target="../media/image326.wmf"/><Relationship Id="rId2" Type="http://schemas.openxmlformats.org/officeDocument/2006/relationships/image" Target="../media/image325.wmf"/><Relationship Id="rId1" Type="http://schemas.openxmlformats.org/officeDocument/2006/relationships/image" Target="../media/image324.w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" Target="slide1.xml"/><Relationship Id="rId1" Type="http://schemas.openxmlformats.org/officeDocument/2006/relationships/hyperlink" Target="../&#30446;&#24405;&#20027;&#30028;&#38754;.pptx#6.%20&#24187;&#28783;&#29255;%206" TargetMode="Externa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slide" Target="slide13.xml"/><Relationship Id="rId2" Type="http://schemas.openxmlformats.org/officeDocument/2006/relationships/slide" Target="slide10.xml"/><Relationship Id="rId1" Type="http://schemas.openxmlformats.org/officeDocument/2006/relationships/slide" Target="slide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4" Type="http://schemas.openxmlformats.org/officeDocument/2006/relationships/vmlDrawing" Target="../drawings/vmlDrawing1.vml"/><Relationship Id="rId33" Type="http://schemas.openxmlformats.org/officeDocument/2006/relationships/slideLayout" Target="../slideLayouts/slideLayout18.xml"/><Relationship Id="rId32" Type="http://schemas.openxmlformats.org/officeDocument/2006/relationships/image" Target="../media/image16.wmf"/><Relationship Id="rId31" Type="http://schemas.openxmlformats.org/officeDocument/2006/relationships/oleObject" Target="../embeddings/oleObject16.bin"/><Relationship Id="rId30" Type="http://schemas.openxmlformats.org/officeDocument/2006/relationships/image" Target="../media/image15.wmf"/><Relationship Id="rId3" Type="http://schemas.openxmlformats.org/officeDocument/2006/relationships/oleObject" Target="../embeddings/oleObject2.bin"/><Relationship Id="rId29" Type="http://schemas.openxmlformats.org/officeDocument/2006/relationships/oleObject" Target="../embeddings/oleObject15.bin"/><Relationship Id="rId28" Type="http://schemas.openxmlformats.org/officeDocument/2006/relationships/image" Target="../media/image14.wmf"/><Relationship Id="rId27" Type="http://schemas.openxmlformats.org/officeDocument/2006/relationships/oleObject" Target="../embeddings/oleObject14.bin"/><Relationship Id="rId26" Type="http://schemas.openxmlformats.org/officeDocument/2006/relationships/image" Target="../media/image13.wmf"/><Relationship Id="rId25" Type="http://schemas.openxmlformats.org/officeDocument/2006/relationships/oleObject" Target="../embeddings/oleObject13.bin"/><Relationship Id="rId24" Type="http://schemas.openxmlformats.org/officeDocument/2006/relationships/image" Target="../media/image12.wmf"/><Relationship Id="rId23" Type="http://schemas.openxmlformats.org/officeDocument/2006/relationships/oleObject" Target="../embeddings/oleObject12.bin"/><Relationship Id="rId22" Type="http://schemas.openxmlformats.org/officeDocument/2006/relationships/image" Target="../media/image11.wmf"/><Relationship Id="rId21" Type="http://schemas.openxmlformats.org/officeDocument/2006/relationships/oleObject" Target="../embeddings/oleObject11.bin"/><Relationship Id="rId20" Type="http://schemas.openxmlformats.org/officeDocument/2006/relationships/image" Target="../media/image10.wmf"/><Relationship Id="rId2" Type="http://schemas.openxmlformats.org/officeDocument/2006/relationships/image" Target="../media/image1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9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8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7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6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.bin"/><Relationship Id="rId8" Type="http://schemas.openxmlformats.org/officeDocument/2006/relationships/image" Target="../media/image20.wmf"/><Relationship Id="rId7" Type="http://schemas.openxmlformats.org/officeDocument/2006/relationships/oleObject" Target="../embeddings/oleObject20.bin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8.wmf"/><Relationship Id="rId3" Type="http://schemas.openxmlformats.org/officeDocument/2006/relationships/oleObject" Target="../embeddings/oleObject18.bin"/><Relationship Id="rId26" Type="http://schemas.openxmlformats.org/officeDocument/2006/relationships/vmlDrawing" Target="../drawings/vmlDrawing2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28.wmf"/><Relationship Id="rId23" Type="http://schemas.openxmlformats.org/officeDocument/2006/relationships/oleObject" Target="../embeddings/oleObject28.bin"/><Relationship Id="rId22" Type="http://schemas.openxmlformats.org/officeDocument/2006/relationships/image" Target="../media/image27.wmf"/><Relationship Id="rId21" Type="http://schemas.openxmlformats.org/officeDocument/2006/relationships/oleObject" Target="../embeddings/oleObject27.bin"/><Relationship Id="rId20" Type="http://schemas.openxmlformats.org/officeDocument/2006/relationships/image" Target="../media/image26.wmf"/><Relationship Id="rId2" Type="http://schemas.openxmlformats.org/officeDocument/2006/relationships/image" Target="../media/image17.wmf"/><Relationship Id="rId19" Type="http://schemas.openxmlformats.org/officeDocument/2006/relationships/oleObject" Target="../embeddings/oleObject26.bin"/><Relationship Id="rId18" Type="http://schemas.openxmlformats.org/officeDocument/2006/relationships/image" Target="../media/image25.wmf"/><Relationship Id="rId17" Type="http://schemas.openxmlformats.org/officeDocument/2006/relationships/oleObject" Target="../embeddings/oleObject25.bin"/><Relationship Id="rId16" Type="http://schemas.openxmlformats.org/officeDocument/2006/relationships/image" Target="../media/image24.wmf"/><Relationship Id="rId15" Type="http://schemas.openxmlformats.org/officeDocument/2006/relationships/oleObject" Target="../embeddings/oleObject24.bin"/><Relationship Id="rId14" Type="http://schemas.openxmlformats.org/officeDocument/2006/relationships/image" Target="../media/image23.wmf"/><Relationship Id="rId13" Type="http://schemas.openxmlformats.org/officeDocument/2006/relationships/oleObject" Target="../embeddings/oleObject23.bin"/><Relationship Id="rId12" Type="http://schemas.openxmlformats.org/officeDocument/2006/relationships/image" Target="../media/image22.wmf"/><Relationship Id="rId11" Type="http://schemas.openxmlformats.org/officeDocument/2006/relationships/oleObject" Target="../embeddings/oleObject22.bin"/><Relationship Id="rId10" Type="http://schemas.openxmlformats.org/officeDocument/2006/relationships/image" Target="../media/image21.wmf"/><Relationship Id="rId1" Type="http://schemas.openxmlformats.org/officeDocument/2006/relationships/oleObject" Target="../embeddings/oleObject17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.bin"/><Relationship Id="rId8" Type="http://schemas.openxmlformats.org/officeDocument/2006/relationships/image" Target="../media/image32.wmf"/><Relationship Id="rId7" Type="http://schemas.openxmlformats.org/officeDocument/2006/relationships/oleObject" Target="../embeddings/oleObject32.bin"/><Relationship Id="rId6" Type="http://schemas.openxmlformats.org/officeDocument/2006/relationships/image" Target="../media/image31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0.wmf"/><Relationship Id="rId32" Type="http://schemas.openxmlformats.org/officeDocument/2006/relationships/vmlDrawing" Target="../drawings/vmlDrawing3.vml"/><Relationship Id="rId31" Type="http://schemas.openxmlformats.org/officeDocument/2006/relationships/slideLayout" Target="../slideLayouts/slideLayout18.xml"/><Relationship Id="rId30" Type="http://schemas.openxmlformats.org/officeDocument/2006/relationships/image" Target="../media/image43.wmf"/><Relationship Id="rId3" Type="http://schemas.openxmlformats.org/officeDocument/2006/relationships/oleObject" Target="../embeddings/oleObject30.bin"/><Relationship Id="rId29" Type="http://schemas.openxmlformats.org/officeDocument/2006/relationships/oleObject" Target="../embeddings/oleObject43.bin"/><Relationship Id="rId28" Type="http://schemas.openxmlformats.org/officeDocument/2006/relationships/image" Target="../media/image42.wmf"/><Relationship Id="rId27" Type="http://schemas.openxmlformats.org/officeDocument/2006/relationships/oleObject" Target="../embeddings/oleObject42.bin"/><Relationship Id="rId26" Type="http://schemas.openxmlformats.org/officeDocument/2006/relationships/image" Target="../media/image41.wmf"/><Relationship Id="rId25" Type="http://schemas.openxmlformats.org/officeDocument/2006/relationships/oleObject" Target="../embeddings/oleObject41.bin"/><Relationship Id="rId24" Type="http://schemas.openxmlformats.org/officeDocument/2006/relationships/image" Target="../media/image40.wmf"/><Relationship Id="rId23" Type="http://schemas.openxmlformats.org/officeDocument/2006/relationships/oleObject" Target="../embeddings/oleObject40.bin"/><Relationship Id="rId22" Type="http://schemas.openxmlformats.org/officeDocument/2006/relationships/image" Target="../media/image39.wmf"/><Relationship Id="rId21" Type="http://schemas.openxmlformats.org/officeDocument/2006/relationships/oleObject" Target="../embeddings/oleObject39.bin"/><Relationship Id="rId20" Type="http://schemas.openxmlformats.org/officeDocument/2006/relationships/image" Target="../media/image38.wmf"/><Relationship Id="rId2" Type="http://schemas.openxmlformats.org/officeDocument/2006/relationships/image" Target="../media/image29.wmf"/><Relationship Id="rId19" Type="http://schemas.openxmlformats.org/officeDocument/2006/relationships/oleObject" Target="../embeddings/oleObject38.bin"/><Relationship Id="rId18" Type="http://schemas.openxmlformats.org/officeDocument/2006/relationships/image" Target="../media/image37.wmf"/><Relationship Id="rId17" Type="http://schemas.openxmlformats.org/officeDocument/2006/relationships/oleObject" Target="../embeddings/oleObject37.bin"/><Relationship Id="rId16" Type="http://schemas.openxmlformats.org/officeDocument/2006/relationships/image" Target="../media/image36.wmf"/><Relationship Id="rId15" Type="http://schemas.openxmlformats.org/officeDocument/2006/relationships/oleObject" Target="../embeddings/oleObject36.bin"/><Relationship Id="rId14" Type="http://schemas.openxmlformats.org/officeDocument/2006/relationships/image" Target="../media/image35.wmf"/><Relationship Id="rId13" Type="http://schemas.openxmlformats.org/officeDocument/2006/relationships/oleObject" Target="../embeddings/oleObject35.bin"/><Relationship Id="rId12" Type="http://schemas.openxmlformats.org/officeDocument/2006/relationships/image" Target="../media/image34.wmf"/><Relationship Id="rId11" Type="http://schemas.openxmlformats.org/officeDocument/2006/relationships/oleObject" Target="../embeddings/oleObject34.bin"/><Relationship Id="rId10" Type="http://schemas.openxmlformats.org/officeDocument/2006/relationships/image" Target="../media/image33.wmf"/><Relationship Id="rId1" Type="http://schemas.openxmlformats.org/officeDocument/2006/relationships/oleObject" Target="../embeddings/oleObject29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8.bin"/><Relationship Id="rId8" Type="http://schemas.openxmlformats.org/officeDocument/2006/relationships/image" Target="../media/image47.wmf"/><Relationship Id="rId7" Type="http://schemas.openxmlformats.org/officeDocument/2006/relationships/oleObject" Target="../embeddings/oleObject47.bin"/><Relationship Id="rId6" Type="http://schemas.openxmlformats.org/officeDocument/2006/relationships/image" Target="../media/image46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45.wmf"/><Relationship Id="rId3" Type="http://schemas.openxmlformats.org/officeDocument/2006/relationships/oleObject" Target="../embeddings/oleObject45.bin"/><Relationship Id="rId2" Type="http://schemas.openxmlformats.org/officeDocument/2006/relationships/image" Target="../media/image44.wmf"/><Relationship Id="rId18" Type="http://schemas.openxmlformats.org/officeDocument/2006/relationships/vmlDrawing" Target="../drawings/vmlDrawing4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51.wmf"/><Relationship Id="rId15" Type="http://schemas.openxmlformats.org/officeDocument/2006/relationships/oleObject" Target="../embeddings/oleObject51.bin"/><Relationship Id="rId14" Type="http://schemas.openxmlformats.org/officeDocument/2006/relationships/image" Target="../media/image50.wmf"/><Relationship Id="rId13" Type="http://schemas.openxmlformats.org/officeDocument/2006/relationships/oleObject" Target="../embeddings/oleObject50.bin"/><Relationship Id="rId12" Type="http://schemas.openxmlformats.org/officeDocument/2006/relationships/image" Target="../media/image49.wmf"/><Relationship Id="rId11" Type="http://schemas.openxmlformats.org/officeDocument/2006/relationships/oleObject" Target="../embeddings/oleObject49.bin"/><Relationship Id="rId10" Type="http://schemas.openxmlformats.org/officeDocument/2006/relationships/image" Target="../media/image48.wmf"/><Relationship Id="rId1" Type="http://schemas.openxmlformats.org/officeDocument/2006/relationships/oleObject" Target="../embeddings/oleObject44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6.bin"/><Relationship Id="rId8" Type="http://schemas.openxmlformats.org/officeDocument/2006/relationships/image" Target="../media/image55.wmf"/><Relationship Id="rId7" Type="http://schemas.openxmlformats.org/officeDocument/2006/relationships/oleObject" Target="../embeddings/oleObject55.bin"/><Relationship Id="rId6" Type="http://schemas.openxmlformats.org/officeDocument/2006/relationships/image" Target="../media/image54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53.wmf"/><Relationship Id="rId3" Type="http://schemas.openxmlformats.org/officeDocument/2006/relationships/oleObject" Target="../embeddings/oleObject53.bin"/><Relationship Id="rId26" Type="http://schemas.openxmlformats.org/officeDocument/2006/relationships/vmlDrawing" Target="../drawings/vmlDrawing5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63.wmf"/><Relationship Id="rId23" Type="http://schemas.openxmlformats.org/officeDocument/2006/relationships/oleObject" Target="../embeddings/oleObject63.bin"/><Relationship Id="rId22" Type="http://schemas.openxmlformats.org/officeDocument/2006/relationships/image" Target="../media/image62.wmf"/><Relationship Id="rId21" Type="http://schemas.openxmlformats.org/officeDocument/2006/relationships/oleObject" Target="../embeddings/oleObject62.bin"/><Relationship Id="rId20" Type="http://schemas.openxmlformats.org/officeDocument/2006/relationships/image" Target="../media/image61.wmf"/><Relationship Id="rId2" Type="http://schemas.openxmlformats.org/officeDocument/2006/relationships/image" Target="../media/image52.wmf"/><Relationship Id="rId19" Type="http://schemas.openxmlformats.org/officeDocument/2006/relationships/oleObject" Target="../embeddings/oleObject61.bin"/><Relationship Id="rId18" Type="http://schemas.openxmlformats.org/officeDocument/2006/relationships/image" Target="../media/image60.wmf"/><Relationship Id="rId17" Type="http://schemas.openxmlformats.org/officeDocument/2006/relationships/oleObject" Target="../embeddings/oleObject60.bin"/><Relationship Id="rId16" Type="http://schemas.openxmlformats.org/officeDocument/2006/relationships/image" Target="../media/image59.wmf"/><Relationship Id="rId15" Type="http://schemas.openxmlformats.org/officeDocument/2006/relationships/oleObject" Target="../embeddings/oleObject59.bin"/><Relationship Id="rId14" Type="http://schemas.openxmlformats.org/officeDocument/2006/relationships/image" Target="../media/image58.wmf"/><Relationship Id="rId13" Type="http://schemas.openxmlformats.org/officeDocument/2006/relationships/oleObject" Target="../embeddings/oleObject58.bin"/><Relationship Id="rId12" Type="http://schemas.openxmlformats.org/officeDocument/2006/relationships/image" Target="../media/image57.wmf"/><Relationship Id="rId11" Type="http://schemas.openxmlformats.org/officeDocument/2006/relationships/oleObject" Target="../embeddings/oleObject57.bin"/><Relationship Id="rId10" Type="http://schemas.openxmlformats.org/officeDocument/2006/relationships/image" Target="../media/image56.wmf"/><Relationship Id="rId1" Type="http://schemas.openxmlformats.org/officeDocument/2006/relationships/oleObject" Target="../embeddings/oleObject52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8.bin"/><Relationship Id="rId8" Type="http://schemas.openxmlformats.org/officeDocument/2006/relationships/image" Target="../media/image67.wmf"/><Relationship Id="rId7" Type="http://schemas.openxmlformats.org/officeDocument/2006/relationships/oleObject" Target="../embeddings/oleObject67.bin"/><Relationship Id="rId6" Type="http://schemas.openxmlformats.org/officeDocument/2006/relationships/image" Target="../media/image66.w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65.wmf"/><Relationship Id="rId3" Type="http://schemas.openxmlformats.org/officeDocument/2006/relationships/oleObject" Target="../embeddings/oleObject65.bin"/><Relationship Id="rId28" Type="http://schemas.openxmlformats.org/officeDocument/2006/relationships/vmlDrawing" Target="../drawings/vmlDrawing6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76.wmf"/><Relationship Id="rId25" Type="http://schemas.openxmlformats.org/officeDocument/2006/relationships/oleObject" Target="../embeddings/oleObject76.bin"/><Relationship Id="rId24" Type="http://schemas.openxmlformats.org/officeDocument/2006/relationships/image" Target="../media/image75.wmf"/><Relationship Id="rId23" Type="http://schemas.openxmlformats.org/officeDocument/2006/relationships/oleObject" Target="../embeddings/oleObject75.bin"/><Relationship Id="rId22" Type="http://schemas.openxmlformats.org/officeDocument/2006/relationships/image" Target="../media/image74.wmf"/><Relationship Id="rId21" Type="http://schemas.openxmlformats.org/officeDocument/2006/relationships/oleObject" Target="../embeddings/oleObject74.bin"/><Relationship Id="rId20" Type="http://schemas.openxmlformats.org/officeDocument/2006/relationships/image" Target="../media/image73.emf"/><Relationship Id="rId2" Type="http://schemas.openxmlformats.org/officeDocument/2006/relationships/image" Target="../media/image64.wmf"/><Relationship Id="rId19" Type="http://schemas.openxmlformats.org/officeDocument/2006/relationships/oleObject" Target="../embeddings/oleObject73.bin"/><Relationship Id="rId18" Type="http://schemas.openxmlformats.org/officeDocument/2006/relationships/image" Target="../media/image72.wmf"/><Relationship Id="rId17" Type="http://schemas.openxmlformats.org/officeDocument/2006/relationships/oleObject" Target="../embeddings/oleObject72.bin"/><Relationship Id="rId16" Type="http://schemas.openxmlformats.org/officeDocument/2006/relationships/image" Target="../media/image71.wmf"/><Relationship Id="rId15" Type="http://schemas.openxmlformats.org/officeDocument/2006/relationships/oleObject" Target="../embeddings/oleObject71.bin"/><Relationship Id="rId14" Type="http://schemas.openxmlformats.org/officeDocument/2006/relationships/image" Target="../media/image70.wmf"/><Relationship Id="rId13" Type="http://schemas.openxmlformats.org/officeDocument/2006/relationships/oleObject" Target="../embeddings/oleObject70.bin"/><Relationship Id="rId12" Type="http://schemas.openxmlformats.org/officeDocument/2006/relationships/image" Target="../media/image69.wmf"/><Relationship Id="rId11" Type="http://schemas.openxmlformats.org/officeDocument/2006/relationships/oleObject" Target="../embeddings/oleObject69.bin"/><Relationship Id="rId10" Type="http://schemas.openxmlformats.org/officeDocument/2006/relationships/image" Target="../media/image68.wmf"/><Relationship Id="rId1" Type="http://schemas.openxmlformats.org/officeDocument/2006/relationships/oleObject" Target="../embeddings/oleObject64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1.bin"/><Relationship Id="rId8" Type="http://schemas.openxmlformats.org/officeDocument/2006/relationships/image" Target="../media/image80.wmf"/><Relationship Id="rId7" Type="http://schemas.openxmlformats.org/officeDocument/2006/relationships/oleObject" Target="../embeddings/oleObject80.bin"/><Relationship Id="rId6" Type="http://schemas.openxmlformats.org/officeDocument/2006/relationships/image" Target="../media/image79.wmf"/><Relationship Id="rId5" Type="http://schemas.openxmlformats.org/officeDocument/2006/relationships/oleObject" Target="../embeddings/oleObject79.bin"/><Relationship Id="rId4" Type="http://schemas.openxmlformats.org/officeDocument/2006/relationships/image" Target="../media/image78.wmf"/><Relationship Id="rId3" Type="http://schemas.openxmlformats.org/officeDocument/2006/relationships/oleObject" Target="../embeddings/oleObject78.bin"/><Relationship Id="rId22" Type="http://schemas.openxmlformats.org/officeDocument/2006/relationships/vmlDrawing" Target="../drawings/vmlDrawing7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86.wmf"/><Relationship Id="rId2" Type="http://schemas.openxmlformats.org/officeDocument/2006/relationships/image" Target="../media/image77.wmf"/><Relationship Id="rId19" Type="http://schemas.openxmlformats.org/officeDocument/2006/relationships/oleObject" Target="../embeddings/oleObject86.bin"/><Relationship Id="rId18" Type="http://schemas.openxmlformats.org/officeDocument/2006/relationships/image" Target="../media/image85.wmf"/><Relationship Id="rId17" Type="http://schemas.openxmlformats.org/officeDocument/2006/relationships/oleObject" Target="../embeddings/oleObject85.bin"/><Relationship Id="rId16" Type="http://schemas.openxmlformats.org/officeDocument/2006/relationships/image" Target="../media/image84.wmf"/><Relationship Id="rId15" Type="http://schemas.openxmlformats.org/officeDocument/2006/relationships/oleObject" Target="../embeddings/oleObject84.bin"/><Relationship Id="rId14" Type="http://schemas.openxmlformats.org/officeDocument/2006/relationships/image" Target="../media/image83.wmf"/><Relationship Id="rId13" Type="http://schemas.openxmlformats.org/officeDocument/2006/relationships/oleObject" Target="../embeddings/oleObject83.bin"/><Relationship Id="rId12" Type="http://schemas.openxmlformats.org/officeDocument/2006/relationships/image" Target="../media/image82.wmf"/><Relationship Id="rId11" Type="http://schemas.openxmlformats.org/officeDocument/2006/relationships/oleObject" Target="../embeddings/oleObject82.bin"/><Relationship Id="rId10" Type="http://schemas.openxmlformats.org/officeDocument/2006/relationships/image" Target="../media/image81.wmf"/><Relationship Id="rId1" Type="http://schemas.openxmlformats.org/officeDocument/2006/relationships/oleObject" Target="../embeddings/oleObject77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1.bin"/><Relationship Id="rId8" Type="http://schemas.openxmlformats.org/officeDocument/2006/relationships/image" Target="../media/image90.wmf"/><Relationship Id="rId7" Type="http://schemas.openxmlformats.org/officeDocument/2006/relationships/oleObject" Target="../embeddings/oleObject90.bin"/><Relationship Id="rId6" Type="http://schemas.openxmlformats.org/officeDocument/2006/relationships/image" Target="../media/image89.wmf"/><Relationship Id="rId5" Type="http://schemas.openxmlformats.org/officeDocument/2006/relationships/oleObject" Target="../embeddings/oleObject89.bin"/><Relationship Id="rId4" Type="http://schemas.openxmlformats.org/officeDocument/2006/relationships/image" Target="../media/image88.wmf"/><Relationship Id="rId3" Type="http://schemas.openxmlformats.org/officeDocument/2006/relationships/oleObject" Target="../embeddings/oleObject88.bin"/><Relationship Id="rId26" Type="http://schemas.openxmlformats.org/officeDocument/2006/relationships/vmlDrawing" Target="../drawings/vmlDrawing8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98.wmf"/><Relationship Id="rId23" Type="http://schemas.openxmlformats.org/officeDocument/2006/relationships/oleObject" Target="../embeddings/oleObject98.bin"/><Relationship Id="rId22" Type="http://schemas.openxmlformats.org/officeDocument/2006/relationships/image" Target="../media/image97.wmf"/><Relationship Id="rId21" Type="http://schemas.openxmlformats.org/officeDocument/2006/relationships/oleObject" Target="../embeddings/oleObject97.bin"/><Relationship Id="rId20" Type="http://schemas.openxmlformats.org/officeDocument/2006/relationships/image" Target="../media/image96.wmf"/><Relationship Id="rId2" Type="http://schemas.openxmlformats.org/officeDocument/2006/relationships/image" Target="../media/image87.wmf"/><Relationship Id="rId19" Type="http://schemas.openxmlformats.org/officeDocument/2006/relationships/oleObject" Target="../embeddings/oleObject96.bin"/><Relationship Id="rId18" Type="http://schemas.openxmlformats.org/officeDocument/2006/relationships/image" Target="../media/image95.wmf"/><Relationship Id="rId17" Type="http://schemas.openxmlformats.org/officeDocument/2006/relationships/oleObject" Target="../embeddings/oleObject95.bin"/><Relationship Id="rId16" Type="http://schemas.openxmlformats.org/officeDocument/2006/relationships/image" Target="../media/image94.wmf"/><Relationship Id="rId15" Type="http://schemas.openxmlformats.org/officeDocument/2006/relationships/oleObject" Target="../embeddings/oleObject94.bin"/><Relationship Id="rId14" Type="http://schemas.openxmlformats.org/officeDocument/2006/relationships/image" Target="../media/image93.wmf"/><Relationship Id="rId13" Type="http://schemas.openxmlformats.org/officeDocument/2006/relationships/oleObject" Target="../embeddings/oleObject93.bin"/><Relationship Id="rId12" Type="http://schemas.openxmlformats.org/officeDocument/2006/relationships/image" Target="../media/image92.wmf"/><Relationship Id="rId11" Type="http://schemas.openxmlformats.org/officeDocument/2006/relationships/oleObject" Target="../embeddings/oleObject92.bin"/><Relationship Id="rId10" Type="http://schemas.openxmlformats.org/officeDocument/2006/relationships/image" Target="../media/image91.wmf"/><Relationship Id="rId1" Type="http://schemas.openxmlformats.org/officeDocument/2006/relationships/oleObject" Target="../embeddings/oleObject87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3.bin"/><Relationship Id="rId8" Type="http://schemas.openxmlformats.org/officeDocument/2006/relationships/image" Target="../media/image102.wmf"/><Relationship Id="rId7" Type="http://schemas.openxmlformats.org/officeDocument/2006/relationships/oleObject" Target="../embeddings/oleObject102.bin"/><Relationship Id="rId6" Type="http://schemas.openxmlformats.org/officeDocument/2006/relationships/image" Target="../media/image101.wmf"/><Relationship Id="rId5" Type="http://schemas.openxmlformats.org/officeDocument/2006/relationships/oleObject" Target="../embeddings/oleObject101.bin"/><Relationship Id="rId4" Type="http://schemas.openxmlformats.org/officeDocument/2006/relationships/image" Target="../media/image100.wmf"/><Relationship Id="rId30" Type="http://schemas.openxmlformats.org/officeDocument/2006/relationships/vmlDrawing" Target="../drawings/vmlDrawing9.vml"/><Relationship Id="rId3" Type="http://schemas.openxmlformats.org/officeDocument/2006/relationships/oleObject" Target="../embeddings/oleObject100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112.wmf"/><Relationship Id="rId27" Type="http://schemas.openxmlformats.org/officeDocument/2006/relationships/oleObject" Target="../embeddings/oleObject112.bin"/><Relationship Id="rId26" Type="http://schemas.openxmlformats.org/officeDocument/2006/relationships/image" Target="../media/image111.wmf"/><Relationship Id="rId25" Type="http://schemas.openxmlformats.org/officeDocument/2006/relationships/oleObject" Target="../embeddings/oleObject111.bin"/><Relationship Id="rId24" Type="http://schemas.openxmlformats.org/officeDocument/2006/relationships/image" Target="../media/image110.wmf"/><Relationship Id="rId23" Type="http://schemas.openxmlformats.org/officeDocument/2006/relationships/oleObject" Target="../embeddings/oleObject110.bin"/><Relationship Id="rId22" Type="http://schemas.openxmlformats.org/officeDocument/2006/relationships/image" Target="../media/image109.wmf"/><Relationship Id="rId21" Type="http://schemas.openxmlformats.org/officeDocument/2006/relationships/oleObject" Target="../embeddings/oleObject109.bin"/><Relationship Id="rId20" Type="http://schemas.openxmlformats.org/officeDocument/2006/relationships/image" Target="../media/image108.wmf"/><Relationship Id="rId2" Type="http://schemas.openxmlformats.org/officeDocument/2006/relationships/image" Target="../media/image99.wmf"/><Relationship Id="rId19" Type="http://schemas.openxmlformats.org/officeDocument/2006/relationships/oleObject" Target="../embeddings/oleObject108.bin"/><Relationship Id="rId18" Type="http://schemas.openxmlformats.org/officeDocument/2006/relationships/image" Target="../media/image107.wmf"/><Relationship Id="rId17" Type="http://schemas.openxmlformats.org/officeDocument/2006/relationships/oleObject" Target="../embeddings/oleObject107.bin"/><Relationship Id="rId16" Type="http://schemas.openxmlformats.org/officeDocument/2006/relationships/image" Target="../media/image106.wmf"/><Relationship Id="rId15" Type="http://schemas.openxmlformats.org/officeDocument/2006/relationships/oleObject" Target="../embeddings/oleObject106.bin"/><Relationship Id="rId14" Type="http://schemas.openxmlformats.org/officeDocument/2006/relationships/image" Target="../media/image105.wmf"/><Relationship Id="rId13" Type="http://schemas.openxmlformats.org/officeDocument/2006/relationships/oleObject" Target="../embeddings/oleObject105.bin"/><Relationship Id="rId12" Type="http://schemas.openxmlformats.org/officeDocument/2006/relationships/image" Target="../media/image104.wmf"/><Relationship Id="rId11" Type="http://schemas.openxmlformats.org/officeDocument/2006/relationships/oleObject" Target="../embeddings/oleObject104.bin"/><Relationship Id="rId10" Type="http://schemas.openxmlformats.org/officeDocument/2006/relationships/image" Target="../media/image103.wmf"/><Relationship Id="rId1" Type="http://schemas.openxmlformats.org/officeDocument/2006/relationships/oleObject" Target="../embeddings/oleObject99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7.bin"/><Relationship Id="rId8" Type="http://schemas.openxmlformats.org/officeDocument/2006/relationships/image" Target="../media/image116.wmf"/><Relationship Id="rId7" Type="http://schemas.openxmlformats.org/officeDocument/2006/relationships/oleObject" Target="../embeddings/oleObject116.bin"/><Relationship Id="rId6" Type="http://schemas.openxmlformats.org/officeDocument/2006/relationships/image" Target="../media/image115.wmf"/><Relationship Id="rId5" Type="http://schemas.openxmlformats.org/officeDocument/2006/relationships/oleObject" Target="../embeddings/oleObject115.bin"/><Relationship Id="rId4" Type="http://schemas.openxmlformats.org/officeDocument/2006/relationships/image" Target="../media/image114.wmf"/><Relationship Id="rId3" Type="http://schemas.openxmlformats.org/officeDocument/2006/relationships/oleObject" Target="../embeddings/oleObject114.bin"/><Relationship Id="rId26" Type="http://schemas.openxmlformats.org/officeDocument/2006/relationships/vmlDrawing" Target="../drawings/vmlDrawing10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124.wmf"/><Relationship Id="rId23" Type="http://schemas.openxmlformats.org/officeDocument/2006/relationships/oleObject" Target="../embeddings/oleObject124.bin"/><Relationship Id="rId22" Type="http://schemas.openxmlformats.org/officeDocument/2006/relationships/image" Target="../media/image123.wmf"/><Relationship Id="rId21" Type="http://schemas.openxmlformats.org/officeDocument/2006/relationships/oleObject" Target="../embeddings/oleObject123.bin"/><Relationship Id="rId20" Type="http://schemas.openxmlformats.org/officeDocument/2006/relationships/image" Target="../media/image122.wmf"/><Relationship Id="rId2" Type="http://schemas.openxmlformats.org/officeDocument/2006/relationships/image" Target="../media/image113.wmf"/><Relationship Id="rId19" Type="http://schemas.openxmlformats.org/officeDocument/2006/relationships/oleObject" Target="../embeddings/oleObject122.bin"/><Relationship Id="rId18" Type="http://schemas.openxmlformats.org/officeDocument/2006/relationships/image" Target="../media/image121.wmf"/><Relationship Id="rId17" Type="http://schemas.openxmlformats.org/officeDocument/2006/relationships/oleObject" Target="../embeddings/oleObject121.bin"/><Relationship Id="rId16" Type="http://schemas.openxmlformats.org/officeDocument/2006/relationships/image" Target="../media/image120.wmf"/><Relationship Id="rId15" Type="http://schemas.openxmlformats.org/officeDocument/2006/relationships/oleObject" Target="../embeddings/oleObject120.bin"/><Relationship Id="rId14" Type="http://schemas.openxmlformats.org/officeDocument/2006/relationships/image" Target="../media/image119.wmf"/><Relationship Id="rId13" Type="http://schemas.openxmlformats.org/officeDocument/2006/relationships/oleObject" Target="../embeddings/oleObject119.bin"/><Relationship Id="rId12" Type="http://schemas.openxmlformats.org/officeDocument/2006/relationships/image" Target="../media/image118.wmf"/><Relationship Id="rId11" Type="http://schemas.openxmlformats.org/officeDocument/2006/relationships/oleObject" Target="../embeddings/oleObject118.bin"/><Relationship Id="rId10" Type="http://schemas.openxmlformats.org/officeDocument/2006/relationships/image" Target="../media/image117.wmf"/><Relationship Id="rId1" Type="http://schemas.openxmlformats.org/officeDocument/2006/relationships/oleObject" Target="../embeddings/oleObject113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9.bin"/><Relationship Id="rId8" Type="http://schemas.openxmlformats.org/officeDocument/2006/relationships/image" Target="../media/image128.wmf"/><Relationship Id="rId7" Type="http://schemas.openxmlformats.org/officeDocument/2006/relationships/oleObject" Target="../embeddings/oleObject128.bin"/><Relationship Id="rId6" Type="http://schemas.openxmlformats.org/officeDocument/2006/relationships/image" Target="../media/image127.w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126.wmf"/><Relationship Id="rId32" Type="http://schemas.openxmlformats.org/officeDocument/2006/relationships/vmlDrawing" Target="../drawings/vmlDrawing11.vml"/><Relationship Id="rId31" Type="http://schemas.openxmlformats.org/officeDocument/2006/relationships/slideLayout" Target="../slideLayouts/slideLayout18.xml"/><Relationship Id="rId30" Type="http://schemas.openxmlformats.org/officeDocument/2006/relationships/image" Target="../media/image139.wmf"/><Relationship Id="rId3" Type="http://schemas.openxmlformats.org/officeDocument/2006/relationships/oleObject" Target="../embeddings/oleObject126.bin"/><Relationship Id="rId29" Type="http://schemas.openxmlformats.org/officeDocument/2006/relationships/oleObject" Target="../embeddings/oleObject139.bin"/><Relationship Id="rId28" Type="http://schemas.openxmlformats.org/officeDocument/2006/relationships/image" Target="../media/image138.wmf"/><Relationship Id="rId27" Type="http://schemas.openxmlformats.org/officeDocument/2006/relationships/oleObject" Target="../embeddings/oleObject138.bin"/><Relationship Id="rId26" Type="http://schemas.openxmlformats.org/officeDocument/2006/relationships/image" Target="../media/image137.wmf"/><Relationship Id="rId25" Type="http://schemas.openxmlformats.org/officeDocument/2006/relationships/oleObject" Target="../embeddings/oleObject137.bin"/><Relationship Id="rId24" Type="http://schemas.openxmlformats.org/officeDocument/2006/relationships/image" Target="../media/image136.wmf"/><Relationship Id="rId23" Type="http://schemas.openxmlformats.org/officeDocument/2006/relationships/oleObject" Target="../embeddings/oleObject136.bin"/><Relationship Id="rId22" Type="http://schemas.openxmlformats.org/officeDocument/2006/relationships/image" Target="../media/image135.wmf"/><Relationship Id="rId21" Type="http://schemas.openxmlformats.org/officeDocument/2006/relationships/oleObject" Target="../embeddings/oleObject135.bin"/><Relationship Id="rId20" Type="http://schemas.openxmlformats.org/officeDocument/2006/relationships/image" Target="../media/image134.wmf"/><Relationship Id="rId2" Type="http://schemas.openxmlformats.org/officeDocument/2006/relationships/image" Target="../media/image125.wmf"/><Relationship Id="rId19" Type="http://schemas.openxmlformats.org/officeDocument/2006/relationships/oleObject" Target="../embeddings/oleObject134.bin"/><Relationship Id="rId18" Type="http://schemas.openxmlformats.org/officeDocument/2006/relationships/image" Target="../media/image133.wmf"/><Relationship Id="rId17" Type="http://schemas.openxmlformats.org/officeDocument/2006/relationships/oleObject" Target="../embeddings/oleObject133.bin"/><Relationship Id="rId16" Type="http://schemas.openxmlformats.org/officeDocument/2006/relationships/image" Target="../media/image132.wmf"/><Relationship Id="rId15" Type="http://schemas.openxmlformats.org/officeDocument/2006/relationships/oleObject" Target="../embeddings/oleObject132.bin"/><Relationship Id="rId14" Type="http://schemas.openxmlformats.org/officeDocument/2006/relationships/image" Target="../media/image131.wmf"/><Relationship Id="rId13" Type="http://schemas.openxmlformats.org/officeDocument/2006/relationships/oleObject" Target="../embeddings/oleObject131.bin"/><Relationship Id="rId12" Type="http://schemas.openxmlformats.org/officeDocument/2006/relationships/image" Target="../media/image130.wmf"/><Relationship Id="rId11" Type="http://schemas.openxmlformats.org/officeDocument/2006/relationships/oleObject" Target="../embeddings/oleObject130.bin"/><Relationship Id="rId10" Type="http://schemas.openxmlformats.org/officeDocument/2006/relationships/image" Target="../media/image129.wmf"/><Relationship Id="rId1" Type="http://schemas.openxmlformats.org/officeDocument/2006/relationships/oleObject" Target="../embeddings/oleObject125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4.bin"/><Relationship Id="rId8" Type="http://schemas.openxmlformats.org/officeDocument/2006/relationships/image" Target="../media/image143.wmf"/><Relationship Id="rId7" Type="http://schemas.openxmlformats.org/officeDocument/2006/relationships/oleObject" Target="../embeddings/oleObject143.bin"/><Relationship Id="rId6" Type="http://schemas.openxmlformats.org/officeDocument/2006/relationships/image" Target="../media/image142.wmf"/><Relationship Id="rId5" Type="http://schemas.openxmlformats.org/officeDocument/2006/relationships/oleObject" Target="../embeddings/oleObject142.bin"/><Relationship Id="rId4" Type="http://schemas.openxmlformats.org/officeDocument/2006/relationships/image" Target="../media/image141.wmf"/><Relationship Id="rId3" Type="http://schemas.openxmlformats.org/officeDocument/2006/relationships/oleObject" Target="../embeddings/oleObject141.bin"/><Relationship Id="rId20" Type="http://schemas.openxmlformats.org/officeDocument/2006/relationships/vmlDrawing" Target="../drawings/vmlDrawing12.vml"/><Relationship Id="rId2" Type="http://schemas.openxmlformats.org/officeDocument/2006/relationships/image" Target="../media/image140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148.wmf"/><Relationship Id="rId17" Type="http://schemas.openxmlformats.org/officeDocument/2006/relationships/oleObject" Target="../embeddings/oleObject148.bin"/><Relationship Id="rId16" Type="http://schemas.openxmlformats.org/officeDocument/2006/relationships/image" Target="../media/image147.wmf"/><Relationship Id="rId15" Type="http://schemas.openxmlformats.org/officeDocument/2006/relationships/oleObject" Target="../embeddings/oleObject147.bin"/><Relationship Id="rId14" Type="http://schemas.openxmlformats.org/officeDocument/2006/relationships/image" Target="../media/image146.wmf"/><Relationship Id="rId13" Type="http://schemas.openxmlformats.org/officeDocument/2006/relationships/oleObject" Target="../embeddings/oleObject146.bin"/><Relationship Id="rId12" Type="http://schemas.openxmlformats.org/officeDocument/2006/relationships/image" Target="../media/image145.wmf"/><Relationship Id="rId11" Type="http://schemas.openxmlformats.org/officeDocument/2006/relationships/oleObject" Target="../embeddings/oleObject145.bin"/><Relationship Id="rId10" Type="http://schemas.openxmlformats.org/officeDocument/2006/relationships/image" Target="../media/image144.wmf"/><Relationship Id="rId1" Type="http://schemas.openxmlformats.org/officeDocument/2006/relationships/oleObject" Target="../embeddings/oleObject140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3.bin"/><Relationship Id="rId8" Type="http://schemas.openxmlformats.org/officeDocument/2006/relationships/image" Target="../media/image152.wmf"/><Relationship Id="rId7" Type="http://schemas.openxmlformats.org/officeDocument/2006/relationships/oleObject" Target="../embeddings/oleObject152.bin"/><Relationship Id="rId6" Type="http://schemas.openxmlformats.org/officeDocument/2006/relationships/image" Target="../media/image151.wmf"/><Relationship Id="rId5" Type="http://schemas.openxmlformats.org/officeDocument/2006/relationships/oleObject" Target="../embeddings/oleObject151.bin"/><Relationship Id="rId4" Type="http://schemas.openxmlformats.org/officeDocument/2006/relationships/image" Target="../media/image150.wmf"/><Relationship Id="rId38" Type="http://schemas.openxmlformats.org/officeDocument/2006/relationships/vmlDrawing" Target="../drawings/vmlDrawing13.vml"/><Relationship Id="rId37" Type="http://schemas.openxmlformats.org/officeDocument/2006/relationships/slideLayout" Target="../slideLayouts/slideLayout18.xml"/><Relationship Id="rId36" Type="http://schemas.openxmlformats.org/officeDocument/2006/relationships/image" Target="../media/image166.wmf"/><Relationship Id="rId35" Type="http://schemas.openxmlformats.org/officeDocument/2006/relationships/oleObject" Target="../embeddings/oleObject166.bin"/><Relationship Id="rId34" Type="http://schemas.openxmlformats.org/officeDocument/2006/relationships/image" Target="../media/image165.wmf"/><Relationship Id="rId33" Type="http://schemas.openxmlformats.org/officeDocument/2006/relationships/oleObject" Target="../embeddings/oleObject165.bin"/><Relationship Id="rId32" Type="http://schemas.openxmlformats.org/officeDocument/2006/relationships/image" Target="../media/image164.wmf"/><Relationship Id="rId31" Type="http://schemas.openxmlformats.org/officeDocument/2006/relationships/oleObject" Target="../embeddings/oleObject164.bin"/><Relationship Id="rId30" Type="http://schemas.openxmlformats.org/officeDocument/2006/relationships/image" Target="../media/image163.wmf"/><Relationship Id="rId3" Type="http://schemas.openxmlformats.org/officeDocument/2006/relationships/oleObject" Target="../embeddings/oleObject150.bin"/><Relationship Id="rId29" Type="http://schemas.openxmlformats.org/officeDocument/2006/relationships/oleObject" Target="../embeddings/oleObject163.bin"/><Relationship Id="rId28" Type="http://schemas.openxmlformats.org/officeDocument/2006/relationships/image" Target="../media/image162.wmf"/><Relationship Id="rId27" Type="http://schemas.openxmlformats.org/officeDocument/2006/relationships/oleObject" Target="../embeddings/oleObject162.bin"/><Relationship Id="rId26" Type="http://schemas.openxmlformats.org/officeDocument/2006/relationships/image" Target="../media/image161.wmf"/><Relationship Id="rId25" Type="http://schemas.openxmlformats.org/officeDocument/2006/relationships/oleObject" Target="../embeddings/oleObject161.bin"/><Relationship Id="rId24" Type="http://schemas.openxmlformats.org/officeDocument/2006/relationships/image" Target="../media/image160.wmf"/><Relationship Id="rId23" Type="http://schemas.openxmlformats.org/officeDocument/2006/relationships/oleObject" Target="../embeddings/oleObject160.bin"/><Relationship Id="rId22" Type="http://schemas.openxmlformats.org/officeDocument/2006/relationships/image" Target="../media/image159.wmf"/><Relationship Id="rId21" Type="http://schemas.openxmlformats.org/officeDocument/2006/relationships/oleObject" Target="../embeddings/oleObject159.bin"/><Relationship Id="rId20" Type="http://schemas.openxmlformats.org/officeDocument/2006/relationships/image" Target="../media/image158.wmf"/><Relationship Id="rId2" Type="http://schemas.openxmlformats.org/officeDocument/2006/relationships/image" Target="../media/image149.wmf"/><Relationship Id="rId19" Type="http://schemas.openxmlformats.org/officeDocument/2006/relationships/oleObject" Target="../embeddings/oleObject158.bin"/><Relationship Id="rId18" Type="http://schemas.openxmlformats.org/officeDocument/2006/relationships/image" Target="../media/image157.wmf"/><Relationship Id="rId17" Type="http://schemas.openxmlformats.org/officeDocument/2006/relationships/oleObject" Target="../embeddings/oleObject157.bin"/><Relationship Id="rId16" Type="http://schemas.openxmlformats.org/officeDocument/2006/relationships/image" Target="../media/image156.wmf"/><Relationship Id="rId15" Type="http://schemas.openxmlformats.org/officeDocument/2006/relationships/oleObject" Target="../embeddings/oleObject156.bin"/><Relationship Id="rId14" Type="http://schemas.openxmlformats.org/officeDocument/2006/relationships/image" Target="../media/image155.wmf"/><Relationship Id="rId13" Type="http://schemas.openxmlformats.org/officeDocument/2006/relationships/oleObject" Target="../embeddings/oleObject155.bin"/><Relationship Id="rId12" Type="http://schemas.openxmlformats.org/officeDocument/2006/relationships/image" Target="../media/image154.wmf"/><Relationship Id="rId11" Type="http://schemas.openxmlformats.org/officeDocument/2006/relationships/oleObject" Target="../embeddings/oleObject154.bin"/><Relationship Id="rId10" Type="http://schemas.openxmlformats.org/officeDocument/2006/relationships/image" Target="../media/image153.wmf"/><Relationship Id="rId1" Type="http://schemas.openxmlformats.org/officeDocument/2006/relationships/oleObject" Target="../embeddings/oleObject149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1.bin"/><Relationship Id="rId8" Type="http://schemas.openxmlformats.org/officeDocument/2006/relationships/image" Target="../media/image170.wmf"/><Relationship Id="rId7" Type="http://schemas.openxmlformats.org/officeDocument/2006/relationships/oleObject" Target="../embeddings/oleObject170.bin"/><Relationship Id="rId6" Type="http://schemas.openxmlformats.org/officeDocument/2006/relationships/image" Target="../media/image169.wmf"/><Relationship Id="rId5" Type="http://schemas.openxmlformats.org/officeDocument/2006/relationships/oleObject" Target="../embeddings/oleObject169.bin"/><Relationship Id="rId4" Type="http://schemas.openxmlformats.org/officeDocument/2006/relationships/image" Target="../media/image168.wmf"/><Relationship Id="rId36" Type="http://schemas.openxmlformats.org/officeDocument/2006/relationships/vmlDrawing" Target="../drawings/vmlDrawing14.vml"/><Relationship Id="rId35" Type="http://schemas.openxmlformats.org/officeDocument/2006/relationships/slideLayout" Target="../slideLayouts/slideLayout18.xml"/><Relationship Id="rId34" Type="http://schemas.openxmlformats.org/officeDocument/2006/relationships/image" Target="../media/image183.wmf"/><Relationship Id="rId33" Type="http://schemas.openxmlformats.org/officeDocument/2006/relationships/oleObject" Target="../embeddings/oleObject183.bin"/><Relationship Id="rId32" Type="http://schemas.openxmlformats.org/officeDocument/2006/relationships/image" Target="../media/image182.wmf"/><Relationship Id="rId31" Type="http://schemas.openxmlformats.org/officeDocument/2006/relationships/oleObject" Target="../embeddings/oleObject182.bin"/><Relationship Id="rId30" Type="http://schemas.openxmlformats.org/officeDocument/2006/relationships/image" Target="../media/image181.wmf"/><Relationship Id="rId3" Type="http://schemas.openxmlformats.org/officeDocument/2006/relationships/oleObject" Target="../embeddings/oleObject168.bin"/><Relationship Id="rId29" Type="http://schemas.openxmlformats.org/officeDocument/2006/relationships/oleObject" Target="../embeddings/oleObject181.bin"/><Relationship Id="rId28" Type="http://schemas.openxmlformats.org/officeDocument/2006/relationships/image" Target="../media/image180.wmf"/><Relationship Id="rId27" Type="http://schemas.openxmlformats.org/officeDocument/2006/relationships/oleObject" Target="../embeddings/oleObject180.bin"/><Relationship Id="rId26" Type="http://schemas.openxmlformats.org/officeDocument/2006/relationships/image" Target="../media/image179.wmf"/><Relationship Id="rId25" Type="http://schemas.openxmlformats.org/officeDocument/2006/relationships/oleObject" Target="../embeddings/oleObject179.bin"/><Relationship Id="rId24" Type="http://schemas.openxmlformats.org/officeDocument/2006/relationships/image" Target="../media/image178.wmf"/><Relationship Id="rId23" Type="http://schemas.openxmlformats.org/officeDocument/2006/relationships/oleObject" Target="../embeddings/oleObject178.bin"/><Relationship Id="rId22" Type="http://schemas.openxmlformats.org/officeDocument/2006/relationships/image" Target="../media/image177.wmf"/><Relationship Id="rId21" Type="http://schemas.openxmlformats.org/officeDocument/2006/relationships/oleObject" Target="../embeddings/oleObject177.bin"/><Relationship Id="rId20" Type="http://schemas.openxmlformats.org/officeDocument/2006/relationships/image" Target="../media/image176.wmf"/><Relationship Id="rId2" Type="http://schemas.openxmlformats.org/officeDocument/2006/relationships/image" Target="../media/image167.wmf"/><Relationship Id="rId19" Type="http://schemas.openxmlformats.org/officeDocument/2006/relationships/oleObject" Target="../embeddings/oleObject176.bin"/><Relationship Id="rId18" Type="http://schemas.openxmlformats.org/officeDocument/2006/relationships/image" Target="../media/image175.wmf"/><Relationship Id="rId17" Type="http://schemas.openxmlformats.org/officeDocument/2006/relationships/oleObject" Target="../embeddings/oleObject175.bin"/><Relationship Id="rId16" Type="http://schemas.openxmlformats.org/officeDocument/2006/relationships/image" Target="../media/image174.wmf"/><Relationship Id="rId15" Type="http://schemas.openxmlformats.org/officeDocument/2006/relationships/oleObject" Target="../embeddings/oleObject174.bin"/><Relationship Id="rId14" Type="http://schemas.openxmlformats.org/officeDocument/2006/relationships/image" Target="../media/image173.wmf"/><Relationship Id="rId13" Type="http://schemas.openxmlformats.org/officeDocument/2006/relationships/oleObject" Target="../embeddings/oleObject173.bin"/><Relationship Id="rId12" Type="http://schemas.openxmlformats.org/officeDocument/2006/relationships/image" Target="../media/image172.wmf"/><Relationship Id="rId11" Type="http://schemas.openxmlformats.org/officeDocument/2006/relationships/oleObject" Target="../embeddings/oleObject172.bin"/><Relationship Id="rId10" Type="http://schemas.openxmlformats.org/officeDocument/2006/relationships/image" Target="../media/image171.wmf"/><Relationship Id="rId1" Type="http://schemas.openxmlformats.org/officeDocument/2006/relationships/oleObject" Target="../embeddings/oleObject167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8.bin"/><Relationship Id="rId8" Type="http://schemas.openxmlformats.org/officeDocument/2006/relationships/image" Target="../media/image187.wmf"/><Relationship Id="rId7" Type="http://schemas.openxmlformats.org/officeDocument/2006/relationships/oleObject" Target="../embeddings/oleObject187.bin"/><Relationship Id="rId6" Type="http://schemas.openxmlformats.org/officeDocument/2006/relationships/image" Target="../media/image186.wmf"/><Relationship Id="rId5" Type="http://schemas.openxmlformats.org/officeDocument/2006/relationships/oleObject" Target="../embeddings/oleObject186.bin"/><Relationship Id="rId4" Type="http://schemas.openxmlformats.org/officeDocument/2006/relationships/image" Target="../media/image185.wmf"/><Relationship Id="rId3" Type="http://schemas.openxmlformats.org/officeDocument/2006/relationships/oleObject" Target="../embeddings/oleObject185.bin"/><Relationship Id="rId20" Type="http://schemas.openxmlformats.org/officeDocument/2006/relationships/vmlDrawing" Target="../drawings/vmlDrawing15.vml"/><Relationship Id="rId2" Type="http://schemas.openxmlformats.org/officeDocument/2006/relationships/image" Target="../media/image184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192.wmf"/><Relationship Id="rId17" Type="http://schemas.openxmlformats.org/officeDocument/2006/relationships/oleObject" Target="../embeddings/oleObject192.bin"/><Relationship Id="rId16" Type="http://schemas.openxmlformats.org/officeDocument/2006/relationships/image" Target="../media/image191.wmf"/><Relationship Id="rId15" Type="http://schemas.openxmlformats.org/officeDocument/2006/relationships/oleObject" Target="../embeddings/oleObject191.bin"/><Relationship Id="rId14" Type="http://schemas.openxmlformats.org/officeDocument/2006/relationships/image" Target="../media/image190.wmf"/><Relationship Id="rId13" Type="http://schemas.openxmlformats.org/officeDocument/2006/relationships/oleObject" Target="../embeddings/oleObject190.bin"/><Relationship Id="rId12" Type="http://schemas.openxmlformats.org/officeDocument/2006/relationships/image" Target="../media/image189.wmf"/><Relationship Id="rId11" Type="http://schemas.openxmlformats.org/officeDocument/2006/relationships/oleObject" Target="../embeddings/oleObject189.bin"/><Relationship Id="rId10" Type="http://schemas.openxmlformats.org/officeDocument/2006/relationships/image" Target="../media/image188.wmf"/><Relationship Id="rId1" Type="http://schemas.openxmlformats.org/officeDocument/2006/relationships/oleObject" Target="../embeddings/oleObject184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7.bin"/><Relationship Id="rId8" Type="http://schemas.openxmlformats.org/officeDocument/2006/relationships/image" Target="../media/image196.wmf"/><Relationship Id="rId7" Type="http://schemas.openxmlformats.org/officeDocument/2006/relationships/oleObject" Target="../embeddings/oleObject196.bin"/><Relationship Id="rId6" Type="http://schemas.openxmlformats.org/officeDocument/2006/relationships/image" Target="../media/image195.wmf"/><Relationship Id="rId5" Type="http://schemas.openxmlformats.org/officeDocument/2006/relationships/oleObject" Target="../embeddings/oleObject195.bin"/><Relationship Id="rId4" Type="http://schemas.openxmlformats.org/officeDocument/2006/relationships/image" Target="../media/image194.wmf"/><Relationship Id="rId34" Type="http://schemas.openxmlformats.org/officeDocument/2006/relationships/vmlDrawing" Target="../drawings/vmlDrawing16.vml"/><Relationship Id="rId33" Type="http://schemas.openxmlformats.org/officeDocument/2006/relationships/slideLayout" Target="../slideLayouts/slideLayout18.xml"/><Relationship Id="rId32" Type="http://schemas.openxmlformats.org/officeDocument/2006/relationships/image" Target="../media/image208.wmf"/><Relationship Id="rId31" Type="http://schemas.openxmlformats.org/officeDocument/2006/relationships/oleObject" Target="../embeddings/oleObject208.bin"/><Relationship Id="rId30" Type="http://schemas.openxmlformats.org/officeDocument/2006/relationships/image" Target="../media/image207.wmf"/><Relationship Id="rId3" Type="http://schemas.openxmlformats.org/officeDocument/2006/relationships/oleObject" Target="../embeddings/oleObject194.bin"/><Relationship Id="rId29" Type="http://schemas.openxmlformats.org/officeDocument/2006/relationships/oleObject" Target="../embeddings/oleObject207.bin"/><Relationship Id="rId28" Type="http://schemas.openxmlformats.org/officeDocument/2006/relationships/image" Target="../media/image206.wmf"/><Relationship Id="rId27" Type="http://schemas.openxmlformats.org/officeDocument/2006/relationships/oleObject" Target="../embeddings/oleObject206.bin"/><Relationship Id="rId26" Type="http://schemas.openxmlformats.org/officeDocument/2006/relationships/image" Target="../media/image205.wmf"/><Relationship Id="rId25" Type="http://schemas.openxmlformats.org/officeDocument/2006/relationships/oleObject" Target="../embeddings/oleObject205.bin"/><Relationship Id="rId24" Type="http://schemas.openxmlformats.org/officeDocument/2006/relationships/image" Target="../media/image204.wmf"/><Relationship Id="rId23" Type="http://schemas.openxmlformats.org/officeDocument/2006/relationships/oleObject" Target="../embeddings/oleObject204.bin"/><Relationship Id="rId22" Type="http://schemas.openxmlformats.org/officeDocument/2006/relationships/image" Target="../media/image203.wmf"/><Relationship Id="rId21" Type="http://schemas.openxmlformats.org/officeDocument/2006/relationships/oleObject" Target="../embeddings/oleObject203.bin"/><Relationship Id="rId20" Type="http://schemas.openxmlformats.org/officeDocument/2006/relationships/image" Target="../media/image202.wmf"/><Relationship Id="rId2" Type="http://schemas.openxmlformats.org/officeDocument/2006/relationships/image" Target="../media/image193.wmf"/><Relationship Id="rId19" Type="http://schemas.openxmlformats.org/officeDocument/2006/relationships/oleObject" Target="../embeddings/oleObject202.bin"/><Relationship Id="rId18" Type="http://schemas.openxmlformats.org/officeDocument/2006/relationships/image" Target="../media/image201.wmf"/><Relationship Id="rId17" Type="http://schemas.openxmlformats.org/officeDocument/2006/relationships/oleObject" Target="../embeddings/oleObject201.bin"/><Relationship Id="rId16" Type="http://schemas.openxmlformats.org/officeDocument/2006/relationships/image" Target="../media/image200.wmf"/><Relationship Id="rId15" Type="http://schemas.openxmlformats.org/officeDocument/2006/relationships/oleObject" Target="../embeddings/oleObject200.bin"/><Relationship Id="rId14" Type="http://schemas.openxmlformats.org/officeDocument/2006/relationships/image" Target="../media/image199.wmf"/><Relationship Id="rId13" Type="http://schemas.openxmlformats.org/officeDocument/2006/relationships/oleObject" Target="../embeddings/oleObject199.bin"/><Relationship Id="rId12" Type="http://schemas.openxmlformats.org/officeDocument/2006/relationships/image" Target="../media/image198.wmf"/><Relationship Id="rId11" Type="http://schemas.openxmlformats.org/officeDocument/2006/relationships/oleObject" Target="../embeddings/oleObject198.bin"/><Relationship Id="rId10" Type="http://schemas.openxmlformats.org/officeDocument/2006/relationships/image" Target="../media/image197.wmf"/><Relationship Id="rId1" Type="http://schemas.openxmlformats.org/officeDocument/2006/relationships/oleObject" Target="../embeddings/oleObject193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3.bin"/><Relationship Id="rId8" Type="http://schemas.openxmlformats.org/officeDocument/2006/relationships/image" Target="../media/image212.wmf"/><Relationship Id="rId7" Type="http://schemas.openxmlformats.org/officeDocument/2006/relationships/oleObject" Target="../embeddings/oleObject212.bin"/><Relationship Id="rId6" Type="http://schemas.openxmlformats.org/officeDocument/2006/relationships/image" Target="../media/image211.wmf"/><Relationship Id="rId5" Type="http://schemas.openxmlformats.org/officeDocument/2006/relationships/oleObject" Target="../embeddings/oleObject211.bin"/><Relationship Id="rId4" Type="http://schemas.openxmlformats.org/officeDocument/2006/relationships/image" Target="../media/image210.wmf"/><Relationship Id="rId3" Type="http://schemas.openxmlformats.org/officeDocument/2006/relationships/oleObject" Target="../embeddings/oleObject210.bin"/><Relationship Id="rId20" Type="http://schemas.openxmlformats.org/officeDocument/2006/relationships/vmlDrawing" Target="../drawings/vmlDrawing17.vml"/><Relationship Id="rId2" Type="http://schemas.openxmlformats.org/officeDocument/2006/relationships/image" Target="../media/image209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217.wmf"/><Relationship Id="rId17" Type="http://schemas.openxmlformats.org/officeDocument/2006/relationships/oleObject" Target="../embeddings/oleObject217.bin"/><Relationship Id="rId16" Type="http://schemas.openxmlformats.org/officeDocument/2006/relationships/image" Target="../media/image216.wmf"/><Relationship Id="rId15" Type="http://schemas.openxmlformats.org/officeDocument/2006/relationships/oleObject" Target="../embeddings/oleObject216.bin"/><Relationship Id="rId14" Type="http://schemas.openxmlformats.org/officeDocument/2006/relationships/image" Target="../media/image215.wmf"/><Relationship Id="rId13" Type="http://schemas.openxmlformats.org/officeDocument/2006/relationships/oleObject" Target="../embeddings/oleObject215.bin"/><Relationship Id="rId12" Type="http://schemas.openxmlformats.org/officeDocument/2006/relationships/image" Target="../media/image214.wmf"/><Relationship Id="rId11" Type="http://schemas.openxmlformats.org/officeDocument/2006/relationships/oleObject" Target="../embeddings/oleObject214.bin"/><Relationship Id="rId10" Type="http://schemas.openxmlformats.org/officeDocument/2006/relationships/image" Target="../media/image213.wmf"/><Relationship Id="rId1" Type="http://schemas.openxmlformats.org/officeDocument/2006/relationships/oleObject" Target="../embeddings/oleObject209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2.bin"/><Relationship Id="rId8" Type="http://schemas.openxmlformats.org/officeDocument/2006/relationships/image" Target="../media/image221.wmf"/><Relationship Id="rId7" Type="http://schemas.openxmlformats.org/officeDocument/2006/relationships/oleObject" Target="../embeddings/oleObject221.bin"/><Relationship Id="rId6" Type="http://schemas.openxmlformats.org/officeDocument/2006/relationships/image" Target="../media/image220.wmf"/><Relationship Id="rId5" Type="http://schemas.openxmlformats.org/officeDocument/2006/relationships/oleObject" Target="../embeddings/oleObject220.bin"/><Relationship Id="rId4" Type="http://schemas.openxmlformats.org/officeDocument/2006/relationships/image" Target="../media/image219.wmf"/><Relationship Id="rId3" Type="http://schemas.openxmlformats.org/officeDocument/2006/relationships/oleObject" Target="../embeddings/oleObject219.bin"/><Relationship Id="rId24" Type="http://schemas.openxmlformats.org/officeDocument/2006/relationships/vmlDrawing" Target="../drawings/vmlDrawing18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228.wmf"/><Relationship Id="rId21" Type="http://schemas.openxmlformats.org/officeDocument/2006/relationships/oleObject" Target="../embeddings/oleObject228.bin"/><Relationship Id="rId20" Type="http://schemas.openxmlformats.org/officeDocument/2006/relationships/image" Target="../media/image227.wmf"/><Relationship Id="rId2" Type="http://schemas.openxmlformats.org/officeDocument/2006/relationships/image" Target="../media/image218.wmf"/><Relationship Id="rId19" Type="http://schemas.openxmlformats.org/officeDocument/2006/relationships/oleObject" Target="../embeddings/oleObject227.bin"/><Relationship Id="rId18" Type="http://schemas.openxmlformats.org/officeDocument/2006/relationships/image" Target="../media/image226.wmf"/><Relationship Id="rId17" Type="http://schemas.openxmlformats.org/officeDocument/2006/relationships/oleObject" Target="../embeddings/oleObject226.bin"/><Relationship Id="rId16" Type="http://schemas.openxmlformats.org/officeDocument/2006/relationships/image" Target="../media/image225.wmf"/><Relationship Id="rId15" Type="http://schemas.openxmlformats.org/officeDocument/2006/relationships/oleObject" Target="../embeddings/oleObject225.bin"/><Relationship Id="rId14" Type="http://schemas.openxmlformats.org/officeDocument/2006/relationships/image" Target="../media/image224.wmf"/><Relationship Id="rId13" Type="http://schemas.openxmlformats.org/officeDocument/2006/relationships/oleObject" Target="../embeddings/oleObject224.bin"/><Relationship Id="rId12" Type="http://schemas.openxmlformats.org/officeDocument/2006/relationships/image" Target="../media/image223.wmf"/><Relationship Id="rId11" Type="http://schemas.openxmlformats.org/officeDocument/2006/relationships/oleObject" Target="../embeddings/oleObject223.bin"/><Relationship Id="rId10" Type="http://schemas.openxmlformats.org/officeDocument/2006/relationships/image" Target="../media/image222.wmf"/><Relationship Id="rId1" Type="http://schemas.openxmlformats.org/officeDocument/2006/relationships/oleObject" Target="../embeddings/oleObject218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3.bin"/><Relationship Id="rId8" Type="http://schemas.openxmlformats.org/officeDocument/2006/relationships/image" Target="../media/image232.wmf"/><Relationship Id="rId7" Type="http://schemas.openxmlformats.org/officeDocument/2006/relationships/oleObject" Target="../embeddings/oleObject232.bin"/><Relationship Id="rId6" Type="http://schemas.openxmlformats.org/officeDocument/2006/relationships/image" Target="../media/image231.wmf"/><Relationship Id="rId5" Type="http://schemas.openxmlformats.org/officeDocument/2006/relationships/oleObject" Target="../embeddings/oleObject231.bin"/><Relationship Id="rId4" Type="http://schemas.openxmlformats.org/officeDocument/2006/relationships/image" Target="../media/image230.wmf"/><Relationship Id="rId3" Type="http://schemas.openxmlformats.org/officeDocument/2006/relationships/oleObject" Target="../embeddings/oleObject230.bin"/><Relationship Id="rId2" Type="http://schemas.openxmlformats.org/officeDocument/2006/relationships/image" Target="../media/image229.wmf"/><Relationship Id="rId12" Type="http://schemas.openxmlformats.org/officeDocument/2006/relationships/vmlDrawing" Target="../drawings/vmlDrawing19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233.wmf"/><Relationship Id="rId1" Type="http://schemas.openxmlformats.org/officeDocument/2006/relationships/oleObject" Target="../embeddings/oleObject229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8.bin"/><Relationship Id="rId8" Type="http://schemas.openxmlformats.org/officeDocument/2006/relationships/image" Target="../media/image236.wmf"/><Relationship Id="rId7" Type="http://schemas.openxmlformats.org/officeDocument/2006/relationships/oleObject" Target="../embeddings/oleObject237.bin"/><Relationship Id="rId6" Type="http://schemas.openxmlformats.org/officeDocument/2006/relationships/image" Target="../media/image235.wmf"/><Relationship Id="rId5" Type="http://schemas.openxmlformats.org/officeDocument/2006/relationships/oleObject" Target="../embeddings/oleObject236.bin"/><Relationship Id="rId4" Type="http://schemas.openxmlformats.org/officeDocument/2006/relationships/image" Target="../media/image234.wmf"/><Relationship Id="rId3" Type="http://schemas.openxmlformats.org/officeDocument/2006/relationships/oleObject" Target="../embeddings/oleObject235.bin"/><Relationship Id="rId2" Type="http://schemas.openxmlformats.org/officeDocument/2006/relationships/image" Target="../media/image229.wmf"/><Relationship Id="rId18" Type="http://schemas.openxmlformats.org/officeDocument/2006/relationships/vmlDrawing" Target="../drawings/vmlDrawing20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240.wmf"/><Relationship Id="rId15" Type="http://schemas.openxmlformats.org/officeDocument/2006/relationships/oleObject" Target="../embeddings/oleObject241.bin"/><Relationship Id="rId14" Type="http://schemas.openxmlformats.org/officeDocument/2006/relationships/image" Target="../media/image239.wmf"/><Relationship Id="rId13" Type="http://schemas.openxmlformats.org/officeDocument/2006/relationships/oleObject" Target="../embeddings/oleObject240.bin"/><Relationship Id="rId12" Type="http://schemas.openxmlformats.org/officeDocument/2006/relationships/image" Target="../media/image238.wmf"/><Relationship Id="rId11" Type="http://schemas.openxmlformats.org/officeDocument/2006/relationships/oleObject" Target="../embeddings/oleObject239.bin"/><Relationship Id="rId10" Type="http://schemas.openxmlformats.org/officeDocument/2006/relationships/image" Target="../media/image237.wmf"/><Relationship Id="rId1" Type="http://schemas.openxmlformats.org/officeDocument/2006/relationships/oleObject" Target="../embeddings/oleObject234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6.bin"/><Relationship Id="rId8" Type="http://schemas.openxmlformats.org/officeDocument/2006/relationships/image" Target="../media/image244.wmf"/><Relationship Id="rId7" Type="http://schemas.openxmlformats.org/officeDocument/2006/relationships/oleObject" Target="../embeddings/oleObject245.bin"/><Relationship Id="rId6" Type="http://schemas.openxmlformats.org/officeDocument/2006/relationships/image" Target="../media/image243.wmf"/><Relationship Id="rId5" Type="http://schemas.openxmlformats.org/officeDocument/2006/relationships/oleObject" Target="../embeddings/oleObject244.bin"/><Relationship Id="rId4" Type="http://schemas.openxmlformats.org/officeDocument/2006/relationships/image" Target="../media/image242.wmf"/><Relationship Id="rId3" Type="http://schemas.openxmlformats.org/officeDocument/2006/relationships/oleObject" Target="../embeddings/oleObject243.bin"/><Relationship Id="rId2" Type="http://schemas.openxmlformats.org/officeDocument/2006/relationships/image" Target="../media/image241.wmf"/><Relationship Id="rId16" Type="http://schemas.openxmlformats.org/officeDocument/2006/relationships/vmlDrawing" Target="../drawings/vmlDrawing21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247.wmf"/><Relationship Id="rId13" Type="http://schemas.openxmlformats.org/officeDocument/2006/relationships/oleObject" Target="../embeddings/oleObject248.bin"/><Relationship Id="rId12" Type="http://schemas.openxmlformats.org/officeDocument/2006/relationships/image" Target="../media/image246.wmf"/><Relationship Id="rId11" Type="http://schemas.openxmlformats.org/officeDocument/2006/relationships/oleObject" Target="../embeddings/oleObject247.bin"/><Relationship Id="rId10" Type="http://schemas.openxmlformats.org/officeDocument/2006/relationships/image" Target="../media/image245.wmf"/><Relationship Id="rId1" Type="http://schemas.openxmlformats.org/officeDocument/2006/relationships/oleObject" Target="../embeddings/oleObject242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3.bin"/><Relationship Id="rId8" Type="http://schemas.openxmlformats.org/officeDocument/2006/relationships/image" Target="../media/image251.wmf"/><Relationship Id="rId7" Type="http://schemas.openxmlformats.org/officeDocument/2006/relationships/oleObject" Target="../embeddings/oleObject252.bin"/><Relationship Id="rId6" Type="http://schemas.openxmlformats.org/officeDocument/2006/relationships/image" Target="../media/image250.wmf"/><Relationship Id="rId5" Type="http://schemas.openxmlformats.org/officeDocument/2006/relationships/oleObject" Target="../embeddings/oleObject251.bin"/><Relationship Id="rId4" Type="http://schemas.openxmlformats.org/officeDocument/2006/relationships/image" Target="../media/image249.wmf"/><Relationship Id="rId3" Type="http://schemas.openxmlformats.org/officeDocument/2006/relationships/oleObject" Target="../embeddings/oleObject250.bin"/><Relationship Id="rId2" Type="http://schemas.openxmlformats.org/officeDocument/2006/relationships/image" Target="../media/image248.wmf"/><Relationship Id="rId19" Type="http://schemas.openxmlformats.org/officeDocument/2006/relationships/vmlDrawing" Target="../drawings/vmlDrawing22.vml"/><Relationship Id="rId18" Type="http://schemas.openxmlformats.org/officeDocument/2006/relationships/slideLayout" Target="../slideLayouts/slideLayout18.xml"/><Relationship Id="rId17" Type="http://schemas.openxmlformats.org/officeDocument/2006/relationships/image" Target="../media/image255.wmf"/><Relationship Id="rId16" Type="http://schemas.openxmlformats.org/officeDocument/2006/relationships/oleObject" Target="../embeddings/oleObject257.bin"/><Relationship Id="rId15" Type="http://schemas.openxmlformats.org/officeDocument/2006/relationships/image" Target="../media/image254.wmf"/><Relationship Id="rId14" Type="http://schemas.openxmlformats.org/officeDocument/2006/relationships/oleObject" Target="../embeddings/oleObject256.bin"/><Relationship Id="rId13" Type="http://schemas.openxmlformats.org/officeDocument/2006/relationships/oleObject" Target="../embeddings/oleObject255.bin"/><Relationship Id="rId12" Type="http://schemas.openxmlformats.org/officeDocument/2006/relationships/image" Target="../media/image253.wmf"/><Relationship Id="rId11" Type="http://schemas.openxmlformats.org/officeDocument/2006/relationships/oleObject" Target="../embeddings/oleObject254.bin"/><Relationship Id="rId10" Type="http://schemas.openxmlformats.org/officeDocument/2006/relationships/image" Target="../media/image252.wmf"/><Relationship Id="rId1" Type="http://schemas.openxmlformats.org/officeDocument/2006/relationships/oleObject" Target="../embeddings/oleObject249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259.wmf"/><Relationship Id="rId7" Type="http://schemas.openxmlformats.org/officeDocument/2006/relationships/oleObject" Target="../embeddings/oleObject261.bin"/><Relationship Id="rId6" Type="http://schemas.openxmlformats.org/officeDocument/2006/relationships/image" Target="../media/image258.wmf"/><Relationship Id="rId5" Type="http://schemas.openxmlformats.org/officeDocument/2006/relationships/oleObject" Target="../embeddings/oleObject260.bin"/><Relationship Id="rId4" Type="http://schemas.openxmlformats.org/officeDocument/2006/relationships/image" Target="../media/image257.wmf"/><Relationship Id="rId3" Type="http://schemas.openxmlformats.org/officeDocument/2006/relationships/oleObject" Target="../embeddings/oleObject259.bin"/><Relationship Id="rId2" Type="http://schemas.openxmlformats.org/officeDocument/2006/relationships/image" Target="../media/image256.wmf"/><Relationship Id="rId10" Type="http://schemas.openxmlformats.org/officeDocument/2006/relationships/vmlDrawing" Target="../drawings/vmlDrawing23.vml"/><Relationship Id="rId1" Type="http://schemas.openxmlformats.org/officeDocument/2006/relationships/oleObject" Target="../embeddings/oleObject258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6.bin"/><Relationship Id="rId8" Type="http://schemas.openxmlformats.org/officeDocument/2006/relationships/image" Target="../media/image261.wmf"/><Relationship Id="rId7" Type="http://schemas.openxmlformats.org/officeDocument/2006/relationships/oleObject" Target="../embeddings/oleObject265.bin"/><Relationship Id="rId6" Type="http://schemas.openxmlformats.org/officeDocument/2006/relationships/image" Target="../media/image260.wmf"/><Relationship Id="rId5" Type="http://schemas.openxmlformats.org/officeDocument/2006/relationships/oleObject" Target="../embeddings/oleObject264.bin"/><Relationship Id="rId4" Type="http://schemas.openxmlformats.org/officeDocument/2006/relationships/image" Target="../media/image249.wmf"/><Relationship Id="rId3" Type="http://schemas.openxmlformats.org/officeDocument/2006/relationships/oleObject" Target="../embeddings/oleObject263.bin"/><Relationship Id="rId21" Type="http://schemas.openxmlformats.org/officeDocument/2006/relationships/vmlDrawing" Target="../drawings/vmlDrawing24.vml"/><Relationship Id="rId20" Type="http://schemas.openxmlformats.org/officeDocument/2006/relationships/slideLayout" Target="../slideLayouts/slideLayout18.xml"/><Relationship Id="rId2" Type="http://schemas.openxmlformats.org/officeDocument/2006/relationships/image" Target="../media/image253.wmf"/><Relationship Id="rId19" Type="http://schemas.openxmlformats.org/officeDocument/2006/relationships/image" Target="../media/image266.wmf"/><Relationship Id="rId18" Type="http://schemas.openxmlformats.org/officeDocument/2006/relationships/oleObject" Target="../embeddings/oleObject271.bin"/><Relationship Id="rId17" Type="http://schemas.openxmlformats.org/officeDocument/2006/relationships/image" Target="../media/image265.wmf"/><Relationship Id="rId16" Type="http://schemas.openxmlformats.org/officeDocument/2006/relationships/oleObject" Target="../embeddings/oleObject270.bin"/><Relationship Id="rId15" Type="http://schemas.openxmlformats.org/officeDocument/2006/relationships/image" Target="../media/image264.wmf"/><Relationship Id="rId14" Type="http://schemas.openxmlformats.org/officeDocument/2006/relationships/oleObject" Target="../embeddings/oleObject269.bin"/><Relationship Id="rId13" Type="http://schemas.openxmlformats.org/officeDocument/2006/relationships/image" Target="../media/image263.wmf"/><Relationship Id="rId12" Type="http://schemas.openxmlformats.org/officeDocument/2006/relationships/oleObject" Target="../embeddings/oleObject268.bin"/><Relationship Id="rId11" Type="http://schemas.openxmlformats.org/officeDocument/2006/relationships/image" Target="../media/image262.wmf"/><Relationship Id="rId10" Type="http://schemas.openxmlformats.org/officeDocument/2006/relationships/oleObject" Target="../embeddings/oleObject267.bin"/><Relationship Id="rId1" Type="http://schemas.openxmlformats.org/officeDocument/2006/relationships/oleObject" Target="../embeddings/oleObject262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6.bin"/><Relationship Id="rId8" Type="http://schemas.openxmlformats.org/officeDocument/2006/relationships/image" Target="../media/image270.wmf"/><Relationship Id="rId7" Type="http://schemas.openxmlformats.org/officeDocument/2006/relationships/oleObject" Target="../embeddings/oleObject275.bin"/><Relationship Id="rId6" Type="http://schemas.openxmlformats.org/officeDocument/2006/relationships/image" Target="../media/image269.wmf"/><Relationship Id="rId5" Type="http://schemas.openxmlformats.org/officeDocument/2006/relationships/oleObject" Target="../embeddings/oleObject274.bin"/><Relationship Id="rId4" Type="http://schemas.openxmlformats.org/officeDocument/2006/relationships/image" Target="../media/image268.wmf"/><Relationship Id="rId3" Type="http://schemas.openxmlformats.org/officeDocument/2006/relationships/oleObject" Target="../embeddings/oleObject273.bin"/><Relationship Id="rId2" Type="http://schemas.openxmlformats.org/officeDocument/2006/relationships/image" Target="../media/image267.wmf"/><Relationship Id="rId18" Type="http://schemas.openxmlformats.org/officeDocument/2006/relationships/vmlDrawing" Target="../drawings/vmlDrawing25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274.wmf"/><Relationship Id="rId15" Type="http://schemas.openxmlformats.org/officeDocument/2006/relationships/oleObject" Target="../embeddings/oleObject279.bin"/><Relationship Id="rId14" Type="http://schemas.openxmlformats.org/officeDocument/2006/relationships/image" Target="../media/image273.wmf"/><Relationship Id="rId13" Type="http://schemas.openxmlformats.org/officeDocument/2006/relationships/oleObject" Target="../embeddings/oleObject278.bin"/><Relationship Id="rId12" Type="http://schemas.openxmlformats.org/officeDocument/2006/relationships/image" Target="../media/image272.wmf"/><Relationship Id="rId11" Type="http://schemas.openxmlformats.org/officeDocument/2006/relationships/oleObject" Target="../embeddings/oleObject277.bin"/><Relationship Id="rId10" Type="http://schemas.openxmlformats.org/officeDocument/2006/relationships/image" Target="../media/image271.wmf"/><Relationship Id="rId1" Type="http://schemas.openxmlformats.org/officeDocument/2006/relationships/oleObject" Target="../embeddings/oleObject272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4.bin"/><Relationship Id="rId8" Type="http://schemas.openxmlformats.org/officeDocument/2006/relationships/image" Target="../media/image278.wmf"/><Relationship Id="rId7" Type="http://schemas.openxmlformats.org/officeDocument/2006/relationships/oleObject" Target="../embeddings/oleObject283.bin"/><Relationship Id="rId6" Type="http://schemas.openxmlformats.org/officeDocument/2006/relationships/image" Target="../media/image277.wmf"/><Relationship Id="rId5" Type="http://schemas.openxmlformats.org/officeDocument/2006/relationships/oleObject" Target="../embeddings/oleObject282.bin"/><Relationship Id="rId4" Type="http://schemas.openxmlformats.org/officeDocument/2006/relationships/image" Target="../media/image276.wmf"/><Relationship Id="rId3" Type="http://schemas.openxmlformats.org/officeDocument/2006/relationships/oleObject" Target="../embeddings/oleObject281.bin"/><Relationship Id="rId2" Type="http://schemas.openxmlformats.org/officeDocument/2006/relationships/image" Target="../media/image275.wmf"/><Relationship Id="rId16" Type="http://schemas.openxmlformats.org/officeDocument/2006/relationships/vmlDrawing" Target="../drawings/vmlDrawing26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281.wmf"/><Relationship Id="rId13" Type="http://schemas.openxmlformats.org/officeDocument/2006/relationships/oleObject" Target="../embeddings/oleObject286.bin"/><Relationship Id="rId12" Type="http://schemas.openxmlformats.org/officeDocument/2006/relationships/image" Target="../media/image280.wmf"/><Relationship Id="rId11" Type="http://schemas.openxmlformats.org/officeDocument/2006/relationships/oleObject" Target="../embeddings/oleObject285.bin"/><Relationship Id="rId10" Type="http://schemas.openxmlformats.org/officeDocument/2006/relationships/image" Target="../media/image279.wmf"/><Relationship Id="rId1" Type="http://schemas.openxmlformats.org/officeDocument/2006/relationships/oleObject" Target="../embeddings/oleObject280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1.bin"/><Relationship Id="rId8" Type="http://schemas.openxmlformats.org/officeDocument/2006/relationships/image" Target="../media/image285.wmf"/><Relationship Id="rId7" Type="http://schemas.openxmlformats.org/officeDocument/2006/relationships/oleObject" Target="../embeddings/oleObject290.bin"/><Relationship Id="rId6" Type="http://schemas.openxmlformats.org/officeDocument/2006/relationships/image" Target="../media/image284.wmf"/><Relationship Id="rId5" Type="http://schemas.openxmlformats.org/officeDocument/2006/relationships/oleObject" Target="../embeddings/oleObject289.bin"/><Relationship Id="rId4" Type="http://schemas.openxmlformats.org/officeDocument/2006/relationships/image" Target="../media/image283.wmf"/><Relationship Id="rId3" Type="http://schemas.openxmlformats.org/officeDocument/2006/relationships/oleObject" Target="../embeddings/oleObject288.bin"/><Relationship Id="rId2" Type="http://schemas.openxmlformats.org/officeDocument/2006/relationships/image" Target="../media/image282.wmf"/><Relationship Id="rId18" Type="http://schemas.openxmlformats.org/officeDocument/2006/relationships/vmlDrawing" Target="../drawings/vmlDrawing27.vml"/><Relationship Id="rId17" Type="http://schemas.openxmlformats.org/officeDocument/2006/relationships/slideLayout" Target="../slideLayouts/slideLayout18.xml"/><Relationship Id="rId16" Type="http://schemas.openxmlformats.org/officeDocument/2006/relationships/oleObject" Target="../embeddings/oleObject295.bin"/><Relationship Id="rId15" Type="http://schemas.openxmlformats.org/officeDocument/2006/relationships/oleObject" Target="../embeddings/oleObject294.bin"/><Relationship Id="rId14" Type="http://schemas.openxmlformats.org/officeDocument/2006/relationships/image" Target="../media/image288.wmf"/><Relationship Id="rId13" Type="http://schemas.openxmlformats.org/officeDocument/2006/relationships/oleObject" Target="../embeddings/oleObject293.bin"/><Relationship Id="rId12" Type="http://schemas.openxmlformats.org/officeDocument/2006/relationships/image" Target="../media/image287.wmf"/><Relationship Id="rId11" Type="http://schemas.openxmlformats.org/officeDocument/2006/relationships/oleObject" Target="../embeddings/oleObject292.bin"/><Relationship Id="rId10" Type="http://schemas.openxmlformats.org/officeDocument/2006/relationships/image" Target="../media/image286.wmf"/><Relationship Id="rId1" Type="http://schemas.openxmlformats.org/officeDocument/2006/relationships/oleObject" Target="../embeddings/oleObject287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0.bin"/><Relationship Id="rId8" Type="http://schemas.openxmlformats.org/officeDocument/2006/relationships/image" Target="../media/image292.wmf"/><Relationship Id="rId7" Type="http://schemas.openxmlformats.org/officeDocument/2006/relationships/oleObject" Target="../embeddings/oleObject299.bin"/><Relationship Id="rId6" Type="http://schemas.openxmlformats.org/officeDocument/2006/relationships/image" Target="../media/image291.wmf"/><Relationship Id="rId5" Type="http://schemas.openxmlformats.org/officeDocument/2006/relationships/oleObject" Target="../embeddings/oleObject298.bin"/><Relationship Id="rId4" Type="http://schemas.openxmlformats.org/officeDocument/2006/relationships/image" Target="../media/image290.wmf"/><Relationship Id="rId3" Type="http://schemas.openxmlformats.org/officeDocument/2006/relationships/oleObject" Target="../embeddings/oleObject297.bin"/><Relationship Id="rId26" Type="http://schemas.openxmlformats.org/officeDocument/2006/relationships/vmlDrawing" Target="../drawings/vmlDrawing28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286.wmf"/><Relationship Id="rId23" Type="http://schemas.openxmlformats.org/officeDocument/2006/relationships/oleObject" Target="../embeddings/oleObject307.bin"/><Relationship Id="rId22" Type="http://schemas.openxmlformats.org/officeDocument/2006/relationships/image" Target="../media/image275.wmf"/><Relationship Id="rId21" Type="http://schemas.openxmlformats.org/officeDocument/2006/relationships/oleObject" Target="../embeddings/oleObject306.bin"/><Relationship Id="rId20" Type="http://schemas.openxmlformats.org/officeDocument/2006/relationships/image" Target="../media/image298.wmf"/><Relationship Id="rId2" Type="http://schemas.openxmlformats.org/officeDocument/2006/relationships/image" Target="../media/image289.wmf"/><Relationship Id="rId19" Type="http://schemas.openxmlformats.org/officeDocument/2006/relationships/oleObject" Target="../embeddings/oleObject305.bin"/><Relationship Id="rId18" Type="http://schemas.openxmlformats.org/officeDocument/2006/relationships/image" Target="../media/image297.wmf"/><Relationship Id="rId17" Type="http://schemas.openxmlformats.org/officeDocument/2006/relationships/oleObject" Target="../embeddings/oleObject304.bin"/><Relationship Id="rId16" Type="http://schemas.openxmlformats.org/officeDocument/2006/relationships/image" Target="../media/image296.wmf"/><Relationship Id="rId15" Type="http://schemas.openxmlformats.org/officeDocument/2006/relationships/oleObject" Target="../embeddings/oleObject303.bin"/><Relationship Id="rId14" Type="http://schemas.openxmlformats.org/officeDocument/2006/relationships/image" Target="../media/image295.wmf"/><Relationship Id="rId13" Type="http://schemas.openxmlformats.org/officeDocument/2006/relationships/oleObject" Target="../embeddings/oleObject302.bin"/><Relationship Id="rId12" Type="http://schemas.openxmlformats.org/officeDocument/2006/relationships/image" Target="../media/image294.wmf"/><Relationship Id="rId11" Type="http://schemas.openxmlformats.org/officeDocument/2006/relationships/oleObject" Target="../embeddings/oleObject301.bin"/><Relationship Id="rId10" Type="http://schemas.openxmlformats.org/officeDocument/2006/relationships/image" Target="../media/image293.wmf"/><Relationship Id="rId1" Type="http://schemas.openxmlformats.org/officeDocument/2006/relationships/oleObject" Target="../embeddings/oleObject296.bin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9.v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300.wmf"/><Relationship Id="rId3" Type="http://schemas.openxmlformats.org/officeDocument/2006/relationships/oleObject" Target="../embeddings/oleObject309.bin"/><Relationship Id="rId2" Type="http://schemas.openxmlformats.org/officeDocument/2006/relationships/image" Target="../media/image299.wmf"/><Relationship Id="rId1" Type="http://schemas.openxmlformats.org/officeDocument/2006/relationships/oleObject" Target="../embeddings/oleObject308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4.bin"/><Relationship Id="rId8" Type="http://schemas.openxmlformats.org/officeDocument/2006/relationships/image" Target="../media/image304.wmf"/><Relationship Id="rId7" Type="http://schemas.openxmlformats.org/officeDocument/2006/relationships/oleObject" Target="../embeddings/oleObject313.bin"/><Relationship Id="rId6" Type="http://schemas.openxmlformats.org/officeDocument/2006/relationships/image" Target="../media/image303.wmf"/><Relationship Id="rId5" Type="http://schemas.openxmlformats.org/officeDocument/2006/relationships/oleObject" Target="../embeddings/oleObject312.bin"/><Relationship Id="rId4" Type="http://schemas.openxmlformats.org/officeDocument/2006/relationships/image" Target="../media/image302.wmf"/><Relationship Id="rId3" Type="http://schemas.openxmlformats.org/officeDocument/2006/relationships/oleObject" Target="../embeddings/oleObject311.bin"/><Relationship Id="rId2" Type="http://schemas.openxmlformats.org/officeDocument/2006/relationships/image" Target="../media/image301.wmf"/><Relationship Id="rId14" Type="http://schemas.openxmlformats.org/officeDocument/2006/relationships/vmlDrawing" Target="../drawings/vmlDrawing30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306.wmf"/><Relationship Id="rId11" Type="http://schemas.openxmlformats.org/officeDocument/2006/relationships/oleObject" Target="../embeddings/oleObject315.bin"/><Relationship Id="rId10" Type="http://schemas.openxmlformats.org/officeDocument/2006/relationships/image" Target="../media/image305.wmf"/><Relationship Id="rId1" Type="http://schemas.openxmlformats.org/officeDocument/2006/relationships/oleObject" Target="../embeddings/oleObject310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0.bin"/><Relationship Id="rId8" Type="http://schemas.openxmlformats.org/officeDocument/2006/relationships/image" Target="../media/image310.wmf"/><Relationship Id="rId7" Type="http://schemas.openxmlformats.org/officeDocument/2006/relationships/oleObject" Target="../embeddings/oleObject319.bin"/><Relationship Id="rId6" Type="http://schemas.openxmlformats.org/officeDocument/2006/relationships/image" Target="../media/image309.wmf"/><Relationship Id="rId5" Type="http://schemas.openxmlformats.org/officeDocument/2006/relationships/oleObject" Target="../embeddings/oleObject318.bin"/><Relationship Id="rId4" Type="http://schemas.openxmlformats.org/officeDocument/2006/relationships/image" Target="../media/image308.wmf"/><Relationship Id="rId3" Type="http://schemas.openxmlformats.org/officeDocument/2006/relationships/oleObject" Target="../embeddings/oleObject317.bin"/><Relationship Id="rId2" Type="http://schemas.openxmlformats.org/officeDocument/2006/relationships/image" Target="../media/image307.wmf"/><Relationship Id="rId12" Type="http://schemas.openxmlformats.org/officeDocument/2006/relationships/vmlDrawing" Target="../drawings/vmlDrawing31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311.wmf"/><Relationship Id="rId1" Type="http://schemas.openxmlformats.org/officeDocument/2006/relationships/oleObject" Target="../embeddings/oleObject316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5.bin"/><Relationship Id="rId8" Type="http://schemas.openxmlformats.org/officeDocument/2006/relationships/image" Target="../media/image315.wmf"/><Relationship Id="rId7" Type="http://schemas.openxmlformats.org/officeDocument/2006/relationships/oleObject" Target="../embeddings/oleObject324.bin"/><Relationship Id="rId6" Type="http://schemas.openxmlformats.org/officeDocument/2006/relationships/image" Target="../media/image314.wmf"/><Relationship Id="rId5" Type="http://schemas.openxmlformats.org/officeDocument/2006/relationships/oleObject" Target="../embeddings/oleObject323.bin"/><Relationship Id="rId4" Type="http://schemas.openxmlformats.org/officeDocument/2006/relationships/image" Target="../media/image313.wmf"/><Relationship Id="rId3" Type="http://schemas.openxmlformats.org/officeDocument/2006/relationships/oleObject" Target="../embeddings/oleObject322.bin"/><Relationship Id="rId26" Type="http://schemas.openxmlformats.org/officeDocument/2006/relationships/vmlDrawing" Target="../drawings/vmlDrawing32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323.wmf"/><Relationship Id="rId23" Type="http://schemas.openxmlformats.org/officeDocument/2006/relationships/oleObject" Target="../embeddings/oleObject332.bin"/><Relationship Id="rId22" Type="http://schemas.openxmlformats.org/officeDocument/2006/relationships/image" Target="../media/image322.wmf"/><Relationship Id="rId21" Type="http://schemas.openxmlformats.org/officeDocument/2006/relationships/oleObject" Target="../embeddings/oleObject331.bin"/><Relationship Id="rId20" Type="http://schemas.openxmlformats.org/officeDocument/2006/relationships/image" Target="../media/image321.wmf"/><Relationship Id="rId2" Type="http://schemas.openxmlformats.org/officeDocument/2006/relationships/image" Target="../media/image312.wmf"/><Relationship Id="rId19" Type="http://schemas.openxmlformats.org/officeDocument/2006/relationships/oleObject" Target="../embeddings/oleObject330.bin"/><Relationship Id="rId18" Type="http://schemas.openxmlformats.org/officeDocument/2006/relationships/image" Target="../media/image320.wmf"/><Relationship Id="rId17" Type="http://schemas.openxmlformats.org/officeDocument/2006/relationships/oleObject" Target="../embeddings/oleObject329.bin"/><Relationship Id="rId16" Type="http://schemas.openxmlformats.org/officeDocument/2006/relationships/image" Target="../media/image319.wmf"/><Relationship Id="rId15" Type="http://schemas.openxmlformats.org/officeDocument/2006/relationships/oleObject" Target="../embeddings/oleObject328.bin"/><Relationship Id="rId14" Type="http://schemas.openxmlformats.org/officeDocument/2006/relationships/image" Target="../media/image318.wmf"/><Relationship Id="rId13" Type="http://schemas.openxmlformats.org/officeDocument/2006/relationships/oleObject" Target="../embeddings/oleObject327.bin"/><Relationship Id="rId12" Type="http://schemas.openxmlformats.org/officeDocument/2006/relationships/image" Target="../media/image317.emf"/><Relationship Id="rId11" Type="http://schemas.openxmlformats.org/officeDocument/2006/relationships/oleObject" Target="../embeddings/oleObject326.bin"/><Relationship Id="rId10" Type="http://schemas.openxmlformats.org/officeDocument/2006/relationships/image" Target="../media/image316.wmf"/><Relationship Id="rId1" Type="http://schemas.openxmlformats.org/officeDocument/2006/relationships/oleObject" Target="../embeddings/oleObject321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7.bin"/><Relationship Id="rId8" Type="http://schemas.openxmlformats.org/officeDocument/2006/relationships/image" Target="../media/image327.wmf"/><Relationship Id="rId7" Type="http://schemas.openxmlformats.org/officeDocument/2006/relationships/oleObject" Target="../embeddings/oleObject336.bin"/><Relationship Id="rId6" Type="http://schemas.openxmlformats.org/officeDocument/2006/relationships/image" Target="../media/image326.wmf"/><Relationship Id="rId5" Type="http://schemas.openxmlformats.org/officeDocument/2006/relationships/oleObject" Target="../embeddings/oleObject335.bin"/><Relationship Id="rId4" Type="http://schemas.openxmlformats.org/officeDocument/2006/relationships/image" Target="../media/image325.wmf"/><Relationship Id="rId3" Type="http://schemas.openxmlformats.org/officeDocument/2006/relationships/oleObject" Target="../embeddings/oleObject334.bin"/><Relationship Id="rId2" Type="http://schemas.openxmlformats.org/officeDocument/2006/relationships/image" Target="../media/image324.wmf"/><Relationship Id="rId18" Type="http://schemas.openxmlformats.org/officeDocument/2006/relationships/vmlDrawing" Target="../drawings/vmlDrawing33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331.wmf"/><Relationship Id="rId15" Type="http://schemas.openxmlformats.org/officeDocument/2006/relationships/oleObject" Target="../embeddings/oleObject340.bin"/><Relationship Id="rId14" Type="http://schemas.openxmlformats.org/officeDocument/2006/relationships/image" Target="../media/image330.wmf"/><Relationship Id="rId13" Type="http://schemas.openxmlformats.org/officeDocument/2006/relationships/oleObject" Target="../embeddings/oleObject339.bin"/><Relationship Id="rId12" Type="http://schemas.openxmlformats.org/officeDocument/2006/relationships/image" Target="../media/image329.wmf"/><Relationship Id="rId11" Type="http://schemas.openxmlformats.org/officeDocument/2006/relationships/oleObject" Target="../embeddings/oleObject338.bin"/><Relationship Id="rId10" Type="http://schemas.openxmlformats.org/officeDocument/2006/relationships/image" Target="../media/image328.wmf"/><Relationship Id="rId1" Type="http://schemas.openxmlformats.org/officeDocument/2006/relationships/oleObject" Target="../embeddings/oleObject33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hlinkClick r:id="rId1" action="ppaction://hlinkpres?slideindex=6&amp;slidetitle=幻灯片 6"/>
          </p:cNvPr>
          <p:cNvSpPr/>
          <p:nvPr/>
        </p:nvSpPr>
        <p:spPr>
          <a:xfrm>
            <a:off x="9408368" y="6309320"/>
            <a:ext cx="1008112" cy="360040"/>
          </a:xfrm>
          <a:prstGeom prst="roundRect">
            <a:avLst/>
          </a:prstGeom>
          <a:gradFill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lin ang="5400000" scaled="0"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zh-CN" altLang="en-US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返回</a:t>
            </a:r>
            <a:endParaRPr lang="zh-CN" altLang="en-US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2279704" y="632738"/>
            <a:ext cx="7128792" cy="2168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5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§2.3   函数的微分</a:t>
            </a:r>
            <a:endParaRPr lang="en-US" altLang="zh-CN" sz="54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5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导数的概念（续）</a:t>
            </a:r>
            <a:endParaRPr lang="en-US" altLang="zh-CN" sz="54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Text Box 8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2279627" y="3039031"/>
            <a:ext cx="695140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buClrTx/>
              <a:buSzTx/>
              <a:buNone/>
            </a:pP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2.3.1  函数的微分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 Box 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279627" y="3918198"/>
            <a:ext cx="8292383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2.3.2  导数的概念（续）</a:t>
            </a:r>
            <a:endParaRPr lang="zh-CN" altLang="en-US" sz="4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19757" y="2048116"/>
            <a:ext cx="365722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本小节内容提要：</a:t>
            </a:r>
            <a:endParaRPr lang="zh-CN" altLang="en-US" sz="36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4" name="Text Box 5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3296072" y="2858265"/>
            <a:ext cx="474414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一．微分的概念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5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3296072" y="3575681"/>
            <a:ext cx="474414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二．微分的运算法则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5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3296072" y="4293096"/>
            <a:ext cx="6400328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三.</a:t>
            </a:r>
            <a:r>
              <a:rPr lang="en-US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微分在近似计算中的应用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 Box 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485637" y="1237407"/>
            <a:ext cx="695140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2.3.1</a:t>
            </a: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  函数的微分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420411" y="349424"/>
            <a:ext cx="474414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微分的概念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531303" y="1149003"/>
            <a:ext cx="74612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引例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一块正方形金属薄片受温度变化的影响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053013" y="1670973"/>
            <a:ext cx="4419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问此薄片面积改变了多少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?  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105661" y="2325023"/>
            <a:ext cx="49641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设薄片边长为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面积为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6917045" y="2340942"/>
          <a:ext cx="1064903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1" imgW="11582400" imgH="5486400" progId="Equation.DSMT4">
                  <p:embed/>
                </p:oleObj>
              </mc:Choice>
              <mc:Fallback>
                <p:oleObj name="Equation" r:id="rId1" imgW="11582400" imgH="54864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917045" y="2340942"/>
                        <a:ext cx="1064903" cy="50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529513" y="3122265"/>
            <a:ext cx="2260600" cy="22606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006600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7140575" y="4421307"/>
          <a:ext cx="3206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" name="Equation" r:id="rId3" imgW="8534400" imgH="10363200" progId="Equation.DSMT4">
                  <p:embed/>
                </p:oleObj>
              </mc:Choice>
              <mc:Fallback>
                <p:oleObj name="Equation" r:id="rId3" imgW="8534400" imgH="10363200" progId="Equation.DSMT4">
                  <p:embed/>
                  <p:pic>
                    <p:nvPicPr>
                      <p:cNvPr id="0" name="图片 115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40575" y="4421307"/>
                        <a:ext cx="320675" cy="390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7069138" y="3279894"/>
          <a:ext cx="3873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6" name="Equation" r:id="rId5" imgW="10363200" imgH="9144000" progId="Equation.DSMT4">
                  <p:embed/>
                </p:oleObj>
              </mc:Choice>
              <mc:Fallback>
                <p:oleObj name="Equation" r:id="rId5" imgW="10363200" imgH="9144000" progId="Equation.DSMT4">
                  <p:embed/>
                  <p:pic>
                    <p:nvPicPr>
                      <p:cNvPr id="0" name="图片 115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69138" y="3279894"/>
                        <a:ext cx="387350" cy="342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3666173" y="2916208"/>
            <a:ext cx="2971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面积的增量为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1646238" y="3437643"/>
          <a:ext cx="3090405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" name="Equation" r:id="rId7" imgW="69189600" imgH="11277600" progId="Equation.DSMT4">
                  <p:embed/>
                </p:oleObj>
              </mc:Choice>
              <mc:Fallback>
                <p:oleObj name="Equation" r:id="rId7" imgW="69189600" imgH="11277600" progId="Equation.DSMT4">
                  <p:embed/>
                  <p:pic>
                    <p:nvPicPr>
                      <p:cNvPr id="0" name="图片 1156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646238" y="3437643"/>
                        <a:ext cx="3090405" cy="50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2243138" y="4079999"/>
          <a:ext cx="227171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" name="Equation" r:id="rId9" imgW="54559200" imgH="11277600" progId="Equation.DSMT4">
                  <p:embed/>
                </p:oleObj>
              </mc:Choice>
              <mc:Fallback>
                <p:oleObj name="Equation" r:id="rId9" imgW="54559200" imgH="11277600" progId="Equation.DSMT4">
                  <p:embed/>
                  <p:pic>
                    <p:nvPicPr>
                      <p:cNvPr id="0" name="图片 1157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43138" y="4079999"/>
                        <a:ext cx="2271712" cy="469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3"/>
          <p:cNvGrpSpPr/>
          <p:nvPr/>
        </p:nvGrpSpPr>
        <p:grpSpPr bwMode="auto">
          <a:xfrm>
            <a:off x="7526338" y="3118614"/>
            <a:ext cx="1784350" cy="480207"/>
            <a:chOff x="3792" y="2090"/>
            <a:chExt cx="1248" cy="336"/>
          </a:xfrm>
        </p:grpSpPr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3792" y="2090"/>
              <a:ext cx="1248" cy="33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6" name="Object 15"/>
            <p:cNvGraphicFramePr>
              <a:graphicFrameLocks noChangeAspect="1"/>
            </p:cNvGraphicFramePr>
            <p:nvPr/>
          </p:nvGraphicFramePr>
          <p:xfrm>
            <a:off x="4059" y="2118"/>
            <a:ext cx="497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9" name="Equation" r:id="rId11" imgW="17068800" imgH="10363200" progId="Equation.DSMT4">
                    <p:embed/>
                  </p:oleObj>
                </mc:Choice>
                <mc:Fallback>
                  <p:oleObj name="Equation" r:id="rId11" imgW="17068800" imgH="10363200" progId="Equation.DSMT4">
                    <p:embed/>
                    <p:pic>
                      <p:nvPicPr>
                        <p:cNvPr id="0" name="图片 115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059" y="2118"/>
                          <a:ext cx="497" cy="30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7526338" y="3598515"/>
            <a:ext cx="1784350" cy="17795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7907973" y="4204361"/>
          <a:ext cx="1025085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" name="Equation" r:id="rId13" imgW="10363200" imgH="5791200" progId="Equation.DSMT4">
                  <p:embed/>
                </p:oleObj>
              </mc:Choice>
              <mc:Fallback>
                <p:oleObj name="Equation" r:id="rId13" imgW="10363200" imgH="5791200" progId="Equation.DSMT4">
                  <p:embed/>
                  <p:pic>
                    <p:nvPicPr>
                      <p:cNvPr id="0" name="图片 115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907973" y="4204361"/>
                        <a:ext cx="1025085" cy="57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Group 18"/>
          <p:cNvGrpSpPr/>
          <p:nvPr/>
        </p:nvGrpSpPr>
        <p:grpSpPr bwMode="auto">
          <a:xfrm>
            <a:off x="9310688" y="3598515"/>
            <a:ext cx="1220153" cy="1782763"/>
            <a:chOff x="5040" y="2426"/>
            <a:chExt cx="854" cy="1248"/>
          </a:xfrm>
        </p:grpSpPr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5040" y="2426"/>
              <a:ext cx="334" cy="1248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1" name="Object 20"/>
            <p:cNvGraphicFramePr>
              <a:graphicFrameLocks noChangeAspect="1"/>
            </p:cNvGraphicFramePr>
            <p:nvPr/>
          </p:nvGraphicFramePr>
          <p:xfrm>
            <a:off x="5396" y="3092"/>
            <a:ext cx="498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1" name="Equation" r:id="rId15" imgW="17068800" imgH="10363200" progId="Equation.DSMT4">
                    <p:embed/>
                  </p:oleObj>
                </mc:Choice>
                <mc:Fallback>
                  <p:oleObj name="Equation" r:id="rId15" imgW="17068800" imgH="10363200" progId="Equation.DSMT4">
                    <p:embed/>
                    <p:pic>
                      <p:nvPicPr>
                        <p:cNvPr id="0" name="图片 116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396" y="3092"/>
                          <a:ext cx="498" cy="30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Rectangle 21" descr="棕色大理石"/>
          <p:cNvSpPr>
            <a:spLocks noChangeArrowheads="1"/>
          </p:cNvSpPr>
          <p:nvPr/>
        </p:nvSpPr>
        <p:spPr bwMode="auto">
          <a:xfrm>
            <a:off x="9310688" y="3119090"/>
            <a:ext cx="476250" cy="479425"/>
          </a:xfrm>
          <a:prstGeom prst="rect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9819342" y="3086283"/>
          <a:ext cx="82548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" name="Equation" r:id="rId17" imgW="19812000" imgH="10972800" progId="Equation.DSMT4">
                  <p:embed/>
                </p:oleObj>
              </mc:Choice>
              <mc:Fallback>
                <p:oleObj name="Equation" r:id="rId17" imgW="19812000" imgH="10972800" progId="Equation.DSMT4">
                  <p:embed/>
                  <p:pic>
                    <p:nvPicPr>
                      <p:cNvPr id="0" name="图片 116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819342" y="3086283"/>
                        <a:ext cx="82548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23"/>
          <p:cNvSpPr txBox="1">
            <a:spLocks noChangeArrowheads="1"/>
          </p:cNvSpPr>
          <p:nvPr/>
        </p:nvSpPr>
        <p:spPr bwMode="auto">
          <a:xfrm>
            <a:off x="2057083" y="4698022"/>
            <a:ext cx="1828800" cy="8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关于△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线性主部</a:t>
            </a:r>
            <a:endParaRPr kumimoji="1" lang="zh-CN" altLang="en-US" sz="24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5" name="Group 24"/>
          <p:cNvGrpSpPr/>
          <p:nvPr/>
        </p:nvGrpSpPr>
        <p:grpSpPr bwMode="auto">
          <a:xfrm>
            <a:off x="3885883" y="4640366"/>
            <a:ext cx="2209800" cy="827088"/>
            <a:chOff x="2064" y="2976"/>
            <a:chExt cx="1392" cy="521"/>
          </a:xfrm>
        </p:grpSpPr>
        <p:sp>
          <p:nvSpPr>
            <p:cNvPr id="26" name="Text Box 25"/>
            <p:cNvSpPr txBox="1">
              <a:spLocks noChangeArrowheads="1"/>
            </p:cNvSpPr>
            <p:nvPr/>
          </p:nvSpPr>
          <p:spPr bwMode="auto">
            <a:xfrm>
              <a:off x="2064" y="3207"/>
              <a:ext cx="1344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高阶无穷小</a:t>
              </a:r>
              <a:endPara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7" name="Object 26"/>
            <p:cNvGraphicFramePr>
              <a:graphicFrameLocks noChangeAspect="1"/>
            </p:cNvGraphicFramePr>
            <p:nvPr/>
          </p:nvGraphicFramePr>
          <p:xfrm>
            <a:off x="2155" y="3009"/>
            <a:ext cx="624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3" name="Equation" r:id="rId19" imgW="11887200" imgH="4267200" progId="Equation.DSMT4">
                    <p:embed/>
                  </p:oleObj>
                </mc:Choice>
                <mc:Fallback>
                  <p:oleObj name="Equation" r:id="rId19" imgW="11887200" imgH="4267200" progId="Equation.DSMT4">
                    <p:embed/>
                    <p:pic>
                      <p:nvPicPr>
                        <p:cNvPr id="0" name="图片 116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155" y="3009"/>
                          <a:ext cx="624" cy="22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Text Box 27"/>
            <p:cNvSpPr txBox="1">
              <a:spLocks noChangeArrowheads="1"/>
            </p:cNvSpPr>
            <p:nvPr/>
          </p:nvSpPr>
          <p:spPr bwMode="auto">
            <a:xfrm>
              <a:off x="2784" y="2976"/>
              <a:ext cx="672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时为</a:t>
              </a:r>
              <a:endPara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9" name="Text Box 28"/>
          <p:cNvSpPr txBox="1">
            <a:spLocks noChangeArrowheads="1"/>
          </p:cNvSpPr>
          <p:nvPr/>
        </p:nvSpPr>
        <p:spPr bwMode="auto">
          <a:xfrm>
            <a:off x="1646238" y="5650205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0" name="Object 29"/>
          <p:cNvGraphicFramePr>
            <a:graphicFrameLocks noChangeAspect="1"/>
          </p:cNvGraphicFramePr>
          <p:nvPr/>
        </p:nvGraphicFramePr>
        <p:xfrm>
          <a:off x="2185988" y="5740524"/>
          <a:ext cx="17002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" name="Equation" r:id="rId21" imgW="40843200" imgH="10363200" progId="Equation.DSMT4">
                  <p:embed/>
                </p:oleObj>
              </mc:Choice>
              <mc:Fallback>
                <p:oleObj name="Equation" r:id="rId21" imgW="40843200" imgH="10363200" progId="Equation.DSMT4">
                  <p:embed/>
                  <p:pic>
                    <p:nvPicPr>
                      <p:cNvPr id="0" name="图片 1163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185988" y="5740524"/>
                        <a:ext cx="1700212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Group 30"/>
          <p:cNvGrpSpPr/>
          <p:nvPr/>
        </p:nvGrpSpPr>
        <p:grpSpPr bwMode="auto">
          <a:xfrm>
            <a:off x="2954338" y="6132165"/>
            <a:ext cx="5196358" cy="556370"/>
            <a:chOff x="1296" y="3582"/>
            <a:chExt cx="2976" cy="339"/>
          </a:xfrm>
        </p:grpSpPr>
        <p:grpSp>
          <p:nvGrpSpPr>
            <p:cNvPr id="32" name="Group 31"/>
            <p:cNvGrpSpPr/>
            <p:nvPr/>
          </p:nvGrpSpPr>
          <p:grpSpPr bwMode="auto">
            <a:xfrm>
              <a:off x="1296" y="3582"/>
              <a:ext cx="672" cy="192"/>
              <a:chOff x="1200" y="3984"/>
              <a:chExt cx="672" cy="192"/>
            </a:xfrm>
          </p:grpSpPr>
          <p:sp>
            <p:nvSpPr>
              <p:cNvPr id="35" name="Line 32"/>
              <p:cNvSpPr>
                <a:spLocks noChangeShapeType="1"/>
              </p:cNvSpPr>
              <p:nvPr/>
            </p:nvSpPr>
            <p:spPr bwMode="auto">
              <a:xfrm>
                <a:off x="1200" y="3984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Line 33"/>
              <p:cNvSpPr>
                <a:spLocks noChangeShapeType="1"/>
              </p:cNvSpPr>
              <p:nvPr/>
            </p:nvSpPr>
            <p:spPr bwMode="auto">
              <a:xfrm flipV="1">
                <a:off x="1488" y="3984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Line 34"/>
              <p:cNvSpPr>
                <a:spLocks noChangeShapeType="1"/>
              </p:cNvSpPr>
              <p:nvPr/>
            </p:nvSpPr>
            <p:spPr bwMode="auto">
              <a:xfrm>
                <a:off x="1488" y="4176"/>
                <a:ext cx="384" cy="0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3" name="Text Box 35"/>
            <p:cNvSpPr txBox="1">
              <a:spLocks noChangeArrowheads="1"/>
            </p:cNvSpPr>
            <p:nvPr/>
          </p:nvSpPr>
          <p:spPr bwMode="auto">
            <a:xfrm>
              <a:off x="2016" y="3603"/>
              <a:ext cx="2256" cy="318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称为函数在     的微分</a:t>
              </a:r>
              <a:endPara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4" name="Object 36"/>
            <p:cNvGraphicFramePr>
              <a:graphicFrameLocks noChangeAspect="1"/>
            </p:cNvGraphicFramePr>
            <p:nvPr/>
          </p:nvGraphicFramePr>
          <p:xfrm>
            <a:off x="3260" y="3619"/>
            <a:ext cx="200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5" name="Equation" r:id="rId23" imgW="3962400" imgH="5486400" progId="Equation.DSMT4">
                    <p:embed/>
                  </p:oleObj>
                </mc:Choice>
                <mc:Fallback>
                  <p:oleObj name="Equation" r:id="rId23" imgW="3962400" imgH="5486400" progId="Equation.DSMT4">
                    <p:embed/>
                    <p:pic>
                      <p:nvPicPr>
                        <p:cNvPr id="0" name="图片 116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3260" y="3619"/>
                          <a:ext cx="200" cy="28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" name="Text Box 37"/>
          <p:cNvSpPr txBox="1">
            <a:spLocks noChangeArrowheads="1"/>
          </p:cNvSpPr>
          <p:nvPr/>
        </p:nvSpPr>
        <p:spPr bwMode="auto">
          <a:xfrm>
            <a:off x="7935913" y="2323118"/>
            <a:ext cx="1447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9" name="Object 38"/>
          <p:cNvGraphicFramePr>
            <a:graphicFrameLocks noChangeAspect="1"/>
          </p:cNvGraphicFramePr>
          <p:nvPr/>
        </p:nvGraphicFramePr>
        <p:xfrm>
          <a:off x="9138498" y="2340307"/>
          <a:ext cx="369872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" name="Equation" r:id="rId25" imgW="3962400" imgH="5486400" progId="Equation.DSMT4">
                  <p:embed/>
                </p:oleObj>
              </mc:Choice>
              <mc:Fallback>
                <p:oleObj name="Equation" r:id="rId25" imgW="3962400" imgH="5486400" progId="Equation.DSMT4">
                  <p:embed/>
                  <p:pic>
                    <p:nvPicPr>
                      <p:cNvPr id="0" name="图片 1165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138498" y="2340307"/>
                        <a:ext cx="369872" cy="50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39"/>
          <p:cNvSpPr txBox="1">
            <a:spLocks noChangeArrowheads="1"/>
          </p:cNvSpPr>
          <p:nvPr/>
        </p:nvSpPr>
        <p:spPr bwMode="auto">
          <a:xfrm>
            <a:off x="9442768" y="2324705"/>
            <a:ext cx="609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取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1" name="Group 40"/>
          <p:cNvGrpSpPr/>
          <p:nvPr/>
        </p:nvGrpSpPr>
        <p:grpSpPr bwMode="auto">
          <a:xfrm>
            <a:off x="1531303" y="2882235"/>
            <a:ext cx="2438400" cy="557213"/>
            <a:chOff x="96" y="1632"/>
            <a:chExt cx="1536" cy="351"/>
          </a:xfrm>
        </p:grpSpPr>
        <p:sp>
          <p:nvSpPr>
            <p:cNvPr id="42" name="Text Box 41"/>
            <p:cNvSpPr txBox="1">
              <a:spLocks noChangeArrowheads="1"/>
            </p:cNvSpPr>
            <p:nvPr/>
          </p:nvSpPr>
          <p:spPr bwMode="auto">
            <a:xfrm>
              <a:off x="96" y="1632"/>
              <a:ext cx="945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得增量</a:t>
              </a:r>
              <a:endPara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3" name="Object 42"/>
            <p:cNvGraphicFramePr>
              <a:graphicFrameLocks noChangeAspect="1"/>
            </p:cNvGraphicFramePr>
            <p:nvPr/>
          </p:nvGraphicFramePr>
          <p:xfrm>
            <a:off x="844" y="1677"/>
            <a:ext cx="300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7" name="Equation" r:id="rId27" imgW="5181600" imgH="4876800" progId="Equation.DSMT4">
                    <p:embed/>
                  </p:oleObj>
                </mc:Choice>
                <mc:Fallback>
                  <p:oleObj name="Equation" r:id="rId27" imgW="5181600" imgH="4876800" progId="Equation.DSMT4">
                    <p:embed/>
                    <p:pic>
                      <p:nvPicPr>
                        <p:cNvPr id="0" name="图片 116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844" y="1677"/>
                          <a:ext cx="300" cy="28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Text Box 43"/>
            <p:cNvSpPr txBox="1">
              <a:spLocks noChangeArrowheads="1"/>
            </p:cNvSpPr>
            <p:nvPr/>
          </p:nvSpPr>
          <p:spPr bwMode="auto">
            <a:xfrm>
              <a:off x="1104" y="1654"/>
              <a:ext cx="52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,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45" name="Object 44"/>
          <p:cNvGraphicFramePr>
            <a:graphicFrameLocks noChangeAspect="1"/>
          </p:cNvGraphicFramePr>
          <p:nvPr/>
        </p:nvGraphicFramePr>
        <p:xfrm>
          <a:off x="2719070" y="1688415"/>
          <a:ext cx="369872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" name="Equation" r:id="rId29" imgW="3962400" imgH="5486400" progId="Equation.DSMT4">
                  <p:embed/>
                </p:oleObj>
              </mc:Choice>
              <mc:Fallback>
                <p:oleObj name="Equation" r:id="rId29" imgW="3962400" imgH="5486400" progId="Equation.DSMT4">
                  <p:embed/>
                  <p:pic>
                    <p:nvPicPr>
                      <p:cNvPr id="0" name="图片 1167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719070" y="1688415"/>
                        <a:ext cx="369872" cy="50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45"/>
          <p:cNvSpPr txBox="1">
            <a:spLocks noChangeArrowheads="1"/>
          </p:cNvSpPr>
          <p:nvPr/>
        </p:nvSpPr>
        <p:spPr bwMode="auto">
          <a:xfrm>
            <a:off x="2999423" y="1688435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变到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7" name="Object 46"/>
          <p:cNvGraphicFramePr>
            <a:graphicFrameLocks noChangeAspect="1"/>
          </p:cNvGraphicFramePr>
          <p:nvPr/>
        </p:nvGraphicFramePr>
        <p:xfrm>
          <a:off x="3882038" y="1697568"/>
          <a:ext cx="1227484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" name="Equation" r:id="rId31" imgW="13411200" imgH="5486400" progId="Equation.DSMT4">
                  <p:embed/>
                </p:oleObj>
              </mc:Choice>
              <mc:Fallback>
                <p:oleObj name="Equation" r:id="rId31" imgW="13411200" imgH="5486400" progId="Equation.DSMT4">
                  <p:embed/>
                  <p:pic>
                    <p:nvPicPr>
                      <p:cNvPr id="0" name="图片 1168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882038" y="1697568"/>
                        <a:ext cx="1227484" cy="50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Box 47"/>
          <p:cNvSpPr txBox="1">
            <a:spLocks noChangeArrowheads="1"/>
          </p:cNvSpPr>
          <p:nvPr/>
        </p:nvSpPr>
        <p:spPr bwMode="auto">
          <a:xfrm>
            <a:off x="1531303" y="1670973"/>
            <a:ext cx="1295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边长由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9" name="AutoShape 48"/>
          <p:cNvSpPr/>
          <p:nvPr/>
        </p:nvSpPr>
        <p:spPr bwMode="auto">
          <a:xfrm rot="5400000">
            <a:off x="2880678" y="4107472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0" name="AutoShape 49"/>
          <p:cNvSpPr/>
          <p:nvPr/>
        </p:nvSpPr>
        <p:spPr bwMode="auto">
          <a:xfrm rot="5400000">
            <a:off x="3999707" y="4204786"/>
            <a:ext cx="152400" cy="719138"/>
          </a:xfrm>
          <a:prstGeom prst="rightBrace">
            <a:avLst>
              <a:gd name="adj1" fmla="val 39323"/>
              <a:gd name="adj2" fmla="val 50000"/>
            </a:avLst>
          </a:prstGeom>
          <a:noFill/>
          <a:ln w="952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" name="Text Box 50"/>
          <p:cNvSpPr txBox="1">
            <a:spLocks noChangeArrowheads="1"/>
          </p:cNvSpPr>
          <p:nvPr/>
        </p:nvSpPr>
        <p:spPr bwMode="auto">
          <a:xfrm>
            <a:off x="8843328" y="1175673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8" grpId="0" bldLvl="0" animBg="1"/>
      <p:bldP spid="11" grpId="0" autoUpdateAnimBg="0"/>
      <p:bldP spid="17" grpId="0" bldLvl="0" animBg="1"/>
      <p:bldP spid="22" grpId="0" bldLvl="0" animBg="1"/>
      <p:bldP spid="24" grpId="0" autoUpdateAnimBg="0"/>
      <p:bldP spid="29" grpId="0" autoUpdateAnimBg="0"/>
      <p:bldP spid="38" grpId="0" autoUpdateAnimBg="0"/>
      <p:bldP spid="40" grpId="0" autoUpdateAnimBg="0"/>
      <p:bldP spid="46" grpId="0" advAuto="0" autoUpdateAnimBg="0" build="p"/>
      <p:bldP spid="48" grpId="0" autoUpdateAnimBg="0"/>
      <p:bldP spid="49" grpId="0" bldLvl="0" animBg="1"/>
      <p:bldP spid="50" grpId="0" bldLvl="0" animBg="1"/>
      <p:bldP spid="51" grpId="0" autoUpdateAnimBg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438400" y="3923397"/>
            <a:ext cx="1447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微分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587500" y="1344295"/>
            <a:ext cx="30480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2.3.1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若函数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4343400" y="1408430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1" imgW="31089600" imgH="9448800" progId="Equation.DSMT4">
                  <p:embed/>
                </p:oleObj>
              </mc:Choice>
              <mc:Fallback>
                <p:oleObj name="Equation" r:id="rId1" imgW="31089600" imgH="94488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343400" y="1408430"/>
                        <a:ext cx="1295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5"/>
          <p:cNvGrpSpPr/>
          <p:nvPr/>
        </p:nvGrpSpPr>
        <p:grpSpPr bwMode="auto">
          <a:xfrm>
            <a:off x="5586413" y="1339851"/>
            <a:ext cx="4038600" cy="522288"/>
            <a:chOff x="2559" y="844"/>
            <a:chExt cx="2544" cy="329"/>
          </a:xfrm>
        </p:grpSpPr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2559" y="844"/>
              <a:ext cx="2544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在点      的增量可表示为</a:t>
              </a:r>
              <a:endPara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Object 7"/>
            <p:cNvGraphicFramePr>
              <a:graphicFrameLocks noChangeAspect="1"/>
            </p:cNvGraphicFramePr>
            <p:nvPr/>
          </p:nvGraphicFramePr>
          <p:xfrm>
            <a:off x="3132" y="871"/>
            <a:ext cx="218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7" name="Equation" r:id="rId3" imgW="3962400" imgH="5486400" progId="Equation.DSMT4">
                    <p:embed/>
                  </p:oleObj>
                </mc:Choice>
                <mc:Fallback>
                  <p:oleObj name="Equation" r:id="rId3" imgW="3962400" imgH="5486400" progId="Equation.DSMT4">
                    <p:embed/>
                    <p:pic>
                      <p:nvPicPr>
                        <p:cNvPr id="0" name="图片 214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132" y="871"/>
                          <a:ext cx="218" cy="29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251200" y="1990090"/>
          <a:ext cx="3505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8" name="Equation" r:id="rId5" imgW="84124800" imgH="10363200" progId="Equation.DSMT4">
                  <p:embed/>
                </p:oleObj>
              </mc:Choice>
              <mc:Fallback>
                <p:oleObj name="Equation" r:id="rId5" imgW="84124800" imgH="10363200" progId="Equation.DSMT4">
                  <p:embed/>
                  <p:pic>
                    <p:nvPicPr>
                      <p:cNvPr id="0" name="图片 2147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51200" y="1990090"/>
                        <a:ext cx="35052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3848100" y="2592120"/>
            <a:ext cx="449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为不依赖于△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的常数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752600" y="3315702"/>
            <a:ext cx="1828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则称函数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251200" y="3379837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9" name="Equation" r:id="rId7" imgW="31089600" imgH="9448800" progId="Equation.DSMT4">
                  <p:embed/>
                </p:oleObj>
              </mc:Choice>
              <mc:Fallback>
                <p:oleObj name="Equation" r:id="rId7" imgW="31089600" imgH="9448800" progId="Equation.DSMT4">
                  <p:embed/>
                  <p:pic>
                    <p:nvPicPr>
                      <p:cNvPr id="0" name="图片 214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51200" y="3379837"/>
                        <a:ext cx="1295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2"/>
          <p:cNvGrpSpPr/>
          <p:nvPr/>
        </p:nvGrpSpPr>
        <p:grpSpPr bwMode="auto">
          <a:xfrm>
            <a:off x="6527800" y="3243949"/>
            <a:ext cx="2470150" cy="525463"/>
            <a:chOff x="3648" y="1474"/>
            <a:chExt cx="1556" cy="331"/>
          </a:xfrm>
        </p:grpSpPr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3648" y="1474"/>
              <a:ext cx="1556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而          称为</a:t>
              </a:r>
              <a:endPara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4" name="Object 14"/>
            <p:cNvGraphicFramePr>
              <a:graphicFrameLocks noChangeAspect="1"/>
            </p:cNvGraphicFramePr>
            <p:nvPr/>
          </p:nvGraphicFramePr>
          <p:xfrm>
            <a:off x="3978" y="1515"/>
            <a:ext cx="451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0" name="Equation" r:id="rId9" imgW="7924800" imgH="4876800" progId="Equation.DSMT4">
                    <p:embed/>
                  </p:oleObj>
                </mc:Choice>
                <mc:Fallback>
                  <p:oleObj name="Equation" r:id="rId9" imgW="7924800" imgH="4876800" progId="Equation.DSMT4">
                    <p:embed/>
                    <p:pic>
                      <p:nvPicPr>
                        <p:cNvPr id="0" name="图片 214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978" y="1515"/>
                          <a:ext cx="451" cy="29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8573770" y="3282682"/>
          <a:ext cx="11033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" name="Equation" r:id="rId11" imgW="26517600" imgH="10668000" progId="Equation.DSMT4">
                  <p:embed/>
                </p:oleObj>
              </mc:Choice>
              <mc:Fallback>
                <p:oleObj name="Equation" r:id="rId11" imgW="26517600" imgH="10668000" progId="Equation.DSMT4">
                  <p:embed/>
                  <p:pic>
                    <p:nvPicPr>
                      <p:cNvPr id="0" name="图片 2150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573770" y="3282682"/>
                        <a:ext cx="1103313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1752600" y="3962132"/>
          <a:ext cx="698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" name="Equation" r:id="rId13" imgW="16764000" imgH="10668000" progId="Equation.DSMT4">
                  <p:embed/>
                </p:oleObj>
              </mc:Choice>
              <mc:Fallback>
                <p:oleObj name="Equation" r:id="rId13" imgW="16764000" imgH="10668000" progId="Equation.DSMT4">
                  <p:embed/>
                  <p:pic>
                    <p:nvPicPr>
                      <p:cNvPr id="0" name="图片 2151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52600" y="3962132"/>
                        <a:ext cx="6985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3733800" y="3920857"/>
            <a:ext cx="1143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记作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4635500" y="3987532"/>
          <a:ext cx="419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" name="Equation" r:id="rId15" imgW="10058400" imgH="9448800" progId="Equation.DSMT4">
                  <p:embed/>
                </p:oleObj>
              </mc:Choice>
              <mc:Fallback>
                <p:oleObj name="Equation" r:id="rId15" imgW="10058400" imgH="9448800" progId="Equation.DSMT4">
                  <p:embed/>
                  <p:pic>
                    <p:nvPicPr>
                      <p:cNvPr id="0" name="图片 2152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35500" y="3987532"/>
                        <a:ext cx="419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5118100" y="3987850"/>
          <a:ext cx="901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" name="Equation" r:id="rId17" imgW="21640800" imgH="10363200" progId="Equation.DSMT4">
                  <p:embed/>
                </p:oleObj>
              </mc:Choice>
              <mc:Fallback>
                <p:oleObj name="Equation" r:id="rId17" imgW="21640800" imgH="10363200" progId="Equation.DSMT4">
                  <p:embed/>
                  <p:pic>
                    <p:nvPicPr>
                      <p:cNvPr id="0" name="图片 2153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118100" y="3987850"/>
                        <a:ext cx="9017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6019800" y="3921175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4800283" y="4562925"/>
          <a:ext cx="2041882" cy="662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" name="Equation" r:id="rId19" imgW="15240000" imgH="4876800" progId="Equation.DSMT4">
                  <p:embed/>
                </p:oleObj>
              </mc:Choice>
              <mc:Fallback>
                <p:oleObj name="Equation" r:id="rId19" imgW="15240000" imgH="4876800" progId="Equation.DSMT4">
                  <p:embed/>
                  <p:pic>
                    <p:nvPicPr>
                      <p:cNvPr id="0" name="图片 215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800283" y="4562925"/>
                        <a:ext cx="2041882" cy="66271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9"/>
          <p:cNvGraphicFramePr>
            <a:graphicFrameLocks noChangeAspect="1"/>
          </p:cNvGraphicFramePr>
          <p:nvPr/>
        </p:nvGraphicFramePr>
        <p:xfrm>
          <a:off x="6782043" y="1974133"/>
          <a:ext cx="2071637" cy="461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" name="Equation" r:id="rId21" imgW="22250400" imgH="4876800" progId="Equation.DSMT4">
                  <p:embed/>
                </p:oleObj>
              </mc:Choice>
              <mc:Fallback>
                <p:oleObj name="Equation" r:id="rId21" imgW="22250400" imgH="4876800" progId="Equation.DSMT4">
                  <p:embed/>
                  <p:pic>
                    <p:nvPicPr>
                      <p:cNvPr id="0" name="图片 2155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782043" y="1974133"/>
                        <a:ext cx="2071637" cy="46175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32"/>
          <p:cNvSpPr txBox="1">
            <a:spLocks noChangeArrowheads="1"/>
          </p:cNvSpPr>
          <p:nvPr/>
        </p:nvSpPr>
        <p:spPr bwMode="auto">
          <a:xfrm>
            <a:off x="4508500" y="3284270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在点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3" name="Object 33"/>
          <p:cNvGraphicFramePr>
            <a:graphicFrameLocks noChangeAspect="1"/>
          </p:cNvGraphicFramePr>
          <p:nvPr/>
        </p:nvGraphicFramePr>
        <p:xfrm>
          <a:off x="5359400" y="3334752"/>
          <a:ext cx="35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" name="Equation" r:id="rId23" imgW="8534400" imgH="10363200" progId="Equation.DSMT4">
                  <p:embed/>
                </p:oleObj>
              </mc:Choice>
              <mc:Fallback>
                <p:oleObj name="Equation" r:id="rId23" imgW="8534400" imgH="10363200" progId="Equation.DSMT4">
                  <p:embed/>
                  <p:pic>
                    <p:nvPicPr>
                      <p:cNvPr id="0" name="图片 2156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359400" y="3334752"/>
                        <a:ext cx="3556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34"/>
          <p:cNvSpPr txBox="1">
            <a:spLocks noChangeArrowheads="1"/>
          </p:cNvSpPr>
          <p:nvPr/>
        </p:nvSpPr>
        <p:spPr bwMode="auto">
          <a:xfrm>
            <a:off x="5638800" y="3284270"/>
            <a:ext cx="1143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可微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Rectangle 2"/>
          <p:cNvSpPr txBox="1">
            <a:spLocks noChangeArrowheads="1"/>
          </p:cNvSpPr>
          <p:nvPr/>
        </p:nvSpPr>
        <p:spPr>
          <a:xfrm>
            <a:off x="1587500" y="620817"/>
            <a:ext cx="4876800" cy="762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1.微分的定义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9" grpId="0" autoUpdateAnimBg="0" build="p"/>
      <p:bldP spid="10" grpId="0" autoUpdateAnimBg="0"/>
      <p:bldP spid="17" grpId="0" autoUpdateAnimBg="0"/>
      <p:bldP spid="20" grpId="0" autoUpdateAnimBg="0"/>
      <p:bldP spid="32" grpId="0" autoUpdateAnimBg="0"/>
      <p:bldP spid="3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676400" y="764704"/>
            <a:ext cx="29718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2.3.1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752600" y="2668682"/>
            <a:ext cx="2590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kumimoji="1" lang="en-US" altLang="zh-CN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kumimoji="1"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必要性”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133600" y="3252247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已知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035300" y="3349084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1" imgW="31089600" imgH="9448800" progId="Equation.DSMT4">
                  <p:embed/>
                </p:oleObj>
              </mc:Choice>
              <mc:Fallback>
                <p:oleObj name="Equation" r:id="rId1" imgW="31089600" imgH="94488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35300" y="3349084"/>
                        <a:ext cx="1295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6"/>
          <p:cNvGrpSpPr/>
          <p:nvPr/>
        </p:nvGrpSpPr>
        <p:grpSpPr bwMode="auto">
          <a:xfrm>
            <a:off x="4343400" y="3252247"/>
            <a:ext cx="2362200" cy="522288"/>
            <a:chOff x="3504" y="1296"/>
            <a:chExt cx="1488" cy="329"/>
          </a:xfrm>
        </p:grpSpPr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3504" y="1296"/>
              <a:ext cx="148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在点     可微 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,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Object 8"/>
            <p:cNvGraphicFramePr>
              <a:graphicFrameLocks noChangeAspect="1"/>
            </p:cNvGraphicFramePr>
            <p:nvPr/>
          </p:nvGraphicFramePr>
          <p:xfrm>
            <a:off x="4126" y="1325"/>
            <a:ext cx="22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0" name="Equation" r:id="rId3" imgW="8534400" imgH="10363200" progId="Equation.DSMT4">
                    <p:embed/>
                  </p:oleObj>
                </mc:Choice>
                <mc:Fallback>
                  <p:oleObj name="Equation" r:id="rId3" imgW="8534400" imgH="10363200" progId="Equation.DSMT4">
                    <p:embed/>
                    <p:pic>
                      <p:nvPicPr>
                        <p:cNvPr id="0" name="图片 317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26" y="1325"/>
                          <a:ext cx="224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6477000" y="3201447"/>
            <a:ext cx="609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3176588" y="3958684"/>
          <a:ext cx="35036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Equation" r:id="rId5" imgW="84124800" imgH="10363200" progId="Equation.DSMT4">
                  <p:embed/>
                </p:oleObj>
              </mc:Choice>
              <mc:Fallback>
                <p:oleObj name="Equation" r:id="rId5" imgW="84124800" imgH="10363200" progId="Equation.DSMT4">
                  <p:embed/>
                  <p:pic>
                    <p:nvPicPr>
                      <p:cNvPr id="0" name="图片 318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76588" y="3958684"/>
                        <a:ext cx="3503612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2616200" y="4534629"/>
          <a:ext cx="4089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Equation" r:id="rId7" imgW="98145600" imgH="21945600" progId="Equation.DSMT4">
                  <p:embed/>
                </p:oleObj>
              </mc:Choice>
              <mc:Fallback>
                <p:oleObj name="Equation" r:id="rId7" imgW="98145600" imgH="21945600" progId="Equation.DSMT4">
                  <p:embed/>
                  <p:pic>
                    <p:nvPicPr>
                      <p:cNvPr id="0" name="图片 318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16200" y="4534629"/>
                        <a:ext cx="40894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6941185" y="4794979"/>
          <a:ext cx="558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Equation" r:id="rId9" imgW="13411200" imgH="9448800" progId="Equation.DSMT4">
                  <p:embed/>
                </p:oleObj>
              </mc:Choice>
              <mc:Fallback>
                <p:oleObj name="Equation" r:id="rId9" imgW="13411200" imgH="9448800" progId="Equation.DSMT4">
                  <p:embed/>
                  <p:pic>
                    <p:nvPicPr>
                      <p:cNvPr id="0" name="图片 318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941185" y="4794979"/>
                        <a:ext cx="558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1879600" y="5652864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6903085" y="5679217"/>
          <a:ext cx="1549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Equation" r:id="rId11" imgW="37185600" imgH="10363200" progId="Equation.DSMT4">
                  <p:embed/>
                </p:oleObj>
              </mc:Choice>
              <mc:Fallback>
                <p:oleObj name="Equation" r:id="rId11" imgW="37185600" imgH="10363200" progId="Equation.DSMT4">
                  <p:embed/>
                  <p:pic>
                    <p:nvPicPr>
                      <p:cNvPr id="0" name="图片 3183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903085" y="5679217"/>
                        <a:ext cx="15494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6632675" y="3902927"/>
          <a:ext cx="2320691" cy="516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Equation" r:id="rId13" imgW="22250400" imgH="4876800" progId="Equation.DSMT4">
                  <p:embed/>
                </p:oleObj>
              </mc:Choice>
              <mc:Fallback>
                <p:oleObj name="Equation" r:id="rId13" imgW="22250400" imgH="4876800" progId="Equation.DSMT4">
                  <p:embed/>
                  <p:pic>
                    <p:nvPicPr>
                      <p:cNvPr id="0" name="图片 318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632675" y="3902927"/>
                        <a:ext cx="2320691" cy="51622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2514600" y="5717317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Equation" r:id="rId15" imgW="31089600" imgH="9448800" progId="Equation.DSMT4">
                  <p:embed/>
                </p:oleObj>
              </mc:Choice>
              <mc:Fallback>
                <p:oleObj name="Equation" r:id="rId15" imgW="31089600" imgH="9448800" progId="Equation.DSMT4">
                  <p:embed/>
                  <p:pic>
                    <p:nvPicPr>
                      <p:cNvPr id="0" name="图片 3185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14600" y="5717317"/>
                        <a:ext cx="1295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17"/>
          <p:cNvGrpSpPr/>
          <p:nvPr/>
        </p:nvGrpSpPr>
        <p:grpSpPr bwMode="auto">
          <a:xfrm>
            <a:off x="3886200" y="5656034"/>
            <a:ext cx="2743200" cy="522288"/>
            <a:chOff x="1536" y="3431"/>
            <a:chExt cx="1728" cy="329"/>
          </a:xfrm>
        </p:grpSpPr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1536" y="3431"/>
              <a:ext cx="172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在点     的可导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,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9" name="Object 19"/>
            <p:cNvGraphicFramePr>
              <a:graphicFrameLocks noChangeAspect="1"/>
            </p:cNvGraphicFramePr>
            <p:nvPr/>
          </p:nvGraphicFramePr>
          <p:xfrm>
            <a:off x="2085" y="3468"/>
            <a:ext cx="223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7" name="Equation" r:id="rId17" imgW="8534400" imgH="10363200" progId="Equation.DSMT4">
                    <p:embed/>
                  </p:oleObj>
                </mc:Choice>
                <mc:Fallback>
                  <p:oleObj name="Equation" r:id="rId17" imgW="8534400" imgH="10363200" progId="Equation.DSMT4">
                    <p:embed/>
                    <p:pic>
                      <p:nvPicPr>
                        <p:cNvPr id="0" name="图片 318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85" y="3468"/>
                          <a:ext cx="223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6362700" y="5637624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4176713" y="898054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Equation" r:id="rId19" imgW="31089600" imgH="9448800" progId="Equation.DSMT4">
                  <p:embed/>
                </p:oleObj>
              </mc:Choice>
              <mc:Fallback>
                <p:oleObj name="Equation" r:id="rId19" imgW="31089600" imgH="9448800" progId="Equation.DSMT4">
                  <p:embed/>
                  <p:pic>
                    <p:nvPicPr>
                      <p:cNvPr id="0" name="图片 3187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76713" y="898054"/>
                        <a:ext cx="1295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22"/>
          <p:cNvGrpSpPr/>
          <p:nvPr/>
        </p:nvGrpSpPr>
        <p:grpSpPr bwMode="auto">
          <a:xfrm>
            <a:off x="5562600" y="790106"/>
            <a:ext cx="4343400" cy="523876"/>
            <a:chOff x="2544" y="160"/>
            <a:chExt cx="2736" cy="330"/>
          </a:xfrm>
        </p:grpSpPr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2544" y="161"/>
              <a:ext cx="2736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在点     可微的</a:t>
              </a:r>
              <a:r>
                <a:rPr kumimoji="1" lang="zh-CN" altLang="en-US" sz="2800" b="1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充要条件</a:t>
              </a: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是</a:t>
              </a:r>
              <a:endPara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4" name="Object 24"/>
            <p:cNvGraphicFramePr>
              <a:graphicFrameLocks noChangeAspect="1"/>
            </p:cNvGraphicFramePr>
            <p:nvPr/>
          </p:nvGraphicFramePr>
          <p:xfrm>
            <a:off x="3107" y="160"/>
            <a:ext cx="222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9" name="Equation" r:id="rId21" imgW="3962400" imgH="5486400" progId="Equation.DSMT4">
                    <p:embed/>
                  </p:oleObj>
                </mc:Choice>
                <mc:Fallback>
                  <p:oleObj name="Equation" r:id="rId21" imgW="3962400" imgH="5486400" progId="Equation.DSMT4">
                    <p:embed/>
                    <p:pic>
                      <p:nvPicPr>
                        <p:cNvPr id="0" name="图片 318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107" y="160"/>
                          <a:ext cx="222" cy="30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1879600" y="1507654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Equation" r:id="rId23" imgW="31089600" imgH="9448800" progId="Equation.DSMT4">
                  <p:embed/>
                </p:oleObj>
              </mc:Choice>
              <mc:Fallback>
                <p:oleObj name="Equation" r:id="rId23" imgW="31089600" imgH="9448800" progId="Equation.DSMT4">
                  <p:embed/>
                  <p:pic>
                    <p:nvPicPr>
                      <p:cNvPr id="0" name="图片 3189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879600" y="1507654"/>
                        <a:ext cx="1295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3259138" y="1410817"/>
            <a:ext cx="2743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在点     处可导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" name="Object 27"/>
          <p:cNvGraphicFramePr>
            <a:graphicFrameLocks noChangeAspect="1"/>
          </p:cNvGraphicFramePr>
          <p:nvPr/>
        </p:nvGraphicFramePr>
        <p:xfrm>
          <a:off x="4108450" y="1463204"/>
          <a:ext cx="35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Equation" r:id="rId25" imgW="8534400" imgH="10363200" progId="Equation.DSMT4">
                  <p:embed/>
                </p:oleObj>
              </mc:Choice>
              <mc:Fallback>
                <p:oleObj name="Equation" r:id="rId25" imgW="8534400" imgH="10363200" progId="Equation.DSMT4">
                  <p:embed/>
                  <p:pic>
                    <p:nvPicPr>
                      <p:cNvPr id="0" name="图片 3190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08450" y="1463204"/>
                        <a:ext cx="3556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8"/>
          <p:cNvSpPr txBox="1">
            <a:spLocks noChangeArrowheads="1"/>
          </p:cNvSpPr>
          <p:nvPr/>
        </p:nvSpPr>
        <p:spPr bwMode="auto">
          <a:xfrm>
            <a:off x="5715000" y="1374304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9" name="Object 29"/>
          <p:cNvGraphicFramePr>
            <a:graphicFrameLocks noChangeAspect="1"/>
          </p:cNvGraphicFramePr>
          <p:nvPr/>
        </p:nvGraphicFramePr>
        <p:xfrm>
          <a:off x="6280150" y="1469554"/>
          <a:ext cx="1676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" name="Equation" r:id="rId27" imgW="40233600" imgH="10363200" progId="Equation.DSMT4">
                  <p:embed/>
                </p:oleObj>
              </mc:Choice>
              <mc:Fallback>
                <p:oleObj name="Equation" r:id="rId27" imgW="40233600" imgH="10363200" progId="Equation.DSMT4">
                  <p:embed/>
                  <p:pic>
                    <p:nvPicPr>
                      <p:cNvPr id="0" name="图片 3191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280150" y="1469554"/>
                        <a:ext cx="16764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8077200" y="1388592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1" name="Object 31"/>
          <p:cNvGraphicFramePr>
            <a:graphicFrameLocks noChangeAspect="1"/>
          </p:cNvGraphicFramePr>
          <p:nvPr/>
        </p:nvGraphicFramePr>
        <p:xfrm>
          <a:off x="4151553" y="1916832"/>
          <a:ext cx="2376495" cy="576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" name="Equation" r:id="rId29" imgW="22860000" imgH="5486400" progId="Equation.DSMT4">
                  <p:embed/>
                </p:oleObj>
              </mc:Choice>
              <mc:Fallback>
                <p:oleObj name="Equation" r:id="rId29" imgW="22860000" imgH="5486400" progId="Equation.DSMT4">
                  <p:embed/>
                  <p:pic>
                    <p:nvPicPr>
                      <p:cNvPr id="0" name="图片 3192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151553" y="1916832"/>
                        <a:ext cx="2376495" cy="57668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Line 32"/>
          <p:cNvSpPr>
            <a:spLocks noChangeShapeType="1"/>
          </p:cNvSpPr>
          <p:nvPr/>
        </p:nvSpPr>
        <p:spPr bwMode="auto">
          <a:xfrm>
            <a:off x="1676400" y="2509858"/>
            <a:ext cx="88392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868805" y="4726513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于是，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Rectangle 2"/>
          <p:cNvSpPr txBox="1">
            <a:spLocks noChangeArrowheads="1"/>
          </p:cNvSpPr>
          <p:nvPr/>
        </p:nvSpPr>
        <p:spPr>
          <a:xfrm>
            <a:off x="1650802" y="136317"/>
            <a:ext cx="4876800" cy="762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2.可微与可导的关系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9" grpId="0" autoUpdateAnimBg="0"/>
      <p:bldP spid="13" grpId="0" autoUpdateAnimBg="0"/>
      <p:bldP spid="20" grpId="0" autoUpdateAnimBg="0" uiExpand="1" build="p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5"/>
          <p:cNvSpPr txBox="1">
            <a:spLocks noChangeArrowheads="1"/>
          </p:cNvSpPr>
          <p:nvPr/>
        </p:nvSpPr>
        <p:spPr bwMode="auto">
          <a:xfrm>
            <a:off x="1920875" y="490260"/>
            <a:ext cx="1828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“充分性”</a:t>
            </a:r>
            <a:endParaRPr kumimoji="1"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16"/>
          <p:cNvSpPr txBox="1">
            <a:spLocks noChangeArrowheads="1"/>
          </p:cNvSpPr>
          <p:nvPr/>
        </p:nvSpPr>
        <p:spPr bwMode="auto">
          <a:xfrm>
            <a:off x="3733800" y="451842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已知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17"/>
          <p:cNvGraphicFramePr>
            <a:graphicFrameLocks noChangeAspect="1"/>
          </p:cNvGraphicFramePr>
          <p:nvPr/>
        </p:nvGraphicFramePr>
        <p:xfrm>
          <a:off x="3844925" y="1055688"/>
          <a:ext cx="2400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57607200" imgH="21945600" progId="Equation.DSMT4">
                  <p:embed/>
                </p:oleObj>
              </mc:Choice>
              <mc:Fallback>
                <p:oleObj name="Equation" r:id="rId1" imgW="57607200" imgH="219456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44925" y="1055688"/>
                        <a:ext cx="24003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8"/>
          <p:cNvGraphicFramePr>
            <a:graphicFrameLocks noChangeAspect="1"/>
          </p:cNvGraphicFramePr>
          <p:nvPr/>
        </p:nvGraphicFramePr>
        <p:xfrm>
          <a:off x="4648200" y="516255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9" name="Equation" r:id="rId3" imgW="31089600" imgH="9448800" progId="Equation.DSMT4">
                  <p:embed/>
                </p:oleObj>
              </mc:Choice>
              <mc:Fallback>
                <p:oleObj name="Equation" r:id="rId3" imgW="31089600" imgH="9448800" progId="Equation.DSMT4">
                  <p:embed/>
                  <p:pic>
                    <p:nvPicPr>
                      <p:cNvPr id="0" name="图片 4168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48200" y="516255"/>
                        <a:ext cx="1295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9"/>
          <p:cNvGraphicFramePr>
            <a:graphicFrameLocks noChangeAspect="1"/>
          </p:cNvGraphicFramePr>
          <p:nvPr/>
        </p:nvGraphicFramePr>
        <p:xfrm>
          <a:off x="3509010" y="2011998"/>
          <a:ext cx="2667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0" name="Equation" r:id="rId5" imgW="64008000" imgH="21945600" progId="Equation.DSMT4">
                  <p:embed/>
                </p:oleObj>
              </mc:Choice>
              <mc:Fallback>
                <p:oleObj name="Equation" r:id="rId5" imgW="64008000" imgH="21945600" progId="Equation.DSMT4">
                  <p:embed/>
                  <p:pic>
                    <p:nvPicPr>
                      <p:cNvPr id="0" name="图片 416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09010" y="2011998"/>
                        <a:ext cx="26670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0"/>
          <p:cNvGraphicFramePr>
            <a:graphicFrameLocks noChangeAspect="1"/>
          </p:cNvGraphicFramePr>
          <p:nvPr/>
        </p:nvGraphicFramePr>
        <p:xfrm>
          <a:off x="6604000" y="2196148"/>
          <a:ext cx="17780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1" name="Equation" r:id="rId7" imgW="42672000" imgH="13106400" progId="Equation.DSMT4">
                  <p:embed/>
                </p:oleObj>
              </mc:Choice>
              <mc:Fallback>
                <p:oleObj name="Equation" r:id="rId7" imgW="42672000" imgH="13106400" progId="Equation.DSMT4">
                  <p:embed/>
                  <p:pic>
                    <p:nvPicPr>
                      <p:cNvPr id="0" name="图片 417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04000" y="2196148"/>
                        <a:ext cx="17780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1"/>
          <p:cNvGraphicFramePr>
            <a:graphicFrameLocks noChangeAspect="1"/>
          </p:cNvGraphicFramePr>
          <p:nvPr/>
        </p:nvGraphicFramePr>
        <p:xfrm>
          <a:off x="2374265" y="3061653"/>
          <a:ext cx="3746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2" name="Equation" r:id="rId9" imgW="89916000" imgH="10668000" progId="Equation.DSMT4">
                  <p:embed/>
                </p:oleObj>
              </mc:Choice>
              <mc:Fallback>
                <p:oleObj name="Equation" r:id="rId9" imgW="89916000" imgH="10668000" progId="Equation.DSMT4">
                  <p:embed/>
                  <p:pic>
                    <p:nvPicPr>
                      <p:cNvPr id="0" name="图片 417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74265" y="3061653"/>
                        <a:ext cx="37465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2"/>
          <p:cNvGraphicFramePr>
            <a:graphicFrameLocks noChangeAspect="1"/>
          </p:cNvGraphicFramePr>
          <p:nvPr/>
        </p:nvGraphicFramePr>
        <p:xfrm>
          <a:off x="6244972" y="3026162"/>
          <a:ext cx="2745062" cy="515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3" name="Equation" r:id="rId11" imgW="29565600" imgH="5486400" progId="Equation.DSMT4">
                  <p:embed/>
                </p:oleObj>
              </mc:Choice>
              <mc:Fallback>
                <p:oleObj name="Equation" r:id="rId11" imgW="29565600" imgH="5486400" progId="Equation.DSMT4">
                  <p:embed/>
                  <p:pic>
                    <p:nvPicPr>
                      <p:cNvPr id="0" name="图片 417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244972" y="3026162"/>
                        <a:ext cx="2745062" cy="51573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24"/>
          <p:cNvSpPr txBox="1">
            <a:spLocks noChangeArrowheads="1"/>
          </p:cNvSpPr>
          <p:nvPr/>
        </p:nvSpPr>
        <p:spPr bwMode="auto">
          <a:xfrm>
            <a:off x="2279650" y="3924022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25"/>
          <p:cNvGraphicFramePr>
            <a:graphicFrameLocks noChangeAspect="1"/>
          </p:cNvGraphicFramePr>
          <p:nvPr/>
        </p:nvGraphicFramePr>
        <p:xfrm>
          <a:off x="3034029" y="3874135"/>
          <a:ext cx="2467100" cy="621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5" name="Equation" r:id="rId13" imgW="21945600" imgH="5486400" progId="Equation.DSMT4">
                  <p:embed/>
                </p:oleObj>
              </mc:Choice>
              <mc:Fallback>
                <p:oleObj name="Equation" r:id="rId13" imgW="21945600" imgH="5486400" progId="Equation.DSMT4">
                  <p:embed/>
                  <p:pic>
                    <p:nvPicPr>
                      <p:cNvPr id="0" name="图片 417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34029" y="3874135"/>
                        <a:ext cx="2467100" cy="6217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26"/>
          <p:cNvGrpSpPr/>
          <p:nvPr/>
        </p:nvGrpSpPr>
        <p:grpSpPr bwMode="auto">
          <a:xfrm>
            <a:off x="5969000" y="428347"/>
            <a:ext cx="2743200" cy="522288"/>
            <a:chOff x="3120" y="3264"/>
            <a:chExt cx="1728" cy="329"/>
          </a:xfrm>
        </p:grpSpPr>
        <p:sp>
          <p:nvSpPr>
            <p:cNvPr id="14" name="Text Box 27"/>
            <p:cNvSpPr txBox="1">
              <a:spLocks noChangeArrowheads="1"/>
            </p:cNvSpPr>
            <p:nvPr/>
          </p:nvSpPr>
          <p:spPr bwMode="auto">
            <a:xfrm>
              <a:off x="3120" y="3264"/>
              <a:ext cx="172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在点     的可导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,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5" name="Object 28"/>
            <p:cNvGraphicFramePr>
              <a:graphicFrameLocks noChangeAspect="1"/>
            </p:cNvGraphicFramePr>
            <p:nvPr/>
          </p:nvGraphicFramePr>
          <p:xfrm>
            <a:off x="3670" y="3293"/>
            <a:ext cx="22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76" name="Equation" r:id="rId15" imgW="8534400" imgH="10363200" progId="Equation.DSMT4">
                    <p:embed/>
                  </p:oleObj>
                </mc:Choice>
                <mc:Fallback>
                  <p:oleObj name="Equation" r:id="rId15" imgW="8534400" imgH="10363200" progId="Equation.DSMT4">
                    <p:embed/>
                    <p:pic>
                      <p:nvPicPr>
                        <p:cNvPr id="0" name="图片 417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70" y="3293"/>
                          <a:ext cx="224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Text Box 30"/>
          <p:cNvSpPr txBox="1">
            <a:spLocks noChangeArrowheads="1"/>
          </p:cNvSpPr>
          <p:nvPr/>
        </p:nvSpPr>
        <p:spPr bwMode="auto">
          <a:xfrm>
            <a:off x="8382000" y="453430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79576" y="4777988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证毕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/>
      <p:bldP spid="11" grpId="0" autoUpdateAnimBg="0"/>
      <p:bldP spid="17" grpId="0" autoUpdateAnimBg="0" build="p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06600" y="851535"/>
            <a:ext cx="12954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说明</a:t>
            </a:r>
            <a:r>
              <a:rPr lang="en-US" altLang="zh-CN" sz="2800" b="1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en-US" altLang="zh-CN" sz="2800" b="1" smtClean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2606720" y="2301518"/>
          <a:ext cx="1454892" cy="50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15849600" imgH="5486400" progId="Equation.DSMT4">
                  <p:embed/>
                </p:oleObj>
              </mc:Choice>
              <mc:Fallback>
                <p:oleObj name="Equation" r:id="rId1" imgW="15849600" imgH="54864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06720" y="2301518"/>
                        <a:ext cx="1454892" cy="5081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062095" y="2287588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252470" y="1593215"/>
          <a:ext cx="2386588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7" name="Equation" r:id="rId3" imgW="49072800" imgH="10363200" progId="Equation.DSMT4">
                  <p:embed/>
                </p:oleObj>
              </mc:Choice>
              <mc:Fallback>
                <p:oleObj name="Equation" r:id="rId3" imgW="49072800" imgH="10363200" progId="Equation.DSMT4">
                  <p:embed/>
                  <p:pic>
                    <p:nvPicPr>
                      <p:cNvPr id="0" name="图片 520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52470" y="1593215"/>
                        <a:ext cx="2386588" cy="50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3263265" y="898525"/>
          <a:ext cx="3794823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8" name="Equation" r:id="rId5" imgW="78028800" imgH="10363200" progId="Equation.DSMT4">
                  <p:embed/>
                </p:oleObj>
              </mc:Choice>
              <mc:Fallback>
                <p:oleObj name="Equation" r:id="rId5" imgW="78028800" imgH="10363200" progId="Equation.DSMT4">
                  <p:embed/>
                  <p:pic>
                    <p:nvPicPr>
                      <p:cNvPr id="0" name="图片 520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63265" y="898525"/>
                        <a:ext cx="3794823" cy="50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302000" y="2980055"/>
          <a:ext cx="1092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9" name="Equation" r:id="rId7" imgW="26212800" imgH="21945600" progId="Equation.DSMT4">
                  <p:embed/>
                </p:oleObj>
              </mc:Choice>
              <mc:Fallback>
                <p:oleObj name="Equation" r:id="rId7" imgW="26212800" imgH="21945600" progId="Equation.DSMT4">
                  <p:embed/>
                  <p:pic>
                    <p:nvPicPr>
                      <p:cNvPr id="0" name="图片 520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02000" y="2980055"/>
                        <a:ext cx="10922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4511675" y="3000058"/>
          <a:ext cx="2235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0" name="Equation" r:id="rId9" imgW="53644800" imgH="22250400" progId="Equation.DSMT4">
                  <p:embed/>
                </p:oleObj>
              </mc:Choice>
              <mc:Fallback>
                <p:oleObj name="Equation" r:id="rId9" imgW="53644800" imgH="22250400" progId="Equation.DSMT4">
                  <p:embed/>
                  <p:pic>
                    <p:nvPicPr>
                      <p:cNvPr id="0" name="图片 520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11675" y="3000058"/>
                        <a:ext cx="2235200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6904355" y="2965450"/>
          <a:ext cx="2336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1" name="Equation" r:id="rId11" imgW="56083200" imgH="22250400" progId="Equation.DSMT4">
                  <p:embed/>
                </p:oleObj>
              </mc:Choice>
              <mc:Fallback>
                <p:oleObj name="Equation" r:id="rId11" imgW="56083200" imgH="22250400" progId="Equation.DSMT4">
                  <p:embed/>
                  <p:pic>
                    <p:nvPicPr>
                      <p:cNvPr id="0" name="图片 521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904355" y="2965450"/>
                        <a:ext cx="2336800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9398635" y="3232150"/>
          <a:ext cx="431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2" name="Equation" r:id="rId13" imgW="10363200" imgH="9448800" progId="Equation.DSMT4">
                  <p:embed/>
                </p:oleObj>
              </mc:Choice>
              <mc:Fallback>
                <p:oleObj name="Equation" r:id="rId13" imgW="10363200" imgH="9448800" progId="Equation.DSMT4">
                  <p:embed/>
                  <p:pic>
                    <p:nvPicPr>
                      <p:cNvPr id="0" name="图片 521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398635" y="3232150"/>
                        <a:ext cx="431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1760220" y="4281805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所以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2624863" y="4339704"/>
          <a:ext cx="1090143" cy="405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3" name="Equation" r:id="rId15" imgW="11887200" imgH="4267200" progId="Equation.DSMT4">
                  <p:embed/>
                </p:oleObj>
              </mc:Choice>
              <mc:Fallback>
                <p:oleObj name="Equation" r:id="rId15" imgW="11887200" imgH="4267200" progId="Equation.DSMT4">
                  <p:embed/>
                  <p:pic>
                    <p:nvPicPr>
                      <p:cNvPr id="0" name="图片 5212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24863" y="4339704"/>
                        <a:ext cx="1090143" cy="40573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3733800" y="4319588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4254786" y="4365104"/>
          <a:ext cx="545070" cy="463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4" name="Equation" r:id="rId17" imgW="5791200" imgH="4876800" progId="Equation.DSMT4">
                  <p:embed/>
                </p:oleObj>
              </mc:Choice>
              <mc:Fallback>
                <p:oleObj name="Equation" r:id="rId17" imgW="5791200" imgH="4876800" progId="Equation.DSMT4">
                  <p:embed/>
                  <p:pic>
                    <p:nvPicPr>
                      <p:cNvPr id="0" name="图片 5213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254786" y="4365104"/>
                        <a:ext cx="545070" cy="46310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5209041" y="4365104"/>
          <a:ext cx="454911" cy="454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5" name="Equation" r:id="rId19" imgW="4876800" imgH="4876800" progId="Equation.DSMT4">
                  <p:embed/>
                </p:oleObj>
              </mc:Choice>
              <mc:Fallback>
                <p:oleObj name="Equation" r:id="rId19" imgW="4876800" imgH="4876800" progId="Equation.DSMT4">
                  <p:embed/>
                  <p:pic>
                    <p:nvPicPr>
                      <p:cNvPr id="0" name="图片 521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209041" y="4365104"/>
                        <a:ext cx="454911" cy="45491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1722438" y="4953000"/>
            <a:ext cx="422116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很小时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有近似公式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8918029" y="4229596"/>
          <a:ext cx="737691" cy="573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6" name="Equation" r:id="rId21" imgW="7924800" imgH="6096000" progId="Equation.DSMT4">
                  <p:embed/>
                </p:oleObj>
              </mc:Choice>
              <mc:Fallback>
                <p:oleObj name="Equation" r:id="rId21" imgW="7924800" imgH="6096000" progId="Equation.DSMT4">
                  <p:embed/>
                  <p:pic>
                    <p:nvPicPr>
                      <p:cNvPr id="0" name="图片 5215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918029" y="4229596"/>
                        <a:ext cx="737691" cy="573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4511765" y="5525198"/>
          <a:ext cx="1432346" cy="538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7" name="Equation" r:id="rId23" imgW="13106400" imgH="4876800" progId="Equation.DSMT4">
                  <p:embed/>
                </p:oleObj>
              </mc:Choice>
              <mc:Fallback>
                <p:oleObj name="Equation" r:id="rId23" imgW="13106400" imgH="4876800" progId="Equation.DSMT4">
                  <p:embed/>
                  <p:pic>
                    <p:nvPicPr>
                      <p:cNvPr id="0" name="图片 521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511765" y="5525198"/>
                        <a:ext cx="1432346" cy="53895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4724400" y="4308475"/>
            <a:ext cx="609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5638800" y="4308475"/>
            <a:ext cx="2590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是等价无穷小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2006600" y="2294255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8020050" y="4281488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故当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11" grpId="0" autoUpdateAnimBg="0"/>
      <p:bldP spid="13" grpId="0" autoUpdateAnimBg="0"/>
      <p:bldP spid="16" grpId="0" advAuto="0" autoUpdateAnimBg="0" build="p"/>
      <p:bldP spid="19" grpId="0" autoUpdateAnimBg="0"/>
      <p:bldP spid="20" grpId="0" autoUpdateAnimBg="0"/>
      <p:bldP spid="21" grpId="0" autoUpdateAnimBg="0" build="p"/>
      <p:bldP spid="22" grpId="0" autoUpdateAnimBg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57400" y="357188"/>
            <a:ext cx="28956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2141908" y="2427636"/>
          <a:ext cx="2386588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49072800" imgH="10363200" progId="Equation.DSMT4">
                  <p:embed/>
                </p:oleObj>
              </mc:Choice>
              <mc:Fallback>
                <p:oleObj name="Equation" r:id="rId1" imgW="49072800" imgH="103632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41908" y="2427636"/>
                        <a:ext cx="2386588" cy="50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"/>
          <p:cNvGrpSpPr/>
          <p:nvPr/>
        </p:nvGrpSpPr>
        <p:grpSpPr bwMode="auto">
          <a:xfrm>
            <a:off x="8745233" y="2849883"/>
            <a:ext cx="1054647" cy="2019277"/>
            <a:chOff x="4858" y="1291"/>
            <a:chExt cx="782" cy="1497"/>
          </a:xfrm>
        </p:grpSpPr>
        <p:sp>
          <p:nvSpPr>
            <p:cNvPr id="5" name="Line 5"/>
            <p:cNvSpPr>
              <a:spLocks noChangeShapeType="1"/>
            </p:cNvSpPr>
            <p:nvPr/>
          </p:nvSpPr>
          <p:spPr bwMode="auto">
            <a:xfrm flipV="1">
              <a:off x="4964" y="1291"/>
              <a:ext cx="0" cy="9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Object 6"/>
            <p:cNvGraphicFramePr>
              <a:graphicFrameLocks noChangeAspect="1"/>
            </p:cNvGraphicFramePr>
            <p:nvPr/>
          </p:nvGraphicFramePr>
          <p:xfrm>
            <a:off x="4858" y="2468"/>
            <a:ext cx="782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1" name="Equation" r:id="rId3" imgW="25298400" imgH="10363200" progId="Equation.DSMT4">
                    <p:embed/>
                  </p:oleObj>
                </mc:Choice>
                <mc:Fallback>
                  <p:oleObj name="Equation" r:id="rId3" imgW="25298400" imgH="10363200" progId="Equation.DSMT4">
                    <p:embed/>
                    <p:pic>
                      <p:nvPicPr>
                        <p:cNvPr id="0" name="图片 627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58" y="2468"/>
                          <a:ext cx="782" cy="32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Line 7"/>
            <p:cNvSpPr>
              <a:spLocks noChangeShapeType="1"/>
            </p:cNvSpPr>
            <p:nvPr/>
          </p:nvSpPr>
          <p:spPr bwMode="auto">
            <a:xfrm flipH="1" flipV="1">
              <a:off x="4964" y="2270"/>
              <a:ext cx="57" cy="34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 bwMode="auto">
          <a:xfrm>
            <a:off x="7147285" y="2278314"/>
            <a:ext cx="2594245" cy="2167144"/>
            <a:chOff x="3674" y="867"/>
            <a:chExt cx="1923" cy="1607"/>
          </a:xfrm>
        </p:grpSpPr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3755" y="221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V="1">
              <a:off x="3755" y="1002"/>
              <a:ext cx="0" cy="1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1" name="Object 11"/>
            <p:cNvGraphicFramePr>
              <a:graphicFrameLocks noChangeAspect="1"/>
            </p:cNvGraphicFramePr>
            <p:nvPr/>
          </p:nvGraphicFramePr>
          <p:xfrm>
            <a:off x="5411" y="2209"/>
            <a:ext cx="169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2" name="Equation" r:id="rId5" imgW="5486400" imgH="7315200" progId="Equation.DSMT4">
                    <p:embed/>
                  </p:oleObj>
                </mc:Choice>
                <mc:Fallback>
                  <p:oleObj name="Equation" r:id="rId5" imgW="5486400" imgH="7315200" progId="Equation.DSMT4">
                    <p:embed/>
                    <p:pic>
                      <p:nvPicPr>
                        <p:cNvPr id="0" name="图片 627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411" y="2209"/>
                          <a:ext cx="169" cy="22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2"/>
            <p:cNvGraphicFramePr>
              <a:graphicFrameLocks noChangeAspect="1"/>
            </p:cNvGraphicFramePr>
            <p:nvPr/>
          </p:nvGraphicFramePr>
          <p:xfrm>
            <a:off x="3674" y="867"/>
            <a:ext cx="188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3" name="Equation" r:id="rId7" imgW="6096000" imgH="7315200" progId="Equation.DSMT4">
                    <p:embed/>
                  </p:oleObj>
                </mc:Choice>
                <mc:Fallback>
                  <p:oleObj name="Equation" r:id="rId7" imgW="6096000" imgH="7315200" progId="Equation.DSMT4">
                    <p:embed/>
                    <p:pic>
                      <p:nvPicPr>
                        <p:cNvPr id="0" name="图片 627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674" y="867"/>
                          <a:ext cx="188" cy="22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3"/>
            <p:cNvGraphicFramePr>
              <a:graphicFrameLocks noChangeAspect="1"/>
            </p:cNvGraphicFramePr>
            <p:nvPr/>
          </p:nvGraphicFramePr>
          <p:xfrm>
            <a:off x="3678" y="2239"/>
            <a:ext cx="216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4" name="Equation" r:id="rId9" imgW="7010400" imgH="7620000" progId="Equation.DSMT4">
                    <p:embed/>
                  </p:oleObj>
                </mc:Choice>
                <mc:Fallback>
                  <p:oleObj name="Equation" r:id="rId9" imgW="7010400" imgH="7620000" progId="Equation.DSMT4">
                    <p:embed/>
                    <p:pic>
                      <p:nvPicPr>
                        <p:cNvPr id="0" name="图片 627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678" y="2239"/>
                          <a:ext cx="216" cy="23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Freeform 14"/>
            <p:cNvSpPr/>
            <p:nvPr/>
          </p:nvSpPr>
          <p:spPr bwMode="auto">
            <a:xfrm>
              <a:off x="4043" y="1002"/>
              <a:ext cx="1094" cy="836"/>
            </a:xfrm>
            <a:custGeom>
              <a:avLst/>
              <a:gdLst>
                <a:gd name="T0" fmla="*/ 0 w 912"/>
                <a:gd name="T1" fmla="*/ 672 h 696"/>
                <a:gd name="T2" fmla="*/ 240 w 912"/>
                <a:gd name="T3" fmla="*/ 672 h 696"/>
                <a:gd name="T4" fmla="*/ 528 w 912"/>
                <a:gd name="T5" fmla="*/ 528 h 696"/>
                <a:gd name="T6" fmla="*/ 768 w 912"/>
                <a:gd name="T7" fmla="*/ 240 h 696"/>
                <a:gd name="T8" fmla="*/ 912 w 912"/>
                <a:gd name="T9" fmla="*/ 0 h 6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2" h="696">
                  <a:moveTo>
                    <a:pt x="0" y="672"/>
                  </a:moveTo>
                  <a:cubicBezTo>
                    <a:pt x="76" y="684"/>
                    <a:pt x="152" y="696"/>
                    <a:pt x="240" y="672"/>
                  </a:cubicBezTo>
                  <a:cubicBezTo>
                    <a:pt x="328" y="648"/>
                    <a:pt x="440" y="600"/>
                    <a:pt x="528" y="528"/>
                  </a:cubicBezTo>
                  <a:cubicBezTo>
                    <a:pt x="616" y="456"/>
                    <a:pt x="704" y="328"/>
                    <a:pt x="768" y="240"/>
                  </a:cubicBezTo>
                  <a:cubicBezTo>
                    <a:pt x="832" y="152"/>
                    <a:pt x="888" y="40"/>
                    <a:pt x="912" y="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5" name="Object 15"/>
            <p:cNvGraphicFramePr>
              <a:graphicFrameLocks noChangeAspect="1"/>
            </p:cNvGraphicFramePr>
            <p:nvPr/>
          </p:nvGraphicFramePr>
          <p:xfrm>
            <a:off x="4078" y="1002"/>
            <a:ext cx="960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5" name="Equation" r:id="rId11" imgW="31089600" imgH="9448800" progId="Equation.DSMT4">
                    <p:embed/>
                  </p:oleObj>
                </mc:Choice>
                <mc:Fallback>
                  <p:oleObj name="Equation" r:id="rId11" imgW="31089600" imgH="9448800" progId="Equation.DSMT4">
                    <p:embed/>
                    <p:pic>
                      <p:nvPicPr>
                        <p:cNvPr id="0" name="图片 627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078" y="1002"/>
                          <a:ext cx="960" cy="2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Line 16"/>
          <p:cNvSpPr>
            <a:spLocks noChangeShapeType="1"/>
          </p:cNvSpPr>
          <p:nvPr/>
        </p:nvSpPr>
        <p:spPr bwMode="auto">
          <a:xfrm>
            <a:off x="8887355" y="2849883"/>
            <a:ext cx="5445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Line 17"/>
          <p:cNvSpPr>
            <a:spLocks noChangeShapeType="1"/>
          </p:cNvSpPr>
          <p:nvPr/>
        </p:nvSpPr>
        <p:spPr bwMode="auto">
          <a:xfrm>
            <a:off x="8420630" y="3392808"/>
            <a:ext cx="10874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Line 18"/>
          <p:cNvSpPr>
            <a:spLocks noChangeShapeType="1"/>
          </p:cNvSpPr>
          <p:nvPr/>
        </p:nvSpPr>
        <p:spPr bwMode="auto">
          <a:xfrm>
            <a:off x="9042930" y="3045146"/>
            <a:ext cx="0" cy="34766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9" name="Group 19"/>
          <p:cNvGrpSpPr/>
          <p:nvPr/>
        </p:nvGrpSpPr>
        <p:grpSpPr bwMode="auto">
          <a:xfrm>
            <a:off x="7564952" y="3800487"/>
            <a:ext cx="515888" cy="317430"/>
            <a:chOff x="3983" y="1996"/>
            <a:chExt cx="383" cy="235"/>
          </a:xfrm>
        </p:grpSpPr>
        <p:graphicFrame>
          <p:nvGraphicFramePr>
            <p:cNvPr id="20" name="Object 20"/>
            <p:cNvGraphicFramePr>
              <a:graphicFrameLocks noChangeAspect="1"/>
            </p:cNvGraphicFramePr>
            <p:nvPr/>
          </p:nvGraphicFramePr>
          <p:xfrm>
            <a:off x="4149" y="1996"/>
            <a:ext cx="217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6" name="Equation" r:id="rId13" imgW="7010400" imgH="7620000" progId="Equation.DSMT4">
                    <p:embed/>
                  </p:oleObj>
                </mc:Choice>
                <mc:Fallback>
                  <p:oleObj name="Equation" r:id="rId13" imgW="7010400" imgH="7620000" progId="Equation.DSMT4">
                    <p:embed/>
                    <p:pic>
                      <p:nvPicPr>
                        <p:cNvPr id="0" name="图片 627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149" y="1996"/>
                          <a:ext cx="217" cy="23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Arc 21"/>
            <p:cNvSpPr/>
            <p:nvPr/>
          </p:nvSpPr>
          <p:spPr bwMode="auto">
            <a:xfrm>
              <a:off x="3983" y="2066"/>
              <a:ext cx="166" cy="150"/>
            </a:xfrm>
            <a:custGeom>
              <a:avLst/>
              <a:gdLst>
                <a:gd name="G0" fmla="+- 0 0 0"/>
                <a:gd name="G1" fmla="+- 19160 0 0"/>
                <a:gd name="G2" fmla="+- 21600 0 0"/>
                <a:gd name="T0" fmla="*/ 9973 w 21600"/>
                <a:gd name="T1" fmla="*/ 0 h 19537"/>
                <a:gd name="T2" fmla="*/ 21597 w 21600"/>
                <a:gd name="T3" fmla="*/ 19537 h 19537"/>
                <a:gd name="T4" fmla="*/ 0 w 21600"/>
                <a:gd name="T5" fmla="*/ 19160 h 19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537" fill="none" extrusionOk="0">
                  <a:moveTo>
                    <a:pt x="9972" y="0"/>
                  </a:moveTo>
                  <a:cubicBezTo>
                    <a:pt x="17117" y="3719"/>
                    <a:pt x="21600" y="11105"/>
                    <a:pt x="21600" y="19160"/>
                  </a:cubicBezTo>
                  <a:cubicBezTo>
                    <a:pt x="21600" y="19285"/>
                    <a:pt x="21598" y="19411"/>
                    <a:pt x="21596" y="19536"/>
                  </a:cubicBezTo>
                </a:path>
                <a:path w="21600" h="19537" stroke="0" extrusionOk="0">
                  <a:moveTo>
                    <a:pt x="9972" y="0"/>
                  </a:moveTo>
                  <a:cubicBezTo>
                    <a:pt x="17117" y="3719"/>
                    <a:pt x="21600" y="11105"/>
                    <a:pt x="21600" y="19160"/>
                  </a:cubicBezTo>
                  <a:cubicBezTo>
                    <a:pt x="21600" y="19285"/>
                    <a:pt x="21598" y="19411"/>
                    <a:pt x="21596" y="19536"/>
                  </a:cubicBezTo>
                  <a:lnTo>
                    <a:pt x="0" y="19160"/>
                  </a:lnTo>
                  <a:close/>
                </a:path>
              </a:pathLst>
            </a:custGeom>
            <a:noFill/>
            <a:ln w="19050">
              <a:solidFill>
                <a:schemeClr val="accent1"/>
              </a:solidFill>
              <a:round/>
              <a:head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Line 22"/>
          <p:cNvSpPr>
            <a:spLocks noChangeShapeType="1"/>
          </p:cNvSpPr>
          <p:nvPr/>
        </p:nvSpPr>
        <p:spPr bwMode="auto">
          <a:xfrm flipH="1">
            <a:off x="7410980" y="2926083"/>
            <a:ext cx="1631950" cy="1166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3" name="Group 23"/>
          <p:cNvGrpSpPr/>
          <p:nvPr/>
        </p:nvGrpSpPr>
        <p:grpSpPr bwMode="auto">
          <a:xfrm>
            <a:off x="8353856" y="3392809"/>
            <a:ext cx="317885" cy="1131161"/>
            <a:chOff x="4758" y="1126"/>
            <a:chExt cx="197" cy="698"/>
          </a:xfrm>
        </p:grpSpPr>
        <p:sp>
          <p:nvSpPr>
            <p:cNvPr id="24" name="Line 24"/>
            <p:cNvSpPr>
              <a:spLocks noChangeShapeType="1"/>
            </p:cNvSpPr>
            <p:nvPr/>
          </p:nvSpPr>
          <p:spPr bwMode="auto">
            <a:xfrm>
              <a:off x="4800" y="1126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5" name="Object 25"/>
            <p:cNvGraphicFramePr>
              <a:graphicFrameLocks noChangeAspect="1"/>
            </p:cNvGraphicFramePr>
            <p:nvPr/>
          </p:nvGraphicFramePr>
          <p:xfrm>
            <a:off x="4758" y="1558"/>
            <a:ext cx="19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7" name="Equation" r:id="rId15" imgW="7620000" imgH="10363200" progId="Equation.DSMT4">
                    <p:embed/>
                  </p:oleObj>
                </mc:Choice>
                <mc:Fallback>
                  <p:oleObj name="Equation" r:id="rId15" imgW="7620000" imgH="10363200" progId="Equation.DSMT4">
                    <p:embed/>
                    <p:pic>
                      <p:nvPicPr>
                        <p:cNvPr id="0" name="图片 627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758" y="1558"/>
                          <a:ext cx="197" cy="26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Group 26"/>
          <p:cNvGrpSpPr/>
          <p:nvPr/>
        </p:nvGrpSpPr>
        <p:grpSpPr bwMode="auto">
          <a:xfrm>
            <a:off x="9352494" y="2849883"/>
            <a:ext cx="431079" cy="542925"/>
            <a:chOff x="5309" y="1291"/>
            <a:chExt cx="319" cy="403"/>
          </a:xfrm>
        </p:grpSpPr>
        <p:sp>
          <p:nvSpPr>
            <p:cNvPr id="27" name="Line 27"/>
            <p:cNvSpPr>
              <a:spLocks noChangeShapeType="1"/>
            </p:cNvSpPr>
            <p:nvPr/>
          </p:nvSpPr>
          <p:spPr bwMode="auto">
            <a:xfrm>
              <a:off x="5309" y="1291"/>
              <a:ext cx="0" cy="4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8" name="Object 28"/>
            <p:cNvGraphicFramePr>
              <a:graphicFrameLocks noChangeAspect="1"/>
            </p:cNvGraphicFramePr>
            <p:nvPr/>
          </p:nvGraphicFramePr>
          <p:xfrm>
            <a:off x="5309" y="1340"/>
            <a:ext cx="319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8" name="Equation" r:id="rId17" imgW="10363200" imgH="9144000" progId="Equation.DSMT4">
                    <p:embed/>
                  </p:oleObj>
                </mc:Choice>
                <mc:Fallback>
                  <p:oleObj name="Equation" r:id="rId17" imgW="10363200" imgH="9144000" progId="Equation.DSMT4">
                    <p:embed/>
                    <p:pic>
                      <p:nvPicPr>
                        <p:cNvPr id="0" name="图片 627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309" y="1340"/>
                          <a:ext cx="319" cy="28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Group 29"/>
          <p:cNvGrpSpPr/>
          <p:nvPr/>
        </p:nvGrpSpPr>
        <p:grpSpPr bwMode="auto">
          <a:xfrm>
            <a:off x="9119130" y="1870396"/>
            <a:ext cx="573087" cy="1374775"/>
            <a:chOff x="4823" y="703"/>
            <a:chExt cx="361" cy="866"/>
          </a:xfrm>
        </p:grpSpPr>
        <p:graphicFrame>
          <p:nvGraphicFramePr>
            <p:cNvPr id="30" name="Object 30"/>
            <p:cNvGraphicFramePr>
              <a:graphicFrameLocks noChangeAspect="1"/>
            </p:cNvGraphicFramePr>
            <p:nvPr/>
          </p:nvGraphicFramePr>
          <p:xfrm>
            <a:off x="4919" y="703"/>
            <a:ext cx="265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9" name="Equation" r:id="rId19" imgW="490855" imgH="479425" progId="Equation.3">
                    <p:embed/>
                  </p:oleObj>
                </mc:Choice>
                <mc:Fallback>
                  <p:oleObj name="Equation" r:id="rId19" imgW="490855" imgH="479425" progId="Equation.3">
                    <p:embed/>
                    <p:pic>
                      <p:nvPicPr>
                        <p:cNvPr id="0" name="图片 627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919" y="703"/>
                          <a:ext cx="265" cy="25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Freeform 31"/>
            <p:cNvSpPr/>
            <p:nvPr/>
          </p:nvSpPr>
          <p:spPr bwMode="auto">
            <a:xfrm>
              <a:off x="4823" y="991"/>
              <a:ext cx="193" cy="578"/>
            </a:xfrm>
            <a:custGeom>
              <a:avLst/>
              <a:gdLst>
                <a:gd name="T0" fmla="*/ 240 w 240"/>
                <a:gd name="T1" fmla="*/ 0 h 720"/>
                <a:gd name="T2" fmla="*/ 144 w 240"/>
                <a:gd name="T3" fmla="*/ 384 h 720"/>
                <a:gd name="T4" fmla="*/ 0 w 240"/>
                <a:gd name="T5" fmla="*/ 72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0" h="720">
                  <a:moveTo>
                    <a:pt x="240" y="0"/>
                  </a:moveTo>
                  <a:cubicBezTo>
                    <a:pt x="212" y="132"/>
                    <a:pt x="184" y="264"/>
                    <a:pt x="144" y="384"/>
                  </a:cubicBezTo>
                  <a:cubicBezTo>
                    <a:pt x="104" y="504"/>
                    <a:pt x="24" y="664"/>
                    <a:pt x="0" y="720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2" name="Line 32"/>
          <p:cNvSpPr>
            <a:spLocks noChangeShapeType="1"/>
          </p:cNvSpPr>
          <p:nvPr/>
        </p:nvSpPr>
        <p:spPr bwMode="auto">
          <a:xfrm>
            <a:off x="8887355" y="3043558"/>
            <a:ext cx="29368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3" name="Object 33"/>
          <p:cNvGraphicFramePr>
            <a:graphicFrameLocks noChangeAspect="1"/>
          </p:cNvGraphicFramePr>
          <p:nvPr/>
        </p:nvGraphicFramePr>
        <p:xfrm>
          <a:off x="4598088" y="2469863"/>
          <a:ext cx="1857600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0" name="Equation" r:id="rId21" imgW="39319200" imgH="9144000" progId="Equation.DSMT4">
                  <p:embed/>
                </p:oleObj>
              </mc:Choice>
              <mc:Fallback>
                <p:oleObj name="Equation" r:id="rId21" imgW="39319200" imgH="9144000" progId="Equation.DSMT4">
                  <p:embed/>
                  <p:pic>
                    <p:nvPicPr>
                      <p:cNvPr id="0" name="图片 6279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598088" y="2469863"/>
                        <a:ext cx="1857600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Group 34"/>
          <p:cNvGrpSpPr/>
          <p:nvPr/>
        </p:nvGrpSpPr>
        <p:grpSpPr bwMode="auto">
          <a:xfrm>
            <a:off x="2141978" y="3372488"/>
            <a:ext cx="2362200" cy="522288"/>
            <a:chOff x="340" y="1099"/>
            <a:chExt cx="1488" cy="329"/>
          </a:xfrm>
        </p:grpSpPr>
        <p:sp>
          <p:nvSpPr>
            <p:cNvPr id="35" name="Text Box 35"/>
            <p:cNvSpPr txBox="1">
              <a:spLocks noChangeArrowheads="1"/>
            </p:cNvSpPr>
            <p:nvPr/>
          </p:nvSpPr>
          <p:spPr bwMode="auto">
            <a:xfrm>
              <a:off x="340" y="1099"/>
              <a:ext cx="148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当      很小时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,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6" name="Object 36"/>
            <p:cNvGraphicFramePr>
              <a:graphicFrameLocks noChangeAspect="1"/>
            </p:cNvGraphicFramePr>
            <p:nvPr/>
          </p:nvGraphicFramePr>
          <p:xfrm>
            <a:off x="622" y="1139"/>
            <a:ext cx="302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81" name="Equation" r:id="rId23" imgW="5181600" imgH="4267200" progId="Equation.DSMT4">
                    <p:embed/>
                  </p:oleObj>
                </mc:Choice>
                <mc:Fallback>
                  <p:oleObj name="Equation" r:id="rId23" imgW="5181600" imgH="4267200" progId="Equation.DSMT4">
                    <p:embed/>
                    <p:pic>
                      <p:nvPicPr>
                        <p:cNvPr id="0" name="图片 628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622" y="1139"/>
                          <a:ext cx="302" cy="25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" name="Object 37"/>
          <p:cNvGraphicFramePr>
            <a:graphicFrameLocks noChangeAspect="1"/>
          </p:cNvGraphicFramePr>
          <p:nvPr/>
        </p:nvGraphicFramePr>
        <p:xfrm>
          <a:off x="4439816" y="3302073"/>
          <a:ext cx="1386458" cy="536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2" name="Equation" r:id="rId25" imgW="12801600" imgH="4876800" progId="Equation.DSMT4">
                  <p:embed/>
                </p:oleObj>
              </mc:Choice>
              <mc:Fallback>
                <p:oleObj name="Equation" r:id="rId25" imgW="12801600" imgH="4876800" progId="Equation.DSMT4">
                  <p:embed/>
                  <p:pic>
                    <p:nvPicPr>
                      <p:cNvPr id="0" name="图片 6281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439816" y="3302073"/>
                        <a:ext cx="1386458" cy="53622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Box 44"/>
          <p:cNvSpPr txBox="1">
            <a:spLocks noChangeArrowheads="1"/>
          </p:cNvSpPr>
          <p:nvPr/>
        </p:nvSpPr>
        <p:spPr bwMode="auto">
          <a:xfrm>
            <a:off x="5904283" y="1183407"/>
            <a:ext cx="36036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切线纵坐标的增量</a:t>
            </a:r>
            <a:endParaRPr lang="zh-CN" altLang="en-US" sz="2800" b="1" dirty="0" smtClean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Line 45"/>
          <p:cNvSpPr>
            <a:spLocks noChangeShapeType="1"/>
          </p:cNvSpPr>
          <p:nvPr/>
        </p:nvSpPr>
        <p:spPr bwMode="auto">
          <a:xfrm>
            <a:off x="4911837" y="1455995"/>
            <a:ext cx="914400" cy="0"/>
          </a:xfrm>
          <a:prstGeom prst="line">
            <a:avLst/>
          </a:prstGeom>
          <a:noFill/>
          <a:ln w="12700">
            <a:solidFill>
              <a:srgbClr val="7030A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3" name="Rectangle 2"/>
          <p:cNvSpPr txBox="1">
            <a:spLocks noChangeArrowheads="1"/>
          </p:cNvSpPr>
          <p:nvPr/>
        </p:nvSpPr>
        <p:spPr>
          <a:xfrm>
            <a:off x="1784985" y="535623"/>
            <a:ext cx="4876800" cy="762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3.微分的几何意义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7" grpId="0" bldLvl="0" animBg="1"/>
      <p:bldP spid="18" grpId="0" bldLvl="0" animBg="1"/>
      <p:bldP spid="22" grpId="0" bldLvl="0" animBg="1"/>
      <p:bldP spid="32" grpId="0" bldLvl="0" animBg="1"/>
      <p:bldP spid="44" grpId="0" autoUpdateAnimBg="0"/>
      <p:bldP spid="45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8"/>
          <p:cNvGraphicFramePr>
            <a:graphicFrameLocks noChangeAspect="1"/>
          </p:cNvGraphicFramePr>
          <p:nvPr/>
        </p:nvGraphicFramePr>
        <p:xfrm>
          <a:off x="2141855" y="997267"/>
          <a:ext cx="1816941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1" imgW="40233600" imgH="10363200" progId="Equation.DSMT4">
                  <p:embed/>
                </p:oleObj>
              </mc:Choice>
              <mc:Fallback>
                <p:oleObj name="Equation" r:id="rId1" imgW="40233600" imgH="103632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41855" y="997267"/>
                        <a:ext cx="1816941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39"/>
          <p:cNvSpPr txBox="1">
            <a:spLocks noChangeArrowheads="1"/>
          </p:cNvSpPr>
          <p:nvPr/>
        </p:nvSpPr>
        <p:spPr bwMode="auto">
          <a:xfrm>
            <a:off x="2044700" y="2697480"/>
            <a:ext cx="1219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则有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0"/>
          <p:cNvGraphicFramePr>
            <a:graphicFrameLocks noChangeAspect="1"/>
          </p:cNvGraphicFramePr>
          <p:nvPr/>
        </p:nvGraphicFramePr>
        <p:xfrm>
          <a:off x="3340100" y="2755265"/>
          <a:ext cx="1905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8" name="Equation" r:id="rId3" imgW="45720000" imgH="9753600" progId="Equation.DSMT4">
                  <p:embed/>
                </p:oleObj>
              </mc:Choice>
              <mc:Fallback>
                <p:oleObj name="Equation" r:id="rId3" imgW="45720000" imgH="9753600" progId="Equation.DSMT4">
                  <p:embed/>
                  <p:pic>
                    <p:nvPicPr>
                      <p:cNvPr id="0" name="图片 725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40100" y="2755265"/>
                        <a:ext cx="19050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1"/>
          <p:cNvSpPr txBox="1">
            <a:spLocks noChangeArrowheads="1"/>
          </p:cNvSpPr>
          <p:nvPr/>
        </p:nvSpPr>
        <p:spPr bwMode="auto">
          <a:xfrm>
            <a:off x="2082800" y="3550285"/>
            <a:ext cx="1143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从而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42"/>
          <p:cNvGraphicFramePr>
            <a:graphicFrameLocks noChangeAspect="1"/>
          </p:cNvGraphicFramePr>
          <p:nvPr/>
        </p:nvGraphicFramePr>
        <p:xfrm>
          <a:off x="3313976" y="3301551"/>
          <a:ext cx="1675296" cy="1023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9" name="Equation" r:id="rId5" imgW="17068800" imgH="10363200" progId="Equation.DSMT4">
                  <p:embed/>
                </p:oleObj>
              </mc:Choice>
              <mc:Fallback>
                <p:oleObj name="Equation" r:id="rId5" imgW="17068800" imgH="10363200" progId="Equation.DSMT4">
                  <p:embed/>
                  <p:pic>
                    <p:nvPicPr>
                      <p:cNvPr id="0" name="图片 725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13976" y="3301551"/>
                        <a:ext cx="1675296" cy="102354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3225800" y="2029460"/>
            <a:ext cx="2590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自变量的微分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47"/>
          <p:cNvGraphicFramePr>
            <a:graphicFrameLocks noChangeAspect="1"/>
          </p:cNvGraphicFramePr>
          <p:nvPr/>
        </p:nvGraphicFramePr>
        <p:xfrm>
          <a:off x="2120265" y="2085657"/>
          <a:ext cx="1193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0" name="Equation" r:id="rId7" imgW="28651200" imgH="10668000" progId="Equation.DSMT4">
                  <p:embed/>
                </p:oleObj>
              </mc:Choice>
              <mc:Fallback>
                <p:oleObj name="Equation" r:id="rId7" imgW="28651200" imgH="10668000" progId="Equation.DSMT4">
                  <p:embed/>
                  <p:pic>
                    <p:nvPicPr>
                      <p:cNvPr id="0" name="图片 725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20265" y="2085657"/>
                        <a:ext cx="11938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48"/>
          <p:cNvSpPr txBox="1">
            <a:spLocks noChangeArrowheads="1"/>
          </p:cNvSpPr>
          <p:nvPr/>
        </p:nvSpPr>
        <p:spPr bwMode="auto">
          <a:xfrm>
            <a:off x="5562600" y="2008187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记作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49"/>
          <p:cNvGraphicFramePr>
            <a:graphicFrameLocks noChangeAspect="1"/>
          </p:cNvGraphicFramePr>
          <p:nvPr/>
        </p:nvGraphicFramePr>
        <p:xfrm>
          <a:off x="6479282" y="2025883"/>
          <a:ext cx="459283" cy="485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1" name="Equation" r:id="rId9" imgW="4572000" imgH="4876800" progId="Equation.DSMT4">
                  <p:embed/>
                </p:oleObj>
              </mc:Choice>
              <mc:Fallback>
                <p:oleObj name="Equation" r:id="rId9" imgW="4572000" imgH="4876800" progId="Equation.DSMT4">
                  <p:embed/>
                  <p:pic>
                    <p:nvPicPr>
                      <p:cNvPr id="0" name="图片 726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79282" y="2025883"/>
                        <a:ext cx="459283" cy="48553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0"/>
          <p:cNvGraphicFramePr>
            <a:graphicFrameLocks noChangeAspect="1"/>
          </p:cNvGraphicFramePr>
          <p:nvPr/>
        </p:nvGraphicFramePr>
        <p:xfrm>
          <a:off x="4498658" y="1462722"/>
          <a:ext cx="1339200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2" name="Equation" r:id="rId11" imgW="28346400" imgH="9144000" progId="Equation.DSMT4">
                  <p:embed/>
                </p:oleObj>
              </mc:Choice>
              <mc:Fallback>
                <p:oleObj name="Equation" r:id="rId11" imgW="28346400" imgH="9144000" progId="Equation.DSMT4">
                  <p:embed/>
                  <p:pic>
                    <p:nvPicPr>
                      <p:cNvPr id="0" name="图片 726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98658" y="1462722"/>
                        <a:ext cx="1339200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1"/>
          <p:cNvGraphicFramePr>
            <a:graphicFrameLocks noChangeAspect="1"/>
          </p:cNvGraphicFramePr>
          <p:nvPr/>
        </p:nvGraphicFramePr>
        <p:xfrm>
          <a:off x="5899150" y="1458912"/>
          <a:ext cx="738581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3" name="Equation" r:id="rId13" imgW="16154400" imgH="9448800" progId="Equation.DSMT4">
                  <p:embed/>
                </p:oleObj>
              </mc:Choice>
              <mc:Fallback>
                <p:oleObj name="Equation" r:id="rId13" imgW="16154400" imgH="9448800" progId="Equation.DSMT4">
                  <p:embed/>
                  <p:pic>
                    <p:nvPicPr>
                      <p:cNvPr id="0" name="图片 726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899150" y="1458912"/>
                        <a:ext cx="738581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52"/>
          <p:cNvSpPr txBox="1">
            <a:spLocks noChangeArrowheads="1"/>
          </p:cNvSpPr>
          <p:nvPr/>
        </p:nvSpPr>
        <p:spPr bwMode="auto">
          <a:xfrm>
            <a:off x="3958590" y="936942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记</a:t>
            </a:r>
            <a:endParaRPr kumimoji="1" lang="zh-CN" altLang="en-US" sz="28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Text Box 43"/>
          <p:cNvSpPr txBox="1">
            <a:spLocks noChangeArrowheads="1"/>
          </p:cNvSpPr>
          <p:nvPr/>
        </p:nvSpPr>
        <p:spPr bwMode="auto">
          <a:xfrm>
            <a:off x="6479540" y="3411220"/>
            <a:ext cx="304800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2"/>
            </a:solidFill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导数也叫作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微商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1790065" y="268288"/>
            <a:ext cx="4876800" cy="762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chemeClr val="accent3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4.微商的概念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16" name="Object 12"/>
          <p:cNvGraphicFramePr>
            <a:graphicFrameLocks noChangeAspect="1"/>
          </p:cNvGraphicFramePr>
          <p:nvPr/>
        </p:nvGraphicFramePr>
        <p:xfrm>
          <a:off x="3340100" y="4503738"/>
          <a:ext cx="1854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4" name="Equation" r:id="rId15" imgW="44500800" imgH="8839200" progId="Equation.DSMT4">
                  <p:embed/>
                </p:oleObj>
              </mc:Choice>
              <mc:Fallback>
                <p:oleObj name="Equation" r:id="rId15" imgW="44500800" imgH="8839200" progId="Equation.DSMT4">
                  <p:embed/>
                  <p:pic>
                    <p:nvPicPr>
                      <p:cNvPr id="0" name="图片 726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340100" y="4503738"/>
                        <a:ext cx="1854200" cy="36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3"/>
          <p:cNvGraphicFramePr>
            <a:graphicFrameLocks noChangeAspect="1"/>
          </p:cNvGraphicFramePr>
          <p:nvPr/>
        </p:nvGraphicFramePr>
        <p:xfrm>
          <a:off x="3340100" y="5247958"/>
          <a:ext cx="419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5" name="Equation" r:id="rId17" imgW="10058400" imgH="9448800" progId="Equation.DSMT4">
                  <p:embed/>
                </p:oleObj>
              </mc:Choice>
              <mc:Fallback>
                <p:oleObj name="Equation" r:id="rId17" imgW="10058400" imgH="9448800" progId="Equation.DSMT4">
                  <p:embed/>
                  <p:pic>
                    <p:nvPicPr>
                      <p:cNvPr id="0" name="图片 726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40100" y="5247958"/>
                        <a:ext cx="419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4"/>
          <p:cNvGraphicFramePr>
            <a:graphicFrameLocks noChangeAspect="1"/>
          </p:cNvGraphicFramePr>
          <p:nvPr/>
        </p:nvGraphicFramePr>
        <p:xfrm>
          <a:off x="3828733" y="5025708"/>
          <a:ext cx="1524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6" name="Equation" r:id="rId19" imgW="36576000" imgH="20116800" progId="Equation.DSMT4">
                  <p:embed/>
                </p:oleObj>
              </mc:Choice>
              <mc:Fallback>
                <p:oleObj name="Equation" r:id="rId19" imgW="36576000" imgH="20116800" progId="Equation.DSMT4">
                  <p:embed/>
                  <p:pic>
                    <p:nvPicPr>
                      <p:cNvPr id="0" name="图片 726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828733" y="5025708"/>
                        <a:ext cx="15240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2082667" y="4357092"/>
            <a:ext cx="1600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例如</a:t>
            </a:r>
            <a:r>
              <a:rPr kumimoji="1"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kumimoji="1" lang="en-US" altLang="zh-CN" sz="2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 autoUpdateAnimBg="0"/>
      <p:bldP spid="7" grpId="0" advAuto="0" autoUpdateAnimBg="0" build="p"/>
      <p:bldP spid="9" grpId="0" autoUpdateAnimBg="0"/>
      <p:bldP spid="13" grpId="0" autoUpdateAnimBg="0" build="p"/>
      <p:bldP spid="14" grpId="0" bldLvl="0" animBg="1" autoUpdateAnimBg="0"/>
      <p:bldP spid="1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63552" y="332656"/>
            <a:ext cx="14370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489708" y="375191"/>
          <a:ext cx="97313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Equation" r:id="rId1" imgW="23164800" imgH="10972800" progId="Equation.DSMT4">
                  <p:embed/>
                </p:oleObj>
              </mc:Choice>
              <mc:Fallback>
                <p:oleObj name="Equation" r:id="rId1" imgW="23164800" imgH="109728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89708" y="375191"/>
                        <a:ext cx="973137" cy="438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063552" y="855876"/>
            <a:ext cx="17926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）求当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848071" y="936510"/>
          <a:ext cx="2243138" cy="361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4" name="Equation" r:id="rId3" imgW="53340000" imgH="8839200" progId="Equation.DSMT4">
                  <p:embed/>
                </p:oleObj>
              </mc:Choice>
              <mc:Fallback>
                <p:oleObj name="Equation" r:id="rId3" imgW="53340000" imgH="8839200" progId="Equation.DSMT4">
                  <p:embed/>
                  <p:pic>
                    <p:nvPicPr>
                      <p:cNvPr id="0" name="图片 830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48071" y="936510"/>
                        <a:ext cx="2243138" cy="361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68008" y="855876"/>
            <a:ext cx="28651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时的增量和微分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63552" y="1379096"/>
            <a:ext cx="180850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求当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27848" y="1366483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时的微分；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900598" y="1484784"/>
          <a:ext cx="755650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5" name="Equation" r:id="rId5" imgW="17983200" imgH="7620000" progId="Equation.DSMT4">
                  <p:embed/>
                </p:oleObj>
              </mc:Choice>
              <mc:Fallback>
                <p:oleObj name="Equation" r:id="rId5" imgW="17983200" imgH="7620000" progId="Equation.DSMT4">
                  <p:embed/>
                  <p:pic>
                    <p:nvPicPr>
                      <p:cNvPr id="0" name="图片 830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00598" y="1484784"/>
                        <a:ext cx="755650" cy="312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063552" y="1902316"/>
            <a:ext cx="38279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）求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函数的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微分．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07568" y="2425536"/>
            <a:ext cx="105003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endParaRPr lang="zh-CN" altLang="en-US" sz="2800" b="1" dirty="0" smtClean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88270" y="2425536"/>
            <a:ext cx="4032447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注意微分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4367808" y="2452196"/>
          <a:ext cx="19827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" name="Equation" r:id="rId7" imgW="47244000" imgH="11582400" progId="Equation.DSMT4">
                  <p:embed/>
                </p:oleObj>
              </mc:Choice>
              <mc:Fallback>
                <p:oleObj name="Equation" r:id="rId7" imgW="47244000" imgH="11582400" progId="Equation.DSMT4">
                  <p:embed/>
                  <p:pic>
                    <p:nvPicPr>
                      <p:cNvPr id="0" name="图片 830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67808" y="2452196"/>
                        <a:ext cx="1982788" cy="469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312025" y="2425536"/>
            <a:ext cx="4355976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有两个相互独立的自变量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23592" y="2948756"/>
            <a:ext cx="7219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145153" y="3041454"/>
          <a:ext cx="703262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7" name="Equation" r:id="rId9" imgW="16764000" imgH="9144000" progId="Equation.DSMT4">
                  <p:embed/>
                </p:oleObj>
              </mc:Choice>
              <mc:Fallback>
                <p:oleObj name="Equation" r:id="rId9" imgW="16764000" imgH="9144000" progId="Equation.DSMT4">
                  <p:embed/>
                  <p:pic>
                    <p:nvPicPr>
                      <p:cNvPr id="0" name="图片 830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45153" y="3041454"/>
                        <a:ext cx="703262" cy="365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3837000" y="3014776"/>
          <a:ext cx="3924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8" name="Equation" r:id="rId11" imgW="94183200" imgH="10972800" progId="Equation.DSMT4">
                  <p:embed/>
                </p:oleObj>
              </mc:Choice>
              <mc:Fallback>
                <p:oleObj name="Equation" r:id="rId11" imgW="94183200" imgH="10972800" progId="Equation.DSMT4">
                  <p:embed/>
                  <p:pic>
                    <p:nvPicPr>
                      <p:cNvPr id="0" name="图片 830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37000" y="3014776"/>
                        <a:ext cx="39243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3085579" y="3471976"/>
          <a:ext cx="3284537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9" name="Equation" r:id="rId13" imgW="78333600" imgH="14325600" progId="Equation.DSMT4">
                  <p:embed/>
                </p:oleObj>
              </mc:Choice>
              <mc:Fallback>
                <p:oleObj name="Equation" r:id="rId13" imgW="78333600" imgH="14325600" progId="Equation.DSMT4">
                  <p:embed/>
                  <p:pic>
                    <p:nvPicPr>
                      <p:cNvPr id="0" name="图片 830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85579" y="3471976"/>
                        <a:ext cx="3284537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223792" y="4149080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（可见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5490485" y="4217014"/>
          <a:ext cx="1079500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0" name="Equation" r:id="rId15" imgW="25908000" imgH="9448800" progId="Equation.DSMT4">
                  <p:embed/>
                </p:oleObj>
              </mc:Choice>
              <mc:Fallback>
                <p:oleObj name="Equation" r:id="rId15" imgW="25908000" imgH="9448800" progId="Equation.DSMT4">
                  <p:embed/>
                  <p:pic>
                    <p:nvPicPr>
                      <p:cNvPr id="0" name="图片 830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490485" y="4217014"/>
                        <a:ext cx="1079500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600057" y="4149080"/>
            <a:ext cx="21038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非常微小）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239824" y="4671030"/>
            <a:ext cx="9060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3283833" y="4518938"/>
          <a:ext cx="1639888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1" name="Equation" r:id="rId17" imgW="39014400" imgH="17678400" progId="Equation.DSMT4">
                  <p:embed/>
                </p:oleObj>
              </mc:Choice>
              <mc:Fallback>
                <p:oleObj name="Equation" r:id="rId17" imgW="39014400" imgH="17678400" progId="Equation.DSMT4">
                  <p:embed/>
                  <p:pic>
                    <p:nvPicPr>
                      <p:cNvPr id="0" name="图片 831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283833" y="4518938"/>
                        <a:ext cx="1639888" cy="7159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2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5112829" y="4663559"/>
          <a:ext cx="1728788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2" name="Equation" r:id="rId19" imgW="41148000" imgH="14325600" progId="Equation.DSMT4">
                  <p:embed/>
                </p:oleObj>
              </mc:Choice>
              <mc:Fallback>
                <p:oleObj name="Equation" r:id="rId19" imgW="41148000" imgH="14325600" progId="Equation.DSMT4">
                  <p:embed/>
                  <p:pic>
                    <p:nvPicPr>
                      <p:cNvPr id="0" name="图片 831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112829" y="4663559"/>
                        <a:ext cx="1728788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2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7670069" y="4761984"/>
          <a:ext cx="1455738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3" name="Equation" r:id="rId21" imgW="34747200" imgH="9448800" progId="Equation.DSMT4">
                  <p:embed/>
                </p:oleObj>
              </mc:Choice>
              <mc:Fallback>
                <p:oleObj name="Equation" r:id="rId21" imgW="34747200" imgH="9448800" progId="Equation.DSMT4">
                  <p:embed/>
                  <p:pic>
                    <p:nvPicPr>
                      <p:cNvPr id="0" name="图片 831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670069" y="4761984"/>
                        <a:ext cx="1455738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7030737" y="4676269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328977" y="5499834"/>
            <a:ext cx="9060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" name="Rectangle 2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3313265" y="5306605"/>
          <a:ext cx="3036888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4" name="Equation" r:id="rId23" imgW="72542400" imgH="17678400" progId="Equation.DSMT4">
                  <p:embed/>
                </p:oleObj>
              </mc:Choice>
              <mc:Fallback>
                <p:oleObj name="Equation" r:id="rId23" imgW="72542400" imgH="17678400" progId="Equation.DSMT4">
                  <p:embed/>
                  <p:pic>
                    <p:nvPicPr>
                      <p:cNvPr id="0" name="图片 831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313265" y="5306605"/>
                        <a:ext cx="3036888" cy="7159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0" grpId="0"/>
      <p:bldP spid="11" grpId="0"/>
      <p:bldP spid="12" grpId="0"/>
      <p:bldP spid="14" grpId="0"/>
      <p:bldP spid="15" grpId="0"/>
      <p:bldP spid="16" grpId="0" bldLvl="0" animBg="1"/>
      <p:bldP spid="19" grpId="0" bldLvl="0" animBg="1"/>
      <p:bldP spid="20" grpId="0"/>
      <p:bldP spid="26" grpId="0"/>
      <p:bldP spid="29" grpId="0"/>
      <p:bldP spid="30" grpId="0"/>
      <p:bldP spid="37" grpId="0"/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955740" y="349984"/>
            <a:ext cx="474414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微分的运算法则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905000" y="998538"/>
            <a:ext cx="4267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,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均可微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076450" y="1731963"/>
          <a:ext cx="1436688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34137600" imgH="9448800" progId="Equation.DSMT4">
                  <p:embed/>
                </p:oleObj>
              </mc:Choice>
              <mc:Fallback>
                <p:oleObj name="Equation" r:id="rId1" imgW="34137600" imgH="9448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076450" y="1731963"/>
                        <a:ext cx="1436688" cy="3952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5881688" y="1671638"/>
          <a:ext cx="12303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5" name="Equation" r:id="rId3" imgW="29260800" imgH="9448800" progId="Equation.DSMT4">
                  <p:embed/>
                </p:oleObj>
              </mc:Choice>
              <mc:Fallback>
                <p:oleObj name="Equation" r:id="rId3" imgW="29260800" imgH="9448800" progId="Equation.DSMT4">
                  <p:embed/>
                  <p:pic>
                    <p:nvPicPr>
                      <p:cNvPr id="0" name="图片 9344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881688" y="1671638"/>
                        <a:ext cx="1230312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8534400" y="1608138"/>
            <a:ext cx="1981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为常数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2052638" y="2343150"/>
          <a:ext cx="11287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6" name="Equation" r:id="rId5" imgW="26822400" imgH="9448800" progId="Equation.DSMT4">
                  <p:embed/>
                </p:oleObj>
              </mc:Choice>
              <mc:Fallback>
                <p:oleObj name="Equation" r:id="rId5" imgW="26822400" imgH="9448800" progId="Equation.DSMT4">
                  <p:embed/>
                  <p:pic>
                    <p:nvPicPr>
                      <p:cNvPr id="0" name="图片 9345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052638" y="2343150"/>
                        <a:ext cx="1128712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5918200" y="2128838"/>
          <a:ext cx="4006850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7" name="Equation" r:id="rId7" imgW="96012000" imgH="20116800" progId="Equation.DSMT4">
                  <p:embed/>
                </p:oleObj>
              </mc:Choice>
              <mc:Fallback>
                <p:oleObj name="Equation" r:id="rId7" imgW="96012000" imgH="20116800" progId="Equation.DSMT4">
                  <p:embed/>
                  <p:pic>
                    <p:nvPicPr>
                      <p:cNvPr id="0" name="图片 9346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918200" y="2128838"/>
                        <a:ext cx="4006850" cy="8366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5181600" y="3519488"/>
            <a:ext cx="1981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分别可微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2470150" y="3602038"/>
          <a:ext cx="2679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8" name="Equation" r:id="rId9" imgW="64312800" imgH="9448800" progId="Equation.DSMT4">
                  <p:embed/>
                </p:oleObj>
              </mc:Choice>
              <mc:Fallback>
                <p:oleObj name="Equation" r:id="rId9" imgW="64312800" imgH="9448800" progId="Equation.DSMT4">
                  <p:embed/>
                  <p:pic>
                    <p:nvPicPr>
                      <p:cNvPr id="0" name="图片 9347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470150" y="3602038"/>
                        <a:ext cx="2679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4292600" y="4197350"/>
          <a:ext cx="1752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9" name="Equation" r:id="rId11" imgW="42062400" imgH="9448800" progId="Equation.DSMT4">
                  <p:embed/>
                </p:oleObj>
              </mc:Choice>
              <mc:Fallback>
                <p:oleObj name="Equation" r:id="rId11" imgW="42062400" imgH="9448800" progId="Equation.DSMT4">
                  <p:embed/>
                  <p:pic>
                    <p:nvPicPr>
                      <p:cNvPr id="0" name="图片 9348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292600" y="4197350"/>
                        <a:ext cx="1752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6067425" y="4114800"/>
            <a:ext cx="18573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的微分为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3271838" y="4789488"/>
          <a:ext cx="1485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0" name="Equation" r:id="rId13" imgW="35661600" imgH="10363200" progId="Equation.DSMT4">
                  <p:embed/>
                </p:oleObj>
              </mc:Choice>
              <mc:Fallback>
                <p:oleObj name="Equation" r:id="rId13" imgW="35661600" imgH="10363200" progId="Equation.DSMT4">
                  <p:embed/>
                  <p:pic>
                    <p:nvPicPr>
                      <p:cNvPr id="0" name="图片 9349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71838" y="4789488"/>
                        <a:ext cx="14859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4738467" y="4729243"/>
          <a:ext cx="2581669" cy="532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1" name="Equation" r:id="rId15" imgW="24079200" imgH="4876800" progId="Equation.DSMT4">
                  <p:embed/>
                </p:oleObj>
              </mc:Choice>
              <mc:Fallback>
                <p:oleObj name="Equation" r:id="rId15" imgW="24079200" imgH="4876800" progId="Equation.DSMT4">
                  <p:embed/>
                  <p:pic>
                    <p:nvPicPr>
                      <p:cNvPr id="0" name="图片 935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738467" y="4729243"/>
                        <a:ext cx="2581669" cy="5326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8045450" y="4821238"/>
          <a:ext cx="393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2" name="Equation" r:id="rId17" imgW="9448800" imgH="9448800" progId="Equation.DSMT4">
                  <p:embed/>
                </p:oleObj>
              </mc:Choice>
              <mc:Fallback>
                <p:oleObj name="Equation" r:id="rId17" imgW="9448800" imgH="9448800" progId="Equation.DSMT4">
                  <p:embed/>
                  <p:pic>
                    <p:nvPicPr>
                      <p:cNvPr id="0" name="图片 935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045450" y="4821238"/>
                        <a:ext cx="393700" cy="3937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5969000" y="4724400"/>
            <a:ext cx="1295400" cy="533400"/>
          </a:xfrm>
          <a:prstGeom prst="rect">
            <a:avLst/>
          </a:prstGeom>
          <a:noFill/>
          <a:ln w="12700">
            <a:solidFill>
              <a:schemeClr val="accent5">
                <a:lumMod val="60000"/>
                <a:lumOff val="40000"/>
              </a:schemeClr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Line 17"/>
          <p:cNvSpPr>
            <a:spLocks noChangeShapeType="1"/>
          </p:cNvSpPr>
          <p:nvPr/>
        </p:nvSpPr>
        <p:spPr bwMode="auto">
          <a:xfrm>
            <a:off x="7264400" y="5029200"/>
            <a:ext cx="685800" cy="0"/>
          </a:xfrm>
          <a:prstGeom prst="line">
            <a:avLst/>
          </a:prstGeom>
          <a:noFill/>
          <a:ln w="12700">
            <a:solidFill>
              <a:schemeClr val="accent5">
                <a:lumMod val="60000"/>
                <a:lumOff val="40000"/>
              </a:schemeClr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3049116" y="5411831"/>
          <a:ext cx="2192982" cy="537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3" name="Equation" r:id="rId19" imgW="20421600" imgH="4876800" progId="Equation.DSMT4">
                  <p:embed/>
                </p:oleObj>
              </mc:Choice>
              <mc:Fallback>
                <p:oleObj name="Equation" r:id="rId19" imgW="20421600" imgH="4876800" progId="Equation.DSMT4">
                  <p:embed/>
                  <p:pic>
                    <p:nvPicPr>
                      <p:cNvPr id="0" name="图片 9352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049116" y="5411831"/>
                        <a:ext cx="2192982" cy="53744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5514021" y="5397640"/>
            <a:ext cx="3390291" cy="60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0033CC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kumimoji="1" lang="zh-CN" altLang="en-US" sz="28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微分形式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sz="28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不变性</a:t>
            </a:r>
            <a:endParaRPr kumimoji="1"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1955800" y="2971800"/>
            <a:ext cx="34956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复合函数的微分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2286000" y="4114800"/>
            <a:ext cx="2209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则复合函数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3594100" y="1711325"/>
          <a:ext cx="1320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4" name="Equation" r:id="rId21" imgW="31699200" imgH="9448800" progId="Equation.DSMT4">
                  <p:embed/>
                </p:oleObj>
              </mc:Choice>
              <mc:Fallback>
                <p:oleObj name="Equation" r:id="rId21" imgW="31699200" imgH="9448800" progId="Equation.DSMT4">
                  <p:embed/>
                  <p:pic>
                    <p:nvPicPr>
                      <p:cNvPr id="0" name="图片 9353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594100" y="1711325"/>
                        <a:ext cx="1320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7169150" y="1704975"/>
          <a:ext cx="914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5" name="Equation" r:id="rId23" imgW="21945600" imgH="9448800" progId="Equation.DSMT4">
                  <p:embed/>
                </p:oleObj>
              </mc:Choice>
              <mc:Fallback>
                <p:oleObj name="Equation" r:id="rId23" imgW="21945600" imgH="9448800" progId="Equation.DSMT4">
                  <p:embed/>
                  <p:pic>
                    <p:nvPicPr>
                      <p:cNvPr id="0" name="图片 9354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169150" y="1704975"/>
                        <a:ext cx="914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3302000" y="2368550"/>
          <a:ext cx="1638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6" name="Equation" r:id="rId25" imgW="39319200" imgH="9448800" progId="Equation.DSMT4">
                  <p:embed/>
                </p:oleObj>
              </mc:Choice>
              <mc:Fallback>
                <p:oleObj name="Equation" r:id="rId25" imgW="39319200" imgH="9448800" progId="Equation.DSMT4">
                  <p:embed/>
                  <p:pic>
                    <p:nvPicPr>
                      <p:cNvPr id="0" name="图片 9355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302000" y="2368550"/>
                        <a:ext cx="1638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6986588" y="2184400"/>
          <a:ext cx="169386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7" name="Equation" r:id="rId27" imgW="40538400" imgH="20116800" progId="Equation.DSMT4">
                  <p:embed/>
                </p:oleObj>
              </mc:Choice>
              <mc:Fallback>
                <p:oleObj name="Equation" r:id="rId27" imgW="40538400" imgH="20116800" progId="Equation.DSMT4">
                  <p:embed/>
                  <p:pic>
                    <p:nvPicPr>
                      <p:cNvPr id="0" name="图片 9356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986588" y="2184400"/>
                        <a:ext cx="1693862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" name="直接连接符 26"/>
          <p:cNvCxnSpPr/>
          <p:nvPr/>
        </p:nvCxnSpPr>
        <p:spPr>
          <a:xfrm>
            <a:off x="1905000" y="6237312"/>
            <a:ext cx="73461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711624" y="6007240"/>
            <a:ext cx="295232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P116 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命题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2.3.1</a:t>
            </a:r>
            <a:endParaRPr lang="zh-CN" altLang="en-US" sz="2800" b="1" dirty="0" smtClean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6" grpId="0" autoUpdateAnimBg="0"/>
      <p:bldP spid="9" grpId="0" autoUpdateAnimBg="0"/>
      <p:bldP spid="12" grpId="0" autoUpdateAnimBg="0"/>
      <p:bldP spid="16" grpId="0" bldLvl="0" animBg="1"/>
      <p:bldP spid="17" grpId="0" bldLvl="0" animBg="1"/>
      <p:bldP spid="19" grpId="0" bldLvl="0" animBg="1" autoUpdateAnimBg="0"/>
      <p:bldP spid="20" grpId="0" autoUpdateAnimBg="0"/>
      <p:bldP spid="21" grpId="0" autoUpdateAnimBg="0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22564" y="294869"/>
            <a:ext cx="12192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endParaRPr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6537960" y="868680"/>
          <a:ext cx="29083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Equation" r:id="rId1" imgW="69799200" imgH="13106400" progId="Equation.DSMT4">
                  <p:embed/>
                </p:oleObj>
              </mc:Choice>
              <mc:Fallback>
                <p:oleObj name="Equation" r:id="rId1" imgW="69799200" imgH="131064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537960" y="868680"/>
                        <a:ext cx="29083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927262" y="305982"/>
            <a:ext cx="83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 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483358" y="371004"/>
          <a:ext cx="469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0" name="Equation" r:id="rId3" imgW="11277600" imgH="9448800" progId="Equation.DSMT4">
                  <p:embed/>
                </p:oleObj>
              </mc:Choice>
              <mc:Fallback>
                <p:oleObj name="Equation" r:id="rId3" imgW="11277600" imgH="9448800" progId="Equation.DSMT4">
                  <p:embed/>
                  <p:pic>
                    <p:nvPicPr>
                      <p:cNvPr id="0" name="图片 10339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83358" y="371004"/>
                        <a:ext cx="469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711008" y="1649730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141830" y="3408685"/>
          <a:ext cx="16510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1" name="Equation" r:id="rId5" imgW="39624000" imgH="21031200" progId="Equation.DSMT4">
                  <p:embed/>
                </p:oleObj>
              </mc:Choice>
              <mc:Fallback>
                <p:oleObj name="Equation" r:id="rId5" imgW="39624000" imgH="21031200" progId="Equation.DSMT4">
                  <p:embed/>
                  <p:pic>
                    <p:nvPicPr>
                      <p:cNvPr id="0" name="图片 1034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41830" y="3408685"/>
                        <a:ext cx="1651000" cy="876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4792663" y="3543176"/>
          <a:ext cx="1333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2" name="Equation" r:id="rId7" imgW="32004000" imgH="12192000" progId="Equation.DSMT4">
                  <p:embed/>
                </p:oleObj>
              </mc:Choice>
              <mc:Fallback>
                <p:oleObj name="Equation" r:id="rId7" imgW="32004000" imgH="12192000" progId="Equation.DSMT4">
                  <p:embed/>
                  <p:pic>
                    <p:nvPicPr>
                      <p:cNvPr id="0" name="图片 1034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92663" y="3543176"/>
                        <a:ext cx="1333500" cy="50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6212390" y="3408938"/>
          <a:ext cx="13335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3" name="Equation" r:id="rId9" imgW="32004000" imgH="21031200" progId="Equation.DSMT4">
                  <p:embed/>
                </p:oleObj>
              </mc:Choice>
              <mc:Fallback>
                <p:oleObj name="Equation" r:id="rId9" imgW="32004000" imgH="21031200" progId="Equation.DSMT4">
                  <p:embed/>
                  <p:pic>
                    <p:nvPicPr>
                      <p:cNvPr id="0" name="图片 1034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12390" y="3408938"/>
                        <a:ext cx="1333500" cy="876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7952080" y="3617977"/>
          <a:ext cx="825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4" name="Equation" r:id="rId11" imgW="19812000" imgH="10972800" progId="Equation.DSMT4">
                  <p:embed/>
                </p:oleObj>
              </mc:Choice>
              <mc:Fallback>
                <p:oleObj name="Equation" r:id="rId11" imgW="19812000" imgH="10972800" progId="Equation.DSMT4">
                  <p:embed/>
                  <p:pic>
                    <p:nvPicPr>
                      <p:cNvPr id="0" name="图片 1034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952080" y="3617977"/>
                        <a:ext cx="8255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530659" y="4527416"/>
          <a:ext cx="26797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5" name="Equation" r:id="rId13" imgW="64312800" imgH="21031200" progId="Equation.DSMT4">
                  <p:embed/>
                </p:oleObj>
              </mc:Choice>
              <mc:Fallback>
                <p:oleObj name="Equation" r:id="rId13" imgW="64312800" imgH="21031200" progId="Equation.DSMT4">
                  <p:embed/>
                  <p:pic>
                    <p:nvPicPr>
                      <p:cNvPr id="0" name="图片 1034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530659" y="4527416"/>
                        <a:ext cx="2679700" cy="876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3483411" y="5628620"/>
          <a:ext cx="15494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6" name="Equation" r:id="rId15" imgW="37185600" imgH="23469600" progId="Equation.DSMT4">
                  <p:embed/>
                </p:oleObj>
              </mc:Choice>
              <mc:Fallback>
                <p:oleObj name="Equation" r:id="rId15" imgW="37185600" imgH="23469600" progId="Equation.DSMT4">
                  <p:embed/>
                  <p:pic>
                    <p:nvPicPr>
                      <p:cNvPr id="0" name="图片 1034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483411" y="5628620"/>
                        <a:ext cx="1549400" cy="977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7545432" y="3581529"/>
          <a:ext cx="406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7" name="Equation" r:id="rId17" imgW="9753600" imgH="10363200" progId="Equation.DSMT4">
                  <p:embed/>
                </p:oleObj>
              </mc:Choice>
              <mc:Fallback>
                <p:oleObj name="Equation" r:id="rId17" imgW="9753600" imgH="10363200" progId="Equation.DSMT4">
                  <p:embed/>
                  <p:pic>
                    <p:nvPicPr>
                      <p:cNvPr id="0" name="图片 1034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545432" y="3581529"/>
                        <a:ext cx="4064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495600" y="847954"/>
            <a:ext cx="309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341930" y="921567"/>
          <a:ext cx="3251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8" name="Equation" r:id="rId19" imgW="78028800" imgH="11887200" progId="Equation.DSMT4">
                  <p:embed/>
                </p:oleObj>
              </mc:Choice>
              <mc:Fallback>
                <p:oleObj name="Equation" r:id="rId19" imgW="78028800" imgH="11887200" progId="Equation.DSMT4">
                  <p:embed/>
                  <p:pic>
                    <p:nvPicPr>
                      <p:cNvPr id="0" name="图片 1034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341930" y="921567"/>
                        <a:ext cx="32512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093258" y="1640205"/>
            <a:ext cx="25076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kumimoji="1"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直接计算</a:t>
            </a:r>
            <a:endParaRPr kumimoji="1" lang="zh-CN" altLang="en-US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142278" y="2171720"/>
          <a:ext cx="3395662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9" name="Equation" r:id="rId21" imgW="80772000" imgH="14020800" progId="Equation.DSMT4">
                  <p:embed/>
                </p:oleObj>
              </mc:Choice>
              <mc:Fallback>
                <p:oleObj name="Equation" r:id="rId21" imgW="80772000" imgH="14020800" progId="Equation.DSMT4">
                  <p:embed/>
                  <p:pic>
                    <p:nvPicPr>
                      <p:cNvPr id="0" name="图片 1034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142278" y="2171720"/>
                        <a:ext cx="3395662" cy="5572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6578342" y="2281193"/>
          <a:ext cx="3327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0" name="Equation" r:id="rId23" imgW="79857600" imgH="9448800" progId="Equation.DSMT4">
                  <p:embed/>
                </p:oleObj>
              </mc:Choice>
              <mc:Fallback>
                <p:oleObj name="Equation" r:id="rId23" imgW="79857600" imgH="9448800" progId="Equation.DSMT4">
                  <p:embed/>
                  <p:pic>
                    <p:nvPicPr>
                      <p:cNvPr id="0" name="图片 1034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578342" y="2281193"/>
                        <a:ext cx="3327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2111172" y="2783748"/>
            <a:ext cx="50101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kumimoji="1"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用微分形式不变性计算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17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63750" y="228600"/>
            <a:ext cx="15240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311525" y="314325"/>
          <a:ext cx="33496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Equation" r:id="rId1" imgW="80467200" imgH="9448800" progId="Equation.DSMT4">
                  <p:embed/>
                </p:oleObj>
              </mc:Choice>
              <mc:Fallback>
                <p:oleObj name="Equation" r:id="rId1" imgW="80467200" imgH="9448800" progId="Equation.DSMT4">
                  <p:embed/>
                  <p:pic>
                    <p:nvPicPr>
                      <p:cNvPr id="0" name="图片 1126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11525" y="314325"/>
                        <a:ext cx="3349625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705600" y="204788"/>
            <a:ext cx="83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 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7232650" y="311150"/>
          <a:ext cx="4762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7" name="Equation" r:id="rId3" imgW="11277600" imgH="9448800" progId="Equation.DSMT4">
                  <p:embed/>
                </p:oleObj>
              </mc:Choice>
              <mc:Fallback>
                <p:oleObj name="Equation" r:id="rId3" imgW="11277600" imgH="9448800" progId="Equation.DSMT4">
                  <p:embed/>
                  <p:pic>
                    <p:nvPicPr>
                      <p:cNvPr id="0" name="图片 11386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232650" y="311150"/>
                        <a:ext cx="476250" cy="396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063750" y="776288"/>
            <a:ext cx="5892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利用一阶微分形式不变性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endParaRPr kumimoji="1"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416300" y="1377950"/>
          <a:ext cx="408463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8" name="Equation" r:id="rId5" imgW="98145600" imgH="9448800" progId="Equation.DSMT4">
                  <p:embed/>
                </p:oleObj>
              </mc:Choice>
              <mc:Fallback>
                <p:oleObj name="Equation" r:id="rId5" imgW="98145600" imgH="9448800" progId="Equation.DSMT4">
                  <p:embed/>
                  <p:pic>
                    <p:nvPicPr>
                      <p:cNvPr id="0" name="图片 1138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16300" y="1377950"/>
                        <a:ext cx="4084638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2609850" y="1911350"/>
          <a:ext cx="2743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9" name="Equation" r:id="rId7" imgW="65836800" imgH="9448800" progId="Equation.DSMT4">
                  <p:embed/>
                </p:oleObj>
              </mc:Choice>
              <mc:Fallback>
                <p:oleObj name="Equation" r:id="rId7" imgW="65836800" imgH="9448800" progId="Equation.DSMT4">
                  <p:embed/>
                  <p:pic>
                    <p:nvPicPr>
                      <p:cNvPr id="0" name="图片 1138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09850" y="1911350"/>
                        <a:ext cx="2743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5480050" y="1911350"/>
          <a:ext cx="1651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0" name="Equation" r:id="rId9" imgW="39624000" imgH="9448800" progId="Equation.DSMT4">
                  <p:embed/>
                </p:oleObj>
              </mc:Choice>
              <mc:Fallback>
                <p:oleObj name="Equation" r:id="rId9" imgW="39624000" imgH="9448800" progId="Equation.DSMT4">
                  <p:embed/>
                  <p:pic>
                    <p:nvPicPr>
                      <p:cNvPr id="0" name="图片 1138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480050" y="1911350"/>
                        <a:ext cx="1651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7219950" y="1911350"/>
          <a:ext cx="1917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1" name="Equation" r:id="rId11" imgW="46024800" imgH="9448800" progId="Equation.DSMT4">
                  <p:embed/>
                </p:oleObj>
              </mc:Choice>
              <mc:Fallback>
                <p:oleObj name="Equation" r:id="rId11" imgW="46024800" imgH="9448800" progId="Equation.DSMT4">
                  <p:embed/>
                  <p:pic>
                    <p:nvPicPr>
                      <p:cNvPr id="0" name="图片 1139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219950" y="1911350"/>
                        <a:ext cx="1917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460750" y="2413000"/>
          <a:ext cx="4025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2" name="Equation" r:id="rId13" imgW="96621600" imgH="19812000" progId="Equation.DSMT4">
                  <p:embed/>
                </p:oleObj>
              </mc:Choice>
              <mc:Fallback>
                <p:oleObj name="Equation" r:id="rId13" imgW="96621600" imgH="19812000" progId="Equation.DSMT4">
                  <p:embed/>
                  <p:pic>
                    <p:nvPicPr>
                      <p:cNvPr id="0" name="图片 1139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460750" y="2413000"/>
                        <a:ext cx="40259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4305300" y="2392363"/>
          <a:ext cx="2667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3" name="Equation" r:id="rId15" imgW="64008000" imgH="9448800" progId="Equation.DSMT4">
                  <p:embed/>
                </p:oleObj>
              </mc:Choice>
              <mc:Fallback>
                <p:oleObj name="Equation" r:id="rId15" imgW="64008000" imgH="9448800" progId="Equation.DSMT4">
                  <p:embed/>
                  <p:pic>
                    <p:nvPicPr>
                      <p:cNvPr id="0" name="图片 11392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305300" y="2392363"/>
                        <a:ext cx="2667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4464050" y="2849563"/>
          <a:ext cx="2362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4" name="Equation" r:id="rId17" imgW="56692800" imgH="9448800" progId="Equation.DSMT4">
                  <p:embed/>
                </p:oleObj>
              </mc:Choice>
              <mc:Fallback>
                <p:oleObj name="Equation" r:id="rId17" imgW="56692800" imgH="9448800" progId="Equation.DSMT4">
                  <p:embed/>
                  <p:pic>
                    <p:nvPicPr>
                      <p:cNvPr id="0" name="图片 11393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64050" y="2849563"/>
                        <a:ext cx="2362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2063750" y="3367088"/>
            <a:ext cx="7569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在下列括号中填入适当的函数使等式成立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3194050" y="4044950"/>
          <a:ext cx="3706838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5" name="Equation" r:id="rId19" imgW="81076800" imgH="9448800" progId="Equation.DSMT4">
                  <p:embed/>
                </p:oleObj>
              </mc:Choice>
              <mc:Fallback>
                <p:oleObj name="Equation" r:id="rId19" imgW="81076800" imgH="9448800" progId="Equation.DSMT4">
                  <p:embed/>
                  <p:pic>
                    <p:nvPicPr>
                      <p:cNvPr id="0" name="图片 1139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194050" y="4044950"/>
                        <a:ext cx="3706838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3194050" y="4664075"/>
          <a:ext cx="5142193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6" name="Equation" r:id="rId21" imgW="112471200" imgH="9448800" progId="Equation.DSMT4">
                  <p:embed/>
                </p:oleObj>
              </mc:Choice>
              <mc:Fallback>
                <p:oleObj name="Equation" r:id="rId21" imgW="112471200" imgH="9448800" progId="Equation.DSMT4">
                  <p:embed/>
                  <p:pic>
                    <p:nvPicPr>
                      <p:cNvPr id="0" name="图片 11395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194050" y="4664075"/>
                        <a:ext cx="5142193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4544720" y="4010208"/>
          <a:ext cx="562152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7" name="Equation" r:id="rId23" imgW="6400800" imgH="5791200" progId="Equation.DSMT4">
                  <p:embed/>
                </p:oleObj>
              </mc:Choice>
              <mc:Fallback>
                <p:oleObj name="Equation" r:id="rId23" imgW="6400800" imgH="5791200" progId="Equation.DSMT4">
                  <p:embed/>
                  <p:pic>
                    <p:nvPicPr>
                      <p:cNvPr id="0" name="图片 1139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544720" y="4010208"/>
                        <a:ext cx="562152" cy="50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4544973" y="4634118"/>
          <a:ext cx="1100002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8" name="Equation" r:id="rId25" imgW="12192000" imgH="5486400" progId="Equation.DSMT4">
                  <p:embed/>
                </p:oleObj>
              </mc:Choice>
              <mc:Fallback>
                <p:oleObj name="Equation" r:id="rId25" imgW="12192000" imgH="5486400" progId="Equation.DSMT4">
                  <p:embed/>
                  <p:pic>
                    <p:nvPicPr>
                      <p:cNvPr id="0" name="图片 11397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544973" y="4634118"/>
                        <a:ext cx="1100002" cy="50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2063750" y="5181600"/>
            <a:ext cx="8153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经验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上述微分的反问题是不定积分要研究的内容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5106695" y="4063796"/>
          <a:ext cx="519997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9" name="Equation" r:id="rId27" imgW="5791200" imgH="4267200" progId="Equation.DSMT4">
                  <p:embed/>
                </p:oleObj>
              </mc:Choice>
              <mc:Fallback>
                <p:oleObj name="Equation" r:id="rId27" imgW="5791200" imgH="4267200" progId="Equation.DSMT4">
                  <p:embed/>
                  <p:pic>
                    <p:nvPicPr>
                      <p:cNvPr id="0" name="图片 11398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106695" y="4063796"/>
                        <a:ext cx="519997" cy="39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5645428" y="4688001"/>
          <a:ext cx="524000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0" name="Equation" r:id="rId29" imgW="5791200" imgH="4267200" progId="Equation.DSMT4">
                  <p:embed/>
                </p:oleObj>
              </mc:Choice>
              <mc:Fallback>
                <p:oleObj name="Equation" r:id="rId29" imgW="5791200" imgH="4267200" progId="Equation.DSMT4">
                  <p:embed/>
                  <p:pic>
                    <p:nvPicPr>
                      <p:cNvPr id="0" name="图片 11399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645428" y="4688001"/>
                        <a:ext cx="524000" cy="39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14" grpId="0" autoUpdateAnimBg="0"/>
      <p:bldP spid="19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584960" y="292100"/>
            <a:ext cx="635124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 smtClean="0">
                <a:solidFill>
                  <a:schemeClr val="accent6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微分在近似计算中的应用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333750" y="996950"/>
          <a:ext cx="3213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" name="Equation" r:id="rId1" imgW="77114400" imgH="10363200" progId="Equation.DSMT4">
                  <p:embed/>
                </p:oleObj>
              </mc:Choice>
              <mc:Fallback>
                <p:oleObj name="Equation" r:id="rId1" imgW="77114400" imgH="10363200" progId="Equation.DSMT4">
                  <p:embed/>
                  <p:pic>
                    <p:nvPicPr>
                      <p:cNvPr id="0" name="图片 122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33750" y="996950"/>
                        <a:ext cx="32131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919288" y="1524000"/>
            <a:ext cx="671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2384425" y="1549400"/>
          <a:ext cx="673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4" name="Equation" r:id="rId3" imgW="16154400" imgH="11582400" progId="Equation.DSMT4">
                  <p:embed/>
                </p:oleObj>
              </mc:Choice>
              <mc:Fallback>
                <p:oleObj name="Equation" r:id="rId3" imgW="16154400" imgH="11582400" progId="Equation.DSMT4">
                  <p:embed/>
                  <p:pic>
                    <p:nvPicPr>
                      <p:cNvPr id="0" name="图片 1235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4425" y="1549400"/>
                        <a:ext cx="6731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048000" y="1524000"/>
            <a:ext cx="1600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很小时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336925" y="2241550"/>
          <a:ext cx="34258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5" name="Equation" r:id="rId5" imgW="82296000" imgH="10363200" progId="Equation.DSMT4">
                  <p:embed/>
                </p:oleObj>
              </mc:Choice>
              <mc:Fallback>
                <p:oleObj name="Equation" r:id="rId5" imgW="82296000" imgH="10363200" progId="Equation.DSMT4">
                  <p:embed/>
                  <p:pic>
                    <p:nvPicPr>
                      <p:cNvPr id="0" name="图片 1235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36925" y="2241550"/>
                        <a:ext cx="3425825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6978650" y="2241550"/>
          <a:ext cx="1600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6" name="Equation" r:id="rId7" imgW="38404800" imgH="10363200" progId="Equation.DSMT4">
                  <p:embed/>
                </p:oleObj>
              </mc:Choice>
              <mc:Fallback>
                <p:oleObj name="Equation" r:id="rId7" imgW="38404800" imgH="10363200" progId="Equation.DSMT4">
                  <p:embed/>
                  <p:pic>
                    <p:nvPicPr>
                      <p:cNvPr id="0" name="图片 1235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78650" y="2241550"/>
                        <a:ext cx="16002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314700" y="2901950"/>
          <a:ext cx="4356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7" name="Equation" r:id="rId9" imgW="104546400" imgH="10363200" progId="Equation.DSMT4">
                  <p:embed/>
                </p:oleObj>
              </mc:Choice>
              <mc:Fallback>
                <p:oleObj name="Equation" r:id="rId9" imgW="104546400" imgH="10363200" progId="Equation.DSMT4">
                  <p:embed/>
                  <p:pic>
                    <p:nvPicPr>
                      <p:cNvPr id="0" name="图片 1235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14700" y="2901950"/>
                        <a:ext cx="43561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5149850" y="3581400"/>
          <a:ext cx="2044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8" name="Equation" r:id="rId11" imgW="49072800" imgH="10972800" progId="Equation.DSMT4">
                  <p:embed/>
                </p:oleObj>
              </mc:Choice>
              <mc:Fallback>
                <p:oleObj name="Equation" r:id="rId11" imgW="49072800" imgH="10972800" progId="Equation.DSMT4">
                  <p:embed/>
                  <p:pic>
                    <p:nvPicPr>
                      <p:cNvPr id="0" name="图片 1235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149850" y="3581400"/>
                        <a:ext cx="20447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AutoShape 11"/>
          <p:cNvSpPr>
            <a:spLocks noChangeArrowheads="1"/>
          </p:cNvSpPr>
          <p:nvPr/>
        </p:nvSpPr>
        <p:spPr bwMode="auto">
          <a:xfrm>
            <a:off x="4891088" y="3387725"/>
            <a:ext cx="152400" cy="838200"/>
          </a:xfrm>
          <a:prstGeom prst="downArrow">
            <a:avLst>
              <a:gd name="adj1" fmla="val 50000"/>
              <a:gd name="adj2" fmla="val 137500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vert="eaVert"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1995488" y="4953000"/>
            <a:ext cx="1905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使用原则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3949700" y="5014913"/>
          <a:ext cx="3289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9" name="Equation" r:id="rId13" imgW="78943200" imgH="10972800" progId="Equation.DSMT4">
                  <p:embed/>
                </p:oleObj>
              </mc:Choice>
              <mc:Fallback>
                <p:oleObj name="Equation" r:id="rId13" imgW="78943200" imgH="10972800" progId="Equation.DSMT4">
                  <p:embed/>
                  <p:pic>
                    <p:nvPicPr>
                      <p:cNvPr id="0" name="图片 1235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949700" y="5014913"/>
                        <a:ext cx="32893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3949700" y="5781993"/>
          <a:ext cx="2324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0" name="Equation" r:id="rId15" imgW="55778400" imgH="10668000" progId="Equation.DSMT4">
                  <p:embed/>
                </p:oleObj>
              </mc:Choice>
              <mc:Fallback>
                <p:oleObj name="Equation" r:id="rId15" imgW="55778400" imgH="10668000" progId="Equation.DSMT4">
                  <p:embed/>
                  <p:pic>
                    <p:nvPicPr>
                      <p:cNvPr id="0" name="图片 1235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949700" y="5781993"/>
                        <a:ext cx="23241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3321050" y="4273550"/>
          <a:ext cx="4127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1" name="Equation" r:id="rId17" imgW="99060000" imgH="10363200" progId="Equation.DSMT4">
                  <p:embed/>
                </p:oleObj>
              </mc:Choice>
              <mc:Fallback>
                <p:oleObj name="Equation" r:id="rId17" imgW="99060000" imgH="10363200" progId="Equation.DSMT4">
                  <p:embed/>
                  <p:pic>
                    <p:nvPicPr>
                      <p:cNvPr id="0" name="图片 1236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21050" y="4273550"/>
                        <a:ext cx="41275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4343400" y="1524000"/>
            <a:ext cx="2286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得近似等式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11" grpId="0" bldLvl="0" animBg="1"/>
      <p:bldP spid="12" grpId="0" autoUpdateAnimBg="0"/>
      <p:bldP spid="1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63750" y="271463"/>
            <a:ext cx="16002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特别当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282950" y="334963"/>
          <a:ext cx="1524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" name="Equation" r:id="rId1" imgW="36576000" imgH="11582400" progId="Equation.DSMT4">
                  <p:embed/>
                </p:oleObj>
              </mc:Choice>
              <mc:Fallback>
                <p:oleObj name="Equation" r:id="rId1" imgW="36576000" imgH="11582400" progId="Equation.DSMT4">
                  <p:embed/>
                  <p:pic>
                    <p:nvPicPr>
                      <p:cNvPr id="0" name="图片 1331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82950" y="334963"/>
                        <a:ext cx="15240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800600" y="316707"/>
            <a:ext cx="1524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很小时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276600" y="996950"/>
          <a:ext cx="3009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9" name="Equation" r:id="rId3" imgW="72237600" imgH="9753600" progId="Equation.DSMT4">
                  <p:embed/>
                </p:oleObj>
              </mc:Choice>
              <mc:Fallback>
                <p:oleObj name="Equation" r:id="rId3" imgW="72237600" imgH="9753600" progId="Equation.DSMT4">
                  <p:embed/>
                  <p:pic>
                    <p:nvPicPr>
                      <p:cNvPr id="0" name="图片 1345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76600" y="996950"/>
                        <a:ext cx="30099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063750" y="1566863"/>
            <a:ext cx="2590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常用近似公式:</a:t>
            </a:r>
            <a:endParaRPr lang="zh-CN" altLang="en-US" sz="2800" b="1" dirty="0" smtClean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4610100" y="2276872"/>
          <a:ext cx="952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0" name="Equation" r:id="rId5" imgW="22860000" imgH="9448800" progId="Equation.DSMT4">
                  <p:embed/>
                </p:oleObj>
              </mc:Choice>
              <mc:Fallback>
                <p:oleObj name="Equation" r:id="rId5" imgW="22860000" imgH="9448800" progId="Equation.DSMT4">
                  <p:embed/>
                  <p:pic>
                    <p:nvPicPr>
                      <p:cNvPr id="0" name="图片 1345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10100" y="2276872"/>
                        <a:ext cx="952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2567434" y="2235200"/>
          <a:ext cx="19018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1" name="Equation" r:id="rId7" imgW="45720000" imgH="10972800" progId="Equation.DSMT4">
                  <p:embed/>
                </p:oleObj>
              </mc:Choice>
              <mc:Fallback>
                <p:oleObj name="Equation" r:id="rId7" imgW="45720000" imgH="10972800" progId="Equation.DSMT4">
                  <p:embed/>
                  <p:pic>
                    <p:nvPicPr>
                      <p:cNvPr id="0" name="图片 13460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67434" y="2235200"/>
                        <a:ext cx="1901825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9"/>
          <p:cNvGrpSpPr/>
          <p:nvPr/>
        </p:nvGrpSpPr>
        <p:grpSpPr bwMode="auto">
          <a:xfrm>
            <a:off x="4559300" y="1538288"/>
            <a:ext cx="1914525" cy="522287"/>
            <a:chOff x="2010" y="969"/>
            <a:chExt cx="1206" cy="329"/>
          </a:xfrm>
        </p:grpSpPr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2400" y="969"/>
              <a:ext cx="816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很小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)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1" name="Object 11"/>
            <p:cNvGraphicFramePr>
              <a:graphicFrameLocks noChangeAspect="1"/>
            </p:cNvGraphicFramePr>
            <p:nvPr/>
          </p:nvGraphicFramePr>
          <p:xfrm>
            <a:off x="2010" y="990"/>
            <a:ext cx="408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62" name="Equation" r:id="rId9" imgW="15544800" imgH="11582400" progId="Equation.DSMT4">
                    <p:embed/>
                  </p:oleObj>
                </mc:Choice>
                <mc:Fallback>
                  <p:oleObj name="Equation" r:id="rId9" imgW="15544800" imgH="11582400" progId="Equation.DSMT4">
                    <p:embed/>
                    <p:pic>
                      <p:nvPicPr>
                        <p:cNvPr id="0" name="图片 1346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010" y="990"/>
                          <a:ext cx="408" cy="30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7968208" y="3573016"/>
          <a:ext cx="292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3" name="Equation" r:id="rId11" imgW="7010400" imgH="7315200" progId="Equation.DSMT4">
                  <p:embed/>
                </p:oleObj>
              </mc:Choice>
              <mc:Fallback>
                <p:oleObj name="Equation" r:id="rId11" imgW="7010400" imgH="7315200" progId="Equation.DSMT4">
                  <p:embed/>
                  <p:pic>
                    <p:nvPicPr>
                      <p:cNvPr id="0" name="图片 1346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968208" y="3573016"/>
                        <a:ext cx="292100" cy="304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4223792" y="2996952"/>
          <a:ext cx="292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4" name="Equation" r:id="rId13" imgW="7010400" imgH="7315200" progId="Equation.DSMT4">
                  <p:embed/>
                </p:oleObj>
              </mc:Choice>
              <mc:Fallback>
                <p:oleObj name="Equation" r:id="rId13" imgW="7010400" imgH="7315200" progId="Equation.DSMT4">
                  <p:embed/>
                  <p:pic>
                    <p:nvPicPr>
                      <p:cNvPr id="0" name="图片 13463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23792" y="2996952"/>
                        <a:ext cx="292100" cy="304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4237484" y="3663578"/>
          <a:ext cx="292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5" name="Equation" r:id="rId15" imgW="7010400" imgH="7315200" progId="Equation.DSMT4">
                  <p:embed/>
                </p:oleObj>
              </mc:Choice>
              <mc:Fallback>
                <p:oleObj name="Equation" r:id="rId15" imgW="7010400" imgH="7315200" progId="Equation.DSMT4">
                  <p:embed/>
                  <p:pic>
                    <p:nvPicPr>
                      <p:cNvPr id="0" name="图片 13464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37484" y="3663578"/>
                        <a:ext cx="292100" cy="304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7104112" y="2852936"/>
          <a:ext cx="723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6" name="Equation" r:id="rId17" imgW="17373600" imgH="9448800" progId="Equation.DSMT4">
                  <p:embed/>
                </p:oleObj>
              </mc:Choice>
              <mc:Fallback>
                <p:oleObj name="Equation" r:id="rId17" imgW="17373600" imgH="9448800" progId="Equation.DSMT4">
                  <p:embed/>
                  <p:pic>
                    <p:nvPicPr>
                      <p:cNvPr id="0" name="图片 13465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104112" y="2852936"/>
                        <a:ext cx="723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2567434" y="2931927"/>
          <a:ext cx="15621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7" name="Equation" r:id="rId19" imgW="37490400" imgH="9448800" progId="Equation.DSMT4">
                  <p:embed/>
                </p:oleObj>
              </mc:Choice>
              <mc:Fallback>
                <p:oleObj name="Equation" r:id="rId19" imgW="37490400" imgH="9448800" progId="Equation.DSMT4">
                  <p:embed/>
                  <p:pic>
                    <p:nvPicPr>
                      <p:cNvPr id="0" name="图片 13466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67434" y="2931927"/>
                        <a:ext cx="1562100" cy="390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5876925" y="2780928"/>
          <a:ext cx="1193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8" name="Equation" r:id="rId21" imgW="28651200" imgH="10972800" progId="Equation.DSMT4">
                  <p:embed/>
                </p:oleObj>
              </mc:Choice>
              <mc:Fallback>
                <p:oleObj name="Equation" r:id="rId21" imgW="28651200" imgH="10972800" progId="Equation.DSMT4">
                  <p:embed/>
                  <p:pic>
                    <p:nvPicPr>
                      <p:cNvPr id="0" name="图片 13467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876925" y="2780928"/>
                        <a:ext cx="11938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2567434" y="3561978"/>
          <a:ext cx="16002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9" name="Equation" r:id="rId23" imgW="38404800" imgH="9448800" progId="Equation.DSMT4">
                  <p:embed/>
                </p:oleObj>
              </mc:Choice>
              <mc:Fallback>
                <p:oleObj name="Equation" r:id="rId23" imgW="38404800" imgH="9448800" progId="Equation.DSMT4">
                  <p:embed/>
                  <p:pic>
                    <p:nvPicPr>
                      <p:cNvPr id="0" name="图片 13468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67434" y="3561978"/>
                        <a:ext cx="1600200" cy="390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5876925" y="3523878"/>
          <a:ext cx="2044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0" name="Equation" r:id="rId25" imgW="49072800" imgH="9448800" progId="Equation.DSMT4">
                  <p:embed/>
                </p:oleObj>
              </mc:Choice>
              <mc:Fallback>
                <p:oleObj name="Equation" r:id="rId25" imgW="49072800" imgH="9448800" progId="Equation.DSMT4">
                  <p:embed/>
                  <p:pic>
                    <p:nvPicPr>
                      <p:cNvPr id="0" name="图片 13469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876925" y="3523878"/>
                        <a:ext cx="2044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0"/>
          <p:cNvSpPr txBox="1">
            <a:spLocks noChangeArrowheads="1"/>
          </p:cNvSpPr>
          <p:nvPr/>
        </p:nvSpPr>
        <p:spPr bwMode="auto">
          <a:xfrm>
            <a:off x="2140267" y="4072310"/>
            <a:ext cx="1143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证:</a:t>
            </a:r>
            <a:endParaRPr lang="zh-CN" altLang="en-US" sz="2800" b="1" dirty="0" smtClean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Text Box 21"/>
          <p:cNvSpPr txBox="1">
            <a:spLocks noChangeArrowheads="1"/>
          </p:cNvSpPr>
          <p:nvPr/>
        </p:nvSpPr>
        <p:spPr bwMode="auto">
          <a:xfrm>
            <a:off x="2863850" y="4086597"/>
            <a:ext cx="171998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）令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0" name="Object 22"/>
          <p:cNvGraphicFramePr>
            <a:graphicFrameLocks noChangeAspect="1"/>
          </p:cNvGraphicFramePr>
          <p:nvPr/>
        </p:nvGraphicFramePr>
        <p:xfrm>
          <a:off x="4340225" y="4072310"/>
          <a:ext cx="2133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1" name="Equation" r:id="rId27" imgW="51206400" imgH="10972800" progId="Equation.DSMT4">
                  <p:embed/>
                </p:oleObj>
              </mc:Choice>
              <mc:Fallback>
                <p:oleObj name="Equation" r:id="rId27" imgW="51206400" imgH="10972800" progId="Equation.DSMT4">
                  <p:embed/>
                  <p:pic>
                    <p:nvPicPr>
                      <p:cNvPr id="0" name="图片 13470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340225" y="4072310"/>
                        <a:ext cx="21336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23"/>
          <p:cNvSpPr txBox="1">
            <a:spLocks noChangeArrowheads="1"/>
          </p:cNvSpPr>
          <p:nvPr/>
        </p:nvSpPr>
        <p:spPr bwMode="auto">
          <a:xfrm>
            <a:off x="3100387" y="4743822"/>
            <a:ext cx="83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2" name="Object 24"/>
          <p:cNvGraphicFramePr>
            <a:graphicFrameLocks noChangeAspect="1"/>
          </p:cNvGraphicFramePr>
          <p:nvPr/>
        </p:nvGraphicFramePr>
        <p:xfrm>
          <a:off x="3740150" y="4861297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2" name="Equation" r:id="rId29" imgW="31089600" imgH="9448800" progId="Equation.DSMT4">
                  <p:embed/>
                </p:oleObj>
              </mc:Choice>
              <mc:Fallback>
                <p:oleObj name="Equation" r:id="rId29" imgW="31089600" imgH="9448800" progId="Equation.DSMT4">
                  <p:embed/>
                  <p:pic>
                    <p:nvPicPr>
                      <p:cNvPr id="0" name="图片 13471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740150" y="4861297"/>
                        <a:ext cx="1295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5"/>
          <p:cNvGraphicFramePr>
            <a:graphicFrameLocks noChangeAspect="1"/>
          </p:cNvGraphicFramePr>
          <p:nvPr/>
        </p:nvGraphicFramePr>
        <p:xfrm>
          <a:off x="5251450" y="4810497"/>
          <a:ext cx="1384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3" name="Equation" r:id="rId31" imgW="33223200" imgH="9753600" progId="Equation.DSMT4">
                  <p:embed/>
                </p:oleObj>
              </mc:Choice>
              <mc:Fallback>
                <p:oleObj name="Equation" r:id="rId31" imgW="33223200" imgH="9753600" progId="Equation.DSMT4">
                  <p:embed/>
                  <p:pic>
                    <p:nvPicPr>
                      <p:cNvPr id="0" name="图片 13472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251450" y="4810497"/>
                        <a:ext cx="13843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6"/>
          <p:cNvGraphicFramePr>
            <a:graphicFrameLocks noChangeAspect="1"/>
          </p:cNvGraphicFramePr>
          <p:nvPr/>
        </p:nvGraphicFramePr>
        <p:xfrm>
          <a:off x="2955925" y="5483597"/>
          <a:ext cx="2238375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4" name="Equation" r:id="rId33" imgW="53949600" imgH="11582400" progId="Equation.DSMT4">
                  <p:embed/>
                </p:oleObj>
              </mc:Choice>
              <mc:Fallback>
                <p:oleObj name="Equation" r:id="rId33" imgW="53949600" imgH="11582400" progId="Equation.DSMT4">
                  <p:embed/>
                  <p:pic>
                    <p:nvPicPr>
                      <p:cNvPr id="0" name="图片 13473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955925" y="5483597"/>
                        <a:ext cx="2238375" cy="4810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7"/>
          <p:cNvGraphicFramePr>
            <a:graphicFrameLocks noChangeAspect="1"/>
          </p:cNvGraphicFramePr>
          <p:nvPr/>
        </p:nvGraphicFramePr>
        <p:xfrm>
          <a:off x="5486400" y="5438775"/>
          <a:ext cx="2362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5" name="Equation" r:id="rId35" imgW="56692800" imgH="10972800" progId="Equation.DSMT4">
                  <p:embed/>
                </p:oleObj>
              </mc:Choice>
              <mc:Fallback>
                <p:oleObj name="Equation" r:id="rId35" imgW="56692800" imgH="10972800" progId="Equation.DSMT4">
                  <p:embed/>
                  <p:pic>
                    <p:nvPicPr>
                      <p:cNvPr id="0" name="图片 13474"/>
                      <p:cNvPicPr>
                        <a:picLocks noChangeAspect="1"/>
                      </p:cNvPicPr>
                      <p:nvPr/>
                    </p:nvPicPr>
                    <p:blipFill>
                      <a:blip r:embed="rId3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486400" y="5438775"/>
                        <a:ext cx="23622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2146935" y="6003508"/>
            <a:ext cx="25076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其他同理可证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utoUpdateAnimBg="0"/>
      <p:bldP spid="28" grpId="0" autoUpdateAnimBg="0" build="p"/>
      <p:bldP spid="29" grpId="0" autoUpdateAnimBg="0"/>
      <p:bldP spid="31" grpId="0" autoUpdateAnimBg="0"/>
      <p:bldP spid="3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2"/>
          <p:cNvGraphicFramePr>
            <a:graphicFrameLocks noChangeAspect="1"/>
          </p:cNvGraphicFramePr>
          <p:nvPr/>
        </p:nvGraphicFramePr>
        <p:xfrm>
          <a:off x="3189605" y="2357755"/>
          <a:ext cx="1511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7" name="Equation" r:id="rId1" imgW="36271200" imgH="20116800" progId="Equation.DSMT4">
                  <p:embed/>
                </p:oleObj>
              </mc:Choice>
              <mc:Fallback>
                <p:oleObj name="Equation" r:id="rId1" imgW="36271200" imgH="20116800" progId="Equation.DSMT4">
                  <p:embed/>
                  <p:pic>
                    <p:nvPicPr>
                      <p:cNvPr id="0" name="图片 1433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89605" y="2357755"/>
                        <a:ext cx="15113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>
            <a:graphicFrameLocks noChangeAspect="1"/>
          </p:cNvGraphicFramePr>
          <p:nvPr/>
        </p:nvGraphicFramePr>
        <p:xfrm>
          <a:off x="3333750" y="406400"/>
          <a:ext cx="1003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6" name="Equation" r:id="rId3" imgW="24079200" imgH="10972800" progId="Equation.DSMT4">
                  <p:embed/>
                </p:oleObj>
              </mc:Choice>
              <mc:Fallback>
                <p:oleObj name="Equation" r:id="rId3" imgW="24079200" imgH="10972800" progId="Equation.DSMT4">
                  <p:embed/>
                  <p:pic>
                    <p:nvPicPr>
                      <p:cNvPr id="0" name="图片 14475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33750" y="406400"/>
                        <a:ext cx="10033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4311275" y="393700"/>
            <a:ext cx="2057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的近似值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2025275" y="1062038"/>
            <a:ext cx="1524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6"/>
          <p:cNvGraphicFramePr>
            <a:graphicFrameLocks noChangeAspect="1"/>
          </p:cNvGraphicFramePr>
          <p:nvPr/>
        </p:nvGraphicFramePr>
        <p:xfrm>
          <a:off x="3244850" y="1162050"/>
          <a:ext cx="1879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7" name="Equation" r:id="rId5" imgW="45110400" imgH="9448800" progId="Equation.DSMT4">
                  <p:embed/>
                </p:oleObj>
              </mc:Choice>
              <mc:Fallback>
                <p:oleObj name="Equation" r:id="rId5" imgW="45110400" imgH="9448800" progId="Equation.DSMT4">
                  <p:embed/>
                  <p:pic>
                    <p:nvPicPr>
                      <p:cNvPr id="0" name="图片 1447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44850" y="1162050"/>
                        <a:ext cx="1879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2645988" y="1671638"/>
            <a:ext cx="9032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取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8"/>
          <p:cNvGraphicFramePr>
            <a:graphicFrameLocks noChangeAspect="1"/>
          </p:cNvGraphicFramePr>
          <p:nvPr/>
        </p:nvGraphicFramePr>
        <p:xfrm>
          <a:off x="3189288" y="1708150"/>
          <a:ext cx="1193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8" name="Equation" r:id="rId7" imgW="28651200" imgH="11277600" progId="Equation.DSMT4">
                  <p:embed/>
                </p:oleObj>
              </mc:Choice>
              <mc:Fallback>
                <p:oleObj name="Equation" r:id="rId7" imgW="28651200" imgH="11277600" progId="Equation.DSMT4">
                  <p:embed/>
                  <p:pic>
                    <p:nvPicPr>
                      <p:cNvPr id="0" name="图片 14477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89288" y="1708150"/>
                        <a:ext cx="1193800" cy="469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9"/>
          <p:cNvGraphicFramePr>
            <a:graphicFrameLocks noChangeAspect="1"/>
          </p:cNvGraphicFramePr>
          <p:nvPr/>
        </p:nvGraphicFramePr>
        <p:xfrm>
          <a:off x="4400550" y="1555433"/>
          <a:ext cx="723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9" name="Equation" r:id="rId9" imgW="17373600" imgH="20116800" progId="Equation.DSMT4">
                  <p:embed/>
                </p:oleObj>
              </mc:Choice>
              <mc:Fallback>
                <p:oleObj name="Equation" r:id="rId9" imgW="17373600" imgH="20116800" progId="Equation.DSMT4">
                  <p:embed/>
                  <p:pic>
                    <p:nvPicPr>
                      <p:cNvPr id="0" name="图片 14478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400550" y="1555433"/>
                        <a:ext cx="7239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0"/>
          <p:cNvGraphicFramePr>
            <a:graphicFrameLocks noChangeAspect="1"/>
          </p:cNvGraphicFramePr>
          <p:nvPr/>
        </p:nvGraphicFramePr>
        <p:xfrm>
          <a:off x="5524500" y="1685925"/>
          <a:ext cx="1079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0" name="Equation" r:id="rId11" imgW="25908000" imgH="10972800" progId="Equation.DSMT4">
                  <p:embed/>
                </p:oleObj>
              </mc:Choice>
              <mc:Fallback>
                <p:oleObj name="Equation" r:id="rId11" imgW="25908000" imgH="10972800" progId="Equation.DSMT4">
                  <p:embed/>
                  <p:pic>
                    <p:nvPicPr>
                      <p:cNvPr id="0" name="图片 14479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524500" y="1685925"/>
                        <a:ext cx="10795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2645988" y="2465388"/>
            <a:ext cx="65246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12"/>
          <p:cNvGraphicFramePr>
            <a:graphicFrameLocks noChangeAspect="1"/>
          </p:cNvGraphicFramePr>
          <p:nvPr/>
        </p:nvGraphicFramePr>
        <p:xfrm>
          <a:off x="6670040" y="1495425"/>
          <a:ext cx="1193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1" name="Equation" r:id="rId13" imgW="28651200" imgH="20116800" progId="Equation.DSMT4">
                  <p:embed/>
                </p:oleObj>
              </mc:Choice>
              <mc:Fallback>
                <p:oleObj name="Equation" r:id="rId13" imgW="28651200" imgH="20116800" progId="Equation.DSMT4">
                  <p:embed/>
                  <p:pic>
                    <p:nvPicPr>
                      <p:cNvPr id="0" name="图片 14480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670040" y="1495425"/>
                        <a:ext cx="11938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3"/>
          <p:cNvGraphicFramePr>
            <a:graphicFrameLocks noChangeAspect="1"/>
          </p:cNvGraphicFramePr>
          <p:nvPr/>
        </p:nvGraphicFramePr>
        <p:xfrm>
          <a:off x="4260850" y="3244850"/>
          <a:ext cx="1549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2" name="Equation" r:id="rId15" imgW="37185600" imgH="20116800" progId="Equation.DSMT4">
                  <p:embed/>
                </p:oleObj>
              </mc:Choice>
              <mc:Fallback>
                <p:oleObj name="Equation" r:id="rId15" imgW="37185600" imgH="20116800" progId="Equation.DSMT4">
                  <p:embed/>
                  <p:pic>
                    <p:nvPicPr>
                      <p:cNvPr id="0" name="图片 1448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60850" y="3244850"/>
                        <a:ext cx="1549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4"/>
          <p:cNvGraphicFramePr>
            <a:graphicFrameLocks noChangeAspect="1"/>
          </p:cNvGraphicFramePr>
          <p:nvPr/>
        </p:nvGraphicFramePr>
        <p:xfrm>
          <a:off x="6013450" y="3244850"/>
          <a:ext cx="1016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3" name="Equation" r:id="rId17" imgW="24384000" imgH="20116800" progId="Equation.DSMT4">
                  <p:embed/>
                </p:oleObj>
              </mc:Choice>
              <mc:Fallback>
                <p:oleObj name="Equation" r:id="rId17" imgW="24384000" imgH="20116800" progId="Equation.DSMT4">
                  <p:embed/>
                  <p:pic>
                    <p:nvPicPr>
                      <p:cNvPr id="0" name="图片 1448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013450" y="3244850"/>
                        <a:ext cx="10160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5"/>
          <p:cNvGraphicFramePr>
            <a:graphicFrameLocks noChangeAspect="1"/>
          </p:cNvGraphicFramePr>
          <p:nvPr/>
        </p:nvGraphicFramePr>
        <p:xfrm>
          <a:off x="7156450" y="3232150"/>
          <a:ext cx="1028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4" name="Equation" r:id="rId19" imgW="24688800" imgH="20116800" progId="Equation.DSMT4">
                  <p:embed/>
                </p:oleObj>
              </mc:Choice>
              <mc:Fallback>
                <p:oleObj name="Equation" r:id="rId19" imgW="24688800" imgH="20116800" progId="Equation.DSMT4">
                  <p:embed/>
                  <p:pic>
                    <p:nvPicPr>
                      <p:cNvPr id="0" name="图片 1448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156450" y="3232150"/>
                        <a:ext cx="10287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6"/>
          <p:cNvGraphicFramePr>
            <a:graphicFrameLocks noChangeAspect="1"/>
          </p:cNvGraphicFramePr>
          <p:nvPr/>
        </p:nvGraphicFramePr>
        <p:xfrm>
          <a:off x="4298950" y="4224338"/>
          <a:ext cx="558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5" name="Equation" r:id="rId21" imgW="13411200" imgH="19812000" progId="Equation.DSMT4">
                  <p:embed/>
                </p:oleObj>
              </mc:Choice>
              <mc:Fallback>
                <p:oleObj name="Equation" r:id="rId21" imgW="13411200" imgH="19812000" progId="Equation.DSMT4">
                  <p:embed/>
                  <p:pic>
                    <p:nvPicPr>
                      <p:cNvPr id="0" name="图片 1448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298950" y="4224338"/>
                        <a:ext cx="5588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7"/>
          <p:cNvGraphicFramePr>
            <a:graphicFrameLocks noChangeAspect="1"/>
          </p:cNvGraphicFramePr>
          <p:nvPr/>
        </p:nvGraphicFramePr>
        <p:xfrm>
          <a:off x="4908550" y="4165600"/>
          <a:ext cx="774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6" name="Equation" r:id="rId23" imgW="18592800" imgH="21945600" progId="Equation.DSMT4">
                  <p:embed/>
                </p:oleObj>
              </mc:Choice>
              <mc:Fallback>
                <p:oleObj name="Equation" r:id="rId23" imgW="18592800" imgH="21945600" progId="Equation.DSMT4">
                  <p:embed/>
                  <p:pic>
                    <p:nvPicPr>
                      <p:cNvPr id="0" name="图片 1448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908550" y="4165600"/>
                        <a:ext cx="7747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8"/>
          <p:cNvGraphicFramePr>
            <a:graphicFrameLocks noChangeAspect="1"/>
          </p:cNvGraphicFramePr>
          <p:nvPr/>
        </p:nvGraphicFramePr>
        <p:xfrm>
          <a:off x="5727700" y="4464050"/>
          <a:ext cx="1536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7" name="Equation" r:id="rId25" imgW="36880800" imgH="9448800" progId="Equation.DSMT4">
                  <p:embed/>
                </p:oleObj>
              </mc:Choice>
              <mc:Fallback>
                <p:oleObj name="Equation" r:id="rId25" imgW="36880800" imgH="9448800" progId="Equation.DSMT4">
                  <p:embed/>
                  <p:pic>
                    <p:nvPicPr>
                      <p:cNvPr id="0" name="图片 1448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727700" y="4464050"/>
                        <a:ext cx="1536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9"/>
          <p:cNvGraphicFramePr>
            <a:graphicFrameLocks noChangeAspect="1"/>
          </p:cNvGraphicFramePr>
          <p:nvPr/>
        </p:nvGraphicFramePr>
        <p:xfrm>
          <a:off x="4267200" y="5429250"/>
          <a:ext cx="1181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8" name="Equation" r:id="rId27" imgW="28346400" imgH="7620000" progId="Equation.DSMT4">
                  <p:embed/>
                </p:oleObj>
              </mc:Choice>
              <mc:Fallback>
                <p:oleObj name="Equation" r:id="rId27" imgW="28346400" imgH="7620000" progId="Equation.DSMT4">
                  <p:embed/>
                  <p:pic>
                    <p:nvPicPr>
                      <p:cNvPr id="0" name="图片 14487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267200" y="5429250"/>
                        <a:ext cx="11811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0"/>
          <p:cNvGraphicFramePr>
            <a:graphicFrameLocks noChangeAspect="1"/>
          </p:cNvGraphicFramePr>
          <p:nvPr/>
        </p:nvGraphicFramePr>
        <p:xfrm>
          <a:off x="8274050" y="3232150"/>
          <a:ext cx="1130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9" name="Equation" r:id="rId29" imgW="27127200" imgH="20116800" progId="Equation.DSMT4">
                  <p:embed/>
                </p:oleObj>
              </mc:Choice>
              <mc:Fallback>
                <p:oleObj name="Equation" r:id="rId29" imgW="27127200" imgH="20116800" progId="Equation.DSMT4">
                  <p:embed/>
                  <p:pic>
                    <p:nvPicPr>
                      <p:cNvPr id="0" name="图片 14488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274050" y="3232150"/>
                        <a:ext cx="11303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1"/>
          <p:cNvSpPr txBox="1">
            <a:spLocks noChangeArrowheads="1"/>
          </p:cNvSpPr>
          <p:nvPr/>
        </p:nvSpPr>
        <p:spPr>
          <a:xfrm>
            <a:off x="1883988" y="381000"/>
            <a:ext cx="16002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0" name="Object 22"/>
          <p:cNvGraphicFramePr>
            <a:graphicFrameLocks noChangeAspect="1"/>
          </p:cNvGraphicFramePr>
          <p:nvPr/>
        </p:nvGraphicFramePr>
        <p:xfrm>
          <a:off x="3181350" y="3375025"/>
          <a:ext cx="1003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0" name="Equation" r:id="rId31" imgW="24079200" imgH="10972800" progId="Equation.DSMT4">
                  <p:embed/>
                </p:oleObj>
              </mc:Choice>
              <mc:Fallback>
                <p:oleObj name="Equation" r:id="rId31" imgW="24079200" imgH="10972800" progId="Equation.DSMT4">
                  <p:embed/>
                  <p:pic>
                    <p:nvPicPr>
                      <p:cNvPr id="0" name="图片 14489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181350" y="3375025"/>
                        <a:ext cx="10033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/>
          <p:cNvGraphicFramePr>
            <a:graphicFrameLocks noChangeAspect="1"/>
          </p:cNvGraphicFramePr>
          <p:nvPr/>
        </p:nvGraphicFramePr>
        <p:xfrm>
          <a:off x="6146800" y="5264150"/>
          <a:ext cx="2768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1" name="Equation" r:id="rId33" imgW="66446400" imgH="10972800" progId="Equation.DSMT4">
                  <p:embed/>
                </p:oleObj>
              </mc:Choice>
              <mc:Fallback>
                <p:oleObj name="Equation" r:id="rId33" imgW="66446400" imgH="10972800" progId="Equation.DSMT4">
                  <p:embed/>
                  <p:pic>
                    <p:nvPicPr>
                      <p:cNvPr id="0" name="图片 14490"/>
                      <p:cNvPicPr>
                        <a:picLocks noChangeAspect="1"/>
                      </p:cNvPicPr>
                      <p:nvPr/>
                    </p:nvPicPr>
                    <p:blipFill>
                      <a:blip r:embed="rId3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146800" y="5264150"/>
                        <a:ext cx="2768600" cy="457200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C0504D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5" grpId="0" autoUpdateAnimBg="0"/>
      <p:bldP spid="19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7"/>
          <p:cNvSpPr>
            <a:spLocks noChangeArrowheads="1"/>
          </p:cNvSpPr>
          <p:nvPr/>
        </p:nvSpPr>
        <p:spPr bwMode="auto">
          <a:xfrm>
            <a:off x="2024742" y="1584325"/>
            <a:ext cx="90762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zh-CN" altLang="en-US" sz="3200" dirty="0" smtClean="0">
                <a:ea typeface="仿宋_GB2312" pitchFamily="49" charset="-122"/>
              </a:rPr>
              <a:t>（</a:t>
            </a:r>
            <a:r>
              <a:rPr lang="en-US" altLang="zh-CN" sz="3200" dirty="0" smtClean="0">
                <a:ea typeface="仿宋_GB2312" pitchFamily="49" charset="-122"/>
              </a:rPr>
              <a:t>1</a:t>
            </a:r>
            <a:r>
              <a:rPr lang="zh-CN" altLang="en-US" sz="3200" dirty="0" smtClean="0">
                <a:ea typeface="仿宋_GB2312" pitchFamily="49" charset="-122"/>
              </a:rPr>
              <a:t>）</a:t>
            </a:r>
            <a:endParaRPr lang="en-US" altLang="zh-CN" sz="3200" dirty="0">
              <a:ea typeface="仿宋_GB2312" pitchFamily="49" charset="-122"/>
            </a:endParaRPr>
          </a:p>
        </p:txBody>
      </p:sp>
      <p:graphicFrame>
        <p:nvGraphicFramePr>
          <p:cNvPr id="3" name="Object 48"/>
          <p:cNvGraphicFramePr>
            <a:graphicFrameLocks noChangeAspect="1"/>
          </p:cNvGraphicFramePr>
          <p:nvPr/>
        </p:nvGraphicFramePr>
        <p:xfrm>
          <a:off x="2932364" y="1584325"/>
          <a:ext cx="4267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Equation" r:id="rId1" imgW="102412800" imgH="10972800" progId="Equation.DSMT4">
                  <p:embed/>
                </p:oleObj>
              </mc:Choice>
              <mc:Fallback>
                <p:oleObj name="Equation" r:id="rId1" imgW="102412800" imgH="109728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32364" y="1584325"/>
                        <a:ext cx="42672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9"/>
          <p:cNvGraphicFramePr>
            <a:graphicFrameLocks noChangeAspect="1"/>
          </p:cNvGraphicFramePr>
          <p:nvPr/>
        </p:nvGraphicFramePr>
        <p:xfrm>
          <a:off x="5067300" y="1450975"/>
          <a:ext cx="1219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3" imgW="29260800" imgH="21945600" progId="Equation.DSMT4">
                  <p:embed/>
                </p:oleObj>
              </mc:Choice>
              <mc:Fallback>
                <p:oleObj name="Equation" r:id="rId3" imgW="29260800" imgH="219456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67300" y="1450975"/>
                        <a:ext cx="12192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Line 50"/>
          <p:cNvSpPr>
            <a:spLocks noChangeShapeType="1"/>
          </p:cNvSpPr>
          <p:nvPr/>
        </p:nvSpPr>
        <p:spPr bwMode="auto">
          <a:xfrm>
            <a:off x="5029200" y="2346325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" name="Object 51"/>
          <p:cNvGraphicFramePr>
            <a:graphicFrameLocks noChangeAspect="1"/>
          </p:cNvGraphicFramePr>
          <p:nvPr/>
        </p:nvGraphicFramePr>
        <p:xfrm>
          <a:off x="7248128" y="1647825"/>
          <a:ext cx="2425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5" imgW="58216800" imgH="9448800" progId="Equation.DSMT4">
                  <p:embed/>
                </p:oleObj>
              </mc:Choice>
              <mc:Fallback>
                <p:oleObj name="Equation" r:id="rId5" imgW="58216800" imgH="94488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48128" y="1647825"/>
                        <a:ext cx="2425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2"/>
          <p:cNvGraphicFramePr>
            <a:graphicFrameLocks noChangeAspect="1"/>
          </p:cNvGraphicFramePr>
          <p:nvPr/>
        </p:nvGraphicFramePr>
        <p:xfrm>
          <a:off x="7781528" y="1339850"/>
          <a:ext cx="12192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Equation" r:id="rId7" imgW="29260800" imgH="23164800" progId="Equation.DSMT4">
                  <p:embed/>
                </p:oleObj>
              </mc:Choice>
              <mc:Fallback>
                <p:oleObj name="Equation" r:id="rId7" imgW="29260800" imgH="23164800" progId="Equation.DSMT4">
                  <p:embed/>
                  <p:pic>
                    <p:nvPicPr>
                      <p:cNvPr id="0" name="图片 1536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781528" y="1339850"/>
                        <a:ext cx="12192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Line 53"/>
          <p:cNvSpPr>
            <a:spLocks noChangeShapeType="1"/>
          </p:cNvSpPr>
          <p:nvPr/>
        </p:nvSpPr>
        <p:spPr bwMode="auto">
          <a:xfrm>
            <a:off x="7591028" y="229235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" name="Object 57"/>
          <p:cNvGraphicFramePr>
            <a:graphicFrameLocks noChangeAspect="1"/>
          </p:cNvGraphicFramePr>
          <p:nvPr/>
        </p:nvGraphicFramePr>
        <p:xfrm>
          <a:off x="2160588" y="2695575"/>
          <a:ext cx="4940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Equation" r:id="rId9" imgW="118567200" imgH="10058400" progId="Equation.DSMT4">
                  <p:embed/>
                </p:oleObj>
              </mc:Choice>
              <mc:Fallback>
                <p:oleObj name="Equation" r:id="rId9" imgW="118567200" imgH="10058400" progId="Equation.DSMT4">
                  <p:embed/>
                  <p:pic>
                    <p:nvPicPr>
                      <p:cNvPr id="0" name="图片 1536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60588" y="2695575"/>
                        <a:ext cx="4940300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8"/>
          <p:cNvGraphicFramePr>
            <a:graphicFrameLocks noChangeAspect="1"/>
          </p:cNvGraphicFramePr>
          <p:nvPr/>
        </p:nvGraphicFramePr>
        <p:xfrm>
          <a:off x="3143672" y="2492896"/>
          <a:ext cx="1981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Equation" r:id="rId11" imgW="47548800" imgH="19812000" progId="Equation.DSMT4">
                  <p:embed/>
                </p:oleObj>
              </mc:Choice>
              <mc:Fallback>
                <p:oleObj name="Equation" r:id="rId11" imgW="47548800" imgH="19812000" progId="Equation.DSMT4">
                  <p:embed/>
                  <p:pic>
                    <p:nvPicPr>
                      <p:cNvPr id="0" name="图片 1536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43672" y="2492896"/>
                        <a:ext cx="19812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标题 1"/>
          <p:cNvSpPr txBox="1"/>
          <p:nvPr/>
        </p:nvSpPr>
        <p:spPr>
          <a:xfrm>
            <a:off x="1833823" y="190526"/>
            <a:ext cx="8229600" cy="7780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练习2.3.1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061647" y="4167402"/>
          <a:ext cx="123983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Equation" r:id="rId13" imgW="29565600" imgH="9448800" progId="Equation.DSMT4">
                  <p:embed/>
                </p:oleObj>
              </mc:Choice>
              <mc:Fallback>
                <p:oleObj name="Equation" r:id="rId13" imgW="29565600" imgH="9448800" progId="Equation.DSMT4">
                  <p:embed/>
                  <p:pic>
                    <p:nvPicPr>
                      <p:cNvPr id="0" name="图片 1536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61647" y="4167402"/>
                        <a:ext cx="1239838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024743" y="4102642"/>
            <a:ext cx="8997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57791" y="4108462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903133" y="3947003"/>
          <a:ext cx="817563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Equation" r:id="rId15" imgW="19812000" imgH="20116800" progId="Equation.DSMT4">
                  <p:embed/>
                </p:oleObj>
              </mc:Choice>
              <mc:Fallback>
                <p:oleObj name="Equation" r:id="rId15" imgW="19812000" imgH="20116800" progId="Equation.DSMT4">
                  <p:embed/>
                  <p:pic>
                    <p:nvPicPr>
                      <p:cNvPr id="0" name="图片 1536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903133" y="3947003"/>
                        <a:ext cx="817563" cy="846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797951" y="4102642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处的微分．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063863" y="3423023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答案：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24743" y="4753890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答案：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3143672" y="4662887"/>
          <a:ext cx="1397000" cy="819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" name="Equation" r:id="rId17" imgW="33528000" imgH="19812000" progId="Equation.DSMT4">
                  <p:embed/>
                </p:oleObj>
              </mc:Choice>
              <mc:Fallback>
                <p:oleObj name="Equation" r:id="rId17" imgW="33528000" imgH="19812000" progId="Equation.DSMT4">
                  <p:embed/>
                  <p:pic>
                    <p:nvPicPr>
                      <p:cNvPr id="0" name="图片 1536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143672" y="4662887"/>
                        <a:ext cx="1397000" cy="819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2207568" y="980728"/>
            <a:ext cx="12573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填空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265676" y="1155616"/>
            <a:ext cx="8292383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2.3.2  导数的概念（续）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21662" y="1935522"/>
            <a:ext cx="365722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本小节内容提要：</a:t>
            </a:r>
            <a:endParaRPr lang="zh-CN" altLang="en-US" sz="3200" b="1" dirty="0" smtClean="0">
              <a:latin typeface="+mn-ea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3244002" y="2661851"/>
            <a:ext cx="474414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一.抽象函数的导数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3296072" y="3492297"/>
            <a:ext cx="474414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二.函数在零点处的导数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2198033" y="210612"/>
            <a:ext cx="474414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抽象函数的导数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197833" y="719822"/>
            <a:ext cx="7834100" cy="762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1.与导数定义相关的一类极限问题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5" name="Rectangle 21"/>
          <p:cNvSpPr txBox="1">
            <a:spLocks noChangeArrowheads="1"/>
          </p:cNvSpPr>
          <p:nvPr/>
        </p:nvSpPr>
        <p:spPr>
          <a:xfrm>
            <a:off x="2063848" y="1456711"/>
            <a:ext cx="16002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6.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472435" y="1482111"/>
          <a:ext cx="952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5" name="Equation" r:id="rId1" imgW="22860000" imgH="11582400" progId="Equation.DSMT4">
                  <p:embed/>
                </p:oleObj>
              </mc:Choice>
              <mc:Fallback>
                <p:oleObj name="Equation" r:id="rId1" imgW="22860000" imgH="11582400" progId="Equation.DSMT4">
                  <p:embed/>
                  <p:pic>
                    <p:nvPicPr>
                      <p:cNvPr id="0" name="图片 1638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72435" y="1482111"/>
                        <a:ext cx="9525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461922" y="1453546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存在，求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078019" y="1267640"/>
          <a:ext cx="3937000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3" imgW="94488000" imgH="21640800" progId="Equation.DSMT4">
                  <p:embed/>
                </p:oleObj>
              </mc:Choice>
              <mc:Fallback>
                <p:oleObj name="Equation" r:id="rId3" imgW="94488000" imgH="21640800" progId="Equation.DSMT4">
                  <p:embed/>
                  <p:pic>
                    <p:nvPicPr>
                      <p:cNvPr id="0" name="图片 1638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78019" y="1267640"/>
                        <a:ext cx="3937000" cy="8937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2279576" y="2132856"/>
            <a:ext cx="86409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 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58059" y="2128748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需把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867508" y="2258683"/>
          <a:ext cx="1125538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Equation" r:id="rId5" imgW="26822400" imgH="7924800" progId="Equation.DSMT4">
                  <p:embed/>
                </p:oleObj>
              </mc:Choice>
              <mc:Fallback>
                <p:oleObj name="Equation" r:id="rId5" imgW="26822400" imgH="7924800" progId="Equation.DSMT4">
                  <p:embed/>
                  <p:pic>
                    <p:nvPicPr>
                      <p:cNvPr id="0" name="图片 1638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67508" y="2258683"/>
                        <a:ext cx="1125538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015880" y="2236836"/>
          <a:ext cx="1257300" cy="311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7" imgW="30175200" imgH="7620000" progId="Equation.DSMT4">
                  <p:embed/>
                </p:oleObj>
              </mc:Choice>
              <mc:Fallback>
                <p:oleObj name="Equation" r:id="rId7" imgW="30175200" imgH="7620000" progId="Equation.DSMT4">
                  <p:embed/>
                  <p:pic>
                    <p:nvPicPr>
                      <p:cNvPr id="0" name="图片 1638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15880" y="2236836"/>
                        <a:ext cx="1257300" cy="311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384032" y="2132856"/>
            <a:ext cx="44748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凑到导数定义的极限式中. </a:t>
            </a:r>
            <a:endParaRPr lang="zh-CN" altLang="en-US" sz="2800" b="1" dirty="0" smtClean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370138" y="2852738"/>
          <a:ext cx="3848100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9" imgW="92354400" imgH="21640800" progId="Equation.DSMT4">
                  <p:embed/>
                </p:oleObj>
              </mc:Choice>
              <mc:Fallback>
                <p:oleObj name="Equation" r:id="rId9" imgW="92354400" imgH="21640800" progId="Equation.DSMT4">
                  <p:embed/>
                  <p:pic>
                    <p:nvPicPr>
                      <p:cNvPr id="0" name="图片 1638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70138" y="2852738"/>
                        <a:ext cx="3848100" cy="8937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063552" y="3717032"/>
          <a:ext cx="6865938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Equation" r:id="rId11" imgW="164592000" imgH="24993600" progId="Equation.DSMT4">
                  <p:embed/>
                </p:oleObj>
              </mc:Choice>
              <mc:Fallback>
                <p:oleObj name="Equation" r:id="rId11" imgW="164592000" imgH="24993600" progId="Equation.DSMT4">
                  <p:embed/>
                  <p:pic>
                    <p:nvPicPr>
                      <p:cNvPr id="0" name="图片 1638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63552" y="3717032"/>
                        <a:ext cx="6865938" cy="1041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071688" y="4868863"/>
          <a:ext cx="78359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Equation" r:id="rId13" imgW="188061600" imgH="24993600" progId="Equation.DSMT4">
                  <p:embed/>
                </p:oleObj>
              </mc:Choice>
              <mc:Fallback>
                <p:oleObj name="Equation" r:id="rId13" imgW="188061600" imgH="24993600" progId="Equation.DSMT4">
                  <p:embed/>
                  <p:pic>
                    <p:nvPicPr>
                      <p:cNvPr id="0" name="图片 1639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71688" y="4868863"/>
                        <a:ext cx="7835900" cy="1041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5922921" y="5229200"/>
          <a:ext cx="190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Equation" r:id="rId15" imgW="4572000" imgH="7620000" progId="Equation.DSMT4">
                  <p:embed/>
                </p:oleObj>
              </mc:Choice>
              <mc:Fallback>
                <p:oleObj name="Equation" r:id="rId15" imgW="4572000" imgH="7620000" progId="Equation.DSMT4">
                  <p:embed/>
                  <p:pic>
                    <p:nvPicPr>
                      <p:cNvPr id="0" name="图片 1639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922921" y="5229200"/>
                        <a:ext cx="1905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7468592" y="5517232"/>
          <a:ext cx="406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name="Equation" r:id="rId17" imgW="9753600" imgH="7315200" progId="Equation.DSMT4">
                  <p:embed/>
                </p:oleObj>
              </mc:Choice>
              <mc:Fallback>
                <p:oleObj name="Equation" r:id="rId17" imgW="9753600" imgH="7315200" progId="Equation.DSMT4">
                  <p:embed/>
                  <p:pic>
                    <p:nvPicPr>
                      <p:cNvPr id="0" name="图片 1639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468592" y="5517232"/>
                        <a:ext cx="406400" cy="304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4295552" y="5445224"/>
          <a:ext cx="190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4" name="Equation" r:id="rId19" imgW="4572000" imgH="7620000" progId="Equation.DSMT4">
                  <p:embed/>
                </p:oleObj>
              </mc:Choice>
              <mc:Fallback>
                <p:oleObj name="Equation" r:id="rId19" imgW="4572000" imgH="7620000" progId="Equation.DSMT4">
                  <p:embed/>
                  <p:pic>
                    <p:nvPicPr>
                      <p:cNvPr id="0" name="图片 1639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295552" y="5445224"/>
                        <a:ext cx="1905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9456738" y="5229225"/>
          <a:ext cx="2159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name="Equation" r:id="rId21" imgW="5181600" imgH="7315200" progId="Equation.DSMT4">
                  <p:embed/>
                </p:oleObj>
              </mc:Choice>
              <mc:Fallback>
                <p:oleObj name="Equation" r:id="rId21" imgW="5181600" imgH="7315200" progId="Equation.DSMT4">
                  <p:embed/>
                  <p:pic>
                    <p:nvPicPr>
                      <p:cNvPr id="0" name="图片 1639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456738" y="5229225"/>
                        <a:ext cx="215900" cy="304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6155432" y="5373216"/>
          <a:ext cx="2286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Equation" r:id="rId23" imgW="5486400" imgH="3657600" progId="Equation.DSMT4">
                  <p:embed/>
                </p:oleObj>
              </mc:Choice>
              <mc:Fallback>
                <p:oleObj name="Equation" r:id="rId23" imgW="5486400" imgH="3657600" progId="Equation.DSMT4">
                  <p:embed/>
                  <p:pic>
                    <p:nvPicPr>
                      <p:cNvPr id="0" name="图片 1639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155432" y="5373216"/>
                        <a:ext cx="228600" cy="152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6142732" y="5301208"/>
          <a:ext cx="241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7" name="Equation" r:id="rId25" imgW="5791200" imgH="5791200" progId="Equation.DSMT4">
                  <p:embed/>
                </p:oleObj>
              </mc:Choice>
              <mc:Fallback>
                <p:oleObj name="Equation" r:id="rId25" imgW="5791200" imgH="5791200" progId="Equation.DSMT4">
                  <p:embed/>
                  <p:pic>
                    <p:nvPicPr>
                      <p:cNvPr id="0" name="图片 1639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142732" y="5301208"/>
                        <a:ext cx="241300" cy="241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2071688" y="5927819"/>
          <a:ext cx="14001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8" name="Equation" r:id="rId27" imgW="33528000" imgH="11582400" progId="Equation.DSMT4">
                  <p:embed/>
                </p:oleObj>
              </mc:Choice>
              <mc:Fallback>
                <p:oleObj name="Equation" r:id="rId27" imgW="33528000" imgH="11582400" progId="Equation.DSMT4">
                  <p:embed/>
                  <p:pic>
                    <p:nvPicPr>
                      <p:cNvPr id="0" name="图片 16397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071688" y="5927819"/>
                        <a:ext cx="1400175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3594833" y="5927819"/>
          <a:ext cx="1612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9" name="Equation" r:id="rId29" imgW="38709600" imgH="11582400" progId="Equation.DSMT4">
                  <p:embed/>
                </p:oleObj>
              </mc:Choice>
              <mc:Fallback>
                <p:oleObj name="Equation" r:id="rId29" imgW="38709600" imgH="11582400" progId="Equation.DSMT4">
                  <p:embed/>
                  <p:pic>
                    <p:nvPicPr>
                      <p:cNvPr id="0" name="图片 16398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594833" y="5927819"/>
                        <a:ext cx="16129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5386715" y="5927819"/>
          <a:ext cx="1206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0" name="Equation" r:id="rId31" imgW="28956000" imgH="11582400" progId="Equation.DSMT4">
                  <p:embed/>
                </p:oleObj>
              </mc:Choice>
              <mc:Fallback>
                <p:oleObj name="Equation" r:id="rId31" imgW="28956000" imgH="11582400" progId="Equation.DSMT4">
                  <p:embed/>
                  <p:pic>
                    <p:nvPicPr>
                      <p:cNvPr id="0" name="图片 16399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386715" y="5927819"/>
                        <a:ext cx="12065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  <p:bldP spid="11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1"/>
          <p:cNvSpPr txBox="1">
            <a:spLocks noChangeArrowheads="1"/>
          </p:cNvSpPr>
          <p:nvPr/>
        </p:nvSpPr>
        <p:spPr>
          <a:xfrm>
            <a:off x="2135560" y="404663"/>
            <a:ext cx="16002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568275" y="255438"/>
          <a:ext cx="1460500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9" name="Equation" r:id="rId1" imgW="35052000" imgH="20116800" progId="Equation.DSMT4">
                  <p:embed/>
                </p:oleObj>
              </mc:Choice>
              <mc:Fallback>
                <p:oleObj name="Equation" r:id="rId1" imgW="35052000" imgH="20116800" progId="Equation.DSMT4">
                  <p:embed/>
                  <p:pic>
                    <p:nvPicPr>
                      <p:cNvPr id="0" name="图片 1740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68275" y="255438"/>
                        <a:ext cx="1460500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579685" y="477688"/>
          <a:ext cx="2497138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Equation" r:id="rId3" imgW="59740800" imgH="9448800" progId="Equation.DSMT4">
                  <p:embed/>
                </p:oleObj>
              </mc:Choice>
              <mc:Fallback>
                <p:oleObj name="Equation" r:id="rId3" imgW="59740800" imgH="9448800" progId="Equation.DSMT4">
                  <p:embed/>
                  <p:pic>
                    <p:nvPicPr>
                      <p:cNvPr id="0" name="图片 1740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79685" y="477688"/>
                        <a:ext cx="2497138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31559" y="409753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79607" y="409753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627732" y="471338"/>
          <a:ext cx="817563" cy="400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Equation" r:id="rId5" imgW="19812000" imgH="9753600" progId="Equation.DSMT4">
                  <p:embed/>
                </p:oleObj>
              </mc:Choice>
              <mc:Fallback>
                <p:oleObj name="Equation" r:id="rId5" imgW="19812000" imgH="9753600" progId="Equation.DSMT4">
                  <p:embed/>
                  <p:pic>
                    <p:nvPicPr>
                      <p:cNvPr id="0" name="图片 1741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627732" y="471338"/>
                        <a:ext cx="817563" cy="400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2423592" y="1124744"/>
            <a:ext cx="86409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 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87688" y="1124744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因为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205680" y="1189037"/>
          <a:ext cx="21971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Equation" r:id="rId7" imgW="52730400" imgH="9448800" progId="Equation.DSMT4">
                  <p:embed/>
                </p:oleObj>
              </mc:Choice>
              <mc:Fallback>
                <p:oleObj name="Equation" r:id="rId7" imgW="52730400" imgH="9448800" progId="Equation.DSMT4">
                  <p:embed/>
                  <p:pic>
                    <p:nvPicPr>
                      <p:cNvPr id="0" name="图片 1741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05680" y="1189037"/>
                        <a:ext cx="2197100" cy="390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6528048" y="1159071"/>
          <a:ext cx="1231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Equation" r:id="rId9" imgW="29565600" imgH="9448800" progId="Equation.DSMT4">
                  <p:embed/>
                </p:oleObj>
              </mc:Choice>
              <mc:Fallback>
                <p:oleObj name="Equation" r:id="rId9" imgW="29565600" imgH="9448800" progId="Equation.DSMT4">
                  <p:embed/>
                  <p:pic>
                    <p:nvPicPr>
                      <p:cNvPr id="0" name="图片 1741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28048" y="1159071"/>
                        <a:ext cx="1231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567608" y="1772816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所以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711624" y="2420888"/>
          <a:ext cx="3830638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4" name="Equation" r:id="rId11" imgW="91744800" imgH="20116800" progId="Equation.DSMT4">
                  <p:embed/>
                </p:oleObj>
              </mc:Choice>
              <mc:Fallback>
                <p:oleObj name="Equation" r:id="rId11" imgW="91744800" imgH="20116800" progId="Equation.DSMT4">
                  <p:embed/>
                  <p:pic>
                    <p:nvPicPr>
                      <p:cNvPr id="0" name="图片 1741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711624" y="2420888"/>
                        <a:ext cx="3830638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575720" y="3284984"/>
          <a:ext cx="2751138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5" name="Equation" r:id="rId13" imgW="65836800" imgH="20116800" progId="Equation.DSMT4">
                  <p:embed/>
                </p:oleObj>
              </mc:Choice>
              <mc:Fallback>
                <p:oleObj name="Equation" r:id="rId13" imgW="65836800" imgH="20116800" progId="Equation.DSMT4">
                  <p:embed/>
                  <p:pic>
                    <p:nvPicPr>
                      <p:cNvPr id="0" name="图片 1741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575720" y="3284984"/>
                        <a:ext cx="2751138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584105" y="4221088"/>
          <a:ext cx="12192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Equation" r:id="rId15" imgW="29260800" imgH="9753600" progId="Equation.DSMT4">
                  <p:embed/>
                </p:oleObj>
              </mc:Choice>
              <mc:Fallback>
                <p:oleObj name="Equation" r:id="rId15" imgW="29260800" imgH="9753600" progId="Equation.DSMT4">
                  <p:embed/>
                  <p:pic>
                    <p:nvPicPr>
                      <p:cNvPr id="0" name="图片 1741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584105" y="4221088"/>
                        <a:ext cx="1219200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845870" y="4221088"/>
          <a:ext cx="520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" name="Equation" r:id="rId17" imgW="12496800" imgH="7620000" progId="Equation.DSMT4">
                  <p:embed/>
                </p:oleObj>
              </mc:Choice>
              <mc:Fallback>
                <p:oleObj name="Equation" r:id="rId17" imgW="12496800" imgH="7620000" progId="Equation.DSMT4">
                  <p:embed/>
                  <p:pic>
                    <p:nvPicPr>
                      <p:cNvPr id="0" name="图片 174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845870" y="4221088"/>
                        <a:ext cx="5207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69213" y="302978"/>
            <a:ext cx="7834100" cy="762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2.带有抽象函数的链法则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687835" y="836712"/>
          <a:ext cx="219710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3" name="Equation" r:id="rId1" imgW="52730400" imgH="22555200" progId="Equation.DSMT4">
                  <p:embed/>
                </p:oleObj>
              </mc:Choice>
              <mc:Fallback>
                <p:oleObj name="Equation" r:id="rId1" imgW="52730400" imgH="22555200" progId="Equation.DSMT4">
                  <p:embed/>
                  <p:pic>
                    <p:nvPicPr>
                      <p:cNvPr id="0" name="图片 1843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87835" y="836712"/>
                        <a:ext cx="2197100" cy="933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1"/>
          <p:cNvSpPr txBox="1">
            <a:spLocks noChangeArrowheads="1"/>
          </p:cNvSpPr>
          <p:nvPr/>
        </p:nvSpPr>
        <p:spPr>
          <a:xfrm>
            <a:off x="2135560" y="1036737"/>
            <a:ext cx="16002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837010" y="1033562"/>
          <a:ext cx="1671638" cy="539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Equation" r:id="rId3" imgW="39928800" imgH="13106400" progId="Equation.DSMT4">
                  <p:embed/>
                </p:oleObj>
              </mc:Choice>
              <mc:Fallback>
                <p:oleObj name="Equation" r:id="rId3" imgW="39928800" imgH="131064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37010" y="1033562"/>
                        <a:ext cx="1671638" cy="5397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60722" y="1041827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7958138" y="888306"/>
          <a:ext cx="528637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Equation" r:id="rId5" imgW="12496800" imgH="20116800" progId="Equation.DSMT4">
                  <p:embed/>
                </p:oleObj>
              </mc:Choice>
              <mc:Fallback>
                <p:oleObj name="Equation" r:id="rId5" imgW="12496800" imgH="20116800" progId="Equation.DSMT4">
                  <p:embed/>
                  <p:pic>
                    <p:nvPicPr>
                      <p:cNvPr id="0" name="图片 1843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958138" y="888306"/>
                        <a:ext cx="528637" cy="830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398673" y="2046695"/>
            <a:ext cx="86409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 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62769" y="2046695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831671" y="1892379"/>
          <a:ext cx="1549400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Equation" r:id="rId7" imgW="37185600" imgH="20116800" progId="Equation.DSMT4">
                  <p:embed/>
                </p:oleObj>
              </mc:Choice>
              <mc:Fallback>
                <p:oleObj name="Equation" r:id="rId7" imgW="37185600" imgH="201168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31671" y="1892379"/>
                        <a:ext cx="1549400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47928" y="2046695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096911" y="2780928"/>
          <a:ext cx="711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Equation" r:id="rId9" imgW="17068800" imgH="20116800" progId="Equation.DSMT4">
                  <p:embed/>
                </p:oleObj>
              </mc:Choice>
              <mc:Fallback>
                <p:oleObj name="Equation" r:id="rId9" imgW="17068800" imgH="201168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96911" y="2780928"/>
                        <a:ext cx="7112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863752" y="2780928"/>
          <a:ext cx="457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Equation" r:id="rId11" imgW="10972800" imgH="20116800" progId="Equation.DSMT4">
                  <p:embed/>
                </p:oleObj>
              </mc:Choice>
              <mc:Fallback>
                <p:oleObj name="Equation" r:id="rId11" imgW="10972800" imgH="201168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63752" y="2780928"/>
                        <a:ext cx="4572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4367808" y="2780928"/>
          <a:ext cx="825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9" name="Equation" r:id="rId13" imgW="19812000" imgH="20116800" progId="Equation.DSMT4">
                  <p:embed/>
                </p:oleObj>
              </mc:Choice>
              <mc:Fallback>
                <p:oleObj name="Equation" r:id="rId13" imgW="19812000" imgH="20116800" progId="Equation.DSMT4">
                  <p:embed/>
                  <p:pic>
                    <p:nvPicPr>
                      <p:cNvPr id="0" name="图片 1843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67808" y="2780928"/>
                        <a:ext cx="8255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5289363" y="2852936"/>
          <a:ext cx="1193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" name="Equation" r:id="rId15" imgW="28651200" imgH="20726400" progId="Equation.DSMT4">
                  <p:embed/>
                </p:oleObj>
              </mc:Choice>
              <mc:Fallback>
                <p:oleObj name="Equation" r:id="rId15" imgW="28651200" imgH="207264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289363" y="2852936"/>
                        <a:ext cx="1193800" cy="863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6597122" y="2708920"/>
          <a:ext cx="17272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1" name="Equation" r:id="rId17" imgW="41452800" imgH="24384000" progId="Equation.DSMT4">
                  <p:embed/>
                </p:oleObj>
              </mc:Choice>
              <mc:Fallback>
                <p:oleObj name="Equation" r:id="rId17" imgW="41452800" imgH="24384000" progId="Equation.DSMT4">
                  <p:embed/>
                  <p:pic>
                    <p:nvPicPr>
                      <p:cNvPr id="0" name="图片 1844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597122" y="2708920"/>
                        <a:ext cx="17272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560763" y="4221163"/>
          <a:ext cx="25654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Equation" r:id="rId19" imgW="61569600" imgH="24688800" progId="Equation.DSMT4">
                  <p:embed/>
                </p:oleObj>
              </mc:Choice>
              <mc:Fallback>
                <p:oleObj name="Equation" r:id="rId19" imgW="61569600" imgH="24688800" progId="Equation.DSMT4">
                  <p:embed/>
                  <p:pic>
                    <p:nvPicPr>
                      <p:cNvPr id="0" name="图片 1844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560763" y="4221163"/>
                        <a:ext cx="2565400" cy="1028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541418" y="5301208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经验：</a:t>
            </a:r>
            <a:endParaRPr lang="zh-CN" altLang="en-US" sz="2800" b="1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下箭头 22"/>
          <p:cNvSpPr/>
          <p:nvPr/>
        </p:nvSpPr>
        <p:spPr>
          <a:xfrm>
            <a:off x="6528048" y="1565047"/>
            <a:ext cx="45719" cy="3592145"/>
          </a:xfrm>
          <a:prstGeom prst="downArrow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5988050" y="5250274"/>
          <a:ext cx="167163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3" name="Equation" r:id="rId21" imgW="39928800" imgH="13106400" progId="Equation.DSMT4">
                  <p:embed/>
                </p:oleObj>
              </mc:Choice>
              <mc:Fallback>
                <p:oleObj name="Equation" r:id="rId21" imgW="39928800" imgH="13106400" progId="Equation.DSMT4">
                  <p:embed/>
                  <p:pic>
                    <p:nvPicPr>
                      <p:cNvPr id="0" name="图片 1844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988050" y="5250274"/>
                        <a:ext cx="1671637" cy="53975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427216" y="5313260"/>
            <a:ext cx="24578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关键是“关系”</a:t>
            </a:r>
            <a:endParaRPr lang="zh-CN" altLang="en-US" sz="2800" b="1" dirty="0" smtClean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5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7" grpId="0"/>
      <p:bldP spid="10" grpId="0"/>
      <p:bldP spid="11" grpId="0"/>
      <p:bldP spid="14" grpId="0"/>
      <p:bldP spid="22" grpId="0"/>
      <p:bldP spid="23" grpId="0" bldLvl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1"/>
          <p:cNvSpPr txBox="1">
            <a:spLocks noChangeArrowheads="1"/>
          </p:cNvSpPr>
          <p:nvPr/>
        </p:nvSpPr>
        <p:spPr>
          <a:xfrm>
            <a:off x="1712015" y="332656"/>
            <a:ext cx="2448272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9.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03512" y="866056"/>
            <a:ext cx="871296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）可导的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偶（奇）函数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的导函数是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奇（偶）函数；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12202" y="1484784"/>
            <a:ext cx="896448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）可导的周期函数的导数是周期函数，且周期不变．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46091" y="2958936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28006" y="2276872"/>
            <a:ext cx="78701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这两个命题都可以</a:t>
            </a:r>
            <a:r>
              <a:rPr lang="zh-CN" altLang="en-US" sz="2800" b="1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用定义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zh-CN" altLang="en-US" sz="2800" b="1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用“两边求导法”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2135560" y="2280980"/>
            <a:ext cx="86409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 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03712" y="2958936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007768" y="3035602"/>
          <a:ext cx="72390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7" name="Equation" r:id="rId1" imgW="17373600" imgH="9448800" progId="Equation.DSMT4">
                  <p:embed/>
                </p:oleObj>
              </mc:Choice>
              <mc:Fallback>
                <p:oleObj name="Equation" r:id="rId1" imgW="17373600" imgH="94488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07768" y="3035602"/>
                        <a:ext cx="723900" cy="3698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871864" y="2958936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为偶函数时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429055" y="3553331"/>
          <a:ext cx="49022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Equation" r:id="rId3" imgW="116433600" imgH="20116800" progId="Equation.DSMT4">
                  <p:embed/>
                </p:oleObj>
              </mc:Choice>
              <mc:Fallback>
                <p:oleObj name="Equation" r:id="rId3" imgW="116433600" imgH="20116800" progId="Equation.DSMT4">
                  <p:embed/>
                  <p:pic>
                    <p:nvPicPr>
                      <p:cNvPr id="0" name="图片 1945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29055" y="3553331"/>
                        <a:ext cx="4902200" cy="8112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571985" y="4391774"/>
          <a:ext cx="3367088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Equation" r:id="rId5" imgW="80162400" imgH="20116800" progId="Equation.DSMT4">
                  <p:embed/>
                </p:oleObj>
              </mc:Choice>
              <mc:Fallback>
                <p:oleObj name="Equation" r:id="rId5" imgW="80162400" imgH="20116800" progId="Equation.DSMT4">
                  <p:embed/>
                  <p:pic>
                    <p:nvPicPr>
                      <p:cNvPr id="0" name="图片 1945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71985" y="4391774"/>
                        <a:ext cx="3367088" cy="8112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572040" y="5307305"/>
          <a:ext cx="3568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Equation" r:id="rId7" imgW="85648800" imgH="20116800" progId="Equation.DSMT4">
                  <p:embed/>
                </p:oleObj>
              </mc:Choice>
              <mc:Fallback>
                <p:oleObj name="Equation" r:id="rId7" imgW="85648800" imgH="20116800" progId="Equation.DSMT4">
                  <p:embed/>
                  <p:pic>
                    <p:nvPicPr>
                      <p:cNvPr id="0" name="图片 1945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72040" y="5307305"/>
                        <a:ext cx="35687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8331443" y="5523329"/>
          <a:ext cx="1270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Equation" r:id="rId9" imgW="30480000" imgH="9753600" progId="Equation.DSMT4">
                  <p:embed/>
                </p:oleObj>
              </mc:Choice>
              <mc:Fallback>
                <p:oleObj name="Equation" r:id="rId9" imgW="30480000" imgH="9753600" progId="Equation.DSMT4">
                  <p:embed/>
                  <p:pic>
                    <p:nvPicPr>
                      <p:cNvPr id="0" name="图片 1946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331443" y="5523329"/>
                        <a:ext cx="12700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  <p:bldP spid="9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7648" y="188640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76383" y="188640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280439" y="265306"/>
          <a:ext cx="72390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1" name="Equation" r:id="rId1" imgW="17373600" imgH="9448800" progId="Equation.DSMT4">
                  <p:embed/>
                </p:oleObj>
              </mc:Choice>
              <mc:Fallback>
                <p:oleObj name="Equation" r:id="rId1" imgW="17373600" imgH="9448800" progId="Equation.DSMT4">
                  <p:embed/>
                  <p:pic>
                    <p:nvPicPr>
                      <p:cNvPr id="0" name="图片 2048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80439" y="265306"/>
                        <a:ext cx="723900" cy="3698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144535" y="188640"/>
            <a:ext cx="28136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以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为周期，则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776266" y="871890"/>
          <a:ext cx="5916612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Equation" r:id="rId3" imgW="140817600" imgH="20116800" progId="Equation.DSMT4">
                  <p:embed/>
                </p:oleObj>
              </mc:Choice>
              <mc:Fallback>
                <p:oleObj name="Equation" r:id="rId3" imgW="140817600" imgH="20116800" progId="Equation.DSMT4">
                  <p:embed/>
                  <p:pic>
                    <p:nvPicPr>
                      <p:cNvPr id="0" name="图片 2048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76266" y="871890"/>
                        <a:ext cx="5916612" cy="8112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204143" y="1844675"/>
          <a:ext cx="3340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Equation" r:id="rId5" imgW="80162400" imgH="20116800" progId="Equation.DSMT4">
                  <p:embed/>
                </p:oleObj>
              </mc:Choice>
              <mc:Fallback>
                <p:oleObj name="Equation" r:id="rId5" imgW="80162400" imgH="20116800" progId="Equation.DSMT4">
                  <p:embed/>
                  <p:pic>
                    <p:nvPicPr>
                      <p:cNvPr id="0" name="图片 2048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04143" y="1844675"/>
                        <a:ext cx="33401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204460" y="2962910"/>
          <a:ext cx="1206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" name="Equation" r:id="rId7" imgW="28956000" imgH="11582400" progId="Equation.DSMT4">
                  <p:embed/>
                </p:oleObj>
              </mc:Choice>
              <mc:Fallback>
                <p:oleObj name="Equation" r:id="rId7" imgW="28956000" imgH="11582400" progId="Equation.DSMT4">
                  <p:embed/>
                  <p:pic>
                    <p:nvPicPr>
                      <p:cNvPr id="0" name="图片 2048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04460" y="2962910"/>
                        <a:ext cx="12065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207568" y="3429000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两边求导法：</a:t>
            </a:r>
            <a:endParaRPr lang="zh-CN" altLang="en-US" sz="2800" b="1" dirty="0" smtClean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94958" y="3952220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由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535361" y="4028886"/>
          <a:ext cx="1989138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Equation" r:id="rId9" imgW="47244000" imgH="9448800" progId="Equation.DSMT4">
                  <p:embed/>
                </p:oleObj>
              </mc:Choice>
              <mc:Fallback>
                <p:oleObj name="Equation" r:id="rId9" imgW="47244000" imgH="9448800" progId="Equation.DSMT4">
                  <p:embed/>
                  <p:pic>
                    <p:nvPicPr>
                      <p:cNvPr id="0" name="图片 2048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35361" y="4028886"/>
                        <a:ext cx="1989138" cy="3698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591944" y="3952220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两边求导得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7699820" y="4023330"/>
          <a:ext cx="233203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Equation" r:id="rId11" imgW="55473600" imgH="9753600" progId="Equation.DSMT4">
                  <p:embed/>
                </p:oleObj>
              </mc:Choice>
              <mc:Fallback>
                <p:oleObj name="Equation" r:id="rId11" imgW="55473600" imgH="9753600" progId="Equation.DSMT4">
                  <p:embed/>
                  <p:pic>
                    <p:nvPicPr>
                      <p:cNvPr id="0" name="图片 2048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699820" y="4023330"/>
                        <a:ext cx="2332038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994894" y="4706094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由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480871" y="4782274"/>
          <a:ext cx="2322513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Equation" r:id="rId13" imgW="55168800" imgH="9448800" progId="Equation.DSMT4">
                  <p:embed/>
                </p:oleObj>
              </mc:Choice>
              <mc:Fallback>
                <p:oleObj name="Equation" r:id="rId13" imgW="55168800" imgH="9448800" progId="Equation.DSMT4">
                  <p:embed/>
                  <p:pic>
                    <p:nvPicPr>
                      <p:cNvPr id="0" name="图片 2048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480871" y="4782274"/>
                        <a:ext cx="2322513" cy="3698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711260" y="4725144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两边求导得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7566461" y="4771797"/>
          <a:ext cx="2540000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" name="Equation" r:id="rId15" imgW="60350400" imgH="9753600" progId="Equation.DSMT4">
                  <p:embed/>
                </p:oleObj>
              </mc:Choice>
              <mc:Fallback>
                <p:oleObj name="Equation" r:id="rId15" imgW="60350400" imgH="9753600" progId="Equation.DSMT4">
                  <p:embed/>
                  <p:pic>
                    <p:nvPicPr>
                      <p:cNvPr id="0" name="图片 2048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566461" y="4771797"/>
                        <a:ext cx="2540000" cy="3825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2207568" y="5459730"/>
            <a:ext cx="64401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同理可证“奇函数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的导函数是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偶函数”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207568" y="5982950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证毕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10" grpId="0"/>
      <p:bldP spid="11" grpId="0"/>
      <p:bldP spid="14" grpId="0"/>
      <p:bldP spid="17" grpId="0"/>
      <p:bldP spid="19" grpId="0"/>
      <p:bldP spid="21" grpId="0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90199" y="320973"/>
            <a:ext cx="388843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P121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思考题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2.3.1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67608" y="1216146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539945" y="1279768"/>
          <a:ext cx="450851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5" name="Equation" r:id="rId1" imgW="10668000" imgH="9144000" progId="Equation.DSMT4">
                  <p:embed/>
                </p:oleObj>
              </mc:Choice>
              <mc:Fallback>
                <p:oleObj name="Equation" r:id="rId1" imgW="10668000" imgH="9144000" progId="Equation.DSMT4">
                  <p:embed/>
                  <p:pic>
                    <p:nvPicPr>
                      <p:cNvPr id="0" name="图片 2150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39945" y="1279768"/>
                        <a:ext cx="450851" cy="3571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07568" y="262389"/>
            <a:ext cx="2182994" cy="6451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chemeClr val="tx1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思    考</a:t>
            </a:r>
            <a:endParaRPr lang="zh-CN" altLang="en-US" sz="3600" b="1" dirty="0" smtClean="0">
              <a:solidFill>
                <a:schemeClr val="tx1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79776" y="1196752"/>
            <a:ext cx="44729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导数的</a:t>
            </a:r>
            <a:r>
              <a:rPr lang="zh-CN" altLang="en-US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下列求法错在哪里？</a:t>
            </a:r>
            <a:endParaRPr lang="zh-CN" altLang="en-US" sz="2800" b="1" dirty="0" smtClean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339793" y="1844824"/>
          <a:ext cx="3421063" cy="850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name="Equation" r:id="rId3" imgW="81076800" imgH="21336000" progId="Equation.DSMT4">
                  <p:embed/>
                </p:oleObj>
              </mc:Choice>
              <mc:Fallback>
                <p:oleObj name="Equation" r:id="rId3" imgW="81076800" imgH="21336000" progId="Equation.DSMT4">
                  <p:embed/>
                  <p:pic>
                    <p:nvPicPr>
                      <p:cNvPr id="0" name="图片 2150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9793" y="1844824"/>
                        <a:ext cx="3421063" cy="85090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879976" y="1844824"/>
          <a:ext cx="2192337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" name="Equation" r:id="rId5" imgW="52730400" imgH="21336000" progId="Equation.DSMT4">
                  <p:embed/>
                </p:oleObj>
              </mc:Choice>
              <mc:Fallback>
                <p:oleObj name="Equation" r:id="rId5" imgW="52730400" imgH="21336000" progId="Equation.DSMT4">
                  <p:embed/>
                  <p:pic>
                    <p:nvPicPr>
                      <p:cNvPr id="0" name="图片 2150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79976" y="1844824"/>
                        <a:ext cx="2192337" cy="8969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8261404" y="2132856"/>
          <a:ext cx="723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8" name="Equation" r:id="rId7" imgW="17373600" imgH="9144000" progId="Equation.DSMT4">
                  <p:embed/>
                </p:oleObj>
              </mc:Choice>
              <mc:Fallback>
                <p:oleObj name="Equation" r:id="rId7" imgW="17373600" imgH="9144000" progId="Equation.DSMT4">
                  <p:embed/>
                  <p:pic>
                    <p:nvPicPr>
                      <p:cNvPr id="0" name="图片 2150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61404" y="2132856"/>
                        <a:ext cx="7239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669629" y="3187223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答案：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69629" y="3710443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正确求法：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142447" y="4365104"/>
          <a:ext cx="358775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9" name="Equation" r:id="rId9" imgW="85039200" imgH="21336000" progId="Equation.DSMT4">
                  <p:embed/>
                </p:oleObj>
              </mc:Choice>
              <mc:Fallback>
                <p:oleObj name="Equation" r:id="rId9" imgW="85039200" imgH="21336000" progId="Equation.DSMT4">
                  <p:embed/>
                  <p:pic>
                    <p:nvPicPr>
                      <p:cNvPr id="0" name="图片 2150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42447" y="4365104"/>
                        <a:ext cx="3587750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879976" y="4365104"/>
          <a:ext cx="2319338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0" name="Equation" r:id="rId11" imgW="55778400" imgH="21336000" progId="Equation.DSMT4">
                  <p:embed/>
                </p:oleObj>
              </mc:Choice>
              <mc:Fallback>
                <p:oleObj name="Equation" r:id="rId11" imgW="55778400" imgH="21336000" progId="Equation.DSMT4">
                  <p:embed/>
                  <p:pic>
                    <p:nvPicPr>
                      <p:cNvPr id="0" name="图片 2150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879976" y="4365104"/>
                        <a:ext cx="2319338" cy="8969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8346489" y="4653136"/>
          <a:ext cx="927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1" name="Equation" r:id="rId13" imgW="22250400" imgH="9144000" progId="Equation.DSMT4">
                  <p:embed/>
                </p:oleObj>
              </mc:Choice>
              <mc:Fallback>
                <p:oleObj name="Equation" r:id="rId13" imgW="22250400" imgH="9144000" progId="Equation.DSMT4">
                  <p:embed/>
                  <p:pic>
                    <p:nvPicPr>
                      <p:cNvPr id="0" name="图片 2151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346489" y="4653136"/>
                        <a:ext cx="9271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15" grpId="0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2279948" y="135682"/>
            <a:ext cx="474414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函数在零点处的导数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07568" y="701407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重要命题：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07568" y="1224627"/>
            <a:ext cx="51841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命题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2.3.2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（零点处的导数刻画）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76120" y="1224627"/>
            <a:ext cx="32804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一个实数，则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279576" y="1844824"/>
          <a:ext cx="723900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9" name="Equation" r:id="rId1" imgW="17373600" imgH="9448800" progId="Equation.DSMT4">
                  <p:embed/>
                </p:oleObj>
              </mc:Choice>
              <mc:Fallback>
                <p:oleObj name="Equation" r:id="rId1" imgW="17373600" imgH="9448800" progId="Equation.DSMT4">
                  <p:embed/>
                  <p:pic>
                    <p:nvPicPr>
                      <p:cNvPr id="0" name="图片 2252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79576" y="1844824"/>
                        <a:ext cx="723900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43672" y="1747847"/>
            <a:ext cx="25095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在点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处连续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079776" y="1839267"/>
          <a:ext cx="311151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0" name="Equation" r:id="rId3" imgW="7620000" imgH="10363200" progId="Equation.DSMT4">
                  <p:embed/>
                </p:oleObj>
              </mc:Choice>
              <mc:Fallback>
                <p:oleObj name="Equation" r:id="rId3" imgW="7620000" imgH="10363200" progId="Equation.DSMT4">
                  <p:embed/>
                  <p:pic>
                    <p:nvPicPr>
                      <p:cNvPr id="0" name="图片 2252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79776" y="1839267"/>
                        <a:ext cx="311151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512063" y="2348880"/>
          <a:ext cx="2044700" cy="920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1" name="Equation" r:id="rId5" imgW="49072800" imgH="22250400" progId="Equation.DSMT4">
                  <p:embed/>
                </p:oleObj>
              </mc:Choice>
              <mc:Fallback>
                <p:oleObj name="Equation" r:id="rId5" imgW="49072800" imgH="22250400" progId="Equation.DSMT4">
                  <p:embed/>
                  <p:pic>
                    <p:nvPicPr>
                      <p:cNvPr id="0" name="图片 2253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12063" y="2348880"/>
                        <a:ext cx="2044700" cy="9207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右大括号 13"/>
          <p:cNvSpPr/>
          <p:nvPr/>
        </p:nvSpPr>
        <p:spPr>
          <a:xfrm>
            <a:off x="5675134" y="1916832"/>
            <a:ext cx="204842" cy="1059503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左右箭头 14"/>
          <p:cNvSpPr/>
          <p:nvPr/>
        </p:nvSpPr>
        <p:spPr>
          <a:xfrm>
            <a:off x="5996304" y="2322969"/>
            <a:ext cx="648072" cy="247227"/>
          </a:xfrm>
          <a:prstGeom prst="leftRightArrow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左大括号 15"/>
          <p:cNvSpPr/>
          <p:nvPr/>
        </p:nvSpPr>
        <p:spPr>
          <a:xfrm>
            <a:off x="6702934" y="1916832"/>
            <a:ext cx="257161" cy="1059503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7176120" y="1839267"/>
          <a:ext cx="1365251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" name="Equation" r:id="rId7" imgW="32918400" imgH="10363200" progId="Equation.DSMT4">
                  <p:embed/>
                </p:oleObj>
              </mc:Choice>
              <mc:Fallback>
                <p:oleObj name="Equation" r:id="rId7" imgW="32918400" imgH="10363200" progId="Equation.DSMT4">
                  <p:embed/>
                  <p:pic>
                    <p:nvPicPr>
                      <p:cNvPr id="0" name="图片 2253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176120" y="1839267"/>
                        <a:ext cx="1365251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7158004" y="2636912"/>
          <a:ext cx="1511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" name="Equation" r:id="rId9" imgW="36271200" imgH="10363200" progId="Equation.DSMT4">
                  <p:embed/>
                </p:oleObj>
              </mc:Choice>
              <mc:Fallback>
                <p:oleObj name="Equation" r:id="rId9" imgW="36271200" imgH="10363200" progId="Equation.DSMT4">
                  <p:embed/>
                  <p:pic>
                    <p:nvPicPr>
                      <p:cNvPr id="0" name="图片 2253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158004" y="2636912"/>
                        <a:ext cx="15113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2279576" y="3356992"/>
            <a:ext cx="86409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证: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31703" y="3429000"/>
            <a:ext cx="9777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：若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338165" y="3230235"/>
          <a:ext cx="14478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4" name="Equation" r:id="rId11" imgW="34747200" imgH="22250400" progId="Equation.DSMT4">
                  <p:embed/>
                </p:oleObj>
              </mc:Choice>
              <mc:Fallback>
                <p:oleObj name="Equation" r:id="rId11" imgW="34747200" imgH="22250400" progId="Equation.DSMT4">
                  <p:embed/>
                  <p:pic>
                    <p:nvPicPr>
                      <p:cNvPr id="0" name="图片 2253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38165" y="3230235"/>
                        <a:ext cx="1447800" cy="920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右箭头 23"/>
          <p:cNvSpPr/>
          <p:nvPr/>
        </p:nvSpPr>
        <p:spPr>
          <a:xfrm>
            <a:off x="3057574" y="3560832"/>
            <a:ext cx="288032" cy="259556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5879976" y="3356992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存在，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60096" y="3356992"/>
            <a:ext cx="400744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则分子极限只能为零，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063552" y="4077072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因为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2927648" y="4145007"/>
          <a:ext cx="7239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5" name="Equation" r:id="rId13" imgW="17373600" imgH="9448800" progId="Equation.DSMT4">
                  <p:embed/>
                </p:oleObj>
              </mc:Choice>
              <mc:Fallback>
                <p:oleObj name="Equation" r:id="rId13" imgW="17373600" imgH="9448800" progId="Equation.DSMT4">
                  <p:embed/>
                  <p:pic>
                    <p:nvPicPr>
                      <p:cNvPr id="0" name="图片 2253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27648" y="4145007"/>
                        <a:ext cx="72390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3719736" y="4077072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连续，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986429" y="4077072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Rectangle 2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4043075" y="4600292"/>
          <a:ext cx="24320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6" name="Equation" r:id="rId14" imgW="58521600" imgH="14325600" progId="Equation.DSMT4">
                  <p:embed/>
                </p:oleObj>
              </mc:Choice>
              <mc:Fallback>
                <p:oleObj name="Equation" r:id="rId14" imgW="58521600" imgH="14325600" progId="Equation.DSMT4">
                  <p:embed/>
                  <p:pic>
                    <p:nvPicPr>
                      <p:cNvPr id="0" name="图片 22535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043075" y="4600292"/>
                        <a:ext cx="2432050" cy="603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6478168" y="4644201"/>
          <a:ext cx="571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7" name="Equation" r:id="rId16" imgW="13716000" imgH="7924800" progId="Equation.DSMT4">
                  <p:embed/>
                </p:oleObj>
              </mc:Choice>
              <mc:Fallback>
                <p:oleObj name="Equation" r:id="rId16" imgW="13716000" imgH="7924800" progId="Equation.DSMT4">
                  <p:embed/>
                  <p:pic>
                    <p:nvPicPr>
                      <p:cNvPr id="0" name="图片 22536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478168" y="4644201"/>
                        <a:ext cx="5715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279576" y="5085184"/>
            <a:ext cx="51879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代回极限中成为导数定义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式，即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9" grpId="0"/>
      <p:bldP spid="14" grpId="0" bldLvl="0" animBg="1"/>
      <p:bldP spid="15" grpId="0" bldLvl="0" animBg="1"/>
      <p:bldP spid="16" grpId="0" bldLvl="0" animBg="1"/>
      <p:bldP spid="21" grpId="0"/>
      <p:bldP spid="22" grpId="0"/>
      <p:bldP spid="24" grpId="0" bldLvl="0" animBg="1"/>
      <p:bldP spid="25" grpId="0"/>
      <p:bldP spid="26" grpId="0"/>
      <p:bldP spid="27" grpId="0"/>
      <p:bldP spid="29" grpId="0"/>
      <p:bldP spid="30" grpId="0"/>
      <p:bldP spid="3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143672" y="476672"/>
          <a:ext cx="4297363" cy="920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3" name="Equation" r:id="rId1" imgW="103327200" imgH="22250400" progId="Equation.DSMT4">
                  <p:embed/>
                </p:oleObj>
              </mc:Choice>
              <mc:Fallback>
                <p:oleObj name="Equation" r:id="rId1" imgW="103327200" imgH="22250400" progId="Equation.DSMT4">
                  <p:embed/>
                  <p:pic>
                    <p:nvPicPr>
                      <p:cNvPr id="0" name="图片 2355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43672" y="476672"/>
                        <a:ext cx="4297363" cy="9207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159896" y="476672"/>
          <a:ext cx="1054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4" name="Equation" r:id="rId3" imgW="25298400" imgH="10363200" progId="Equation.DSMT4">
                  <p:embed/>
                </p:oleObj>
              </mc:Choice>
              <mc:Fallback>
                <p:oleObj name="Equation" r:id="rId3" imgW="25298400" imgH="10363200" progId="Equation.DSMT4">
                  <p:embed/>
                  <p:pic>
                    <p:nvPicPr>
                      <p:cNvPr id="0" name="图片 2355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59896" y="476672"/>
                        <a:ext cx="10541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左箭头 4"/>
          <p:cNvSpPr/>
          <p:nvPr/>
        </p:nvSpPr>
        <p:spPr>
          <a:xfrm>
            <a:off x="2423592" y="1844824"/>
            <a:ext cx="432048" cy="288032"/>
          </a:xfrm>
          <a:prstGeom prst="lef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855640" y="1700808"/>
            <a:ext cx="321408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：“可导必连续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”；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55640" y="2224028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由导数定义，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215680" y="2924944"/>
          <a:ext cx="4221162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" name="Equation" r:id="rId5" imgW="101498400" imgH="22250400" progId="Equation.DSMT4">
                  <p:embed/>
                </p:oleObj>
              </mc:Choice>
              <mc:Fallback>
                <p:oleObj name="Equation" r:id="rId5" imgW="101498400" imgH="22250400" progId="Equation.DSMT4">
                  <p:embed/>
                  <p:pic>
                    <p:nvPicPr>
                      <p:cNvPr id="0" name="图片 2355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15680" y="2924944"/>
                        <a:ext cx="4221162" cy="920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7464152" y="3140968"/>
          <a:ext cx="1841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" name="Equation" r:id="rId7" imgW="44196000" imgH="10363200" progId="Equation.DSMT4">
                  <p:embed/>
                </p:oleObj>
              </mc:Choice>
              <mc:Fallback>
                <p:oleObj name="Equation" r:id="rId7" imgW="44196000" imgH="10363200" progId="Equation.DSMT4">
                  <p:embed/>
                  <p:pic>
                    <p:nvPicPr>
                      <p:cNvPr id="0" name="图片 2355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464152" y="3140968"/>
                        <a:ext cx="18415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423592" y="3789040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证毕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/>
      <p:bldP spid="7" grpId="0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9660" y="469702"/>
            <a:ext cx="37579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这个命题的三点启示：</a:t>
            </a:r>
            <a:endParaRPr lang="zh-CN" altLang="en-US" sz="2800" b="1" dirty="0" smtClean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35560" y="1104146"/>
            <a:ext cx="56673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）如果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连续函数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的极限式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752184" y="905381"/>
          <a:ext cx="14478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7" name="Equation" r:id="rId1" imgW="34747200" imgH="22250400" progId="Equation.DSMT4">
                  <p:embed/>
                </p:oleObj>
              </mc:Choice>
              <mc:Fallback>
                <p:oleObj name="Equation" r:id="rId1" imgW="34747200" imgH="22250400" progId="Equation.DSMT4">
                  <p:embed/>
                  <p:pic>
                    <p:nvPicPr>
                      <p:cNvPr id="0" name="图片 2457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752184" y="905381"/>
                        <a:ext cx="1447800" cy="920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36360" y="1104146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存在，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47528" y="1733054"/>
            <a:ext cx="22078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设极限为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91744" y="1733054"/>
            <a:ext cx="44170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那么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必是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零点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714785" y="1778764"/>
          <a:ext cx="3111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8" name="Equation" r:id="rId3" imgW="7620000" imgH="10363200" progId="Equation.DSMT4">
                  <p:embed/>
                </p:oleObj>
              </mc:Choice>
              <mc:Fallback>
                <p:oleObj name="Equation" r:id="rId3" imgW="7620000" imgH="10363200" progId="Equation.DSMT4">
                  <p:embed/>
                  <p:pic>
                    <p:nvPicPr>
                      <p:cNvPr id="0" name="图片 2457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14785" y="1778764"/>
                        <a:ext cx="31115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215313" y="1824211"/>
          <a:ext cx="1574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9" name="Equation" r:id="rId5" imgW="37795200" imgH="10363200" progId="Equation.DSMT4">
                  <p:embed/>
                </p:oleObj>
              </mc:Choice>
              <mc:Fallback>
                <p:oleObj name="Equation" r:id="rId5" imgW="37795200" imgH="10363200" progId="Equation.DSMT4">
                  <p:embed/>
                  <p:pic>
                    <p:nvPicPr>
                      <p:cNvPr id="0" name="图片 2457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15313" y="1824211"/>
                        <a:ext cx="15748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063552" y="2381126"/>
            <a:ext cx="17926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反之亦然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63552" y="2904346"/>
            <a:ext cx="166385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）若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431669" y="2975466"/>
          <a:ext cx="14541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0" name="Equation" r:id="rId7" imgW="35052000" imgH="10363200" progId="Equation.DSMT4">
                  <p:embed/>
                </p:oleObj>
              </mc:Choice>
              <mc:Fallback>
                <p:oleObj name="Equation" r:id="rId7" imgW="35052000" imgH="10363200" progId="Equation.DSMT4">
                  <p:embed/>
                  <p:pic>
                    <p:nvPicPr>
                      <p:cNvPr id="0" name="图片 2457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31669" y="2975466"/>
                        <a:ext cx="145415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061615" y="2904346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可以通过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6670401" y="2705581"/>
          <a:ext cx="14478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1" name="Equation" r:id="rId9" imgW="34747200" imgH="22250400" progId="Equation.DSMT4">
                  <p:embed/>
                </p:oleObj>
              </mc:Choice>
              <mc:Fallback>
                <p:oleObj name="Equation" r:id="rId9" imgW="34747200" imgH="22250400" progId="Equation.DSMT4">
                  <p:embed/>
                  <p:pic>
                    <p:nvPicPr>
                      <p:cNvPr id="0" name="图片 2458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670401" y="2705581"/>
                        <a:ext cx="1447800" cy="920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8256240" y="2904346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是否存在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19536" y="3605262"/>
            <a:ext cx="42373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判断函数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是否可导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063552" y="4128482"/>
            <a:ext cx="14351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）当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431704" y="4174192"/>
          <a:ext cx="869951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2" name="Equation" r:id="rId10" imgW="20726400" imgH="10363200" progId="Equation.DSMT4">
                  <p:embed/>
                </p:oleObj>
              </mc:Choice>
              <mc:Fallback>
                <p:oleObj name="Equation" r:id="rId10" imgW="20726400" imgH="10363200" progId="Equation.DSMT4">
                  <p:embed/>
                  <p:pic>
                    <p:nvPicPr>
                      <p:cNvPr id="0" name="图片 24581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431704" y="4174192"/>
                        <a:ext cx="869951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439816" y="4128482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45833" y="4128482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5749060" y="4193242"/>
          <a:ext cx="723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3" name="Equation" r:id="rId12" imgW="17373600" imgH="9448800" progId="Equation.DSMT4">
                  <p:embed/>
                </p:oleObj>
              </mc:Choice>
              <mc:Fallback>
                <p:oleObj name="Equation" r:id="rId12" imgW="17373600" imgH="9448800" progId="Equation.DSMT4">
                  <p:embed/>
                  <p:pic>
                    <p:nvPicPr>
                      <p:cNvPr id="0" name="图片 24582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749060" y="4193242"/>
                        <a:ext cx="723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473056" y="4113877"/>
            <a:ext cx="28651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=0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点连续，则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2679456" y="4901406"/>
          <a:ext cx="18796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4" name="Equation" r:id="rId14" imgW="45110400" imgH="20116800" progId="Equation.DSMT4">
                  <p:embed/>
                </p:oleObj>
              </mc:Choice>
              <mc:Fallback>
                <p:oleObj name="Equation" r:id="rId14" imgW="45110400" imgH="20116800" progId="Equation.DSMT4">
                  <p:embed/>
                  <p:pic>
                    <p:nvPicPr>
                      <p:cNvPr id="0" name="图片 24583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679456" y="4901406"/>
                        <a:ext cx="18796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左右箭头 28"/>
          <p:cNvSpPr/>
          <p:nvPr/>
        </p:nvSpPr>
        <p:spPr>
          <a:xfrm>
            <a:off x="4686492" y="5245323"/>
            <a:ext cx="617985" cy="144016"/>
          </a:xfrm>
          <a:prstGeom prst="leftRight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Rectangle 2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5431913" y="5123656"/>
          <a:ext cx="1328738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5" name="Equation" r:id="rId16" imgW="31699200" imgH="9448800" progId="Equation.DSMT4">
                  <p:embed/>
                </p:oleObj>
              </mc:Choice>
              <mc:Fallback>
                <p:oleObj name="Equation" r:id="rId16" imgW="31699200" imgH="9448800" progId="Equation.DSMT4">
                  <p:embed/>
                  <p:pic>
                    <p:nvPicPr>
                      <p:cNvPr id="0" name="图片 24584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431913" y="5123656"/>
                        <a:ext cx="1328738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2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6888088" y="5117306"/>
          <a:ext cx="1427163" cy="400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6" name="Equation" r:id="rId18" imgW="34442400" imgH="9753600" progId="Equation.DSMT4">
                  <p:embed/>
                </p:oleObj>
              </mc:Choice>
              <mc:Fallback>
                <p:oleObj name="Equation" r:id="rId18" imgW="34442400" imgH="9753600" progId="Equation.DSMT4">
                  <p:embed/>
                  <p:pic>
                    <p:nvPicPr>
                      <p:cNvPr id="0" name="图片 24585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888088" y="5117306"/>
                        <a:ext cx="1427163" cy="400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3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8" grpId="0"/>
      <p:bldP spid="11" grpId="0"/>
      <p:bldP spid="12" grpId="0"/>
      <p:bldP spid="16" grpId="0"/>
      <p:bldP spid="18" grpId="0"/>
      <p:bldP spid="19" grpId="0"/>
      <p:bldP spid="20" grpId="0"/>
      <p:bldP spid="23" grpId="0"/>
      <p:bldP spid="24" grpId="0"/>
      <p:bldP spid="26" grpId="0"/>
      <p:bldP spid="29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51584" y="188640"/>
            <a:ext cx="16167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10.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967227" y="222909"/>
          <a:ext cx="1392238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1" name="Equation" r:id="rId1" imgW="33223200" imgH="11582400" progId="Equation.DSMT4">
                  <p:embed/>
                </p:oleObj>
              </mc:Choice>
              <mc:Fallback>
                <p:oleObj name="Equation" r:id="rId1" imgW="33223200" imgH="11582400" progId="Equation.DSMT4">
                  <p:embed/>
                  <p:pic>
                    <p:nvPicPr>
                      <p:cNvPr id="0" name="图片 2560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67227" y="222909"/>
                        <a:ext cx="1392238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47928" y="188640"/>
            <a:ext cx="30645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并对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和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恒有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852021" y="774286"/>
          <a:ext cx="426243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2" name="Equation" r:id="rId3" imgW="102108000" imgH="11582400" progId="Equation.DSMT4">
                  <p:embed/>
                </p:oleObj>
              </mc:Choice>
              <mc:Fallback>
                <p:oleObj name="Equation" r:id="rId3" imgW="102108000" imgH="11582400" progId="Equation.DSMT4">
                  <p:embed/>
                  <p:pic>
                    <p:nvPicPr>
                      <p:cNvPr id="0" name="图片 2560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52021" y="774286"/>
                        <a:ext cx="4262437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40016" y="757151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795718" y="774286"/>
          <a:ext cx="935038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3" name="Equation" r:id="rId5" imgW="22250400" imgH="11582400" progId="Equation.DSMT4">
                  <p:embed/>
                </p:oleObj>
              </mc:Choice>
              <mc:Fallback>
                <p:oleObj name="Equation" r:id="rId5" imgW="22250400" imgH="11582400" progId="Equation.DSMT4">
                  <p:embed/>
                  <p:pic>
                    <p:nvPicPr>
                      <p:cNvPr id="0" name="图片 2560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95718" y="774286"/>
                        <a:ext cx="935038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423592" y="1280371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 </a:t>
            </a:r>
            <a:endParaRPr lang="zh-CN" altLang="en-US" sz="2800" b="1" dirty="0" smtClean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66871" y="1340768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699106" y="1434102"/>
          <a:ext cx="1363663" cy="336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" name="Equation" r:id="rId7" imgW="32918400" imgH="7924800" progId="Equation.DSMT4">
                  <p:embed/>
                </p:oleObj>
              </mc:Choice>
              <mc:Fallback>
                <p:oleObj name="Equation" r:id="rId7" imgW="32918400" imgH="7924800" progId="Equation.DSMT4">
                  <p:embed/>
                  <p:pic>
                    <p:nvPicPr>
                      <p:cNvPr id="0" name="图片 2560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99106" y="1434102"/>
                        <a:ext cx="1363663" cy="336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159896" y="1340768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可得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6065913" y="1368634"/>
          <a:ext cx="1363663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5" name="Equation" r:id="rId9" imgW="32918400" imgH="11582400" progId="Equation.DSMT4">
                  <p:embed/>
                </p:oleObj>
              </mc:Choice>
              <mc:Fallback>
                <p:oleObj name="Equation" r:id="rId9" imgW="32918400" imgH="11582400" progId="Equation.DSMT4">
                  <p:embed/>
                  <p:pic>
                    <p:nvPicPr>
                      <p:cNvPr id="0" name="图片 2560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65913" y="1368634"/>
                        <a:ext cx="1363663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536160" y="1340768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于是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576935" y="2060848"/>
          <a:ext cx="395922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6" name="Equation" r:id="rId11" imgW="95097600" imgH="20116800" progId="Equation.DSMT4">
                  <p:embed/>
                </p:oleObj>
              </mc:Choice>
              <mc:Fallback>
                <p:oleObj name="Equation" r:id="rId11" imgW="95097600" imgH="20116800" progId="Equation.DSMT4">
                  <p:embed/>
                  <p:pic>
                    <p:nvPicPr>
                      <p:cNvPr id="0" name="图片 2560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76935" y="2060848"/>
                        <a:ext cx="3959225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537458" y="2996952"/>
          <a:ext cx="2247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name="Equation" r:id="rId13" imgW="53949600" imgH="20116800" progId="Equation.DSMT4">
                  <p:embed/>
                </p:oleObj>
              </mc:Choice>
              <mc:Fallback>
                <p:oleObj name="Equation" r:id="rId13" imgW="53949600" imgH="20116800" progId="Equation.DSMT4">
                  <p:embed/>
                  <p:pic>
                    <p:nvPicPr>
                      <p:cNvPr id="0" name="图片 2560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37458" y="2996952"/>
                        <a:ext cx="22479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577060" y="4077072"/>
          <a:ext cx="2959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8" name="Equation" r:id="rId15" imgW="71018400" imgH="9753600" progId="Equation.DSMT4">
                  <p:embed/>
                </p:oleObj>
              </mc:Choice>
              <mc:Fallback>
                <p:oleObj name="Equation" r:id="rId15" imgW="71018400" imgH="9753600" progId="Equation.DSMT4">
                  <p:embed/>
                  <p:pic>
                    <p:nvPicPr>
                      <p:cNvPr id="0" name="图片 2560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77060" y="4077072"/>
                        <a:ext cx="29591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6" grpId="0"/>
      <p:bldP spid="1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51584" y="188640"/>
            <a:ext cx="17964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:11.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71864" y="188640"/>
            <a:ext cx="3154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在点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=0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可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导，且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079776" y="256574"/>
          <a:ext cx="723900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5" name="Equation" r:id="rId1" imgW="17373600" imgH="9448800" progId="Equation.DSMT4">
                  <p:embed/>
                </p:oleObj>
              </mc:Choice>
              <mc:Fallback>
                <p:oleObj name="Equation" r:id="rId1" imgW="17373600" imgH="9448800" progId="Equation.DSMT4">
                  <p:embed/>
                  <p:pic>
                    <p:nvPicPr>
                      <p:cNvPr id="0" name="图片 266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79776" y="256574"/>
                        <a:ext cx="723900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8005507" y="324509"/>
          <a:ext cx="1328738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6" name="Equation" r:id="rId3" imgW="31699200" imgH="9448800" progId="Equation.DSMT4">
                  <p:embed/>
                </p:oleObj>
              </mc:Choice>
              <mc:Fallback>
                <p:oleObj name="Equation" r:id="rId3" imgW="31699200" imgH="9448800" progId="Equation.DSMT4">
                  <p:embed/>
                  <p:pic>
                    <p:nvPicPr>
                      <p:cNvPr id="0" name="图片 2662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05507" y="324509"/>
                        <a:ext cx="1328738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480376" y="260648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919536" y="980728"/>
          <a:ext cx="2298701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7" name="Equation" r:id="rId5" imgW="55168800" imgH="20116800" progId="Equation.DSMT4">
                  <p:embed/>
                </p:oleObj>
              </mc:Choice>
              <mc:Fallback>
                <p:oleObj name="Equation" r:id="rId5" imgW="55168800" imgH="20116800" progId="Equation.DSMT4">
                  <p:embed/>
                  <p:pic>
                    <p:nvPicPr>
                      <p:cNvPr id="0" name="图片 2662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19536" y="980728"/>
                        <a:ext cx="2298701" cy="830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495600" y="1988840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 </a:t>
            </a:r>
            <a:endParaRPr lang="zh-CN" altLang="en-US" sz="2800" b="1" dirty="0" smtClean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82757" y="1988840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因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167188" y="2019300"/>
          <a:ext cx="3392487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8" name="Equation" r:id="rId7" imgW="81686400" imgH="11582400" progId="Equation.DSMT4">
                  <p:embed/>
                </p:oleObj>
              </mc:Choice>
              <mc:Fallback>
                <p:oleObj name="Equation" r:id="rId7" imgW="81686400" imgH="11582400" progId="Equation.DSMT4">
                  <p:embed/>
                  <p:pic>
                    <p:nvPicPr>
                      <p:cNvPr id="0" name="图片 2662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67188" y="2019300"/>
                        <a:ext cx="3392487" cy="492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510501" y="2780928"/>
          <a:ext cx="57531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9" name="Equation" r:id="rId9" imgW="138074400" imgH="20116800" progId="Equation.DSMT4">
                  <p:embed/>
                </p:oleObj>
              </mc:Choice>
              <mc:Fallback>
                <p:oleObj name="Equation" r:id="rId9" imgW="138074400" imgH="20116800" progId="Equation.DSMT4">
                  <p:embed/>
                  <p:pic>
                    <p:nvPicPr>
                      <p:cNvPr id="0" name="图片 2662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10501" y="2780928"/>
                        <a:ext cx="57531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8328248" y="2780928"/>
          <a:ext cx="1333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" name="Equation" r:id="rId11" imgW="32004000" imgH="20116800" progId="Equation.DSMT4">
                  <p:embed/>
                </p:oleObj>
              </mc:Choice>
              <mc:Fallback>
                <p:oleObj name="Equation" r:id="rId11" imgW="32004000" imgH="20116800" progId="Equation.DSMT4">
                  <p:embed/>
                  <p:pic>
                    <p:nvPicPr>
                      <p:cNvPr id="0" name="图片 2662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328248" y="2780928"/>
                        <a:ext cx="13335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799856" y="4005064"/>
          <a:ext cx="1384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1" name="Equation" r:id="rId13" imgW="33223200" imgH="19812000" progId="Equation.DSMT4">
                  <p:embed/>
                </p:oleObj>
              </mc:Choice>
              <mc:Fallback>
                <p:oleObj name="Equation" r:id="rId13" imgW="33223200" imgH="19812000" progId="Equation.DSMT4">
                  <p:embed/>
                  <p:pic>
                    <p:nvPicPr>
                      <p:cNvPr id="0" name="图片 2663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799856" y="4005064"/>
                        <a:ext cx="13843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51584" y="188640"/>
            <a:ext cx="28689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:12.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确定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245325" y="260648"/>
          <a:ext cx="37465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9" name="Equation" r:id="rId1" imgW="89916000" imgH="14020800" progId="Equation.DSMT4">
                  <p:embed/>
                </p:oleObj>
              </mc:Choice>
              <mc:Fallback>
                <p:oleObj name="Equation" r:id="rId1" imgW="89916000" imgH="14020800" progId="Equation.DSMT4">
                  <p:embed/>
                  <p:pic>
                    <p:nvPicPr>
                      <p:cNvPr id="0" name="图片 276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45325" y="260648"/>
                        <a:ext cx="3746500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91544" y="908720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的不可导点．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32703" y="1465620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 </a:t>
            </a:r>
            <a:endParaRPr lang="zh-CN" altLang="en-US" sz="2800" b="1" dirty="0" smtClean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87688" y="1431940"/>
            <a:ext cx="12381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因为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079776" y="1465620"/>
          <a:ext cx="4492625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0" name="Equation" r:id="rId3" imgW="107899200" imgH="11582400" progId="Equation.DSMT4">
                  <p:embed/>
                </p:oleObj>
              </mc:Choice>
              <mc:Fallback>
                <p:oleObj name="Equation" r:id="rId3" imgW="107899200" imgH="11582400" progId="Equation.DSMT4">
                  <p:embed/>
                  <p:pic>
                    <p:nvPicPr>
                      <p:cNvPr id="0" name="图片 276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79776" y="1465620"/>
                        <a:ext cx="4492625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544272" y="1431940"/>
            <a:ext cx="23132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为连续函数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63552" y="1988840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零点为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304757" y="2082174"/>
          <a:ext cx="995363" cy="336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1" name="Equation" r:id="rId5" imgW="24079200" imgH="7924800" progId="Equation.DSMT4">
                  <p:embed/>
                </p:oleObj>
              </mc:Choice>
              <mc:Fallback>
                <p:oleObj name="Equation" r:id="rId5" imgW="24079200" imgH="7924800" progId="Equation.DSMT4">
                  <p:embed/>
                  <p:pic>
                    <p:nvPicPr>
                      <p:cNvPr id="0" name="图片 2765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04757" y="2082174"/>
                        <a:ext cx="995363" cy="336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462687" y="2082174"/>
          <a:ext cx="782638" cy="336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2" name="Equation" r:id="rId7" imgW="18592800" imgH="7924800" progId="Equation.DSMT4">
                  <p:embed/>
                </p:oleObj>
              </mc:Choice>
              <mc:Fallback>
                <p:oleObj name="Equation" r:id="rId7" imgW="18592800" imgH="7924800" progId="Equation.DSMT4">
                  <p:embed/>
                  <p:pic>
                    <p:nvPicPr>
                      <p:cNvPr id="0" name="图片 2765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62687" y="2082174"/>
                        <a:ext cx="782638" cy="336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410200" y="2089150"/>
          <a:ext cx="10096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3" name="Equation" r:id="rId9" imgW="24384000" imgH="7620000" progId="Equation.DSMT4">
                  <p:embed/>
                </p:oleObj>
              </mc:Choice>
              <mc:Fallback>
                <p:oleObj name="Equation" r:id="rId9" imgW="24384000" imgH="7620000" progId="Equation.DSMT4">
                  <p:embed/>
                  <p:pic>
                    <p:nvPicPr>
                      <p:cNvPr id="0" name="图片 2765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410200" y="2089150"/>
                        <a:ext cx="1009650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696898" y="2636912"/>
            <a:ext cx="55454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只需在这三个点上考虑不可导性．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96898" y="3160132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而在点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954463" y="3259138"/>
          <a:ext cx="906462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4" name="Equation" r:id="rId11" imgW="21945600" imgH="7620000" progId="Equation.DSMT4">
                  <p:embed/>
                </p:oleObj>
              </mc:Choice>
              <mc:Fallback>
                <p:oleObj name="Equation" r:id="rId11" imgW="21945600" imgH="7620000" progId="Equation.DSMT4">
                  <p:embed/>
                  <p:pic>
                    <p:nvPicPr>
                      <p:cNvPr id="0" name="图片 2765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54463" y="3259138"/>
                        <a:ext cx="906462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871864" y="3160132"/>
            <a:ext cx="51879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的充分小的邻域上，绝对值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内函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91544" y="3683352"/>
            <a:ext cx="44729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数不变号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，即为可导函数：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6177149" y="3741351"/>
          <a:ext cx="42291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5" name="Equation" r:id="rId13" imgW="101498400" imgH="14020800" progId="Equation.DSMT4">
                  <p:embed/>
                </p:oleObj>
              </mc:Choice>
              <mc:Fallback>
                <p:oleObj name="Equation" r:id="rId13" imgW="101498400" imgH="14020800" progId="Equation.DSMT4">
                  <p:embed/>
                  <p:pic>
                    <p:nvPicPr>
                      <p:cNvPr id="0" name="图片 2765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177149" y="3741351"/>
                        <a:ext cx="4229100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855640" y="4293096"/>
            <a:ext cx="59029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故只需考虑绝对值内函数的零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点，即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2351584" y="5013176"/>
          <a:ext cx="782637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6" name="Equation" r:id="rId15" imgW="18592800" imgH="7924800" progId="Equation.DSMT4">
                  <p:embed/>
                </p:oleObj>
              </mc:Choice>
              <mc:Fallback>
                <p:oleObj name="Equation" r:id="rId15" imgW="18592800" imgH="7924800" progId="Equation.DSMT4">
                  <p:embed/>
                  <p:pic>
                    <p:nvPicPr>
                      <p:cNvPr id="0" name="图片 2765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51584" y="5013176"/>
                        <a:ext cx="782637" cy="336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3287688" y="5013176"/>
          <a:ext cx="10096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7" name="Equation" r:id="rId16" imgW="24384000" imgH="7620000" progId="Equation.DSMT4">
                  <p:embed/>
                </p:oleObj>
              </mc:Choice>
              <mc:Fallback>
                <p:oleObj name="Equation" r:id="rId16" imgW="24384000" imgH="7620000" progId="Equation.DSMT4">
                  <p:embed/>
                  <p:pic>
                    <p:nvPicPr>
                      <p:cNvPr id="0" name="图片 2765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87688" y="5013176"/>
                        <a:ext cx="1009650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1" grpId="0"/>
      <p:bldP spid="18" grpId="0"/>
      <p:bldP spid="19" grpId="0"/>
      <p:bldP spid="21" grpId="0"/>
      <p:bldP spid="22" grpId="0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7608" y="404664"/>
            <a:ext cx="14351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）在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4008438" y="504825"/>
          <a:ext cx="6921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3" name="Equation" r:id="rId1" imgW="16459200" imgH="7620000" progId="Equation.DSMT4">
                  <p:embed/>
                </p:oleObj>
              </mc:Choice>
              <mc:Fallback>
                <p:oleObj name="Equation" r:id="rId1" imgW="16459200" imgH="7620000" progId="Equation.DSMT4">
                  <p:embed/>
                  <p:pic>
                    <p:nvPicPr>
                      <p:cNvPr id="0" name="图片 286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08438" y="504825"/>
                        <a:ext cx="692150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799856" y="404664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处，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291524" y="1052736"/>
          <a:ext cx="128587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4" name="Equation" r:id="rId3" imgW="30784800" imgH="20116800" progId="Equation.DSMT4">
                  <p:embed/>
                </p:oleObj>
              </mc:Choice>
              <mc:Fallback>
                <p:oleObj name="Equation" r:id="rId3" imgW="30784800" imgH="20116800" progId="Equation.DSMT4">
                  <p:embed/>
                  <p:pic>
                    <p:nvPicPr>
                      <p:cNvPr id="0" name="图片 2867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91524" y="1052736"/>
                        <a:ext cx="1285875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7923213" y="1335088"/>
          <a:ext cx="571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5" name="Equation" r:id="rId5" imgW="13716000" imgH="7924800" progId="Equation.DSMT4">
                  <p:embed/>
                </p:oleObj>
              </mc:Choice>
              <mc:Fallback>
                <p:oleObj name="Equation" r:id="rId5" imgW="13716000" imgH="7924800" progId="Equation.DSMT4">
                  <p:embed/>
                  <p:pic>
                    <p:nvPicPr>
                      <p:cNvPr id="0" name="图片 2867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923213" y="1335088"/>
                        <a:ext cx="5715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583832" y="1268760"/>
          <a:ext cx="33528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6" name="Equation" r:id="rId7" imgW="80467200" imgH="13716000" progId="Equation.DSMT4">
                  <p:embed/>
                </p:oleObj>
              </mc:Choice>
              <mc:Fallback>
                <p:oleObj name="Equation" r:id="rId7" imgW="80467200" imgH="13716000" progId="Equation.DSMT4">
                  <p:embed/>
                  <p:pic>
                    <p:nvPicPr>
                      <p:cNvPr id="0" name="图片 2867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3832" y="1268760"/>
                        <a:ext cx="3352800" cy="571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135560" y="1988840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所以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991335" y="2050424"/>
          <a:ext cx="723900" cy="400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7" name="Equation" r:id="rId9" imgW="17373600" imgH="9753600" progId="Equation.DSMT4">
                  <p:embed/>
                </p:oleObj>
              </mc:Choice>
              <mc:Fallback>
                <p:oleObj name="Equation" r:id="rId9" imgW="17373600" imgH="9753600" progId="Equation.DSMT4">
                  <p:embed/>
                  <p:pic>
                    <p:nvPicPr>
                      <p:cNvPr id="0" name="图片 2867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91335" y="2050424"/>
                        <a:ext cx="723900" cy="400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791744" y="1988840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存在且为零．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31180" y="2608759"/>
            <a:ext cx="14351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87888" y="2608759"/>
            <a:ext cx="78155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处，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159009" y="2708444"/>
          <a:ext cx="9334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8" name="Equation" r:id="rId11" imgW="22555200" imgH="7620000" progId="Equation.DSMT4">
                  <p:embed/>
                </p:oleObj>
              </mc:Choice>
              <mc:Fallback>
                <p:oleObj name="Equation" r:id="rId11" imgW="22555200" imgH="7620000" progId="Equation.DSMT4">
                  <p:embed/>
                  <p:pic>
                    <p:nvPicPr>
                      <p:cNvPr id="0" name="图片 2867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59009" y="2708444"/>
                        <a:ext cx="933450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341546" y="3131979"/>
          <a:ext cx="1347788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9" name="Equation" r:id="rId13" imgW="32308800" imgH="20116800" progId="Equation.DSMT4">
                  <p:embed/>
                </p:oleObj>
              </mc:Choice>
              <mc:Fallback>
                <p:oleObj name="Equation" r:id="rId13" imgW="32308800" imgH="20116800" progId="Equation.DSMT4">
                  <p:embed/>
                  <p:pic>
                    <p:nvPicPr>
                      <p:cNvPr id="0" name="图片 2867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341546" y="3131979"/>
                        <a:ext cx="1347788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727848" y="3284984"/>
          <a:ext cx="5334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0" name="Equation" r:id="rId15" imgW="128016000" imgH="14630400" progId="Equation.DSMT4">
                  <p:embed/>
                </p:oleObj>
              </mc:Choice>
              <mc:Fallback>
                <p:oleObj name="Equation" r:id="rId15" imgW="128016000" imgH="14630400" progId="Equation.DSMT4">
                  <p:embed/>
                  <p:pic>
                    <p:nvPicPr>
                      <p:cNvPr id="0" name="图片 2867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727848" y="3284984"/>
                        <a:ext cx="5334000" cy="609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041577" y="4149080"/>
          <a:ext cx="2730500" cy="539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1" name="Equation" r:id="rId17" imgW="65532000" imgH="13106400" progId="Equation.DSMT4">
                  <p:embed/>
                </p:oleObj>
              </mc:Choice>
              <mc:Fallback>
                <p:oleObj name="Equation" r:id="rId17" imgW="65532000" imgH="13106400" progId="Equation.DSMT4">
                  <p:embed/>
                  <p:pic>
                    <p:nvPicPr>
                      <p:cNvPr id="0" name="图片 2868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041577" y="4149080"/>
                        <a:ext cx="2730500" cy="5397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599337" y="4807576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所以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11823" y="4807576"/>
            <a:ext cx="162864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不存在．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3445172" y="4924724"/>
          <a:ext cx="9715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2" name="Equation" r:id="rId19" imgW="23164800" imgH="9753600" progId="Equation.DSMT4">
                  <p:embed/>
                </p:oleObj>
              </mc:Choice>
              <mc:Fallback>
                <p:oleObj name="Equation" r:id="rId19" imgW="23164800" imgH="9753600" progId="Equation.DSMT4">
                  <p:embed/>
                  <p:pic>
                    <p:nvPicPr>
                      <p:cNvPr id="0" name="图片 2868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445172" y="4924724"/>
                        <a:ext cx="971550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2731180" y="5330796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综上所述，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4528964" y="5398731"/>
          <a:ext cx="7239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3" name="Equation" r:id="rId21" imgW="17373600" imgH="9448800" progId="Equation.DSMT4">
                  <p:embed/>
                </p:oleObj>
              </mc:Choice>
              <mc:Fallback>
                <p:oleObj name="Equation" r:id="rId21" imgW="17373600" imgH="9448800" progId="Equation.DSMT4">
                  <p:embed/>
                  <p:pic>
                    <p:nvPicPr>
                      <p:cNvPr id="0" name="图片 2868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528964" y="5398731"/>
                        <a:ext cx="72390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375920" y="5330796"/>
            <a:ext cx="26854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的不可导点为点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7968208" y="5430481"/>
          <a:ext cx="10096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4" name="Equation" r:id="rId23" imgW="24384000" imgH="7620000" progId="Equation.DSMT4">
                  <p:embed/>
                </p:oleObj>
              </mc:Choice>
              <mc:Fallback>
                <p:oleObj name="Equation" r:id="rId23" imgW="24384000" imgH="7620000" progId="Equation.DSMT4">
                  <p:embed/>
                  <p:pic>
                    <p:nvPicPr>
                      <p:cNvPr id="0" name="图片 2868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968208" y="5430481"/>
                        <a:ext cx="1009650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9" grpId="0"/>
      <p:bldP spid="12" grpId="0"/>
      <p:bldP spid="13" grpId="0"/>
      <p:bldP spid="15" grpId="0"/>
      <p:bldP spid="22" grpId="0"/>
      <p:bldP spid="24" grpId="0"/>
      <p:bldP spid="27" grpId="0"/>
      <p:bldP spid="2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51584" y="332656"/>
            <a:ext cx="125539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经验：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51584" y="855876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对于形如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855640" y="1628800"/>
          <a:ext cx="3817937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7" name="Equation" r:id="rId1" imgW="91440000" imgH="11582400" progId="Equation.DSMT4">
                  <p:embed/>
                </p:oleObj>
              </mc:Choice>
              <mc:Fallback>
                <p:oleObj name="Equation" r:id="rId1" imgW="91440000" imgH="11582400" progId="Equation.DSMT4">
                  <p:embed/>
                  <p:pic>
                    <p:nvPicPr>
                      <p:cNvPr id="0" name="图片 296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55640" y="1628800"/>
                        <a:ext cx="3817937" cy="4873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888088" y="1628800"/>
          <a:ext cx="1019175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8" name="Equation" r:id="rId3" imgW="24688800" imgH="11582400" progId="Equation.DSMT4">
                  <p:embed/>
                </p:oleObj>
              </mc:Choice>
              <mc:Fallback>
                <p:oleObj name="Equation" r:id="rId3" imgW="24688800" imgH="11582400" progId="Equation.DSMT4">
                  <p:embed/>
                  <p:pic>
                    <p:nvPicPr>
                      <p:cNvPr id="0" name="图片 296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88088" y="1628800"/>
                        <a:ext cx="1019175" cy="490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351584" y="2204864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的函数，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78953" y="2204864"/>
            <a:ext cx="44729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是可导点，</a:t>
            </a:r>
            <a:r>
              <a:rPr lang="en-US" altLang="zh-CN" sz="2800" b="1" i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是不可导点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 smtClean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51584" y="188640"/>
            <a:ext cx="17964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:13.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007768" y="206427"/>
          <a:ext cx="6240463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1" name="Equation" r:id="rId1" imgW="149961600" imgH="11582400" progId="Equation.DSMT4">
                  <p:embed/>
                </p:oleObj>
              </mc:Choice>
              <mc:Fallback>
                <p:oleObj name="Equation" r:id="rId1" imgW="149961600" imgH="11582400" progId="Equation.DSMT4">
                  <p:embed/>
                  <p:pic>
                    <p:nvPicPr>
                      <p:cNvPr id="0" name="图片 307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07768" y="206427"/>
                        <a:ext cx="6240463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19536" y="711860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计算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797860" y="746130"/>
          <a:ext cx="9191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2" name="Equation" r:id="rId3" imgW="21945600" imgH="11582400" progId="Equation.DSMT4">
                  <p:embed/>
                </p:oleObj>
              </mc:Choice>
              <mc:Fallback>
                <p:oleObj name="Equation" r:id="rId3" imgW="21945600" imgH="11582400" progId="Equation.DSMT4">
                  <p:embed/>
                  <p:pic>
                    <p:nvPicPr>
                      <p:cNvPr id="0" name="图片 3072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97860" y="746130"/>
                        <a:ext cx="919162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919536" y="1264460"/>
            <a:ext cx="227040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解法一： </a:t>
            </a:r>
            <a:endParaRPr lang="zh-CN" altLang="en-US" sz="2800" b="1" dirty="0" smtClean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68594" y="1235080"/>
            <a:ext cx="69754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这个函数的每一个乘积项都是可导的，所以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19536" y="1787680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711624" y="1851521"/>
          <a:ext cx="48196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3" name="Equation" r:id="rId5" imgW="115824000" imgH="11582400" progId="Equation.DSMT4">
                  <p:embed/>
                </p:oleObj>
              </mc:Choice>
              <mc:Fallback>
                <p:oleObj name="Equation" r:id="rId5" imgW="115824000" imgH="11582400" progId="Equation.DSMT4">
                  <p:embed/>
                  <p:pic>
                    <p:nvPicPr>
                      <p:cNvPr id="0" name="图片 3072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11624" y="1851521"/>
                        <a:ext cx="481965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176" y="1787680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616623" y="2492896"/>
          <a:ext cx="336073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4" name="Equation" r:id="rId7" imgW="80467200" imgH="11582400" progId="Equation.DSMT4">
                  <p:embed/>
                </p:oleObj>
              </mc:Choice>
              <mc:Fallback>
                <p:oleObj name="Equation" r:id="rId7" imgW="80467200" imgH="11582400" progId="Equation.DSMT4">
                  <p:embed/>
                  <p:pic>
                    <p:nvPicPr>
                      <p:cNvPr id="0" name="图片 3072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16623" y="2492896"/>
                        <a:ext cx="3360737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991544" y="3068960"/>
            <a:ext cx="100811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从而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044825" y="3277855"/>
          <a:ext cx="61023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5" name="Equation" r:id="rId9" imgW="146304000" imgH="15240000" progId="Equation.DSMT4">
                  <p:embed/>
                </p:oleObj>
              </mc:Choice>
              <mc:Fallback>
                <p:oleObj name="Equation" r:id="rId9" imgW="146304000" imgH="15240000" progId="Equation.DSMT4">
                  <p:embed/>
                  <p:pic>
                    <p:nvPicPr>
                      <p:cNvPr id="0" name="图片 3072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44825" y="3277855"/>
                        <a:ext cx="6102350" cy="628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991544" y="4005064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立即得到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976773" y="4653136"/>
          <a:ext cx="6858000" cy="628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6" name="Equation" r:id="rId11" imgW="164592000" imgH="14935200" progId="Equation.DSMT4">
                  <p:embed/>
                </p:oleObj>
              </mc:Choice>
              <mc:Fallback>
                <p:oleObj name="Equation" r:id="rId11" imgW="164592000" imgH="14935200" progId="Equation.DSMT4">
                  <p:embed/>
                  <p:pic>
                    <p:nvPicPr>
                      <p:cNvPr id="0" name="图片 3072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76773" y="4653136"/>
                        <a:ext cx="6858000" cy="6286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2" grpId="0"/>
      <p:bldP spid="15" grpId="0"/>
      <p:bldP spid="1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07569" y="404664"/>
            <a:ext cx="158417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解法二： </a:t>
            </a:r>
            <a:endParaRPr lang="zh-CN" altLang="en-US" sz="2800" b="1" dirty="0" smtClean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911475" y="1052513"/>
          <a:ext cx="84296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5" name="Equation" r:id="rId1" imgW="20116800" imgH="11582400" progId="Equation.DSMT4">
                  <p:embed/>
                </p:oleObj>
              </mc:Choice>
              <mc:Fallback>
                <p:oleObj name="Equation" r:id="rId1" imgW="20116800" imgH="11582400" progId="Equation.DSMT4">
                  <p:embed/>
                  <p:pic>
                    <p:nvPicPr>
                      <p:cNvPr id="0" name="图片 317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11475" y="1052513"/>
                        <a:ext cx="842963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791745" y="927884"/>
          <a:ext cx="2557462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6" name="Equation" r:id="rId3" imgW="61264800" imgH="20116800" progId="Equation.DSMT4">
                  <p:embed/>
                </p:oleObj>
              </mc:Choice>
              <mc:Fallback>
                <p:oleObj name="Equation" r:id="rId3" imgW="61264800" imgH="20116800" progId="Equation.DSMT4">
                  <p:embed/>
                  <p:pic>
                    <p:nvPicPr>
                      <p:cNvPr id="0" name="图片 3174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91745" y="927884"/>
                        <a:ext cx="2557462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791714" y="1772816"/>
          <a:ext cx="156527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7" name="Equation" r:id="rId5" imgW="37490400" imgH="20116800" progId="Equation.DSMT4">
                  <p:embed/>
                </p:oleObj>
              </mc:Choice>
              <mc:Fallback>
                <p:oleObj name="Equation" r:id="rId5" imgW="37490400" imgH="20116800" progId="Equation.DSMT4">
                  <p:embed/>
                  <p:pic>
                    <p:nvPicPr>
                      <p:cNvPr id="0" name="图片 3174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91714" y="1772816"/>
                        <a:ext cx="1565275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748088" y="2636838"/>
          <a:ext cx="5892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8" name="Equation" r:id="rId7" imgW="141427200" imgH="20116800" progId="Equation.DSMT4">
                  <p:embed/>
                </p:oleObj>
              </mc:Choice>
              <mc:Fallback>
                <p:oleObj name="Equation" r:id="rId7" imgW="141427200" imgH="20116800" progId="Equation.DSMT4">
                  <p:embed/>
                  <p:pic>
                    <p:nvPicPr>
                      <p:cNvPr id="0" name="图片 3174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48088" y="2636838"/>
                        <a:ext cx="58928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791745" y="3861048"/>
          <a:ext cx="558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9" name="Equation" r:id="rId9" imgW="13411200" imgH="7620000" progId="Equation.DSMT4">
                  <p:embed/>
                </p:oleObj>
              </mc:Choice>
              <mc:Fallback>
                <p:oleObj name="Equation" r:id="rId9" imgW="13411200" imgH="7620000" progId="Equation.DSMT4">
                  <p:embed/>
                  <p:pic>
                    <p:nvPicPr>
                      <p:cNvPr id="0" name="图片 3174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91745" y="3861048"/>
                        <a:ext cx="5588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655840" y="3645024"/>
            <a:ext cx="411543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（这是无穷小乘有界量）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508250" y="1906588"/>
            <a:ext cx="5111750" cy="145415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133600" y="593725"/>
            <a:ext cx="17526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3194050" y="652463"/>
          <a:ext cx="2755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9" name="Equation" r:id="rId1" imgW="66141600" imgH="9448800" progId="Equation.DSMT4">
                  <p:embed/>
                </p:oleObj>
              </mc:Choice>
              <mc:Fallback>
                <p:oleObj name="Equation" r:id="rId1" imgW="66141600" imgH="9448800" progId="Equation.DSMT4">
                  <p:embed/>
                  <p:pic>
                    <p:nvPicPr>
                      <p:cNvPr id="0" name="图片 3276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94050" y="652463"/>
                        <a:ext cx="2755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6096000" y="552450"/>
            <a:ext cx="1143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其中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6927850" y="654050"/>
          <a:ext cx="698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0" name="Equation" r:id="rId3" imgW="16764000" imgH="9448800" progId="Equation.DSMT4">
                  <p:embed/>
                </p:oleObj>
              </mc:Choice>
              <mc:Fallback>
                <p:oleObj name="Equation" r:id="rId3" imgW="16764000" imgH="9448800" progId="Equation.DSMT4">
                  <p:embed/>
                  <p:pic>
                    <p:nvPicPr>
                      <p:cNvPr id="0" name="图片 3276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27850" y="654050"/>
                        <a:ext cx="698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7620000" y="565150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8121650" y="733425"/>
          <a:ext cx="774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1" name="Equation" r:id="rId5" imgW="18592800" imgH="7315200" progId="Equation.DSMT4">
                  <p:embed/>
                </p:oleObj>
              </mc:Choice>
              <mc:Fallback>
                <p:oleObj name="Equation" r:id="rId5" imgW="18592800" imgH="7315200" progId="Equation.DSMT4">
                  <p:embed/>
                  <p:pic>
                    <p:nvPicPr>
                      <p:cNvPr id="0" name="图片 3277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21650" y="733425"/>
                        <a:ext cx="774700" cy="304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2736850" y="2052638"/>
            <a:ext cx="9906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因</a:t>
            </a:r>
            <a:endParaRPr kumimoji="1" lang="zh-CN" altLang="en-US" sz="32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3409950" y="2139950"/>
          <a:ext cx="3898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2" name="Equation" r:id="rId7" imgW="93573600" imgH="9753600" progId="Equation.DSMT4">
                  <p:embed/>
                </p:oleObj>
              </mc:Choice>
              <mc:Fallback>
                <p:oleObj name="Equation" r:id="rId7" imgW="93573600" imgH="9753600" progId="Equation.DSMT4">
                  <p:embed/>
                  <p:pic>
                    <p:nvPicPr>
                      <p:cNvPr id="0" name="图片 3277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09950" y="2139950"/>
                        <a:ext cx="38989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736850" y="2668588"/>
            <a:ext cx="76835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endParaRPr kumimoji="1" lang="zh-CN" altLang="en-US" sz="32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3384550" y="2787650"/>
          <a:ext cx="1828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3" name="Equation" r:id="rId9" imgW="43891200" imgH="9753600" progId="Equation.DSMT4">
                  <p:embed/>
                </p:oleObj>
              </mc:Choice>
              <mc:Fallback>
                <p:oleObj name="Equation" r:id="rId9" imgW="43891200" imgH="9753600" progId="Equation.DSMT4">
                  <p:embed/>
                  <p:pic>
                    <p:nvPicPr>
                      <p:cNvPr id="0" name="图片 3277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84550" y="2787650"/>
                        <a:ext cx="18288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4000500" y="2019300"/>
          <a:ext cx="647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4" name="公式" r:id="rId11" imgW="133985" imgH="144780" progId="Equation.3">
                  <p:embed/>
                </p:oleObj>
              </mc:Choice>
              <mc:Fallback>
                <p:oleObj name="公式" r:id="rId11" imgW="133985" imgH="144780" progId="Equation.3">
                  <p:embed/>
                  <p:pic>
                    <p:nvPicPr>
                      <p:cNvPr id="0" name="图片 3277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00500" y="2019300"/>
                        <a:ext cx="647700" cy="723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2755900" y="4184650"/>
          <a:ext cx="3416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5" name="Equation" r:id="rId13" imgW="81991200" imgH="20116800" progId="Equation.DSMT4">
                  <p:embed/>
                </p:oleObj>
              </mc:Choice>
              <mc:Fallback>
                <p:oleObj name="Equation" r:id="rId13" imgW="81991200" imgH="20116800" progId="Equation.DSMT4">
                  <p:embed/>
                  <p:pic>
                    <p:nvPicPr>
                      <p:cNvPr id="0" name="图片 3277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55900" y="4184650"/>
                        <a:ext cx="34163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6381750" y="4184650"/>
          <a:ext cx="2476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6" name="Equation" r:id="rId15" imgW="59436000" imgH="20116800" progId="Equation.DSMT4">
                  <p:embed/>
                </p:oleObj>
              </mc:Choice>
              <mc:Fallback>
                <p:oleObj name="Equation" r:id="rId15" imgW="59436000" imgH="20116800" progId="Equation.DSMT4">
                  <p:embed/>
                  <p:pic>
                    <p:nvPicPr>
                      <p:cNvPr id="0" name="图片 3277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381750" y="4184650"/>
                        <a:ext cx="24765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3568700" y="5214938"/>
          <a:ext cx="14859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7" name="Equation" r:id="rId17" imgW="35661600" imgH="13106400" progId="Equation.DSMT4">
                  <p:embed/>
                </p:oleObj>
              </mc:Choice>
              <mc:Fallback>
                <p:oleObj name="Equation" r:id="rId17" imgW="35661600" imgH="13106400" progId="Equation.DSMT4">
                  <p:embed/>
                  <p:pic>
                    <p:nvPicPr>
                      <p:cNvPr id="0" name="图片 3277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568700" y="5214938"/>
                        <a:ext cx="14859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5194300" y="5210175"/>
          <a:ext cx="977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8" name="Equation" r:id="rId19" imgW="23469600" imgH="9448800" progId="Equation.DSMT4">
                  <p:embed/>
                </p:oleObj>
              </mc:Choice>
              <mc:Fallback>
                <p:oleObj name="Equation" r:id="rId19" imgW="23469600" imgH="9448800" progId="Equation.DSMT4">
                  <p:embed/>
                  <p:pic>
                    <p:nvPicPr>
                      <p:cNvPr id="0" name="图片 3277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194300" y="5210175"/>
                        <a:ext cx="977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9"/>
          <p:cNvSpPr txBox="1">
            <a:spLocks noChangeArrowheads="1"/>
          </p:cNvSpPr>
          <p:nvPr/>
        </p:nvSpPr>
        <p:spPr bwMode="auto">
          <a:xfrm>
            <a:off x="1905000" y="3724275"/>
            <a:ext cx="205740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3200" b="1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正确解法</a:t>
            </a:r>
            <a:r>
              <a:rPr kumimoji="1" lang="en-US" altLang="zh-CN" sz="3200" b="1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3200" b="1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Line 20"/>
          <p:cNvSpPr>
            <a:spLocks noChangeShapeType="1"/>
          </p:cNvSpPr>
          <p:nvPr/>
        </p:nvSpPr>
        <p:spPr bwMode="auto">
          <a:xfrm>
            <a:off x="6477000" y="2516188"/>
            <a:ext cx="8382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Text Box 21"/>
          <p:cNvSpPr txBox="1">
            <a:spLocks noChangeArrowheads="1"/>
          </p:cNvSpPr>
          <p:nvPr/>
        </p:nvSpPr>
        <p:spPr bwMode="auto">
          <a:xfrm>
            <a:off x="9051925" y="1341438"/>
            <a:ext cx="3098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endParaRPr kumimoji="1" lang="zh-CN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Object 22"/>
          <p:cNvGraphicFramePr>
            <a:graphicFrameLocks noChangeAspect="1"/>
          </p:cNvGraphicFramePr>
          <p:nvPr/>
        </p:nvGraphicFramePr>
        <p:xfrm>
          <a:off x="2616480" y="1231266"/>
          <a:ext cx="81252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9" name="Equation" r:id="rId21" imgW="19507200" imgH="9753600" progId="Equation.DSMT4">
                  <p:embed/>
                </p:oleObj>
              </mc:Choice>
              <mc:Fallback>
                <p:oleObj name="Equation" r:id="rId21" imgW="19507200" imgH="9753600" progId="Equation.DSMT4">
                  <p:embed/>
                  <p:pic>
                    <p:nvPicPr>
                      <p:cNvPr id="0" name="图片 3277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616480" y="1231266"/>
                        <a:ext cx="81252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3"/>
          <p:cNvSpPr txBox="1">
            <a:spLocks noChangeArrowheads="1"/>
          </p:cNvSpPr>
          <p:nvPr/>
        </p:nvSpPr>
        <p:spPr bwMode="auto">
          <a:xfrm>
            <a:off x="3429000" y="1211263"/>
            <a:ext cx="4419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下列做法是否正确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?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Text Box 24"/>
          <p:cNvSpPr txBox="1">
            <a:spLocks noChangeArrowheads="1"/>
          </p:cNvSpPr>
          <p:nvPr/>
        </p:nvSpPr>
        <p:spPr bwMode="auto">
          <a:xfrm>
            <a:off x="1752600" y="1174750"/>
            <a:ext cx="1219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在求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Text Box 25"/>
          <p:cNvSpPr txBox="1">
            <a:spLocks noChangeArrowheads="1"/>
          </p:cNvSpPr>
          <p:nvPr/>
        </p:nvSpPr>
        <p:spPr bwMode="auto">
          <a:xfrm>
            <a:off x="8915400" y="588963"/>
            <a:ext cx="13442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处连续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414907" y="65743"/>
            <a:ext cx="388843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P124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思考题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2.3.2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207568" y="12761"/>
            <a:ext cx="2444080" cy="6451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chemeClr val="tx1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思    考</a:t>
            </a:r>
            <a:endParaRPr lang="zh-CN" altLang="en-US" sz="3600" b="1" dirty="0" smtClean="0">
              <a:solidFill>
                <a:schemeClr val="tx1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 flipV="1">
            <a:off x="6960096" y="1860550"/>
            <a:ext cx="1574304" cy="655638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7867528" y="1497013"/>
          <a:ext cx="698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0" name="Equation" r:id="rId23" imgW="16764000" imgH="9448800" progId="Equation.DSMT4">
                  <p:embed/>
                </p:oleObj>
              </mc:Choice>
              <mc:Fallback>
                <p:oleObj name="Equation" r:id="rId23" imgW="16764000" imgH="9448800" progId="Equation.DSMT4">
                  <p:embed/>
                  <p:pic>
                    <p:nvPicPr>
                      <p:cNvPr id="0" name="图片 3277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867528" y="1497013"/>
                        <a:ext cx="698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8534400" y="1432253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未必可导</a:t>
            </a:r>
            <a:endParaRPr lang="zh-CN" altLang="en-US" sz="2800" b="1" dirty="0" smtClean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9" grpId="0" autoUpdateAnimBg="0" build="p"/>
      <p:bldP spid="11" grpId="0" autoUpdateAnimBg="0" build="p"/>
      <p:bldP spid="18" grpId="0" bldLvl="0" animBg="1" autoUpdateAnimBg="0"/>
      <p:bldP spid="19" grpId="0" bldLvl="0" animBg="1"/>
      <p:bldP spid="25" grpId="0"/>
      <p:bldP spid="3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81143" y="403886"/>
            <a:ext cx="8229600" cy="7780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练习2.3.2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 Box 44"/>
          <p:cNvSpPr txBox="1">
            <a:spLocks noChangeArrowheads="1"/>
          </p:cNvSpPr>
          <p:nvPr/>
        </p:nvSpPr>
        <p:spPr bwMode="auto">
          <a:xfrm>
            <a:off x="2159245" y="1259369"/>
            <a:ext cx="1524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已知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5"/>
          <p:cNvGraphicFramePr>
            <a:graphicFrameLocks noChangeAspect="1"/>
          </p:cNvGraphicFramePr>
          <p:nvPr/>
        </p:nvGraphicFramePr>
        <p:xfrm>
          <a:off x="3517900" y="1263660"/>
          <a:ext cx="2959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3" name="Equation" r:id="rId1" imgW="71018400" imgH="10363200" progId="Equation.DSMT4">
                  <p:embed/>
                </p:oleObj>
              </mc:Choice>
              <mc:Fallback>
                <p:oleObj name="Equation" r:id="rId1" imgW="71018400" imgH="10363200" progId="Equation.DSMT4">
                  <p:embed/>
                  <p:pic>
                    <p:nvPicPr>
                      <p:cNvPr id="0" name="图片 3379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17900" y="1263660"/>
                        <a:ext cx="29591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6572495" y="1181582"/>
            <a:ext cx="762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47"/>
          <p:cNvGraphicFramePr>
            <a:graphicFrameLocks noChangeAspect="1"/>
          </p:cNvGraphicFramePr>
          <p:nvPr/>
        </p:nvGraphicFramePr>
        <p:xfrm>
          <a:off x="7150100" y="1085860"/>
          <a:ext cx="2527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4" name="Equation" r:id="rId3" imgW="60655200" imgH="20116800" progId="Equation.DSMT4">
                  <p:embed/>
                </p:oleObj>
              </mc:Choice>
              <mc:Fallback>
                <p:oleObj name="Equation" r:id="rId3" imgW="60655200" imgH="20116800" progId="Equation.DSMT4">
                  <p:embed/>
                  <p:pic>
                    <p:nvPicPr>
                      <p:cNvPr id="0" name="图片 33793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150100" y="1085860"/>
                        <a:ext cx="25273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8"/>
          <p:cNvGraphicFramePr>
            <a:graphicFrameLocks noChangeAspect="1"/>
          </p:cNvGraphicFramePr>
          <p:nvPr/>
        </p:nvGraphicFramePr>
        <p:xfrm>
          <a:off x="8991600" y="1274773"/>
          <a:ext cx="304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5" name="Equation" r:id="rId5" imgW="7315200" imgH="10363200" progId="Equation.DSMT4">
                  <p:embed/>
                </p:oleObj>
              </mc:Choice>
              <mc:Fallback>
                <p:oleObj name="Equation" r:id="rId5" imgW="7315200" imgH="10363200" progId="Equation.DSMT4">
                  <p:embed/>
                  <p:pic>
                    <p:nvPicPr>
                      <p:cNvPr id="0" name="图片 3379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991600" y="1274773"/>
                        <a:ext cx="3048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2159245" y="2905780"/>
            <a:ext cx="12573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已知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3483006" y="2970540"/>
          <a:ext cx="71596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6" name="Equation" r:id="rId7" imgW="17373600" imgH="9448800" progId="Equation.DSMT4">
                  <p:embed/>
                </p:oleObj>
              </mc:Choice>
              <mc:Fallback>
                <p:oleObj name="Equation" r:id="rId7" imgW="17373600" imgH="9448800" progId="Equation.DSMT4">
                  <p:embed/>
                  <p:pic>
                    <p:nvPicPr>
                      <p:cNvPr id="0" name="图片 3379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83006" y="2970540"/>
                        <a:ext cx="715962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254433" y="2905780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连续，且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5937267" y="2744321"/>
          <a:ext cx="1912938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7" name="Equation" r:id="rId9" imgW="45720000" imgH="20116800" progId="Equation.DSMT4">
                  <p:embed/>
                </p:oleObj>
              </mc:Choice>
              <mc:Fallback>
                <p:oleObj name="Equation" r:id="rId9" imgW="45720000" imgH="20116800" progId="Equation.DSMT4">
                  <p:embed/>
                  <p:pic>
                    <p:nvPicPr>
                      <p:cNvPr id="0" name="图片 3379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937267" y="2744321"/>
                        <a:ext cx="1912938" cy="846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7905670" y="2905780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8506475" y="2964190"/>
          <a:ext cx="172243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8" name="Equation" r:id="rId11" imgW="41757600" imgH="9753600" progId="Equation.DSMT4">
                  <p:embed/>
                </p:oleObj>
              </mc:Choice>
              <mc:Fallback>
                <p:oleObj name="Equation" r:id="rId11" imgW="41757600" imgH="9753600" progId="Equation.DSMT4">
                  <p:embed/>
                  <p:pic>
                    <p:nvPicPr>
                      <p:cNvPr id="0" name="图片 3379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506475" y="2964190"/>
                        <a:ext cx="1722437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159245" y="2113692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答案：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159245" y="3841884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答案：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3675063" y="3907220"/>
          <a:ext cx="11572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9" name="Equation" r:id="rId13" imgW="28041600" imgH="9448800" progId="Equation.DSMT4">
                  <p:embed/>
                </p:oleObj>
              </mc:Choice>
              <mc:Fallback>
                <p:oleObj name="Equation" r:id="rId13" imgW="28041600" imgH="9448800" progId="Equation.DSMT4">
                  <p:embed/>
                  <p:pic>
                    <p:nvPicPr>
                      <p:cNvPr id="0" name="图片 3379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75063" y="3907220"/>
                        <a:ext cx="1157287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4901111" y="3894520"/>
          <a:ext cx="1231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0" name="Equation" r:id="rId15" imgW="29565600" imgH="9753600" progId="Equation.DSMT4">
                  <p:embed/>
                </p:oleObj>
              </mc:Choice>
              <mc:Fallback>
                <p:oleObj name="Equation" r:id="rId15" imgW="29565600" imgH="9753600" progId="Equation.DSMT4">
                  <p:embed/>
                  <p:pic>
                    <p:nvPicPr>
                      <p:cNvPr id="0" name="图片 3379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901111" y="3894520"/>
                        <a:ext cx="12319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COMMONDATA" val="eyJoZGlkIjoiYTE3YTg1MGUwYzcxMDRmMDA0MjllMmFkNzVlNjE4YTEifQ=="/>
  <p:tag name="KSO_WPP_MARK_KEY" val="914ee765-0560-4fc7-bad2-0a35a2ba548f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1747</Words>
  <Application>WPS 演示</Application>
  <PresentationFormat>宽屏</PresentationFormat>
  <Paragraphs>567</Paragraphs>
  <Slides>36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340</vt:i4>
      </vt:variant>
      <vt:variant>
        <vt:lpstr>幻灯片标题</vt:lpstr>
      </vt:variant>
      <vt:variant>
        <vt:i4>36</vt:i4>
      </vt:variant>
    </vt:vector>
  </HeadingPairs>
  <TitlesOfParts>
    <vt:vector size="393" baseType="lpstr">
      <vt:lpstr>Arial</vt:lpstr>
      <vt:lpstr>宋体</vt:lpstr>
      <vt:lpstr>Wingdings</vt:lpstr>
      <vt:lpstr>Wingdings</vt:lpstr>
      <vt:lpstr>华文新魏</vt:lpstr>
      <vt:lpstr>微软雅黑</vt:lpstr>
      <vt:lpstr>黑体</vt:lpstr>
      <vt:lpstr>华文琥珀</vt:lpstr>
      <vt:lpstr>Times New Roman</vt:lpstr>
      <vt:lpstr>楷体</vt:lpstr>
      <vt:lpstr>Calibri</vt:lpstr>
      <vt:lpstr>Arial Unicode MS</vt:lpstr>
      <vt:lpstr>仿宋_GB2312</vt:lpstr>
      <vt:lpstr>仿宋</vt:lpstr>
      <vt:lpstr>隶书</vt:lpstr>
      <vt:lpstr>Office 主题​​</vt:lpstr>
      <vt:lpstr>1_Office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山人有鱼</cp:lastModifiedBy>
  <cp:revision>180</cp:revision>
  <dcterms:created xsi:type="dcterms:W3CDTF">2019-06-19T02:08:00Z</dcterms:created>
  <dcterms:modified xsi:type="dcterms:W3CDTF">2022-11-03T16:09:33Z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80080C2A60204A9CB47BCFE961DAFC2D</vt:lpwstr>
  </property>
</Properties>
</file>