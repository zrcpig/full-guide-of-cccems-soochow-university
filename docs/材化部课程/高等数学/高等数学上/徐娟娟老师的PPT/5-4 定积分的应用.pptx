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2"/>
  </p:notes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3"/>
    <p:sldId id="278" r:id="rId24"/>
    <p:sldId id="279" r:id="rId25"/>
    <p:sldId id="280" r:id="rId26"/>
    <p:sldId id="299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9C6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gs" Target="tags/tag125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.w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4.wmf"/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7" Type="http://schemas.openxmlformats.org/officeDocument/2006/relationships/image" Target="../media/image23.emf"/><Relationship Id="rId6" Type="http://schemas.openxmlformats.org/officeDocument/2006/relationships/image" Target="../media/image22.w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9" Type="http://schemas.openxmlformats.org/officeDocument/2006/relationships/image" Target="../media/image49.wmf"/><Relationship Id="rId18" Type="http://schemas.openxmlformats.org/officeDocument/2006/relationships/image" Target="../media/image48.wmf"/><Relationship Id="rId17" Type="http://schemas.openxmlformats.org/officeDocument/2006/relationships/image" Target="../media/image47.wmf"/><Relationship Id="rId16" Type="http://schemas.openxmlformats.org/officeDocument/2006/relationships/image" Target="../media/image46.wmf"/><Relationship Id="rId15" Type="http://schemas.openxmlformats.org/officeDocument/2006/relationships/image" Target="../media/image45.wmf"/><Relationship Id="rId14" Type="http://schemas.openxmlformats.org/officeDocument/2006/relationships/image" Target="../media/image44.wmf"/><Relationship Id="rId13" Type="http://schemas.openxmlformats.org/officeDocument/2006/relationships/image" Target="../media/image43.wmf"/><Relationship Id="rId12" Type="http://schemas.openxmlformats.org/officeDocument/2006/relationships/image" Target="../media/image42.wmf"/><Relationship Id="rId11" Type="http://schemas.openxmlformats.org/officeDocument/2006/relationships/image" Target="../media/image41.wmf"/><Relationship Id="rId10" Type="http://schemas.openxmlformats.org/officeDocument/2006/relationships/image" Target="../media/image40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5" Type="http://schemas.openxmlformats.org/officeDocument/2006/relationships/image" Target="../media/image64.wmf"/><Relationship Id="rId14" Type="http://schemas.openxmlformats.org/officeDocument/2006/relationships/image" Target="../media/image63.wmf"/><Relationship Id="rId13" Type="http://schemas.openxmlformats.org/officeDocument/2006/relationships/image" Target="../media/image62.wmf"/><Relationship Id="rId12" Type="http://schemas.openxmlformats.org/officeDocument/2006/relationships/image" Target="../media/image6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72.emf"/><Relationship Id="rId7" Type="http://schemas.openxmlformats.org/officeDocument/2006/relationships/image" Target="../media/image71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Relationship Id="rId3" Type="http://schemas.openxmlformats.org/officeDocument/2006/relationships/image" Target="../media/image67.emf"/><Relationship Id="rId2" Type="http://schemas.openxmlformats.org/officeDocument/2006/relationships/image" Target="../media/image66.png"/><Relationship Id="rId19" Type="http://schemas.openxmlformats.org/officeDocument/2006/relationships/image" Target="../media/image83.wmf"/><Relationship Id="rId18" Type="http://schemas.openxmlformats.org/officeDocument/2006/relationships/image" Target="../media/image82.wmf"/><Relationship Id="rId17" Type="http://schemas.openxmlformats.org/officeDocument/2006/relationships/image" Target="../media/image81.wmf"/><Relationship Id="rId16" Type="http://schemas.openxmlformats.org/officeDocument/2006/relationships/image" Target="../media/image80.wmf"/><Relationship Id="rId15" Type="http://schemas.openxmlformats.org/officeDocument/2006/relationships/image" Target="../media/image79.wmf"/><Relationship Id="rId14" Type="http://schemas.openxmlformats.org/officeDocument/2006/relationships/image" Target="../media/image78.emf"/><Relationship Id="rId13" Type="http://schemas.openxmlformats.org/officeDocument/2006/relationships/image" Target="../media/image77.e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e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emf"/><Relationship Id="rId21" Type="http://schemas.openxmlformats.org/officeDocument/2006/relationships/image" Target="../media/image104.wmf"/><Relationship Id="rId20" Type="http://schemas.openxmlformats.org/officeDocument/2006/relationships/image" Target="../media/image103.wmf"/><Relationship Id="rId2" Type="http://schemas.openxmlformats.org/officeDocument/2006/relationships/image" Target="../media/image85.emf"/><Relationship Id="rId19" Type="http://schemas.openxmlformats.org/officeDocument/2006/relationships/image" Target="../media/image102.wmf"/><Relationship Id="rId18" Type="http://schemas.openxmlformats.org/officeDocument/2006/relationships/image" Target="../media/image101.wmf"/><Relationship Id="rId17" Type="http://schemas.openxmlformats.org/officeDocument/2006/relationships/image" Target="../media/image100.wmf"/><Relationship Id="rId16" Type="http://schemas.openxmlformats.org/officeDocument/2006/relationships/image" Target="../media/image99.wmf"/><Relationship Id="rId15" Type="http://schemas.openxmlformats.org/officeDocument/2006/relationships/image" Target="../media/image98.emf"/><Relationship Id="rId14" Type="http://schemas.openxmlformats.org/officeDocument/2006/relationships/image" Target="../media/image97.wmf"/><Relationship Id="rId13" Type="http://schemas.openxmlformats.org/officeDocument/2006/relationships/image" Target="../media/image96.wmf"/><Relationship Id="rId12" Type="http://schemas.openxmlformats.org/officeDocument/2006/relationships/image" Target="../media/image95.wmf"/><Relationship Id="rId11" Type="http://schemas.openxmlformats.org/officeDocument/2006/relationships/image" Target="../media/image94.emf"/><Relationship Id="rId10" Type="http://schemas.openxmlformats.org/officeDocument/2006/relationships/image" Target="../media/image93.wmf"/><Relationship Id="rId1" Type="http://schemas.openxmlformats.org/officeDocument/2006/relationships/image" Target="../media/image84.png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wmf"/><Relationship Id="rId8" Type="http://schemas.openxmlformats.org/officeDocument/2006/relationships/image" Target="../media/image98.emf"/><Relationship Id="rId7" Type="http://schemas.openxmlformats.org/officeDocument/2006/relationships/image" Target="../media/image94.emf"/><Relationship Id="rId6" Type="http://schemas.openxmlformats.org/officeDocument/2006/relationships/image" Target="../media/image89.e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2" Type="http://schemas.openxmlformats.org/officeDocument/2006/relationships/image" Target="../media/image110.wmf"/><Relationship Id="rId11" Type="http://schemas.openxmlformats.org/officeDocument/2006/relationships/image" Target="../media/image109.wmf"/><Relationship Id="rId10" Type="http://schemas.openxmlformats.org/officeDocument/2006/relationships/image" Target="../media/image108.wmf"/><Relationship Id="rId1" Type="http://schemas.openxmlformats.org/officeDocument/2006/relationships/image" Target="../media/image84.png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wmf"/><Relationship Id="rId8" Type="http://schemas.openxmlformats.org/officeDocument/2006/relationships/image" Target="../media/image118.wmf"/><Relationship Id="rId7" Type="http://schemas.openxmlformats.org/officeDocument/2006/relationships/image" Target="../media/image117.wmf"/><Relationship Id="rId6" Type="http://schemas.openxmlformats.org/officeDocument/2006/relationships/image" Target="../media/image116.e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9" Type="http://schemas.openxmlformats.org/officeDocument/2006/relationships/image" Target="../media/image129.emf"/><Relationship Id="rId18" Type="http://schemas.openxmlformats.org/officeDocument/2006/relationships/image" Target="../media/image128.wmf"/><Relationship Id="rId17" Type="http://schemas.openxmlformats.org/officeDocument/2006/relationships/image" Target="../media/image127.wmf"/><Relationship Id="rId16" Type="http://schemas.openxmlformats.org/officeDocument/2006/relationships/image" Target="../media/image126.wmf"/><Relationship Id="rId15" Type="http://schemas.openxmlformats.org/officeDocument/2006/relationships/image" Target="../media/image125.wmf"/><Relationship Id="rId14" Type="http://schemas.openxmlformats.org/officeDocument/2006/relationships/image" Target="../media/image124.wmf"/><Relationship Id="rId13" Type="http://schemas.openxmlformats.org/officeDocument/2006/relationships/image" Target="../media/image123.wmf"/><Relationship Id="rId12" Type="http://schemas.openxmlformats.org/officeDocument/2006/relationships/image" Target="../media/image122.wmf"/><Relationship Id="rId11" Type="http://schemas.openxmlformats.org/officeDocument/2006/relationships/image" Target="../media/image121.wmf"/><Relationship Id="rId10" Type="http://schemas.openxmlformats.org/officeDocument/2006/relationships/image" Target="../media/image120.wmf"/><Relationship Id="rId1" Type="http://schemas.openxmlformats.org/officeDocument/2006/relationships/image" Target="../media/image111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0" Type="http://schemas.openxmlformats.org/officeDocument/2006/relationships/image" Target="../media/image149.wmf"/><Relationship Id="rId2" Type="http://schemas.openxmlformats.org/officeDocument/2006/relationships/image" Target="../media/image131.wmf"/><Relationship Id="rId19" Type="http://schemas.openxmlformats.org/officeDocument/2006/relationships/image" Target="../media/image148.wmf"/><Relationship Id="rId18" Type="http://schemas.openxmlformats.org/officeDocument/2006/relationships/image" Target="../media/image147.wmf"/><Relationship Id="rId17" Type="http://schemas.openxmlformats.org/officeDocument/2006/relationships/image" Target="../media/image146.wmf"/><Relationship Id="rId16" Type="http://schemas.openxmlformats.org/officeDocument/2006/relationships/image" Target="../media/image145.wmf"/><Relationship Id="rId15" Type="http://schemas.openxmlformats.org/officeDocument/2006/relationships/image" Target="../media/image144.wmf"/><Relationship Id="rId14" Type="http://schemas.openxmlformats.org/officeDocument/2006/relationships/image" Target="../media/image143.wmf"/><Relationship Id="rId13" Type="http://schemas.openxmlformats.org/officeDocument/2006/relationships/image" Target="../media/image142.wmf"/><Relationship Id="rId12" Type="http://schemas.openxmlformats.org/officeDocument/2006/relationships/image" Target="../media/image141.wmf"/><Relationship Id="rId11" Type="http://schemas.openxmlformats.org/officeDocument/2006/relationships/image" Target="../media/image140.wmf"/><Relationship Id="rId10" Type="http://schemas.openxmlformats.org/officeDocument/2006/relationships/image" Target="../media/image139.wmf"/><Relationship Id="rId1" Type="http://schemas.openxmlformats.org/officeDocument/2006/relationships/image" Target="../media/image130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wmf"/><Relationship Id="rId8" Type="http://schemas.openxmlformats.org/officeDocument/2006/relationships/image" Target="../media/image165.wmf"/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3" Type="http://schemas.openxmlformats.org/officeDocument/2006/relationships/image" Target="../media/image170.wmf"/><Relationship Id="rId12" Type="http://schemas.openxmlformats.org/officeDocument/2006/relationships/image" Target="../media/image169.wmf"/><Relationship Id="rId11" Type="http://schemas.openxmlformats.org/officeDocument/2006/relationships/image" Target="../media/image168.wmf"/><Relationship Id="rId10" Type="http://schemas.openxmlformats.org/officeDocument/2006/relationships/image" Target="../media/image167.wmf"/><Relationship Id="rId1" Type="http://schemas.openxmlformats.org/officeDocument/2006/relationships/image" Target="../media/image158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wmf"/><Relationship Id="rId8" Type="http://schemas.openxmlformats.org/officeDocument/2006/relationships/image" Target="../media/image178.wmf"/><Relationship Id="rId7" Type="http://schemas.openxmlformats.org/officeDocument/2006/relationships/image" Target="../media/image177.emf"/><Relationship Id="rId6" Type="http://schemas.openxmlformats.org/officeDocument/2006/relationships/image" Target="../media/image176.emf"/><Relationship Id="rId5" Type="http://schemas.openxmlformats.org/officeDocument/2006/relationships/image" Target="../media/image175.emf"/><Relationship Id="rId4" Type="http://schemas.openxmlformats.org/officeDocument/2006/relationships/image" Target="../media/image174.emf"/><Relationship Id="rId3" Type="http://schemas.openxmlformats.org/officeDocument/2006/relationships/image" Target="../media/image173.emf"/><Relationship Id="rId2" Type="http://schemas.openxmlformats.org/officeDocument/2006/relationships/image" Target="../media/image172.png"/><Relationship Id="rId19" Type="http://schemas.openxmlformats.org/officeDocument/2006/relationships/image" Target="../media/image189.wmf"/><Relationship Id="rId18" Type="http://schemas.openxmlformats.org/officeDocument/2006/relationships/image" Target="../media/image188.wmf"/><Relationship Id="rId17" Type="http://schemas.openxmlformats.org/officeDocument/2006/relationships/image" Target="../media/image187.wmf"/><Relationship Id="rId16" Type="http://schemas.openxmlformats.org/officeDocument/2006/relationships/image" Target="../media/image186.wmf"/><Relationship Id="rId15" Type="http://schemas.openxmlformats.org/officeDocument/2006/relationships/image" Target="../media/image185.wmf"/><Relationship Id="rId14" Type="http://schemas.openxmlformats.org/officeDocument/2006/relationships/image" Target="../media/image184.wmf"/><Relationship Id="rId13" Type="http://schemas.openxmlformats.org/officeDocument/2006/relationships/image" Target="../media/image183.wmf"/><Relationship Id="rId12" Type="http://schemas.openxmlformats.org/officeDocument/2006/relationships/image" Target="../media/image182.wmf"/><Relationship Id="rId11" Type="http://schemas.openxmlformats.org/officeDocument/2006/relationships/image" Target="../media/image181.wmf"/><Relationship Id="rId10" Type="http://schemas.openxmlformats.org/officeDocument/2006/relationships/image" Target="../media/image180.wmf"/><Relationship Id="rId1" Type="http://schemas.openxmlformats.org/officeDocument/2006/relationships/image" Target="../media/image17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8.wmf"/><Relationship Id="rId8" Type="http://schemas.openxmlformats.org/officeDocument/2006/relationships/image" Target="../media/image197.wmf"/><Relationship Id="rId7" Type="http://schemas.openxmlformats.org/officeDocument/2006/relationships/image" Target="../media/image196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Relationship Id="rId3" Type="http://schemas.openxmlformats.org/officeDocument/2006/relationships/image" Target="../media/image192.png"/><Relationship Id="rId2" Type="http://schemas.openxmlformats.org/officeDocument/2006/relationships/image" Target="../media/image191.wmf"/><Relationship Id="rId18" Type="http://schemas.openxmlformats.org/officeDocument/2006/relationships/image" Target="../media/image207.wmf"/><Relationship Id="rId17" Type="http://schemas.openxmlformats.org/officeDocument/2006/relationships/image" Target="../media/image206.wmf"/><Relationship Id="rId16" Type="http://schemas.openxmlformats.org/officeDocument/2006/relationships/image" Target="../media/image205.wmf"/><Relationship Id="rId15" Type="http://schemas.openxmlformats.org/officeDocument/2006/relationships/image" Target="../media/image204.wmf"/><Relationship Id="rId14" Type="http://schemas.openxmlformats.org/officeDocument/2006/relationships/image" Target="../media/image203.wmf"/><Relationship Id="rId13" Type="http://schemas.openxmlformats.org/officeDocument/2006/relationships/image" Target="../media/image202.wmf"/><Relationship Id="rId12" Type="http://schemas.openxmlformats.org/officeDocument/2006/relationships/image" Target="../media/image201.wmf"/><Relationship Id="rId11" Type="http://schemas.openxmlformats.org/officeDocument/2006/relationships/image" Target="../media/image200.wmf"/><Relationship Id="rId10" Type="http://schemas.openxmlformats.org/officeDocument/2006/relationships/image" Target="../media/image199.wmf"/><Relationship Id="rId1" Type="http://schemas.openxmlformats.org/officeDocument/2006/relationships/image" Target="../media/image190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6.wmf"/><Relationship Id="rId8" Type="http://schemas.openxmlformats.org/officeDocument/2006/relationships/image" Target="../media/image215.wmf"/><Relationship Id="rId7" Type="http://schemas.openxmlformats.org/officeDocument/2006/relationships/image" Target="../media/image214.wmf"/><Relationship Id="rId6" Type="http://schemas.openxmlformats.org/officeDocument/2006/relationships/image" Target="../media/image213.emf"/><Relationship Id="rId5" Type="http://schemas.openxmlformats.org/officeDocument/2006/relationships/image" Target="../media/image212.wmf"/><Relationship Id="rId4" Type="http://schemas.openxmlformats.org/officeDocument/2006/relationships/image" Target="../media/image211.emf"/><Relationship Id="rId3" Type="http://schemas.openxmlformats.org/officeDocument/2006/relationships/image" Target="../media/image210.wmf"/><Relationship Id="rId21" Type="http://schemas.openxmlformats.org/officeDocument/2006/relationships/image" Target="../media/image228.wmf"/><Relationship Id="rId20" Type="http://schemas.openxmlformats.org/officeDocument/2006/relationships/image" Target="../media/image227.wmf"/><Relationship Id="rId2" Type="http://schemas.openxmlformats.org/officeDocument/2006/relationships/image" Target="../media/image209.wmf"/><Relationship Id="rId19" Type="http://schemas.openxmlformats.org/officeDocument/2006/relationships/image" Target="../media/image226.wmf"/><Relationship Id="rId18" Type="http://schemas.openxmlformats.org/officeDocument/2006/relationships/image" Target="../media/image225.wmf"/><Relationship Id="rId17" Type="http://schemas.openxmlformats.org/officeDocument/2006/relationships/image" Target="../media/image224.wmf"/><Relationship Id="rId16" Type="http://schemas.openxmlformats.org/officeDocument/2006/relationships/image" Target="../media/image223.wmf"/><Relationship Id="rId15" Type="http://schemas.openxmlformats.org/officeDocument/2006/relationships/image" Target="../media/image222.wmf"/><Relationship Id="rId14" Type="http://schemas.openxmlformats.org/officeDocument/2006/relationships/image" Target="../media/image221.wmf"/><Relationship Id="rId13" Type="http://schemas.openxmlformats.org/officeDocument/2006/relationships/image" Target="../media/image220.wmf"/><Relationship Id="rId12" Type="http://schemas.openxmlformats.org/officeDocument/2006/relationships/image" Target="../media/image219.wmf"/><Relationship Id="rId11" Type="http://schemas.openxmlformats.org/officeDocument/2006/relationships/image" Target="../media/image218.wmf"/><Relationship Id="rId10" Type="http://schemas.openxmlformats.org/officeDocument/2006/relationships/image" Target="../media/image217.wmf"/><Relationship Id="rId1" Type="http://schemas.openxmlformats.org/officeDocument/2006/relationships/image" Target="../media/image20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image" Target="../media/image229.png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0.emf"/><Relationship Id="rId8" Type="http://schemas.openxmlformats.org/officeDocument/2006/relationships/image" Target="../media/image239.wmf"/><Relationship Id="rId7" Type="http://schemas.openxmlformats.org/officeDocument/2006/relationships/image" Target="../media/image238.wmf"/><Relationship Id="rId6" Type="http://schemas.openxmlformats.org/officeDocument/2006/relationships/image" Target="../media/image237.e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Relationship Id="rId3" Type="http://schemas.openxmlformats.org/officeDocument/2006/relationships/image" Target="../media/image234.wmf"/><Relationship Id="rId2" Type="http://schemas.openxmlformats.org/officeDocument/2006/relationships/image" Target="../media/image233.png"/><Relationship Id="rId12" Type="http://schemas.openxmlformats.org/officeDocument/2006/relationships/image" Target="../media/image4.wmf"/><Relationship Id="rId11" Type="http://schemas.openxmlformats.org/officeDocument/2006/relationships/image" Target="../media/image242.wmf"/><Relationship Id="rId10" Type="http://schemas.openxmlformats.org/officeDocument/2006/relationships/image" Target="../media/image241.emf"/><Relationship Id="rId1" Type="http://schemas.openxmlformats.org/officeDocument/2006/relationships/image" Target="../media/image232.png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1.wmf"/><Relationship Id="rId8" Type="http://schemas.openxmlformats.org/officeDocument/2006/relationships/image" Target="../media/image250.wmf"/><Relationship Id="rId7" Type="http://schemas.openxmlformats.org/officeDocument/2006/relationships/image" Target="../media/image249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Relationship Id="rId3" Type="http://schemas.openxmlformats.org/officeDocument/2006/relationships/image" Target="../media/image245.wmf"/><Relationship Id="rId27" Type="http://schemas.openxmlformats.org/officeDocument/2006/relationships/image" Target="../media/image269.wmf"/><Relationship Id="rId26" Type="http://schemas.openxmlformats.org/officeDocument/2006/relationships/image" Target="../media/image268.wmf"/><Relationship Id="rId25" Type="http://schemas.openxmlformats.org/officeDocument/2006/relationships/image" Target="../media/image267.wmf"/><Relationship Id="rId24" Type="http://schemas.openxmlformats.org/officeDocument/2006/relationships/image" Target="../media/image266.wmf"/><Relationship Id="rId23" Type="http://schemas.openxmlformats.org/officeDocument/2006/relationships/image" Target="../media/image265.wmf"/><Relationship Id="rId22" Type="http://schemas.openxmlformats.org/officeDocument/2006/relationships/image" Target="../media/image264.wmf"/><Relationship Id="rId21" Type="http://schemas.openxmlformats.org/officeDocument/2006/relationships/image" Target="../media/image263.wmf"/><Relationship Id="rId20" Type="http://schemas.openxmlformats.org/officeDocument/2006/relationships/image" Target="../media/image262.wmf"/><Relationship Id="rId2" Type="http://schemas.openxmlformats.org/officeDocument/2006/relationships/image" Target="../media/image244.wmf"/><Relationship Id="rId19" Type="http://schemas.openxmlformats.org/officeDocument/2006/relationships/image" Target="../media/image261.wmf"/><Relationship Id="rId18" Type="http://schemas.openxmlformats.org/officeDocument/2006/relationships/image" Target="../media/image260.wmf"/><Relationship Id="rId17" Type="http://schemas.openxmlformats.org/officeDocument/2006/relationships/image" Target="../media/image259.wmf"/><Relationship Id="rId16" Type="http://schemas.openxmlformats.org/officeDocument/2006/relationships/image" Target="../media/image258.wmf"/><Relationship Id="rId15" Type="http://schemas.openxmlformats.org/officeDocument/2006/relationships/image" Target="../media/image257.wmf"/><Relationship Id="rId14" Type="http://schemas.openxmlformats.org/officeDocument/2006/relationships/image" Target="../media/image256.wmf"/><Relationship Id="rId13" Type="http://schemas.openxmlformats.org/officeDocument/2006/relationships/image" Target="../media/image255.wmf"/><Relationship Id="rId12" Type="http://schemas.openxmlformats.org/officeDocument/2006/relationships/image" Target="../media/image254.wmf"/><Relationship Id="rId11" Type="http://schemas.openxmlformats.org/officeDocument/2006/relationships/image" Target="../media/image253.wmf"/><Relationship Id="rId10" Type="http://schemas.openxmlformats.org/officeDocument/2006/relationships/image" Target="../media/image252.wmf"/><Relationship Id="rId1" Type="http://schemas.openxmlformats.org/officeDocument/2006/relationships/image" Target="../media/image243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wmf"/><Relationship Id="rId8" Type="http://schemas.openxmlformats.org/officeDocument/2006/relationships/image" Target="../media/image277.wmf"/><Relationship Id="rId7" Type="http://schemas.openxmlformats.org/officeDocument/2006/relationships/image" Target="../media/image276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Relationship Id="rId3" Type="http://schemas.openxmlformats.org/officeDocument/2006/relationships/image" Target="../media/image272.wmf"/><Relationship Id="rId2" Type="http://schemas.openxmlformats.org/officeDocument/2006/relationships/image" Target="../media/image271.png"/><Relationship Id="rId13" Type="http://schemas.openxmlformats.org/officeDocument/2006/relationships/image" Target="../media/image282.wmf"/><Relationship Id="rId12" Type="http://schemas.openxmlformats.org/officeDocument/2006/relationships/image" Target="../media/image281.wmf"/><Relationship Id="rId11" Type="http://schemas.openxmlformats.org/officeDocument/2006/relationships/image" Target="../media/image280.wmf"/><Relationship Id="rId10" Type="http://schemas.openxmlformats.org/officeDocument/2006/relationships/image" Target="../media/image279.wmf"/><Relationship Id="rId1" Type="http://schemas.openxmlformats.org/officeDocument/2006/relationships/image" Target="../media/image270.png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1.wmf"/><Relationship Id="rId8" Type="http://schemas.openxmlformats.org/officeDocument/2006/relationships/image" Target="../media/image290.wmf"/><Relationship Id="rId7" Type="http://schemas.openxmlformats.org/officeDocument/2006/relationships/image" Target="../media/image289.wmf"/><Relationship Id="rId6" Type="http://schemas.openxmlformats.org/officeDocument/2006/relationships/image" Target="../media/image288.wmf"/><Relationship Id="rId5" Type="http://schemas.openxmlformats.org/officeDocument/2006/relationships/image" Target="../media/image287.wmf"/><Relationship Id="rId4" Type="http://schemas.openxmlformats.org/officeDocument/2006/relationships/image" Target="../media/image286.wmf"/><Relationship Id="rId3" Type="http://schemas.openxmlformats.org/officeDocument/2006/relationships/image" Target="../media/image285.wmf"/><Relationship Id="rId2" Type="http://schemas.openxmlformats.org/officeDocument/2006/relationships/image" Target="../media/image284.wmf"/><Relationship Id="rId1" Type="http://schemas.openxmlformats.org/officeDocument/2006/relationships/image" Target="../media/image283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0.wmf"/><Relationship Id="rId8" Type="http://schemas.openxmlformats.org/officeDocument/2006/relationships/image" Target="../media/image299.wmf"/><Relationship Id="rId7" Type="http://schemas.openxmlformats.org/officeDocument/2006/relationships/image" Target="../media/image298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1" Type="http://schemas.openxmlformats.org/officeDocument/2006/relationships/image" Target="../media/image302.emf"/><Relationship Id="rId10" Type="http://schemas.openxmlformats.org/officeDocument/2006/relationships/image" Target="../media/image301.wmf"/><Relationship Id="rId1" Type="http://schemas.openxmlformats.org/officeDocument/2006/relationships/image" Target="../media/image292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1.wmf"/><Relationship Id="rId8" Type="http://schemas.openxmlformats.org/officeDocument/2006/relationships/image" Target="../media/image310.wmf"/><Relationship Id="rId7" Type="http://schemas.openxmlformats.org/officeDocument/2006/relationships/image" Target="../media/image309.wmf"/><Relationship Id="rId6" Type="http://schemas.openxmlformats.org/officeDocument/2006/relationships/image" Target="../media/image308.wmf"/><Relationship Id="rId5" Type="http://schemas.openxmlformats.org/officeDocument/2006/relationships/image" Target="../media/image307.wmf"/><Relationship Id="rId4" Type="http://schemas.openxmlformats.org/officeDocument/2006/relationships/image" Target="../media/image306.wmf"/><Relationship Id="rId3" Type="http://schemas.openxmlformats.org/officeDocument/2006/relationships/image" Target="../media/image305.emf"/><Relationship Id="rId2" Type="http://schemas.openxmlformats.org/officeDocument/2006/relationships/image" Target="../media/image304.emf"/><Relationship Id="rId14" Type="http://schemas.openxmlformats.org/officeDocument/2006/relationships/image" Target="../media/image316.wmf"/><Relationship Id="rId13" Type="http://schemas.openxmlformats.org/officeDocument/2006/relationships/image" Target="../media/image315.wmf"/><Relationship Id="rId12" Type="http://schemas.openxmlformats.org/officeDocument/2006/relationships/image" Target="../media/image314.wmf"/><Relationship Id="rId11" Type="http://schemas.openxmlformats.org/officeDocument/2006/relationships/image" Target="../media/image313.wmf"/><Relationship Id="rId10" Type="http://schemas.openxmlformats.org/officeDocument/2006/relationships/image" Target="../media/image312.emf"/><Relationship Id="rId1" Type="http://schemas.openxmlformats.org/officeDocument/2006/relationships/image" Target="../media/image303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5.wmf"/><Relationship Id="rId8" Type="http://schemas.openxmlformats.org/officeDocument/2006/relationships/image" Target="../media/image324.wmf"/><Relationship Id="rId7" Type="http://schemas.openxmlformats.org/officeDocument/2006/relationships/image" Target="../media/image323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Relationship Id="rId3" Type="http://schemas.openxmlformats.org/officeDocument/2006/relationships/image" Target="../media/image319.emf"/><Relationship Id="rId2" Type="http://schemas.openxmlformats.org/officeDocument/2006/relationships/image" Target="../media/image318.emf"/><Relationship Id="rId14" Type="http://schemas.openxmlformats.org/officeDocument/2006/relationships/image" Target="../media/image330.wmf"/><Relationship Id="rId13" Type="http://schemas.openxmlformats.org/officeDocument/2006/relationships/image" Target="../media/image329.wmf"/><Relationship Id="rId12" Type="http://schemas.openxmlformats.org/officeDocument/2006/relationships/image" Target="../media/image328.wmf"/><Relationship Id="rId11" Type="http://schemas.openxmlformats.org/officeDocument/2006/relationships/image" Target="../media/image327.wmf"/><Relationship Id="rId10" Type="http://schemas.openxmlformats.org/officeDocument/2006/relationships/image" Target="../media/image326.wmf"/><Relationship Id="rId1" Type="http://schemas.openxmlformats.org/officeDocument/2006/relationships/image" Target="../media/image317.png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337.w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wmf"/><Relationship Id="rId3" Type="http://schemas.openxmlformats.org/officeDocument/2006/relationships/image" Target="../media/image333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wmf"/><Relationship Id="rId2" Type="http://schemas.openxmlformats.org/officeDocument/2006/relationships/image" Target="../media/image340.wmf"/><Relationship Id="rId1" Type="http://schemas.openxmlformats.org/officeDocument/2006/relationships/image" Target="../media/image339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2.wmf"/><Relationship Id="rId8" Type="http://schemas.openxmlformats.org/officeDocument/2006/relationships/image" Target="../media/image351.wmf"/><Relationship Id="rId7" Type="http://schemas.openxmlformats.org/officeDocument/2006/relationships/image" Target="../media/image350.wmf"/><Relationship Id="rId6" Type="http://schemas.openxmlformats.org/officeDocument/2006/relationships/image" Target="../media/image349.wmf"/><Relationship Id="rId5" Type="http://schemas.openxmlformats.org/officeDocument/2006/relationships/image" Target="../media/image348.wmf"/><Relationship Id="rId4" Type="http://schemas.openxmlformats.org/officeDocument/2006/relationships/image" Target="../media/image347.wmf"/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6" Type="http://schemas.openxmlformats.org/officeDocument/2006/relationships/image" Target="../media/image359.wmf"/><Relationship Id="rId15" Type="http://schemas.openxmlformats.org/officeDocument/2006/relationships/image" Target="../media/image358.wmf"/><Relationship Id="rId14" Type="http://schemas.openxmlformats.org/officeDocument/2006/relationships/image" Target="../media/image357.wmf"/><Relationship Id="rId13" Type="http://schemas.openxmlformats.org/officeDocument/2006/relationships/image" Target="../media/image356.wmf"/><Relationship Id="rId12" Type="http://schemas.openxmlformats.org/officeDocument/2006/relationships/image" Target="../media/image355.wmf"/><Relationship Id="rId11" Type="http://schemas.openxmlformats.org/officeDocument/2006/relationships/image" Target="../media/image354.wmf"/><Relationship Id="rId10" Type="http://schemas.openxmlformats.org/officeDocument/2006/relationships/image" Target="../media/image353.wmf"/><Relationship Id="rId1" Type="http://schemas.openxmlformats.org/officeDocument/2006/relationships/image" Target="../media/image34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1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0.emf"/><Relationship Id="rId8" Type="http://schemas.openxmlformats.org/officeDocument/2006/relationships/image" Target="../media/image369.emf"/><Relationship Id="rId7" Type="http://schemas.openxmlformats.org/officeDocument/2006/relationships/image" Target="../media/image368.emf"/><Relationship Id="rId6" Type="http://schemas.openxmlformats.org/officeDocument/2006/relationships/image" Target="../media/image367.emf"/><Relationship Id="rId5" Type="http://schemas.openxmlformats.org/officeDocument/2006/relationships/image" Target="../media/image366.emf"/><Relationship Id="rId4" Type="http://schemas.openxmlformats.org/officeDocument/2006/relationships/image" Target="../media/image365.wmf"/><Relationship Id="rId3" Type="http://schemas.openxmlformats.org/officeDocument/2006/relationships/image" Target="../media/image364.wmf"/><Relationship Id="rId2" Type="http://schemas.openxmlformats.org/officeDocument/2006/relationships/image" Target="../media/image363.wmf"/><Relationship Id="rId12" Type="http://schemas.openxmlformats.org/officeDocument/2006/relationships/image" Target="../media/image373.wmf"/><Relationship Id="rId11" Type="http://schemas.openxmlformats.org/officeDocument/2006/relationships/image" Target="../media/image372.wmf"/><Relationship Id="rId10" Type="http://schemas.openxmlformats.org/officeDocument/2006/relationships/image" Target="../media/image371.wmf"/><Relationship Id="rId1" Type="http://schemas.openxmlformats.org/officeDocument/2006/relationships/image" Target="../media/image362.w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7.wmf"/><Relationship Id="rId3" Type="http://schemas.openxmlformats.org/officeDocument/2006/relationships/image" Target="../media/image376.wmf"/><Relationship Id="rId2" Type="http://schemas.openxmlformats.org/officeDocument/2006/relationships/image" Target="../media/image375.wmf"/><Relationship Id="rId1" Type="http://schemas.openxmlformats.org/officeDocument/2006/relationships/image" Target="../media/image374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6.wmf"/><Relationship Id="rId8" Type="http://schemas.openxmlformats.org/officeDocument/2006/relationships/image" Target="../media/image385.wmf"/><Relationship Id="rId7" Type="http://schemas.openxmlformats.org/officeDocument/2006/relationships/image" Target="../media/image384.wmf"/><Relationship Id="rId6" Type="http://schemas.openxmlformats.org/officeDocument/2006/relationships/image" Target="../media/image383.wmf"/><Relationship Id="rId5" Type="http://schemas.openxmlformats.org/officeDocument/2006/relationships/image" Target="../media/image382.wmf"/><Relationship Id="rId4" Type="http://schemas.openxmlformats.org/officeDocument/2006/relationships/image" Target="../media/image381.wmf"/><Relationship Id="rId3" Type="http://schemas.openxmlformats.org/officeDocument/2006/relationships/image" Target="../media/image380.wmf"/><Relationship Id="rId2" Type="http://schemas.openxmlformats.org/officeDocument/2006/relationships/image" Target="../media/image379.wmf"/><Relationship Id="rId13" Type="http://schemas.openxmlformats.org/officeDocument/2006/relationships/image" Target="../media/image390.wmf"/><Relationship Id="rId12" Type="http://schemas.openxmlformats.org/officeDocument/2006/relationships/image" Target="../media/image389.wmf"/><Relationship Id="rId11" Type="http://schemas.openxmlformats.org/officeDocument/2006/relationships/image" Target="../media/image388.wmf"/><Relationship Id="rId10" Type="http://schemas.openxmlformats.org/officeDocument/2006/relationships/image" Target="../media/image387.wmf"/><Relationship Id="rId1" Type="http://schemas.openxmlformats.org/officeDocument/2006/relationships/image" Target="../media/image378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9.wmf"/><Relationship Id="rId8" Type="http://schemas.openxmlformats.org/officeDocument/2006/relationships/image" Target="../media/image398.wmf"/><Relationship Id="rId7" Type="http://schemas.openxmlformats.org/officeDocument/2006/relationships/image" Target="../media/image397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Relationship Id="rId3" Type="http://schemas.openxmlformats.org/officeDocument/2006/relationships/image" Target="../media/image393.wmf"/><Relationship Id="rId2" Type="http://schemas.openxmlformats.org/officeDocument/2006/relationships/image" Target="../media/image392.wmf"/><Relationship Id="rId17" Type="http://schemas.openxmlformats.org/officeDocument/2006/relationships/image" Target="../media/image407.wmf"/><Relationship Id="rId16" Type="http://schemas.openxmlformats.org/officeDocument/2006/relationships/image" Target="../media/image406.wmf"/><Relationship Id="rId15" Type="http://schemas.openxmlformats.org/officeDocument/2006/relationships/image" Target="../media/image405.wmf"/><Relationship Id="rId14" Type="http://schemas.openxmlformats.org/officeDocument/2006/relationships/image" Target="../media/image404.wmf"/><Relationship Id="rId13" Type="http://schemas.openxmlformats.org/officeDocument/2006/relationships/image" Target="../media/image403.wmf"/><Relationship Id="rId12" Type="http://schemas.openxmlformats.org/officeDocument/2006/relationships/image" Target="../media/image402.wmf"/><Relationship Id="rId11" Type="http://schemas.openxmlformats.org/officeDocument/2006/relationships/image" Target="../media/image401.wmf"/><Relationship Id="rId10" Type="http://schemas.openxmlformats.org/officeDocument/2006/relationships/image" Target="../media/image400.wmf"/><Relationship Id="rId1" Type="http://schemas.openxmlformats.org/officeDocument/2006/relationships/image" Target="../media/image391.wmf"/></Relationships>
</file>

<file path=ppt/drawings/_rels/vmlDrawing34.vml.rels><?xml version="1.0" encoding="UTF-8" standalone="yes"?>
<Relationships xmlns="http://schemas.openxmlformats.org/package/2006/relationships"><Relationship Id="rId7" Type="http://schemas.openxmlformats.org/officeDocument/2006/relationships/image" Target="../media/image414.wmf"/><Relationship Id="rId6" Type="http://schemas.openxmlformats.org/officeDocument/2006/relationships/image" Target="../media/image413.wmf"/><Relationship Id="rId5" Type="http://schemas.openxmlformats.org/officeDocument/2006/relationships/image" Target="../media/image412.wmf"/><Relationship Id="rId4" Type="http://schemas.openxmlformats.org/officeDocument/2006/relationships/image" Target="../media/image411.wmf"/><Relationship Id="rId3" Type="http://schemas.openxmlformats.org/officeDocument/2006/relationships/image" Target="../media/image410.wmf"/><Relationship Id="rId2" Type="http://schemas.openxmlformats.org/officeDocument/2006/relationships/image" Target="../media/image409.wmf"/><Relationship Id="rId1" Type="http://schemas.openxmlformats.org/officeDocument/2006/relationships/image" Target="../media/image408.wmf"/></Relationships>
</file>

<file path=ppt/drawings/_rels/vmlDrawing3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9.wmf"/><Relationship Id="rId8" Type="http://schemas.openxmlformats.org/officeDocument/2006/relationships/image" Target="../media/image428.wmf"/><Relationship Id="rId7" Type="http://schemas.openxmlformats.org/officeDocument/2006/relationships/image" Target="../media/image427.emf"/><Relationship Id="rId6" Type="http://schemas.openxmlformats.org/officeDocument/2006/relationships/image" Target="../media/image426.emf"/><Relationship Id="rId5" Type="http://schemas.openxmlformats.org/officeDocument/2006/relationships/image" Target="../media/image425.emf"/><Relationship Id="rId4" Type="http://schemas.openxmlformats.org/officeDocument/2006/relationships/image" Target="../media/image424.wmf"/><Relationship Id="rId3" Type="http://schemas.openxmlformats.org/officeDocument/2006/relationships/image" Target="../media/image423.png"/><Relationship Id="rId2" Type="http://schemas.openxmlformats.org/officeDocument/2006/relationships/image" Target="../media/image422.wmf"/><Relationship Id="rId13" Type="http://schemas.openxmlformats.org/officeDocument/2006/relationships/image" Target="../media/image433.wmf"/><Relationship Id="rId12" Type="http://schemas.openxmlformats.org/officeDocument/2006/relationships/image" Target="../media/image432.wmf"/><Relationship Id="rId11" Type="http://schemas.openxmlformats.org/officeDocument/2006/relationships/image" Target="../media/image431.wmf"/><Relationship Id="rId10" Type="http://schemas.openxmlformats.org/officeDocument/2006/relationships/image" Target="../media/image430.wmf"/><Relationship Id="rId1" Type="http://schemas.openxmlformats.org/officeDocument/2006/relationships/image" Target="../media/image421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7.wmf"/><Relationship Id="rId3" Type="http://schemas.openxmlformats.org/officeDocument/2006/relationships/image" Target="../media/image436.wmf"/><Relationship Id="rId2" Type="http://schemas.openxmlformats.org/officeDocument/2006/relationships/image" Target="../media/image435.wmf"/><Relationship Id="rId1" Type="http://schemas.openxmlformats.org/officeDocument/2006/relationships/image" Target="../media/image434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6.emf"/><Relationship Id="rId8" Type="http://schemas.openxmlformats.org/officeDocument/2006/relationships/image" Target="../media/image445.wmf"/><Relationship Id="rId7" Type="http://schemas.openxmlformats.org/officeDocument/2006/relationships/image" Target="../media/image444.wmf"/><Relationship Id="rId6" Type="http://schemas.openxmlformats.org/officeDocument/2006/relationships/image" Target="../media/image443.emf"/><Relationship Id="rId5" Type="http://schemas.openxmlformats.org/officeDocument/2006/relationships/image" Target="../media/image442.emf"/><Relationship Id="rId4" Type="http://schemas.openxmlformats.org/officeDocument/2006/relationships/image" Target="../media/image441.wmf"/><Relationship Id="rId3" Type="http://schemas.openxmlformats.org/officeDocument/2006/relationships/image" Target="../media/image440.wmf"/><Relationship Id="rId2" Type="http://schemas.openxmlformats.org/officeDocument/2006/relationships/image" Target="../media/image439.wmf"/><Relationship Id="rId12" Type="http://schemas.openxmlformats.org/officeDocument/2006/relationships/image" Target="../media/image449.wmf"/><Relationship Id="rId11" Type="http://schemas.openxmlformats.org/officeDocument/2006/relationships/image" Target="../media/image448.wmf"/><Relationship Id="rId10" Type="http://schemas.openxmlformats.org/officeDocument/2006/relationships/image" Target="../media/image447.wmf"/><Relationship Id="rId1" Type="http://schemas.openxmlformats.org/officeDocument/2006/relationships/image" Target="../media/image438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8.wmf"/><Relationship Id="rId8" Type="http://schemas.openxmlformats.org/officeDocument/2006/relationships/image" Target="../media/image457.wmf"/><Relationship Id="rId7" Type="http://schemas.openxmlformats.org/officeDocument/2006/relationships/image" Target="../media/image456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Relationship Id="rId3" Type="http://schemas.openxmlformats.org/officeDocument/2006/relationships/image" Target="../media/image452.wmf"/><Relationship Id="rId2" Type="http://schemas.openxmlformats.org/officeDocument/2006/relationships/image" Target="../media/image451.wmf"/><Relationship Id="rId1" Type="http://schemas.openxmlformats.org/officeDocument/2006/relationships/image" Target="../media/image450.wmf"/></Relationships>
</file>

<file path=ppt/drawings/_rels/vmlDrawing40.vml.rels><?xml version="1.0" encoding="UTF-8" standalone="yes"?>
<Relationships xmlns="http://schemas.openxmlformats.org/package/2006/relationships"><Relationship Id="rId5" Type="http://schemas.openxmlformats.org/officeDocument/2006/relationships/image" Target="../media/image463.wmf"/><Relationship Id="rId4" Type="http://schemas.openxmlformats.org/officeDocument/2006/relationships/image" Target="../media/image462.wmf"/><Relationship Id="rId3" Type="http://schemas.openxmlformats.org/officeDocument/2006/relationships/image" Target="../media/image461.wmf"/><Relationship Id="rId2" Type="http://schemas.openxmlformats.org/officeDocument/2006/relationships/image" Target="../media/image460.wmf"/><Relationship Id="rId1" Type="http://schemas.openxmlformats.org/officeDocument/2006/relationships/image" Target="../media/image459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2.wmf"/><Relationship Id="rId8" Type="http://schemas.openxmlformats.org/officeDocument/2006/relationships/image" Target="../media/image471.wmf"/><Relationship Id="rId7" Type="http://schemas.openxmlformats.org/officeDocument/2006/relationships/image" Target="../media/image470.wmf"/><Relationship Id="rId6" Type="http://schemas.openxmlformats.org/officeDocument/2006/relationships/image" Target="../media/image469.wmf"/><Relationship Id="rId5" Type="http://schemas.openxmlformats.org/officeDocument/2006/relationships/image" Target="../media/image468.wmf"/><Relationship Id="rId4" Type="http://schemas.openxmlformats.org/officeDocument/2006/relationships/image" Target="../media/image467.wmf"/><Relationship Id="rId3" Type="http://schemas.openxmlformats.org/officeDocument/2006/relationships/image" Target="../media/image466.wmf"/><Relationship Id="rId2" Type="http://schemas.openxmlformats.org/officeDocument/2006/relationships/image" Target="../media/image465.wmf"/><Relationship Id="rId15" Type="http://schemas.openxmlformats.org/officeDocument/2006/relationships/image" Target="../media/image478.wmf"/><Relationship Id="rId14" Type="http://schemas.openxmlformats.org/officeDocument/2006/relationships/image" Target="../media/image477.wmf"/><Relationship Id="rId13" Type="http://schemas.openxmlformats.org/officeDocument/2006/relationships/image" Target="../media/image476.wmf"/><Relationship Id="rId12" Type="http://schemas.openxmlformats.org/officeDocument/2006/relationships/image" Target="../media/image475.wmf"/><Relationship Id="rId11" Type="http://schemas.openxmlformats.org/officeDocument/2006/relationships/image" Target="../media/image474.wmf"/><Relationship Id="rId10" Type="http://schemas.openxmlformats.org/officeDocument/2006/relationships/image" Target="../media/image473.wmf"/><Relationship Id="rId1" Type="http://schemas.openxmlformats.org/officeDocument/2006/relationships/image" Target="../media/image464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7" Type="http://schemas.openxmlformats.org/officeDocument/2006/relationships/image" Target="../media/image485.wmf"/><Relationship Id="rId6" Type="http://schemas.openxmlformats.org/officeDocument/2006/relationships/image" Target="../media/image484.wmf"/><Relationship Id="rId5" Type="http://schemas.openxmlformats.org/officeDocument/2006/relationships/image" Target="../media/image483.wmf"/><Relationship Id="rId4" Type="http://schemas.openxmlformats.org/officeDocument/2006/relationships/image" Target="../media/image482.wmf"/><Relationship Id="rId3" Type="http://schemas.openxmlformats.org/officeDocument/2006/relationships/image" Target="../media/image481.wmf"/><Relationship Id="rId2" Type="http://schemas.openxmlformats.org/officeDocument/2006/relationships/image" Target="../media/image480.wmf"/><Relationship Id="rId1" Type="http://schemas.openxmlformats.org/officeDocument/2006/relationships/image" Target="../media/image479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6.wmf"/><Relationship Id="rId8" Type="http://schemas.openxmlformats.org/officeDocument/2006/relationships/image" Target="../media/image244.wmf"/><Relationship Id="rId7" Type="http://schemas.openxmlformats.org/officeDocument/2006/relationships/image" Target="../media/image493.wmf"/><Relationship Id="rId6" Type="http://schemas.openxmlformats.org/officeDocument/2006/relationships/image" Target="../media/image492.wmf"/><Relationship Id="rId5" Type="http://schemas.openxmlformats.org/officeDocument/2006/relationships/image" Target="../media/image491.wmf"/><Relationship Id="rId4" Type="http://schemas.openxmlformats.org/officeDocument/2006/relationships/image" Target="../media/image490.wmf"/><Relationship Id="rId3" Type="http://schemas.openxmlformats.org/officeDocument/2006/relationships/image" Target="../media/image489.wmf"/><Relationship Id="rId2" Type="http://schemas.openxmlformats.org/officeDocument/2006/relationships/image" Target="../media/image488.wmf"/><Relationship Id="rId13" Type="http://schemas.openxmlformats.org/officeDocument/2006/relationships/image" Target="../media/image496.wmf"/><Relationship Id="rId12" Type="http://schemas.openxmlformats.org/officeDocument/2006/relationships/image" Target="../media/image495.wmf"/><Relationship Id="rId11" Type="http://schemas.openxmlformats.org/officeDocument/2006/relationships/image" Target="../media/image494.wmf"/><Relationship Id="rId10" Type="http://schemas.openxmlformats.org/officeDocument/2006/relationships/image" Target="../media/image245.wmf"/><Relationship Id="rId1" Type="http://schemas.openxmlformats.org/officeDocument/2006/relationships/image" Target="../media/image487.wmf"/></Relationships>
</file>

<file path=ppt/drawings/_rels/vmlDrawing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5.wmf"/><Relationship Id="rId8" Type="http://schemas.openxmlformats.org/officeDocument/2006/relationships/image" Target="../media/image504.wmf"/><Relationship Id="rId7" Type="http://schemas.openxmlformats.org/officeDocument/2006/relationships/image" Target="../media/image503.wmf"/><Relationship Id="rId6" Type="http://schemas.openxmlformats.org/officeDocument/2006/relationships/image" Target="../media/image502.wmf"/><Relationship Id="rId5" Type="http://schemas.openxmlformats.org/officeDocument/2006/relationships/image" Target="../media/image501.wmf"/><Relationship Id="rId4" Type="http://schemas.openxmlformats.org/officeDocument/2006/relationships/image" Target="../media/image500.wmf"/><Relationship Id="rId3" Type="http://schemas.openxmlformats.org/officeDocument/2006/relationships/image" Target="../media/image499.wmf"/><Relationship Id="rId2" Type="http://schemas.openxmlformats.org/officeDocument/2006/relationships/image" Target="../media/image498.wmf"/><Relationship Id="rId12" Type="http://schemas.openxmlformats.org/officeDocument/2006/relationships/image" Target="../media/image508.wmf"/><Relationship Id="rId11" Type="http://schemas.openxmlformats.org/officeDocument/2006/relationships/image" Target="../media/image507.wmf"/><Relationship Id="rId10" Type="http://schemas.openxmlformats.org/officeDocument/2006/relationships/image" Target="../media/image506.wmf"/><Relationship Id="rId1" Type="http://schemas.openxmlformats.org/officeDocument/2006/relationships/image" Target="../media/image497.w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8.emf"/><Relationship Id="rId8" Type="http://schemas.openxmlformats.org/officeDocument/2006/relationships/image" Target="../media/image517.wmf"/><Relationship Id="rId7" Type="http://schemas.openxmlformats.org/officeDocument/2006/relationships/image" Target="../media/image516.wmf"/><Relationship Id="rId6" Type="http://schemas.openxmlformats.org/officeDocument/2006/relationships/image" Target="../media/image515.wmf"/><Relationship Id="rId5" Type="http://schemas.openxmlformats.org/officeDocument/2006/relationships/image" Target="../media/image514.wmf"/><Relationship Id="rId4" Type="http://schemas.openxmlformats.org/officeDocument/2006/relationships/image" Target="../media/image513.wmf"/><Relationship Id="rId3" Type="http://schemas.openxmlformats.org/officeDocument/2006/relationships/image" Target="../media/image512.wmf"/><Relationship Id="rId2" Type="http://schemas.openxmlformats.org/officeDocument/2006/relationships/image" Target="../media/image511.wmf"/><Relationship Id="rId15" Type="http://schemas.openxmlformats.org/officeDocument/2006/relationships/image" Target="../media/image524.emf"/><Relationship Id="rId14" Type="http://schemas.openxmlformats.org/officeDocument/2006/relationships/image" Target="../media/image523.emf"/><Relationship Id="rId13" Type="http://schemas.openxmlformats.org/officeDocument/2006/relationships/image" Target="../media/image522.emf"/><Relationship Id="rId12" Type="http://schemas.openxmlformats.org/officeDocument/2006/relationships/image" Target="../media/image521.emf"/><Relationship Id="rId11" Type="http://schemas.openxmlformats.org/officeDocument/2006/relationships/image" Target="../media/image520.emf"/><Relationship Id="rId10" Type="http://schemas.openxmlformats.org/officeDocument/2006/relationships/image" Target="../media/image519.emf"/><Relationship Id="rId1" Type="http://schemas.openxmlformats.org/officeDocument/2006/relationships/image" Target="../media/image510.wmf"/></Relationships>
</file>

<file path=ppt/drawings/_rels/vmlDrawing4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3.wmf"/><Relationship Id="rId8" Type="http://schemas.openxmlformats.org/officeDocument/2006/relationships/image" Target="../media/image532.wmf"/><Relationship Id="rId7" Type="http://schemas.openxmlformats.org/officeDocument/2006/relationships/image" Target="../media/image531.wmf"/><Relationship Id="rId6" Type="http://schemas.openxmlformats.org/officeDocument/2006/relationships/image" Target="../media/image530.wmf"/><Relationship Id="rId5" Type="http://schemas.openxmlformats.org/officeDocument/2006/relationships/image" Target="../media/image529.wmf"/><Relationship Id="rId4" Type="http://schemas.openxmlformats.org/officeDocument/2006/relationships/image" Target="../media/image528.wmf"/><Relationship Id="rId3" Type="http://schemas.openxmlformats.org/officeDocument/2006/relationships/image" Target="../media/image527.wmf"/><Relationship Id="rId2" Type="http://schemas.openxmlformats.org/officeDocument/2006/relationships/image" Target="../media/image526.wmf"/><Relationship Id="rId1" Type="http://schemas.openxmlformats.org/officeDocument/2006/relationships/image" Target="../media/image525.wmf"/></Relationships>
</file>

<file path=ppt/drawings/_rels/vmlDrawing4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9.wmf"/><Relationship Id="rId5" Type="http://schemas.openxmlformats.org/officeDocument/2006/relationships/image" Target="../media/image538.wmf"/><Relationship Id="rId4" Type="http://schemas.openxmlformats.org/officeDocument/2006/relationships/image" Target="../media/image537.wmf"/><Relationship Id="rId3" Type="http://schemas.openxmlformats.org/officeDocument/2006/relationships/image" Target="../media/image536.wmf"/><Relationship Id="rId2" Type="http://schemas.openxmlformats.org/officeDocument/2006/relationships/image" Target="../media/image535.wmf"/><Relationship Id="rId1" Type="http://schemas.openxmlformats.org/officeDocument/2006/relationships/image" Target="../media/image534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8.wmf"/><Relationship Id="rId8" Type="http://schemas.openxmlformats.org/officeDocument/2006/relationships/image" Target="../media/image547.wmf"/><Relationship Id="rId7" Type="http://schemas.openxmlformats.org/officeDocument/2006/relationships/image" Target="../media/image546.wmf"/><Relationship Id="rId6" Type="http://schemas.openxmlformats.org/officeDocument/2006/relationships/image" Target="../media/image545.wmf"/><Relationship Id="rId5" Type="http://schemas.openxmlformats.org/officeDocument/2006/relationships/image" Target="../media/image544.wmf"/><Relationship Id="rId4" Type="http://schemas.openxmlformats.org/officeDocument/2006/relationships/image" Target="../media/image543.wmf"/><Relationship Id="rId3" Type="http://schemas.openxmlformats.org/officeDocument/2006/relationships/image" Target="../media/image542.wmf"/><Relationship Id="rId2" Type="http://schemas.openxmlformats.org/officeDocument/2006/relationships/image" Target="../media/image541.wmf"/><Relationship Id="rId10" Type="http://schemas.openxmlformats.org/officeDocument/2006/relationships/image" Target="../media/image549.wmf"/><Relationship Id="rId1" Type="http://schemas.openxmlformats.org/officeDocument/2006/relationships/image" Target="../media/image540.wmf"/></Relationships>
</file>

<file path=ppt/drawings/_rels/vmlDrawing4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8.wmf"/><Relationship Id="rId8" Type="http://schemas.openxmlformats.org/officeDocument/2006/relationships/image" Target="../media/image557.wmf"/><Relationship Id="rId7" Type="http://schemas.openxmlformats.org/officeDocument/2006/relationships/image" Target="../media/image556.wmf"/><Relationship Id="rId6" Type="http://schemas.openxmlformats.org/officeDocument/2006/relationships/image" Target="../media/image555.wmf"/><Relationship Id="rId5" Type="http://schemas.openxmlformats.org/officeDocument/2006/relationships/image" Target="../media/image554.wmf"/><Relationship Id="rId4" Type="http://schemas.openxmlformats.org/officeDocument/2006/relationships/image" Target="../media/image553.wmf"/><Relationship Id="rId3" Type="http://schemas.openxmlformats.org/officeDocument/2006/relationships/image" Target="../media/image552.wmf"/><Relationship Id="rId2" Type="http://schemas.openxmlformats.org/officeDocument/2006/relationships/image" Target="../media/image551.wmf"/><Relationship Id="rId13" Type="http://schemas.openxmlformats.org/officeDocument/2006/relationships/image" Target="../media/image562.wmf"/><Relationship Id="rId12" Type="http://schemas.openxmlformats.org/officeDocument/2006/relationships/image" Target="../media/image561.wmf"/><Relationship Id="rId11" Type="http://schemas.openxmlformats.org/officeDocument/2006/relationships/image" Target="../media/image560.wmf"/><Relationship Id="rId10" Type="http://schemas.openxmlformats.org/officeDocument/2006/relationships/image" Target="../media/image559.wmf"/><Relationship Id="rId1" Type="http://schemas.openxmlformats.org/officeDocument/2006/relationships/image" Target="../media/image550.wmf"/></Relationships>
</file>

<file path=ppt/drawings/_rels/vmlDrawing5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1.wmf"/><Relationship Id="rId8" Type="http://schemas.openxmlformats.org/officeDocument/2006/relationships/image" Target="../media/image570.wmf"/><Relationship Id="rId7" Type="http://schemas.openxmlformats.org/officeDocument/2006/relationships/image" Target="../media/image569.wmf"/><Relationship Id="rId6" Type="http://schemas.openxmlformats.org/officeDocument/2006/relationships/image" Target="../media/image568.wmf"/><Relationship Id="rId5" Type="http://schemas.openxmlformats.org/officeDocument/2006/relationships/image" Target="../media/image567.wmf"/><Relationship Id="rId4" Type="http://schemas.openxmlformats.org/officeDocument/2006/relationships/image" Target="../media/image566.wmf"/><Relationship Id="rId3" Type="http://schemas.openxmlformats.org/officeDocument/2006/relationships/image" Target="../media/image565.wmf"/><Relationship Id="rId2" Type="http://schemas.openxmlformats.org/officeDocument/2006/relationships/image" Target="../media/image564.wmf"/><Relationship Id="rId12" Type="http://schemas.openxmlformats.org/officeDocument/2006/relationships/image" Target="../media/image574.wmf"/><Relationship Id="rId11" Type="http://schemas.openxmlformats.org/officeDocument/2006/relationships/image" Target="../media/image573.wmf"/><Relationship Id="rId10" Type="http://schemas.openxmlformats.org/officeDocument/2006/relationships/image" Target="../media/image572.wmf"/><Relationship Id="rId1" Type="http://schemas.openxmlformats.org/officeDocument/2006/relationships/image" Target="../media/image563.wmf"/></Relationships>
</file>

<file path=ppt/drawings/_rels/vmlDrawing5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78.wmf"/><Relationship Id="rId3" Type="http://schemas.openxmlformats.org/officeDocument/2006/relationships/image" Target="../media/image577.wmf"/><Relationship Id="rId2" Type="http://schemas.openxmlformats.org/officeDocument/2006/relationships/image" Target="../media/image576.wmf"/><Relationship Id="rId1" Type="http://schemas.openxmlformats.org/officeDocument/2006/relationships/image" Target="../media/image575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8.wmf"/><Relationship Id="rId7" Type="http://schemas.openxmlformats.org/officeDocument/2006/relationships/image" Target="../media/image587.wmf"/><Relationship Id="rId6" Type="http://schemas.openxmlformats.org/officeDocument/2006/relationships/image" Target="../media/image585.wmf"/><Relationship Id="rId5" Type="http://schemas.openxmlformats.org/officeDocument/2006/relationships/image" Target="../media/image584.wmf"/><Relationship Id="rId4" Type="http://schemas.openxmlformats.org/officeDocument/2006/relationships/image" Target="../media/image583.wmf"/><Relationship Id="rId3" Type="http://schemas.openxmlformats.org/officeDocument/2006/relationships/image" Target="../media/image582.wmf"/><Relationship Id="rId2" Type="http://schemas.openxmlformats.org/officeDocument/2006/relationships/image" Target="../media/image581.wmf"/><Relationship Id="rId1" Type="http://schemas.openxmlformats.org/officeDocument/2006/relationships/image" Target="../media/image580.wmf"/></Relationships>
</file>

<file path=ppt/drawings/_rels/vmlDrawing53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3.wmf"/><Relationship Id="rId4" Type="http://schemas.openxmlformats.org/officeDocument/2006/relationships/image" Target="../media/image592.wmf"/><Relationship Id="rId3" Type="http://schemas.openxmlformats.org/officeDocument/2006/relationships/image" Target="../media/image591.wmf"/><Relationship Id="rId2" Type="http://schemas.openxmlformats.org/officeDocument/2006/relationships/image" Target="../media/image590.wmf"/><Relationship Id="rId1" Type="http://schemas.openxmlformats.org/officeDocument/2006/relationships/image" Target="../media/image589.wmf"/></Relationships>
</file>

<file path=ppt/drawings/_rels/vmlDrawing54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8.wmf"/><Relationship Id="rId4" Type="http://schemas.openxmlformats.org/officeDocument/2006/relationships/image" Target="../media/image597.wmf"/><Relationship Id="rId3" Type="http://schemas.openxmlformats.org/officeDocument/2006/relationships/image" Target="../media/image596.wmf"/><Relationship Id="rId2" Type="http://schemas.openxmlformats.org/officeDocument/2006/relationships/image" Target="../media/image595.wmf"/><Relationship Id="rId1" Type="http://schemas.openxmlformats.org/officeDocument/2006/relationships/image" Target="../media/image594.wmf"/></Relationships>
</file>

<file path=ppt/drawings/_rels/vmlDrawing55.vml.rels><?xml version="1.0" encoding="UTF-8" standalone="yes"?>
<Relationships xmlns="http://schemas.openxmlformats.org/package/2006/relationships"><Relationship Id="rId5" Type="http://schemas.openxmlformats.org/officeDocument/2006/relationships/image" Target="../media/image603.wmf"/><Relationship Id="rId4" Type="http://schemas.openxmlformats.org/officeDocument/2006/relationships/image" Target="../media/image602.wmf"/><Relationship Id="rId3" Type="http://schemas.openxmlformats.org/officeDocument/2006/relationships/image" Target="../media/image601.wmf"/><Relationship Id="rId2" Type="http://schemas.openxmlformats.org/officeDocument/2006/relationships/image" Target="../media/image600.wmf"/><Relationship Id="rId1" Type="http://schemas.openxmlformats.org/officeDocument/2006/relationships/image" Target="../media/image599.wmf"/></Relationships>
</file>

<file path=ppt/drawings/_rels/vmlDrawing5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2.wmf"/><Relationship Id="rId8" Type="http://schemas.openxmlformats.org/officeDocument/2006/relationships/image" Target="../media/image611.wmf"/><Relationship Id="rId7" Type="http://schemas.openxmlformats.org/officeDocument/2006/relationships/image" Target="../media/image610.wmf"/><Relationship Id="rId6" Type="http://schemas.openxmlformats.org/officeDocument/2006/relationships/image" Target="../media/image609.wmf"/><Relationship Id="rId5" Type="http://schemas.openxmlformats.org/officeDocument/2006/relationships/image" Target="../media/image608.wmf"/><Relationship Id="rId4" Type="http://schemas.openxmlformats.org/officeDocument/2006/relationships/image" Target="../media/image607.wmf"/><Relationship Id="rId3" Type="http://schemas.openxmlformats.org/officeDocument/2006/relationships/image" Target="../media/image606.wmf"/><Relationship Id="rId2" Type="http://schemas.openxmlformats.org/officeDocument/2006/relationships/image" Target="../media/image605.wmf"/><Relationship Id="rId12" Type="http://schemas.openxmlformats.org/officeDocument/2006/relationships/image" Target="../media/image615.wmf"/><Relationship Id="rId11" Type="http://schemas.openxmlformats.org/officeDocument/2006/relationships/image" Target="../media/image614.wmf"/><Relationship Id="rId10" Type="http://schemas.openxmlformats.org/officeDocument/2006/relationships/image" Target="../media/image613.wmf"/><Relationship Id="rId1" Type="http://schemas.openxmlformats.org/officeDocument/2006/relationships/image" Target="../media/image60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F48A99-A2DA-4177-B645-3D9E93BCE072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运行时</a:t>
            </a:r>
            <a:r>
              <a:rPr lang="en-US" altLang="zh-CN" smtClean="0">
                <a:ea typeface="宋体" panose="02010600030101010101" pitchFamily="2" charset="-122"/>
              </a:rPr>
              <a:t>, </a:t>
            </a:r>
            <a:r>
              <a:rPr lang="zh-CN" altLang="en-US" smtClean="0">
                <a:ea typeface="宋体" panose="02010600030101010101" pitchFamily="2" charset="-122"/>
              </a:rPr>
              <a:t>点击按钮</a:t>
            </a:r>
            <a:r>
              <a:rPr lang="zh-CN" altLang="en-US" smtClean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mtClean="0">
                <a:ea typeface="宋体" panose="02010600030101010101" pitchFamily="2" charset="-122"/>
              </a:rPr>
              <a:t>心形线</a:t>
            </a:r>
            <a:r>
              <a:rPr lang="zh-CN" altLang="en-US" smtClean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mtClean="0">
                <a:ea typeface="宋体" panose="02010600030101010101" pitchFamily="2" charset="-122"/>
              </a:rPr>
              <a:t>, </a:t>
            </a:r>
            <a:r>
              <a:rPr lang="zh-CN" altLang="en-US" smtClean="0">
                <a:ea typeface="宋体" panose="02010600030101010101" pitchFamily="2" charset="-122"/>
              </a:rPr>
              <a:t>可演示心形线的生成</a:t>
            </a:r>
            <a:r>
              <a:rPr lang="en-US" altLang="zh-CN" smtClean="0">
                <a:ea typeface="宋体" panose="02010600030101010101" pitchFamily="2" charset="-122"/>
              </a:rPr>
              <a:t>, </a:t>
            </a:r>
            <a:r>
              <a:rPr lang="zh-CN" altLang="en-US" smtClean="0">
                <a:ea typeface="宋体" panose="02010600030101010101" pitchFamily="2" charset="-122"/>
              </a:rPr>
              <a:t>并自动返回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" Target="slide7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8.xml"/><Relationship Id="rId1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e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.png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18.bin"/><Relationship Id="rId12" Type="http://schemas.openxmlformats.org/officeDocument/2006/relationships/image" Target="../media/image15.e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14.emf"/><Relationship Id="rId1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.doc"/><Relationship Id="rId8" Type="http://schemas.openxmlformats.org/officeDocument/2006/relationships/image" Target="../media/image20.emf"/><Relationship Id="rId7" Type="http://schemas.openxmlformats.org/officeDocument/2006/relationships/oleObject" Target="../embeddings/Document2.doc"/><Relationship Id="rId6" Type="http://schemas.openxmlformats.org/officeDocument/2006/relationships/image" Target="../media/image19.wmf"/><Relationship Id="rId5" Type="http://schemas.openxmlformats.org/officeDocument/2006/relationships/oleObject" Target="../embeddings/Document1.doc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7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21.bin"/><Relationship Id="rId14" Type="http://schemas.openxmlformats.org/officeDocument/2006/relationships/image" Target="../media/image23.emf"/><Relationship Id="rId13" Type="http://schemas.openxmlformats.org/officeDocument/2006/relationships/oleObject" Target="../embeddings/Document5.doc"/><Relationship Id="rId12" Type="http://schemas.openxmlformats.org/officeDocument/2006/relationships/image" Target="../media/image22.wmf"/><Relationship Id="rId11" Type="http://schemas.openxmlformats.org/officeDocument/2006/relationships/oleObject" Target="../embeddings/Document4.doc"/><Relationship Id="rId10" Type="http://schemas.openxmlformats.org/officeDocument/2006/relationships/image" Target="../media/image21.emf"/><Relationship Id="rId1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0.bin"/><Relationship Id="rId40" Type="http://schemas.openxmlformats.org/officeDocument/2006/relationships/vmlDrawing" Target="../drawings/vmlDrawing7.vml"/><Relationship Id="rId4" Type="http://schemas.openxmlformats.org/officeDocument/2006/relationships/image" Target="../media/image32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49.wmf"/><Relationship Id="rId37" Type="http://schemas.openxmlformats.org/officeDocument/2006/relationships/oleObject" Target="../embeddings/oleObject46.bin"/><Relationship Id="rId36" Type="http://schemas.openxmlformats.org/officeDocument/2006/relationships/image" Target="../media/image48.wmf"/><Relationship Id="rId35" Type="http://schemas.openxmlformats.org/officeDocument/2006/relationships/oleObject" Target="../embeddings/oleObject45.bin"/><Relationship Id="rId34" Type="http://schemas.openxmlformats.org/officeDocument/2006/relationships/image" Target="../media/image47.wmf"/><Relationship Id="rId33" Type="http://schemas.openxmlformats.org/officeDocument/2006/relationships/oleObject" Target="../embeddings/oleObject44.bin"/><Relationship Id="rId32" Type="http://schemas.openxmlformats.org/officeDocument/2006/relationships/image" Target="../media/image46.wmf"/><Relationship Id="rId31" Type="http://schemas.openxmlformats.org/officeDocument/2006/relationships/oleObject" Target="../embeddings/oleObject43.bin"/><Relationship Id="rId30" Type="http://schemas.openxmlformats.org/officeDocument/2006/relationships/image" Target="../media/image45.wmf"/><Relationship Id="rId3" Type="http://schemas.openxmlformats.org/officeDocument/2006/relationships/oleObject" Target="../embeddings/oleObject29.bin"/><Relationship Id="rId29" Type="http://schemas.openxmlformats.org/officeDocument/2006/relationships/oleObject" Target="../embeddings/oleObject42.bin"/><Relationship Id="rId28" Type="http://schemas.openxmlformats.org/officeDocument/2006/relationships/image" Target="../media/image44.wmf"/><Relationship Id="rId27" Type="http://schemas.openxmlformats.org/officeDocument/2006/relationships/oleObject" Target="../embeddings/oleObject41.bin"/><Relationship Id="rId26" Type="http://schemas.openxmlformats.org/officeDocument/2006/relationships/image" Target="../media/image43.wmf"/><Relationship Id="rId25" Type="http://schemas.openxmlformats.org/officeDocument/2006/relationships/oleObject" Target="../embeddings/oleObject40.bin"/><Relationship Id="rId24" Type="http://schemas.openxmlformats.org/officeDocument/2006/relationships/image" Target="../media/image42.wmf"/><Relationship Id="rId23" Type="http://schemas.openxmlformats.org/officeDocument/2006/relationships/oleObject" Target="../embeddings/oleObject39.bin"/><Relationship Id="rId22" Type="http://schemas.openxmlformats.org/officeDocument/2006/relationships/image" Target="../media/image41.wmf"/><Relationship Id="rId21" Type="http://schemas.openxmlformats.org/officeDocument/2006/relationships/oleObject" Target="../embeddings/oleObject38.bin"/><Relationship Id="rId20" Type="http://schemas.openxmlformats.org/officeDocument/2006/relationships/image" Target="../media/image40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1.wmf"/><Relationship Id="rId32" Type="http://schemas.openxmlformats.org/officeDocument/2006/relationships/vmlDrawing" Target="../drawings/vmlDrawing8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64.wmf"/><Relationship Id="rId3" Type="http://schemas.openxmlformats.org/officeDocument/2006/relationships/oleObject" Target="../embeddings/oleObject48.bin"/><Relationship Id="rId29" Type="http://schemas.openxmlformats.org/officeDocument/2006/relationships/oleObject" Target="../embeddings/oleObject61.bin"/><Relationship Id="rId28" Type="http://schemas.openxmlformats.org/officeDocument/2006/relationships/image" Target="../media/image63.wmf"/><Relationship Id="rId27" Type="http://schemas.openxmlformats.org/officeDocument/2006/relationships/oleObject" Target="../embeddings/oleObject60.bin"/><Relationship Id="rId26" Type="http://schemas.openxmlformats.org/officeDocument/2006/relationships/image" Target="../media/image62.wmf"/><Relationship Id="rId25" Type="http://schemas.openxmlformats.org/officeDocument/2006/relationships/oleObject" Target="../embeddings/oleObject59.bin"/><Relationship Id="rId24" Type="http://schemas.openxmlformats.org/officeDocument/2006/relationships/image" Target="../media/image61.wmf"/><Relationship Id="rId23" Type="http://schemas.openxmlformats.org/officeDocument/2006/relationships/oleObject" Target="../embeddings/oleObject58.bin"/><Relationship Id="rId22" Type="http://schemas.openxmlformats.org/officeDocument/2006/relationships/image" Target="../media/image60.wmf"/><Relationship Id="rId21" Type="http://schemas.openxmlformats.org/officeDocument/2006/relationships/oleObject" Target="../embeddings/oleObject57.bin"/><Relationship Id="rId20" Type="http://schemas.openxmlformats.org/officeDocument/2006/relationships/image" Target="../media/image59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56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55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8.e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4.bin"/><Relationship Id="rId40" Type="http://schemas.openxmlformats.org/officeDocument/2006/relationships/vmlDrawing" Target="../drawings/vmlDrawing9.vml"/><Relationship Id="rId4" Type="http://schemas.openxmlformats.org/officeDocument/2006/relationships/image" Target="../media/image66.png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83.wmf"/><Relationship Id="rId37" Type="http://schemas.openxmlformats.org/officeDocument/2006/relationships/oleObject" Target="../embeddings/oleObject80.bin"/><Relationship Id="rId36" Type="http://schemas.openxmlformats.org/officeDocument/2006/relationships/image" Target="../media/image82.wmf"/><Relationship Id="rId35" Type="http://schemas.openxmlformats.org/officeDocument/2006/relationships/oleObject" Target="../embeddings/oleObject79.bin"/><Relationship Id="rId34" Type="http://schemas.openxmlformats.org/officeDocument/2006/relationships/image" Target="../media/image81.wmf"/><Relationship Id="rId33" Type="http://schemas.openxmlformats.org/officeDocument/2006/relationships/oleObject" Target="../embeddings/oleObject78.bin"/><Relationship Id="rId32" Type="http://schemas.openxmlformats.org/officeDocument/2006/relationships/image" Target="../media/image80.wmf"/><Relationship Id="rId31" Type="http://schemas.openxmlformats.org/officeDocument/2006/relationships/oleObject" Target="../embeddings/oleObject77.bin"/><Relationship Id="rId30" Type="http://schemas.openxmlformats.org/officeDocument/2006/relationships/image" Target="../media/image79.wmf"/><Relationship Id="rId3" Type="http://schemas.openxmlformats.org/officeDocument/2006/relationships/oleObject" Target="../embeddings/oleObject63.bin"/><Relationship Id="rId29" Type="http://schemas.openxmlformats.org/officeDocument/2006/relationships/oleObject" Target="../embeddings/oleObject76.bin"/><Relationship Id="rId28" Type="http://schemas.openxmlformats.org/officeDocument/2006/relationships/image" Target="../media/image78.emf"/><Relationship Id="rId27" Type="http://schemas.openxmlformats.org/officeDocument/2006/relationships/oleObject" Target="../embeddings/oleObject75.bin"/><Relationship Id="rId26" Type="http://schemas.openxmlformats.org/officeDocument/2006/relationships/image" Target="../media/image77.emf"/><Relationship Id="rId25" Type="http://schemas.openxmlformats.org/officeDocument/2006/relationships/oleObject" Target="../embeddings/oleObject74.bin"/><Relationship Id="rId24" Type="http://schemas.openxmlformats.org/officeDocument/2006/relationships/image" Target="../media/image76.wmf"/><Relationship Id="rId23" Type="http://schemas.openxmlformats.org/officeDocument/2006/relationships/oleObject" Target="../embeddings/oleObject73.bin"/><Relationship Id="rId22" Type="http://schemas.openxmlformats.org/officeDocument/2006/relationships/image" Target="../media/image75.wmf"/><Relationship Id="rId21" Type="http://schemas.openxmlformats.org/officeDocument/2006/relationships/oleObject" Target="../embeddings/oleObject72.bin"/><Relationship Id="rId20" Type="http://schemas.openxmlformats.org/officeDocument/2006/relationships/image" Target="../media/image74.wmf"/><Relationship Id="rId2" Type="http://schemas.openxmlformats.org/officeDocument/2006/relationships/image" Target="../media/image65.wmf"/><Relationship Id="rId19" Type="http://schemas.openxmlformats.org/officeDocument/2006/relationships/oleObject" Target="../embeddings/oleObject71.bin"/><Relationship Id="rId18" Type="http://schemas.openxmlformats.org/officeDocument/2006/relationships/image" Target="../media/image73.wmf"/><Relationship Id="rId17" Type="http://schemas.openxmlformats.org/officeDocument/2006/relationships/oleObject" Target="../embeddings/oleObject70.bin"/><Relationship Id="rId16" Type="http://schemas.openxmlformats.org/officeDocument/2006/relationships/image" Target="../media/image72.emf"/><Relationship Id="rId15" Type="http://schemas.openxmlformats.org/officeDocument/2006/relationships/oleObject" Target="../embeddings/oleObject69.bin"/><Relationship Id="rId14" Type="http://schemas.openxmlformats.org/officeDocument/2006/relationships/image" Target="../media/image71.e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70.e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69.emf"/><Relationship Id="rId1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6.emf"/><Relationship Id="rId5" Type="http://schemas.openxmlformats.org/officeDocument/2006/relationships/oleObject" Target="../embeddings/oleObject83.bin"/><Relationship Id="rId44" Type="http://schemas.openxmlformats.org/officeDocument/2006/relationships/vmlDrawing" Target="../drawings/vmlDrawing10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104.wmf"/><Relationship Id="rId41" Type="http://schemas.openxmlformats.org/officeDocument/2006/relationships/oleObject" Target="../embeddings/oleObject101.bin"/><Relationship Id="rId40" Type="http://schemas.openxmlformats.org/officeDocument/2006/relationships/image" Target="../media/image103.wmf"/><Relationship Id="rId4" Type="http://schemas.openxmlformats.org/officeDocument/2006/relationships/image" Target="../media/image85.emf"/><Relationship Id="rId39" Type="http://schemas.openxmlformats.org/officeDocument/2006/relationships/oleObject" Target="../embeddings/oleObject100.bin"/><Relationship Id="rId38" Type="http://schemas.openxmlformats.org/officeDocument/2006/relationships/image" Target="../media/image102.wmf"/><Relationship Id="rId37" Type="http://schemas.openxmlformats.org/officeDocument/2006/relationships/oleObject" Target="../embeddings/oleObject99.bin"/><Relationship Id="rId36" Type="http://schemas.openxmlformats.org/officeDocument/2006/relationships/image" Target="../media/image101.wmf"/><Relationship Id="rId35" Type="http://schemas.openxmlformats.org/officeDocument/2006/relationships/oleObject" Target="../embeddings/oleObject98.bin"/><Relationship Id="rId34" Type="http://schemas.openxmlformats.org/officeDocument/2006/relationships/image" Target="../media/image100.wmf"/><Relationship Id="rId33" Type="http://schemas.openxmlformats.org/officeDocument/2006/relationships/oleObject" Target="../embeddings/oleObject97.bin"/><Relationship Id="rId32" Type="http://schemas.openxmlformats.org/officeDocument/2006/relationships/image" Target="../media/image99.wmf"/><Relationship Id="rId31" Type="http://schemas.openxmlformats.org/officeDocument/2006/relationships/oleObject" Target="../embeddings/oleObject96.bin"/><Relationship Id="rId30" Type="http://schemas.openxmlformats.org/officeDocument/2006/relationships/image" Target="../media/image98.emf"/><Relationship Id="rId3" Type="http://schemas.openxmlformats.org/officeDocument/2006/relationships/oleObject" Target="../embeddings/oleObject82.bin"/><Relationship Id="rId29" Type="http://schemas.openxmlformats.org/officeDocument/2006/relationships/oleObject" Target="../embeddings/oleObject95.bin"/><Relationship Id="rId28" Type="http://schemas.openxmlformats.org/officeDocument/2006/relationships/image" Target="../media/image97.wmf"/><Relationship Id="rId27" Type="http://schemas.openxmlformats.org/officeDocument/2006/relationships/oleObject" Target="../embeddings/oleObject94.bin"/><Relationship Id="rId26" Type="http://schemas.openxmlformats.org/officeDocument/2006/relationships/image" Target="../media/image96.wmf"/><Relationship Id="rId25" Type="http://schemas.openxmlformats.org/officeDocument/2006/relationships/oleObject" Target="../embeddings/oleObject93.bin"/><Relationship Id="rId24" Type="http://schemas.openxmlformats.org/officeDocument/2006/relationships/image" Target="../media/image95.wmf"/><Relationship Id="rId23" Type="http://schemas.openxmlformats.org/officeDocument/2006/relationships/oleObject" Target="../embeddings/oleObject92.bin"/><Relationship Id="rId22" Type="http://schemas.openxmlformats.org/officeDocument/2006/relationships/image" Target="../media/image94.emf"/><Relationship Id="rId21" Type="http://schemas.openxmlformats.org/officeDocument/2006/relationships/oleObject" Target="../embeddings/oleObject91.bin"/><Relationship Id="rId20" Type="http://schemas.openxmlformats.org/officeDocument/2006/relationships/image" Target="../media/image93.wmf"/><Relationship Id="rId2" Type="http://schemas.openxmlformats.org/officeDocument/2006/relationships/image" Target="../media/image84.png"/><Relationship Id="rId19" Type="http://schemas.openxmlformats.org/officeDocument/2006/relationships/oleObject" Target="../embeddings/oleObject90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89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89.e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86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85.emf"/><Relationship Id="rId3" Type="http://schemas.openxmlformats.org/officeDocument/2006/relationships/oleObject" Target="../embeddings/oleObject103.bin"/><Relationship Id="rId26" Type="http://schemas.openxmlformats.org/officeDocument/2006/relationships/vmlDrawing" Target="../drawings/vmlDrawing11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10.wmf"/><Relationship Id="rId23" Type="http://schemas.openxmlformats.org/officeDocument/2006/relationships/oleObject" Target="../embeddings/oleObject113.bin"/><Relationship Id="rId22" Type="http://schemas.openxmlformats.org/officeDocument/2006/relationships/image" Target="../media/image109.wmf"/><Relationship Id="rId21" Type="http://schemas.openxmlformats.org/officeDocument/2006/relationships/oleObject" Target="../embeddings/oleObject112.bin"/><Relationship Id="rId20" Type="http://schemas.openxmlformats.org/officeDocument/2006/relationships/image" Target="../media/image108.wmf"/><Relationship Id="rId2" Type="http://schemas.openxmlformats.org/officeDocument/2006/relationships/image" Target="../media/image84.png"/><Relationship Id="rId19" Type="http://schemas.openxmlformats.org/officeDocument/2006/relationships/oleObject" Target="../embeddings/oleObject111.bin"/><Relationship Id="rId18" Type="http://schemas.openxmlformats.org/officeDocument/2006/relationships/image" Target="../media/image107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98.e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94.e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89.e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10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6.bin"/><Relationship Id="rId40" Type="http://schemas.openxmlformats.org/officeDocument/2006/relationships/vmlDrawing" Target="../drawings/vmlDrawing12.vml"/><Relationship Id="rId4" Type="http://schemas.openxmlformats.org/officeDocument/2006/relationships/image" Target="../media/image112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129.emf"/><Relationship Id="rId37" Type="http://schemas.openxmlformats.org/officeDocument/2006/relationships/oleObject" Target="../embeddings/oleObject132.bin"/><Relationship Id="rId36" Type="http://schemas.openxmlformats.org/officeDocument/2006/relationships/image" Target="../media/image128.wmf"/><Relationship Id="rId35" Type="http://schemas.openxmlformats.org/officeDocument/2006/relationships/oleObject" Target="../embeddings/oleObject131.bin"/><Relationship Id="rId34" Type="http://schemas.openxmlformats.org/officeDocument/2006/relationships/image" Target="../media/image127.wmf"/><Relationship Id="rId33" Type="http://schemas.openxmlformats.org/officeDocument/2006/relationships/oleObject" Target="../embeddings/oleObject130.bin"/><Relationship Id="rId32" Type="http://schemas.openxmlformats.org/officeDocument/2006/relationships/image" Target="../media/image126.wmf"/><Relationship Id="rId31" Type="http://schemas.openxmlformats.org/officeDocument/2006/relationships/oleObject" Target="../embeddings/oleObject129.bin"/><Relationship Id="rId30" Type="http://schemas.openxmlformats.org/officeDocument/2006/relationships/image" Target="../media/image125.wmf"/><Relationship Id="rId3" Type="http://schemas.openxmlformats.org/officeDocument/2006/relationships/oleObject" Target="../embeddings/oleObject115.bin"/><Relationship Id="rId29" Type="http://schemas.openxmlformats.org/officeDocument/2006/relationships/oleObject" Target="../embeddings/oleObject128.bin"/><Relationship Id="rId28" Type="http://schemas.openxmlformats.org/officeDocument/2006/relationships/image" Target="../media/image124.wmf"/><Relationship Id="rId27" Type="http://schemas.openxmlformats.org/officeDocument/2006/relationships/oleObject" Target="../embeddings/oleObject127.bin"/><Relationship Id="rId26" Type="http://schemas.openxmlformats.org/officeDocument/2006/relationships/image" Target="../media/image123.wmf"/><Relationship Id="rId25" Type="http://schemas.openxmlformats.org/officeDocument/2006/relationships/oleObject" Target="../embeddings/oleObject126.bin"/><Relationship Id="rId24" Type="http://schemas.openxmlformats.org/officeDocument/2006/relationships/image" Target="../media/image122.wmf"/><Relationship Id="rId23" Type="http://schemas.openxmlformats.org/officeDocument/2006/relationships/oleObject" Target="../embeddings/oleObject125.bin"/><Relationship Id="rId22" Type="http://schemas.openxmlformats.org/officeDocument/2006/relationships/image" Target="../media/image121.wmf"/><Relationship Id="rId21" Type="http://schemas.openxmlformats.org/officeDocument/2006/relationships/oleObject" Target="../embeddings/oleObject124.bin"/><Relationship Id="rId20" Type="http://schemas.openxmlformats.org/officeDocument/2006/relationships/image" Target="../media/image120.wmf"/><Relationship Id="rId2" Type="http://schemas.openxmlformats.org/officeDocument/2006/relationships/image" Target="../media/image111.wmf"/><Relationship Id="rId19" Type="http://schemas.openxmlformats.org/officeDocument/2006/relationships/oleObject" Target="../embeddings/oleObject123.bin"/><Relationship Id="rId18" Type="http://schemas.openxmlformats.org/officeDocument/2006/relationships/image" Target="../media/image119.w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18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17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16.e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5.bin"/><Relationship Id="rId42" Type="http://schemas.openxmlformats.org/officeDocument/2006/relationships/vmlDrawing" Target="../drawings/vmlDrawing13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149.wmf"/><Relationship Id="rId4" Type="http://schemas.openxmlformats.org/officeDocument/2006/relationships/image" Target="../media/image131.wmf"/><Relationship Id="rId39" Type="http://schemas.openxmlformats.org/officeDocument/2006/relationships/oleObject" Target="../embeddings/oleObject152.bin"/><Relationship Id="rId38" Type="http://schemas.openxmlformats.org/officeDocument/2006/relationships/image" Target="../media/image148.wmf"/><Relationship Id="rId37" Type="http://schemas.openxmlformats.org/officeDocument/2006/relationships/oleObject" Target="../embeddings/oleObject151.bin"/><Relationship Id="rId36" Type="http://schemas.openxmlformats.org/officeDocument/2006/relationships/image" Target="../media/image147.wmf"/><Relationship Id="rId35" Type="http://schemas.openxmlformats.org/officeDocument/2006/relationships/oleObject" Target="../embeddings/oleObject150.bin"/><Relationship Id="rId34" Type="http://schemas.openxmlformats.org/officeDocument/2006/relationships/image" Target="../media/image146.wmf"/><Relationship Id="rId33" Type="http://schemas.openxmlformats.org/officeDocument/2006/relationships/oleObject" Target="../embeddings/oleObject149.bin"/><Relationship Id="rId32" Type="http://schemas.openxmlformats.org/officeDocument/2006/relationships/image" Target="../media/image145.wmf"/><Relationship Id="rId31" Type="http://schemas.openxmlformats.org/officeDocument/2006/relationships/oleObject" Target="../embeddings/oleObject148.bin"/><Relationship Id="rId30" Type="http://schemas.openxmlformats.org/officeDocument/2006/relationships/image" Target="../media/image144.wmf"/><Relationship Id="rId3" Type="http://schemas.openxmlformats.org/officeDocument/2006/relationships/oleObject" Target="../embeddings/oleObject134.bin"/><Relationship Id="rId29" Type="http://schemas.openxmlformats.org/officeDocument/2006/relationships/oleObject" Target="../embeddings/oleObject147.bin"/><Relationship Id="rId28" Type="http://schemas.openxmlformats.org/officeDocument/2006/relationships/image" Target="../media/image143.wmf"/><Relationship Id="rId27" Type="http://schemas.openxmlformats.org/officeDocument/2006/relationships/oleObject" Target="../embeddings/oleObject146.bin"/><Relationship Id="rId26" Type="http://schemas.openxmlformats.org/officeDocument/2006/relationships/image" Target="../media/image142.wmf"/><Relationship Id="rId25" Type="http://schemas.openxmlformats.org/officeDocument/2006/relationships/oleObject" Target="../embeddings/oleObject145.bin"/><Relationship Id="rId24" Type="http://schemas.openxmlformats.org/officeDocument/2006/relationships/image" Target="../media/image141.wmf"/><Relationship Id="rId23" Type="http://schemas.openxmlformats.org/officeDocument/2006/relationships/oleObject" Target="../embeddings/oleObject144.bin"/><Relationship Id="rId22" Type="http://schemas.openxmlformats.org/officeDocument/2006/relationships/image" Target="../media/image140.wmf"/><Relationship Id="rId21" Type="http://schemas.openxmlformats.org/officeDocument/2006/relationships/oleObject" Target="../embeddings/oleObject143.bin"/><Relationship Id="rId20" Type="http://schemas.openxmlformats.org/officeDocument/2006/relationships/image" Target="../media/image139.wmf"/><Relationship Id="rId2" Type="http://schemas.openxmlformats.org/officeDocument/2006/relationships/image" Target="../media/image130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138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137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3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54.bin"/><Relationship Id="rId28" Type="http://schemas.openxmlformats.org/officeDocument/2006/relationships/vmlDrawing" Target="../drawings/vmlDrawing14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70.wmf"/><Relationship Id="rId25" Type="http://schemas.openxmlformats.org/officeDocument/2006/relationships/oleObject" Target="../embeddings/oleObject165.bin"/><Relationship Id="rId24" Type="http://schemas.openxmlformats.org/officeDocument/2006/relationships/image" Target="../media/image169.wmf"/><Relationship Id="rId23" Type="http://schemas.openxmlformats.org/officeDocument/2006/relationships/oleObject" Target="../embeddings/oleObject164.bin"/><Relationship Id="rId22" Type="http://schemas.openxmlformats.org/officeDocument/2006/relationships/image" Target="../media/image168.wmf"/><Relationship Id="rId21" Type="http://schemas.openxmlformats.org/officeDocument/2006/relationships/oleObject" Target="../embeddings/oleObject163.bin"/><Relationship Id="rId20" Type="http://schemas.openxmlformats.org/officeDocument/2006/relationships/image" Target="../media/image167.wmf"/><Relationship Id="rId2" Type="http://schemas.openxmlformats.org/officeDocument/2006/relationships/image" Target="../media/image158.wmf"/><Relationship Id="rId19" Type="http://schemas.openxmlformats.org/officeDocument/2006/relationships/oleObject" Target="../embeddings/oleObject162.bin"/><Relationship Id="rId18" Type="http://schemas.openxmlformats.org/officeDocument/2006/relationships/image" Target="../media/image166.wmf"/><Relationship Id="rId17" Type="http://schemas.openxmlformats.org/officeDocument/2006/relationships/oleObject" Target="../embeddings/oleObject161.bin"/><Relationship Id="rId16" Type="http://schemas.openxmlformats.org/officeDocument/2006/relationships/image" Target="../media/image165.wmf"/><Relationship Id="rId15" Type="http://schemas.openxmlformats.org/officeDocument/2006/relationships/oleObject" Target="../embeddings/oleObject160.bin"/><Relationship Id="rId14" Type="http://schemas.openxmlformats.org/officeDocument/2006/relationships/image" Target="../media/image164.wmf"/><Relationship Id="rId13" Type="http://schemas.openxmlformats.org/officeDocument/2006/relationships/oleObject" Target="../embeddings/oleObject159.bin"/><Relationship Id="rId12" Type="http://schemas.openxmlformats.org/officeDocument/2006/relationships/image" Target="../media/image163.wmf"/><Relationship Id="rId11" Type="http://schemas.openxmlformats.org/officeDocument/2006/relationships/oleObject" Target="../embeddings/oleObject158.bin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5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74.e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73.emf"/><Relationship Id="rId5" Type="http://schemas.openxmlformats.org/officeDocument/2006/relationships/oleObject" Target="../embeddings/oleObject168.bin"/><Relationship Id="rId41" Type="http://schemas.openxmlformats.org/officeDocument/2006/relationships/vmlDrawing" Target="../drawings/vmlDrawing15.vml"/><Relationship Id="rId40" Type="http://schemas.openxmlformats.org/officeDocument/2006/relationships/slideLayout" Target="../slideLayouts/slideLayout18.xml"/><Relationship Id="rId4" Type="http://schemas.openxmlformats.org/officeDocument/2006/relationships/image" Target="../media/image172.png"/><Relationship Id="rId39" Type="http://schemas.openxmlformats.org/officeDocument/2006/relationships/oleObject" Target="../embeddings/oleObject185.bin"/><Relationship Id="rId38" Type="http://schemas.openxmlformats.org/officeDocument/2006/relationships/image" Target="../media/image189.wmf"/><Relationship Id="rId37" Type="http://schemas.openxmlformats.org/officeDocument/2006/relationships/oleObject" Target="../embeddings/oleObject184.bin"/><Relationship Id="rId36" Type="http://schemas.openxmlformats.org/officeDocument/2006/relationships/image" Target="../media/image188.wmf"/><Relationship Id="rId35" Type="http://schemas.openxmlformats.org/officeDocument/2006/relationships/oleObject" Target="../embeddings/oleObject183.bin"/><Relationship Id="rId34" Type="http://schemas.openxmlformats.org/officeDocument/2006/relationships/image" Target="../media/image187.wmf"/><Relationship Id="rId33" Type="http://schemas.openxmlformats.org/officeDocument/2006/relationships/oleObject" Target="../embeddings/oleObject182.bin"/><Relationship Id="rId32" Type="http://schemas.openxmlformats.org/officeDocument/2006/relationships/image" Target="../media/image186.wmf"/><Relationship Id="rId31" Type="http://schemas.openxmlformats.org/officeDocument/2006/relationships/oleObject" Target="../embeddings/oleObject181.bin"/><Relationship Id="rId30" Type="http://schemas.openxmlformats.org/officeDocument/2006/relationships/image" Target="../media/image185.wmf"/><Relationship Id="rId3" Type="http://schemas.openxmlformats.org/officeDocument/2006/relationships/oleObject" Target="../embeddings/oleObject167.bin"/><Relationship Id="rId29" Type="http://schemas.openxmlformats.org/officeDocument/2006/relationships/oleObject" Target="../embeddings/oleObject180.bin"/><Relationship Id="rId28" Type="http://schemas.openxmlformats.org/officeDocument/2006/relationships/image" Target="../media/image184.wmf"/><Relationship Id="rId27" Type="http://schemas.openxmlformats.org/officeDocument/2006/relationships/oleObject" Target="../embeddings/oleObject179.bin"/><Relationship Id="rId26" Type="http://schemas.openxmlformats.org/officeDocument/2006/relationships/image" Target="../media/image183.wmf"/><Relationship Id="rId25" Type="http://schemas.openxmlformats.org/officeDocument/2006/relationships/oleObject" Target="../embeddings/oleObject178.bin"/><Relationship Id="rId24" Type="http://schemas.openxmlformats.org/officeDocument/2006/relationships/image" Target="../media/image182.wmf"/><Relationship Id="rId23" Type="http://schemas.openxmlformats.org/officeDocument/2006/relationships/oleObject" Target="../embeddings/oleObject177.bin"/><Relationship Id="rId22" Type="http://schemas.openxmlformats.org/officeDocument/2006/relationships/image" Target="../media/image181.wmf"/><Relationship Id="rId21" Type="http://schemas.openxmlformats.org/officeDocument/2006/relationships/oleObject" Target="../embeddings/oleObject176.bin"/><Relationship Id="rId20" Type="http://schemas.openxmlformats.org/officeDocument/2006/relationships/image" Target="../media/image180.wmf"/><Relationship Id="rId2" Type="http://schemas.openxmlformats.org/officeDocument/2006/relationships/image" Target="../media/image171.wmf"/><Relationship Id="rId19" Type="http://schemas.openxmlformats.org/officeDocument/2006/relationships/oleObject" Target="../embeddings/oleObject175.bin"/><Relationship Id="rId18" Type="http://schemas.openxmlformats.org/officeDocument/2006/relationships/image" Target="../media/image179.wmf"/><Relationship Id="rId17" Type="http://schemas.openxmlformats.org/officeDocument/2006/relationships/oleObject" Target="../embeddings/oleObject174.bin"/><Relationship Id="rId16" Type="http://schemas.openxmlformats.org/officeDocument/2006/relationships/image" Target="../media/image178.w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77.e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76.e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75.emf"/><Relationship Id="rId1" Type="http://schemas.openxmlformats.org/officeDocument/2006/relationships/oleObject" Target="../embeddings/oleObject16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93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92.png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91.wmf"/><Relationship Id="rId39" Type="http://schemas.openxmlformats.org/officeDocument/2006/relationships/notesSlide" Target="../notesSlides/notesSlide1.xml"/><Relationship Id="rId38" Type="http://schemas.openxmlformats.org/officeDocument/2006/relationships/vmlDrawing" Target="../drawings/vmlDrawing16.vml"/><Relationship Id="rId37" Type="http://schemas.openxmlformats.org/officeDocument/2006/relationships/slideLayout" Target="../slideLayouts/slideLayout17.xml"/><Relationship Id="rId36" Type="http://schemas.openxmlformats.org/officeDocument/2006/relationships/image" Target="../media/image207.wmf"/><Relationship Id="rId35" Type="http://schemas.openxmlformats.org/officeDocument/2006/relationships/oleObject" Target="../embeddings/oleObject203.bin"/><Relationship Id="rId34" Type="http://schemas.openxmlformats.org/officeDocument/2006/relationships/image" Target="../media/image206.wmf"/><Relationship Id="rId33" Type="http://schemas.openxmlformats.org/officeDocument/2006/relationships/oleObject" Target="../embeddings/oleObject202.bin"/><Relationship Id="rId32" Type="http://schemas.openxmlformats.org/officeDocument/2006/relationships/image" Target="../media/image205.wmf"/><Relationship Id="rId31" Type="http://schemas.openxmlformats.org/officeDocument/2006/relationships/oleObject" Target="../embeddings/oleObject201.bin"/><Relationship Id="rId30" Type="http://schemas.openxmlformats.org/officeDocument/2006/relationships/image" Target="../media/image204.wmf"/><Relationship Id="rId3" Type="http://schemas.openxmlformats.org/officeDocument/2006/relationships/oleObject" Target="../embeddings/oleObject187.bin"/><Relationship Id="rId29" Type="http://schemas.openxmlformats.org/officeDocument/2006/relationships/oleObject" Target="../embeddings/oleObject200.bin"/><Relationship Id="rId28" Type="http://schemas.openxmlformats.org/officeDocument/2006/relationships/image" Target="../media/image203.wmf"/><Relationship Id="rId27" Type="http://schemas.openxmlformats.org/officeDocument/2006/relationships/oleObject" Target="../embeddings/oleObject199.bin"/><Relationship Id="rId26" Type="http://schemas.openxmlformats.org/officeDocument/2006/relationships/image" Target="../media/image202.wmf"/><Relationship Id="rId25" Type="http://schemas.openxmlformats.org/officeDocument/2006/relationships/oleObject" Target="../embeddings/oleObject198.bin"/><Relationship Id="rId24" Type="http://schemas.openxmlformats.org/officeDocument/2006/relationships/image" Target="../media/image201.wmf"/><Relationship Id="rId23" Type="http://schemas.openxmlformats.org/officeDocument/2006/relationships/oleObject" Target="../embeddings/oleObject197.bin"/><Relationship Id="rId22" Type="http://schemas.openxmlformats.org/officeDocument/2006/relationships/image" Target="../media/image200.wmf"/><Relationship Id="rId21" Type="http://schemas.openxmlformats.org/officeDocument/2006/relationships/oleObject" Target="../embeddings/oleObject196.bin"/><Relationship Id="rId20" Type="http://schemas.openxmlformats.org/officeDocument/2006/relationships/image" Target="../media/image199.wmf"/><Relationship Id="rId2" Type="http://schemas.openxmlformats.org/officeDocument/2006/relationships/image" Target="../media/image190.wmf"/><Relationship Id="rId19" Type="http://schemas.openxmlformats.org/officeDocument/2006/relationships/oleObject" Target="../embeddings/oleObject195.bin"/><Relationship Id="rId18" Type="http://schemas.openxmlformats.org/officeDocument/2006/relationships/image" Target="../media/image198.wmf"/><Relationship Id="rId17" Type="http://schemas.openxmlformats.org/officeDocument/2006/relationships/oleObject" Target="../embeddings/oleObject194.bin"/><Relationship Id="rId16" Type="http://schemas.openxmlformats.org/officeDocument/2006/relationships/image" Target="../media/image197.wmf"/><Relationship Id="rId15" Type="http://schemas.openxmlformats.org/officeDocument/2006/relationships/oleObject" Target="../embeddings/oleObject193.bin"/><Relationship Id="rId14" Type="http://schemas.openxmlformats.org/officeDocument/2006/relationships/image" Target="../media/image196.wmf"/><Relationship Id="rId13" Type="http://schemas.openxmlformats.org/officeDocument/2006/relationships/oleObject" Target="../embeddings/oleObject192.bin"/><Relationship Id="rId12" Type="http://schemas.openxmlformats.org/officeDocument/2006/relationships/image" Target="../media/image195.wmf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94.wmf"/><Relationship Id="rId1" Type="http://schemas.openxmlformats.org/officeDocument/2006/relationships/oleObject" Target="../embeddings/oleObject18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211.e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06.bin"/><Relationship Id="rId44" Type="http://schemas.openxmlformats.org/officeDocument/2006/relationships/vmlDrawing" Target="../drawings/vmlDrawing17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228.wmf"/><Relationship Id="rId41" Type="http://schemas.openxmlformats.org/officeDocument/2006/relationships/oleObject" Target="../embeddings/oleObject224.bin"/><Relationship Id="rId40" Type="http://schemas.openxmlformats.org/officeDocument/2006/relationships/image" Target="../media/image227.wmf"/><Relationship Id="rId4" Type="http://schemas.openxmlformats.org/officeDocument/2006/relationships/image" Target="../media/image209.wmf"/><Relationship Id="rId39" Type="http://schemas.openxmlformats.org/officeDocument/2006/relationships/oleObject" Target="../embeddings/oleObject223.bin"/><Relationship Id="rId38" Type="http://schemas.openxmlformats.org/officeDocument/2006/relationships/image" Target="../media/image226.wmf"/><Relationship Id="rId37" Type="http://schemas.openxmlformats.org/officeDocument/2006/relationships/oleObject" Target="../embeddings/oleObject222.bin"/><Relationship Id="rId36" Type="http://schemas.openxmlformats.org/officeDocument/2006/relationships/image" Target="../media/image225.wmf"/><Relationship Id="rId35" Type="http://schemas.openxmlformats.org/officeDocument/2006/relationships/oleObject" Target="../embeddings/oleObject221.bin"/><Relationship Id="rId34" Type="http://schemas.openxmlformats.org/officeDocument/2006/relationships/image" Target="../media/image224.wmf"/><Relationship Id="rId33" Type="http://schemas.openxmlformats.org/officeDocument/2006/relationships/oleObject" Target="../embeddings/oleObject220.bin"/><Relationship Id="rId32" Type="http://schemas.openxmlformats.org/officeDocument/2006/relationships/image" Target="../media/image223.wmf"/><Relationship Id="rId31" Type="http://schemas.openxmlformats.org/officeDocument/2006/relationships/oleObject" Target="../embeddings/oleObject219.bin"/><Relationship Id="rId30" Type="http://schemas.openxmlformats.org/officeDocument/2006/relationships/image" Target="../media/image222.wmf"/><Relationship Id="rId3" Type="http://schemas.openxmlformats.org/officeDocument/2006/relationships/oleObject" Target="../embeddings/oleObject205.bin"/><Relationship Id="rId29" Type="http://schemas.openxmlformats.org/officeDocument/2006/relationships/oleObject" Target="../embeddings/oleObject218.bin"/><Relationship Id="rId28" Type="http://schemas.openxmlformats.org/officeDocument/2006/relationships/image" Target="../media/image221.wmf"/><Relationship Id="rId27" Type="http://schemas.openxmlformats.org/officeDocument/2006/relationships/oleObject" Target="../embeddings/oleObject217.bin"/><Relationship Id="rId26" Type="http://schemas.openxmlformats.org/officeDocument/2006/relationships/image" Target="../media/image220.wmf"/><Relationship Id="rId25" Type="http://schemas.openxmlformats.org/officeDocument/2006/relationships/oleObject" Target="../embeddings/oleObject216.bin"/><Relationship Id="rId24" Type="http://schemas.openxmlformats.org/officeDocument/2006/relationships/image" Target="../media/image219.wmf"/><Relationship Id="rId23" Type="http://schemas.openxmlformats.org/officeDocument/2006/relationships/oleObject" Target="../embeddings/oleObject215.bin"/><Relationship Id="rId22" Type="http://schemas.openxmlformats.org/officeDocument/2006/relationships/image" Target="../media/image218.wmf"/><Relationship Id="rId21" Type="http://schemas.openxmlformats.org/officeDocument/2006/relationships/oleObject" Target="../embeddings/oleObject214.bin"/><Relationship Id="rId20" Type="http://schemas.openxmlformats.org/officeDocument/2006/relationships/image" Target="../media/image217.wmf"/><Relationship Id="rId2" Type="http://schemas.openxmlformats.org/officeDocument/2006/relationships/image" Target="../media/image208.wmf"/><Relationship Id="rId19" Type="http://schemas.openxmlformats.org/officeDocument/2006/relationships/oleObject" Target="../embeddings/oleObject213.bin"/><Relationship Id="rId18" Type="http://schemas.openxmlformats.org/officeDocument/2006/relationships/image" Target="../media/image216.wmf"/><Relationship Id="rId17" Type="http://schemas.openxmlformats.org/officeDocument/2006/relationships/oleObject" Target="../embeddings/oleObject212.bin"/><Relationship Id="rId16" Type="http://schemas.openxmlformats.org/officeDocument/2006/relationships/image" Target="../media/image215.wmf"/><Relationship Id="rId15" Type="http://schemas.openxmlformats.org/officeDocument/2006/relationships/oleObject" Target="../embeddings/oleObject211.bin"/><Relationship Id="rId14" Type="http://schemas.openxmlformats.org/officeDocument/2006/relationships/image" Target="../media/image214.wmf"/><Relationship Id="rId13" Type="http://schemas.openxmlformats.org/officeDocument/2006/relationships/oleObject" Target="../embeddings/oleObject210.bin"/><Relationship Id="rId12" Type="http://schemas.openxmlformats.org/officeDocument/2006/relationships/image" Target="../media/image213.emf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212.wmf"/><Relationship Id="rId1" Type="http://schemas.openxmlformats.org/officeDocument/2006/relationships/oleObject" Target="../embeddings/oleObject20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oleObject" Target="../embeddings/oleObject229.bin"/><Relationship Id="rId7" Type="http://schemas.openxmlformats.org/officeDocument/2006/relationships/oleObject" Target="../embeddings/oleObject228.bin"/><Relationship Id="rId6" Type="http://schemas.openxmlformats.org/officeDocument/2006/relationships/image" Target="../media/image231.png"/><Relationship Id="rId5" Type="http://schemas.openxmlformats.org/officeDocument/2006/relationships/oleObject" Target="../embeddings/oleObject227.bin"/><Relationship Id="rId4" Type="http://schemas.openxmlformats.org/officeDocument/2006/relationships/image" Target="../media/image230.png"/><Relationship Id="rId3" Type="http://schemas.openxmlformats.org/officeDocument/2006/relationships/oleObject" Target="../embeddings/oleObject226.bin"/><Relationship Id="rId2" Type="http://schemas.openxmlformats.org/officeDocument/2006/relationships/image" Target="../media/image229.png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22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235.wmf"/><Relationship Id="rId7" Type="http://schemas.openxmlformats.org/officeDocument/2006/relationships/oleObject" Target="../embeddings/Document6.doc"/><Relationship Id="rId6" Type="http://schemas.openxmlformats.org/officeDocument/2006/relationships/image" Target="../media/image234.wmf"/><Relationship Id="rId5" Type="http://schemas.openxmlformats.org/officeDocument/2006/relationships/oleObject" Target="../embeddings/oleObject232.bin"/><Relationship Id="rId4" Type="http://schemas.openxmlformats.org/officeDocument/2006/relationships/image" Target="../media/image233.png"/><Relationship Id="rId3" Type="http://schemas.openxmlformats.org/officeDocument/2006/relationships/oleObject" Target="../embeddings/oleObject231.bin"/><Relationship Id="rId26" Type="http://schemas.openxmlformats.org/officeDocument/2006/relationships/vmlDrawing" Target="../drawings/vmlDrawing19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.wmf"/><Relationship Id="rId23" Type="http://schemas.openxmlformats.org/officeDocument/2006/relationships/oleObject" Target="../embeddings/oleObject239.bin"/><Relationship Id="rId22" Type="http://schemas.openxmlformats.org/officeDocument/2006/relationships/image" Target="../media/image242.wmf"/><Relationship Id="rId21" Type="http://schemas.openxmlformats.org/officeDocument/2006/relationships/oleObject" Target="../embeddings/oleObject238.bin"/><Relationship Id="rId20" Type="http://schemas.openxmlformats.org/officeDocument/2006/relationships/image" Target="../media/image241.emf"/><Relationship Id="rId2" Type="http://schemas.openxmlformats.org/officeDocument/2006/relationships/image" Target="../media/image232.png"/><Relationship Id="rId19" Type="http://schemas.openxmlformats.org/officeDocument/2006/relationships/oleObject" Target="../embeddings/oleObject237.bin"/><Relationship Id="rId18" Type="http://schemas.openxmlformats.org/officeDocument/2006/relationships/image" Target="../media/image240.emf"/><Relationship Id="rId17" Type="http://schemas.openxmlformats.org/officeDocument/2006/relationships/oleObject" Target="../embeddings/oleObject236.bin"/><Relationship Id="rId16" Type="http://schemas.openxmlformats.org/officeDocument/2006/relationships/image" Target="../media/image239.wmf"/><Relationship Id="rId15" Type="http://schemas.openxmlformats.org/officeDocument/2006/relationships/oleObject" Target="../embeddings/oleObject235.bin"/><Relationship Id="rId14" Type="http://schemas.openxmlformats.org/officeDocument/2006/relationships/image" Target="../media/image238.wmf"/><Relationship Id="rId13" Type="http://schemas.openxmlformats.org/officeDocument/2006/relationships/oleObject" Target="../embeddings/oleObject234.bin"/><Relationship Id="rId12" Type="http://schemas.openxmlformats.org/officeDocument/2006/relationships/image" Target="../media/image237.emf"/><Relationship Id="rId11" Type="http://schemas.openxmlformats.org/officeDocument/2006/relationships/oleObject" Target="../embeddings/Document7.doc"/><Relationship Id="rId10" Type="http://schemas.openxmlformats.org/officeDocument/2006/relationships/image" Target="../media/image236.wmf"/><Relationship Id="rId1" Type="http://schemas.openxmlformats.org/officeDocument/2006/relationships/oleObject" Target="../embeddings/oleObject23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4.bin"/><Relationship Id="rId8" Type="http://schemas.openxmlformats.org/officeDocument/2006/relationships/image" Target="../media/image246.wmf"/><Relationship Id="rId7" Type="http://schemas.openxmlformats.org/officeDocument/2006/relationships/oleObject" Target="../embeddings/oleObject243.bin"/><Relationship Id="rId6" Type="http://schemas.openxmlformats.org/officeDocument/2006/relationships/image" Target="../media/image245.wmf"/><Relationship Id="rId58" Type="http://schemas.openxmlformats.org/officeDocument/2006/relationships/vmlDrawing" Target="../drawings/vmlDrawing20.vml"/><Relationship Id="rId57" Type="http://schemas.openxmlformats.org/officeDocument/2006/relationships/slideLayout" Target="../slideLayouts/slideLayout18.xml"/><Relationship Id="rId56" Type="http://schemas.openxmlformats.org/officeDocument/2006/relationships/oleObject" Target="../embeddings/oleObject268.bin"/><Relationship Id="rId55" Type="http://schemas.openxmlformats.org/officeDocument/2006/relationships/image" Target="../media/image269.wmf"/><Relationship Id="rId54" Type="http://schemas.openxmlformats.org/officeDocument/2006/relationships/oleObject" Target="../embeddings/oleObject267.bin"/><Relationship Id="rId53" Type="http://schemas.openxmlformats.org/officeDocument/2006/relationships/image" Target="../media/image268.wmf"/><Relationship Id="rId52" Type="http://schemas.openxmlformats.org/officeDocument/2006/relationships/oleObject" Target="../embeddings/oleObject266.bin"/><Relationship Id="rId51" Type="http://schemas.openxmlformats.org/officeDocument/2006/relationships/image" Target="../media/image267.wmf"/><Relationship Id="rId50" Type="http://schemas.openxmlformats.org/officeDocument/2006/relationships/oleObject" Target="../embeddings/oleObject265.bin"/><Relationship Id="rId5" Type="http://schemas.openxmlformats.org/officeDocument/2006/relationships/oleObject" Target="../embeddings/oleObject242.bin"/><Relationship Id="rId49" Type="http://schemas.openxmlformats.org/officeDocument/2006/relationships/image" Target="../media/image266.wmf"/><Relationship Id="rId48" Type="http://schemas.openxmlformats.org/officeDocument/2006/relationships/oleObject" Target="../embeddings/oleObject264.bin"/><Relationship Id="rId47" Type="http://schemas.openxmlformats.org/officeDocument/2006/relationships/image" Target="../media/image265.wmf"/><Relationship Id="rId46" Type="http://schemas.openxmlformats.org/officeDocument/2006/relationships/oleObject" Target="../embeddings/oleObject263.bin"/><Relationship Id="rId45" Type="http://schemas.openxmlformats.org/officeDocument/2006/relationships/image" Target="../media/image264.wmf"/><Relationship Id="rId44" Type="http://schemas.openxmlformats.org/officeDocument/2006/relationships/oleObject" Target="../embeddings/oleObject262.bin"/><Relationship Id="rId43" Type="http://schemas.openxmlformats.org/officeDocument/2006/relationships/oleObject" Target="../embeddings/oleObject261.bin"/><Relationship Id="rId42" Type="http://schemas.openxmlformats.org/officeDocument/2006/relationships/image" Target="../media/image263.wmf"/><Relationship Id="rId41" Type="http://schemas.openxmlformats.org/officeDocument/2006/relationships/oleObject" Target="../embeddings/oleObject260.bin"/><Relationship Id="rId40" Type="http://schemas.openxmlformats.org/officeDocument/2006/relationships/image" Target="../media/image262.wmf"/><Relationship Id="rId4" Type="http://schemas.openxmlformats.org/officeDocument/2006/relationships/image" Target="../media/image244.wmf"/><Relationship Id="rId39" Type="http://schemas.openxmlformats.org/officeDocument/2006/relationships/oleObject" Target="../embeddings/oleObject259.bin"/><Relationship Id="rId38" Type="http://schemas.openxmlformats.org/officeDocument/2006/relationships/image" Target="../media/image261.wmf"/><Relationship Id="rId37" Type="http://schemas.openxmlformats.org/officeDocument/2006/relationships/oleObject" Target="../embeddings/oleObject258.bin"/><Relationship Id="rId36" Type="http://schemas.openxmlformats.org/officeDocument/2006/relationships/image" Target="../media/image260.wmf"/><Relationship Id="rId35" Type="http://schemas.openxmlformats.org/officeDocument/2006/relationships/oleObject" Target="../embeddings/oleObject257.bin"/><Relationship Id="rId34" Type="http://schemas.openxmlformats.org/officeDocument/2006/relationships/image" Target="../media/image259.wmf"/><Relationship Id="rId33" Type="http://schemas.openxmlformats.org/officeDocument/2006/relationships/oleObject" Target="../embeddings/oleObject256.bin"/><Relationship Id="rId32" Type="http://schemas.openxmlformats.org/officeDocument/2006/relationships/image" Target="../media/image258.wmf"/><Relationship Id="rId31" Type="http://schemas.openxmlformats.org/officeDocument/2006/relationships/oleObject" Target="../embeddings/oleObject255.bin"/><Relationship Id="rId30" Type="http://schemas.openxmlformats.org/officeDocument/2006/relationships/image" Target="../media/image257.wmf"/><Relationship Id="rId3" Type="http://schemas.openxmlformats.org/officeDocument/2006/relationships/oleObject" Target="../embeddings/oleObject241.bin"/><Relationship Id="rId29" Type="http://schemas.openxmlformats.org/officeDocument/2006/relationships/oleObject" Target="../embeddings/oleObject254.bin"/><Relationship Id="rId28" Type="http://schemas.openxmlformats.org/officeDocument/2006/relationships/image" Target="../media/image256.wmf"/><Relationship Id="rId27" Type="http://schemas.openxmlformats.org/officeDocument/2006/relationships/oleObject" Target="../embeddings/oleObject253.bin"/><Relationship Id="rId26" Type="http://schemas.openxmlformats.org/officeDocument/2006/relationships/image" Target="../media/image255.wmf"/><Relationship Id="rId25" Type="http://schemas.openxmlformats.org/officeDocument/2006/relationships/oleObject" Target="../embeddings/oleObject252.bin"/><Relationship Id="rId24" Type="http://schemas.openxmlformats.org/officeDocument/2006/relationships/image" Target="../media/image254.wmf"/><Relationship Id="rId23" Type="http://schemas.openxmlformats.org/officeDocument/2006/relationships/oleObject" Target="../embeddings/oleObject251.bin"/><Relationship Id="rId22" Type="http://schemas.openxmlformats.org/officeDocument/2006/relationships/image" Target="../media/image253.wmf"/><Relationship Id="rId21" Type="http://schemas.openxmlformats.org/officeDocument/2006/relationships/oleObject" Target="../embeddings/oleObject250.bin"/><Relationship Id="rId20" Type="http://schemas.openxmlformats.org/officeDocument/2006/relationships/image" Target="../media/image252.wmf"/><Relationship Id="rId2" Type="http://schemas.openxmlformats.org/officeDocument/2006/relationships/image" Target="../media/image243.wmf"/><Relationship Id="rId19" Type="http://schemas.openxmlformats.org/officeDocument/2006/relationships/oleObject" Target="../embeddings/oleObject249.bin"/><Relationship Id="rId18" Type="http://schemas.openxmlformats.org/officeDocument/2006/relationships/image" Target="../media/image251.wmf"/><Relationship Id="rId17" Type="http://schemas.openxmlformats.org/officeDocument/2006/relationships/oleObject" Target="../embeddings/oleObject248.bin"/><Relationship Id="rId16" Type="http://schemas.openxmlformats.org/officeDocument/2006/relationships/image" Target="../media/image250.wmf"/><Relationship Id="rId15" Type="http://schemas.openxmlformats.org/officeDocument/2006/relationships/oleObject" Target="../embeddings/oleObject247.bin"/><Relationship Id="rId14" Type="http://schemas.openxmlformats.org/officeDocument/2006/relationships/image" Target="../media/image249.wmf"/><Relationship Id="rId13" Type="http://schemas.openxmlformats.org/officeDocument/2006/relationships/oleObject" Target="../embeddings/oleObject246.bin"/><Relationship Id="rId12" Type="http://schemas.openxmlformats.org/officeDocument/2006/relationships/image" Target="../media/image248.wmf"/><Relationship Id="rId11" Type="http://schemas.openxmlformats.org/officeDocument/2006/relationships/oleObject" Target="../embeddings/oleObject245.bin"/><Relationship Id="rId10" Type="http://schemas.openxmlformats.org/officeDocument/2006/relationships/image" Target="../media/image247.wmf"/><Relationship Id="rId1" Type="http://schemas.openxmlformats.org/officeDocument/2006/relationships/oleObject" Target="../embeddings/oleObject240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3.bin"/><Relationship Id="rId8" Type="http://schemas.openxmlformats.org/officeDocument/2006/relationships/image" Target="../media/image273.wmf"/><Relationship Id="rId7" Type="http://schemas.openxmlformats.org/officeDocument/2006/relationships/oleObject" Target="../embeddings/oleObject272.bin"/><Relationship Id="rId6" Type="http://schemas.openxmlformats.org/officeDocument/2006/relationships/image" Target="../media/image272.w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71.png"/><Relationship Id="rId3" Type="http://schemas.openxmlformats.org/officeDocument/2006/relationships/oleObject" Target="../embeddings/oleObject270.bin"/><Relationship Id="rId28" Type="http://schemas.openxmlformats.org/officeDocument/2006/relationships/vmlDrawing" Target="../drawings/vmlDrawing2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82.wmf"/><Relationship Id="rId25" Type="http://schemas.openxmlformats.org/officeDocument/2006/relationships/oleObject" Target="../embeddings/oleObject281.bin"/><Relationship Id="rId24" Type="http://schemas.openxmlformats.org/officeDocument/2006/relationships/image" Target="../media/image281.wmf"/><Relationship Id="rId23" Type="http://schemas.openxmlformats.org/officeDocument/2006/relationships/oleObject" Target="../embeddings/oleObject280.bin"/><Relationship Id="rId22" Type="http://schemas.openxmlformats.org/officeDocument/2006/relationships/image" Target="../media/image280.wmf"/><Relationship Id="rId21" Type="http://schemas.openxmlformats.org/officeDocument/2006/relationships/oleObject" Target="../embeddings/oleObject279.bin"/><Relationship Id="rId20" Type="http://schemas.openxmlformats.org/officeDocument/2006/relationships/image" Target="../media/image279.wmf"/><Relationship Id="rId2" Type="http://schemas.openxmlformats.org/officeDocument/2006/relationships/image" Target="../media/image270.png"/><Relationship Id="rId19" Type="http://schemas.openxmlformats.org/officeDocument/2006/relationships/oleObject" Target="../embeddings/oleObject278.bin"/><Relationship Id="rId18" Type="http://schemas.openxmlformats.org/officeDocument/2006/relationships/image" Target="../media/image278.wmf"/><Relationship Id="rId17" Type="http://schemas.openxmlformats.org/officeDocument/2006/relationships/oleObject" Target="../embeddings/oleObject277.bin"/><Relationship Id="rId16" Type="http://schemas.openxmlformats.org/officeDocument/2006/relationships/image" Target="../media/image277.wmf"/><Relationship Id="rId15" Type="http://schemas.openxmlformats.org/officeDocument/2006/relationships/oleObject" Target="../embeddings/oleObject276.bin"/><Relationship Id="rId14" Type="http://schemas.openxmlformats.org/officeDocument/2006/relationships/image" Target="../media/image276.wmf"/><Relationship Id="rId13" Type="http://schemas.openxmlformats.org/officeDocument/2006/relationships/oleObject" Target="../embeddings/oleObject275.bin"/><Relationship Id="rId12" Type="http://schemas.openxmlformats.org/officeDocument/2006/relationships/image" Target="../media/image275.wmf"/><Relationship Id="rId11" Type="http://schemas.openxmlformats.org/officeDocument/2006/relationships/oleObject" Target="../embeddings/oleObject274.bin"/><Relationship Id="rId10" Type="http://schemas.openxmlformats.org/officeDocument/2006/relationships/image" Target="../media/image274.wmf"/><Relationship Id="rId1" Type="http://schemas.openxmlformats.org/officeDocument/2006/relationships/oleObject" Target="../embeddings/oleObject26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6.bin"/><Relationship Id="rId8" Type="http://schemas.openxmlformats.org/officeDocument/2006/relationships/image" Target="../media/image286.wmf"/><Relationship Id="rId7" Type="http://schemas.openxmlformats.org/officeDocument/2006/relationships/oleObject" Target="../embeddings/oleObject285.bin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284.wmf"/><Relationship Id="rId3" Type="http://schemas.openxmlformats.org/officeDocument/2006/relationships/oleObject" Target="../embeddings/oleObject283.bin"/><Relationship Id="rId20" Type="http://schemas.openxmlformats.org/officeDocument/2006/relationships/vmlDrawing" Target="../drawings/vmlDrawing22.vml"/><Relationship Id="rId2" Type="http://schemas.openxmlformats.org/officeDocument/2006/relationships/image" Target="../media/image283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91.wmf"/><Relationship Id="rId17" Type="http://schemas.openxmlformats.org/officeDocument/2006/relationships/oleObject" Target="../embeddings/oleObject290.bin"/><Relationship Id="rId16" Type="http://schemas.openxmlformats.org/officeDocument/2006/relationships/image" Target="../media/image290.wmf"/><Relationship Id="rId15" Type="http://schemas.openxmlformats.org/officeDocument/2006/relationships/oleObject" Target="../embeddings/oleObject289.bin"/><Relationship Id="rId14" Type="http://schemas.openxmlformats.org/officeDocument/2006/relationships/image" Target="../media/image289.wmf"/><Relationship Id="rId13" Type="http://schemas.openxmlformats.org/officeDocument/2006/relationships/oleObject" Target="../embeddings/oleObject288.bin"/><Relationship Id="rId12" Type="http://schemas.openxmlformats.org/officeDocument/2006/relationships/image" Target="../media/image288.wmf"/><Relationship Id="rId11" Type="http://schemas.openxmlformats.org/officeDocument/2006/relationships/oleObject" Target="../embeddings/oleObject287.bin"/><Relationship Id="rId10" Type="http://schemas.openxmlformats.org/officeDocument/2006/relationships/image" Target="../media/image287.wmf"/><Relationship Id="rId1" Type="http://schemas.openxmlformats.org/officeDocument/2006/relationships/oleObject" Target="../embeddings/oleObject28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5.bin"/><Relationship Id="rId8" Type="http://schemas.openxmlformats.org/officeDocument/2006/relationships/image" Target="../media/image295.wmf"/><Relationship Id="rId7" Type="http://schemas.openxmlformats.org/officeDocument/2006/relationships/oleObject" Target="../embeddings/oleObject294.bin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293.wmf"/><Relationship Id="rId3" Type="http://schemas.openxmlformats.org/officeDocument/2006/relationships/oleObject" Target="../embeddings/oleObject292.bin"/><Relationship Id="rId24" Type="http://schemas.openxmlformats.org/officeDocument/2006/relationships/vmlDrawing" Target="../drawings/vmlDrawing23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302.emf"/><Relationship Id="rId21" Type="http://schemas.openxmlformats.org/officeDocument/2006/relationships/oleObject" Target="../embeddings/oleObject301.bin"/><Relationship Id="rId20" Type="http://schemas.openxmlformats.org/officeDocument/2006/relationships/image" Target="../media/image301.wmf"/><Relationship Id="rId2" Type="http://schemas.openxmlformats.org/officeDocument/2006/relationships/image" Target="../media/image292.wmf"/><Relationship Id="rId19" Type="http://schemas.openxmlformats.org/officeDocument/2006/relationships/oleObject" Target="../embeddings/oleObject300.bin"/><Relationship Id="rId18" Type="http://schemas.openxmlformats.org/officeDocument/2006/relationships/image" Target="../media/image300.wmf"/><Relationship Id="rId17" Type="http://schemas.openxmlformats.org/officeDocument/2006/relationships/oleObject" Target="../embeddings/oleObject299.bin"/><Relationship Id="rId16" Type="http://schemas.openxmlformats.org/officeDocument/2006/relationships/image" Target="../media/image299.wmf"/><Relationship Id="rId15" Type="http://schemas.openxmlformats.org/officeDocument/2006/relationships/oleObject" Target="../embeddings/oleObject298.bin"/><Relationship Id="rId14" Type="http://schemas.openxmlformats.org/officeDocument/2006/relationships/image" Target="../media/image298.wmf"/><Relationship Id="rId13" Type="http://schemas.openxmlformats.org/officeDocument/2006/relationships/oleObject" Target="../embeddings/oleObject297.bin"/><Relationship Id="rId12" Type="http://schemas.openxmlformats.org/officeDocument/2006/relationships/image" Target="../media/image297.wmf"/><Relationship Id="rId11" Type="http://schemas.openxmlformats.org/officeDocument/2006/relationships/oleObject" Target="../embeddings/oleObject296.bin"/><Relationship Id="rId10" Type="http://schemas.openxmlformats.org/officeDocument/2006/relationships/image" Target="../media/image296.wmf"/><Relationship Id="rId1" Type="http://schemas.openxmlformats.org/officeDocument/2006/relationships/oleObject" Target="../embeddings/oleObject291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6.bin"/><Relationship Id="rId8" Type="http://schemas.openxmlformats.org/officeDocument/2006/relationships/image" Target="../media/image306.wmf"/><Relationship Id="rId7" Type="http://schemas.openxmlformats.org/officeDocument/2006/relationships/oleObject" Target="../embeddings/oleObject305.bin"/><Relationship Id="rId6" Type="http://schemas.openxmlformats.org/officeDocument/2006/relationships/image" Target="../media/image305.emf"/><Relationship Id="rId5" Type="http://schemas.openxmlformats.org/officeDocument/2006/relationships/oleObject" Target="../embeddings/oleObject304.bin"/><Relationship Id="rId4" Type="http://schemas.openxmlformats.org/officeDocument/2006/relationships/image" Target="../media/image304.emf"/><Relationship Id="rId30" Type="http://schemas.openxmlformats.org/officeDocument/2006/relationships/vmlDrawing" Target="../drawings/vmlDrawing24.vml"/><Relationship Id="rId3" Type="http://schemas.openxmlformats.org/officeDocument/2006/relationships/oleObject" Target="../embeddings/oleObject303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16.wmf"/><Relationship Id="rId27" Type="http://schemas.openxmlformats.org/officeDocument/2006/relationships/oleObject" Target="../embeddings/oleObject315.bin"/><Relationship Id="rId26" Type="http://schemas.openxmlformats.org/officeDocument/2006/relationships/image" Target="../media/image315.wmf"/><Relationship Id="rId25" Type="http://schemas.openxmlformats.org/officeDocument/2006/relationships/oleObject" Target="../embeddings/oleObject314.bin"/><Relationship Id="rId24" Type="http://schemas.openxmlformats.org/officeDocument/2006/relationships/image" Target="../media/image314.wmf"/><Relationship Id="rId23" Type="http://schemas.openxmlformats.org/officeDocument/2006/relationships/oleObject" Target="../embeddings/oleObject313.bin"/><Relationship Id="rId22" Type="http://schemas.openxmlformats.org/officeDocument/2006/relationships/image" Target="../media/image313.wmf"/><Relationship Id="rId21" Type="http://schemas.openxmlformats.org/officeDocument/2006/relationships/oleObject" Target="../embeddings/oleObject312.bin"/><Relationship Id="rId20" Type="http://schemas.openxmlformats.org/officeDocument/2006/relationships/image" Target="../media/image312.emf"/><Relationship Id="rId2" Type="http://schemas.openxmlformats.org/officeDocument/2006/relationships/image" Target="../media/image303.wmf"/><Relationship Id="rId19" Type="http://schemas.openxmlformats.org/officeDocument/2006/relationships/oleObject" Target="../embeddings/oleObject311.bin"/><Relationship Id="rId18" Type="http://schemas.openxmlformats.org/officeDocument/2006/relationships/image" Target="../media/image311.wmf"/><Relationship Id="rId17" Type="http://schemas.openxmlformats.org/officeDocument/2006/relationships/oleObject" Target="../embeddings/oleObject310.bin"/><Relationship Id="rId16" Type="http://schemas.openxmlformats.org/officeDocument/2006/relationships/image" Target="../media/image310.wmf"/><Relationship Id="rId15" Type="http://schemas.openxmlformats.org/officeDocument/2006/relationships/oleObject" Target="../embeddings/oleObject309.bin"/><Relationship Id="rId14" Type="http://schemas.openxmlformats.org/officeDocument/2006/relationships/image" Target="../media/image309.wmf"/><Relationship Id="rId13" Type="http://schemas.openxmlformats.org/officeDocument/2006/relationships/oleObject" Target="../embeddings/oleObject308.bin"/><Relationship Id="rId12" Type="http://schemas.openxmlformats.org/officeDocument/2006/relationships/image" Target="../media/image308.wmf"/><Relationship Id="rId11" Type="http://schemas.openxmlformats.org/officeDocument/2006/relationships/oleObject" Target="../embeddings/oleObject307.bin"/><Relationship Id="rId10" Type="http://schemas.openxmlformats.org/officeDocument/2006/relationships/image" Target="../media/image307.wmf"/><Relationship Id="rId1" Type="http://schemas.openxmlformats.org/officeDocument/2006/relationships/oleObject" Target="../embeddings/oleObject302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0.bin"/><Relationship Id="rId8" Type="http://schemas.openxmlformats.org/officeDocument/2006/relationships/image" Target="../media/image320.wmf"/><Relationship Id="rId7" Type="http://schemas.openxmlformats.org/officeDocument/2006/relationships/oleObject" Target="../embeddings/oleObject319.bin"/><Relationship Id="rId6" Type="http://schemas.openxmlformats.org/officeDocument/2006/relationships/image" Target="../media/image319.e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318.emf"/><Relationship Id="rId30" Type="http://schemas.openxmlformats.org/officeDocument/2006/relationships/vmlDrawing" Target="../drawings/vmlDrawing25.vml"/><Relationship Id="rId3" Type="http://schemas.openxmlformats.org/officeDocument/2006/relationships/oleObject" Target="../embeddings/oleObject317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30.wmf"/><Relationship Id="rId27" Type="http://schemas.openxmlformats.org/officeDocument/2006/relationships/oleObject" Target="../embeddings/oleObject329.bin"/><Relationship Id="rId26" Type="http://schemas.openxmlformats.org/officeDocument/2006/relationships/image" Target="../media/image329.wmf"/><Relationship Id="rId25" Type="http://schemas.openxmlformats.org/officeDocument/2006/relationships/oleObject" Target="../embeddings/oleObject328.bin"/><Relationship Id="rId24" Type="http://schemas.openxmlformats.org/officeDocument/2006/relationships/image" Target="../media/image328.wmf"/><Relationship Id="rId23" Type="http://schemas.openxmlformats.org/officeDocument/2006/relationships/oleObject" Target="../embeddings/oleObject327.bin"/><Relationship Id="rId22" Type="http://schemas.openxmlformats.org/officeDocument/2006/relationships/image" Target="../media/image327.wmf"/><Relationship Id="rId21" Type="http://schemas.openxmlformats.org/officeDocument/2006/relationships/oleObject" Target="../embeddings/oleObject326.bin"/><Relationship Id="rId20" Type="http://schemas.openxmlformats.org/officeDocument/2006/relationships/image" Target="../media/image326.wmf"/><Relationship Id="rId2" Type="http://schemas.openxmlformats.org/officeDocument/2006/relationships/image" Target="../media/image317.png"/><Relationship Id="rId19" Type="http://schemas.openxmlformats.org/officeDocument/2006/relationships/oleObject" Target="../embeddings/oleObject325.bin"/><Relationship Id="rId18" Type="http://schemas.openxmlformats.org/officeDocument/2006/relationships/image" Target="../media/image325.wmf"/><Relationship Id="rId17" Type="http://schemas.openxmlformats.org/officeDocument/2006/relationships/oleObject" Target="../embeddings/oleObject324.bin"/><Relationship Id="rId16" Type="http://schemas.openxmlformats.org/officeDocument/2006/relationships/image" Target="../media/image324.wmf"/><Relationship Id="rId15" Type="http://schemas.openxmlformats.org/officeDocument/2006/relationships/oleObject" Target="../embeddings/oleObject323.bin"/><Relationship Id="rId14" Type="http://schemas.openxmlformats.org/officeDocument/2006/relationships/image" Target="../media/image323.wmf"/><Relationship Id="rId13" Type="http://schemas.openxmlformats.org/officeDocument/2006/relationships/oleObject" Target="../embeddings/oleObject322.bin"/><Relationship Id="rId12" Type="http://schemas.openxmlformats.org/officeDocument/2006/relationships/image" Target="../media/image322.wmf"/><Relationship Id="rId11" Type="http://schemas.openxmlformats.org/officeDocument/2006/relationships/oleObject" Target="../embeddings/oleObject321.bin"/><Relationship Id="rId10" Type="http://schemas.openxmlformats.org/officeDocument/2006/relationships/image" Target="../media/image321.wmf"/><Relationship Id="rId1" Type="http://schemas.openxmlformats.org/officeDocument/2006/relationships/oleObject" Target="../embeddings/oleObject316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4.bin"/><Relationship Id="rId8" Type="http://schemas.openxmlformats.org/officeDocument/2006/relationships/image" Target="../media/image334.wmf"/><Relationship Id="rId7" Type="http://schemas.openxmlformats.org/officeDocument/2006/relationships/oleObject" Target="../embeddings/oleObject333.bin"/><Relationship Id="rId6" Type="http://schemas.openxmlformats.org/officeDocument/2006/relationships/image" Target="../media/image333.wmf"/><Relationship Id="rId5" Type="http://schemas.openxmlformats.org/officeDocument/2006/relationships/oleObject" Target="../embeddings/oleObject332.bin"/><Relationship Id="rId4" Type="http://schemas.openxmlformats.org/officeDocument/2006/relationships/image" Target="../media/image332.wmf"/><Relationship Id="rId3" Type="http://schemas.openxmlformats.org/officeDocument/2006/relationships/oleObject" Target="../embeddings/oleObject331.bin"/><Relationship Id="rId2" Type="http://schemas.openxmlformats.org/officeDocument/2006/relationships/image" Target="../media/image331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37.wmf"/><Relationship Id="rId13" Type="http://schemas.openxmlformats.org/officeDocument/2006/relationships/oleObject" Target="../embeddings/oleObject336.bin"/><Relationship Id="rId12" Type="http://schemas.openxmlformats.org/officeDocument/2006/relationships/image" Target="../media/image336.wmf"/><Relationship Id="rId11" Type="http://schemas.openxmlformats.org/officeDocument/2006/relationships/oleObject" Target="../embeddings/oleObject335.bin"/><Relationship Id="rId10" Type="http://schemas.openxmlformats.org/officeDocument/2006/relationships/image" Target="../media/image335.wmf"/><Relationship Id="rId1" Type="http://schemas.openxmlformats.org/officeDocument/2006/relationships/oleObject" Target="../embeddings/oleObject33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7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341.wmf"/><Relationship Id="rId6" Type="http://schemas.openxmlformats.org/officeDocument/2006/relationships/oleObject" Target="../embeddings/oleObject339.bin"/><Relationship Id="rId5" Type="http://schemas.openxmlformats.org/officeDocument/2006/relationships/image" Target="../media/image340.wmf"/><Relationship Id="rId4" Type="http://schemas.openxmlformats.org/officeDocument/2006/relationships/oleObject" Target="../embeddings/oleObject338.bin"/><Relationship Id="rId3" Type="http://schemas.openxmlformats.org/officeDocument/2006/relationships/image" Target="../media/image339.wmf"/><Relationship Id="rId2" Type="http://schemas.openxmlformats.org/officeDocument/2006/relationships/oleObject" Target="../embeddings/oleObject337.bin"/><Relationship Id="rId1" Type="http://schemas.openxmlformats.org/officeDocument/2006/relationships/image" Target="../media/image338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6.wmf"/><Relationship Id="rId8" Type="http://schemas.openxmlformats.org/officeDocument/2006/relationships/oleObject" Target="../embeddings/oleObject343.bin"/><Relationship Id="rId7" Type="http://schemas.openxmlformats.org/officeDocument/2006/relationships/image" Target="../media/image345.wmf"/><Relationship Id="rId6" Type="http://schemas.openxmlformats.org/officeDocument/2006/relationships/oleObject" Target="../embeddings/oleObject342.bin"/><Relationship Id="rId5" Type="http://schemas.openxmlformats.org/officeDocument/2006/relationships/image" Target="../media/image344.png"/><Relationship Id="rId4" Type="http://schemas.openxmlformats.org/officeDocument/2006/relationships/image" Target="../media/image343.png"/><Relationship Id="rId38" Type="http://schemas.openxmlformats.org/officeDocument/2006/relationships/vmlDrawing" Target="../drawings/vmlDrawing28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359.wmf"/><Relationship Id="rId35" Type="http://schemas.openxmlformats.org/officeDocument/2006/relationships/oleObject" Target="../embeddings/oleObject357.bin"/><Relationship Id="rId34" Type="http://schemas.openxmlformats.org/officeDocument/2006/relationships/image" Target="../media/image358.wmf"/><Relationship Id="rId33" Type="http://schemas.openxmlformats.org/officeDocument/2006/relationships/oleObject" Target="../embeddings/oleObject356.bin"/><Relationship Id="rId32" Type="http://schemas.openxmlformats.org/officeDocument/2006/relationships/image" Target="../media/image357.wmf"/><Relationship Id="rId31" Type="http://schemas.openxmlformats.org/officeDocument/2006/relationships/oleObject" Target="../embeddings/oleObject355.bin"/><Relationship Id="rId30" Type="http://schemas.openxmlformats.org/officeDocument/2006/relationships/image" Target="../media/image356.wmf"/><Relationship Id="rId3" Type="http://schemas.openxmlformats.org/officeDocument/2006/relationships/oleObject" Target="../embeddings/oleObject341.bin"/><Relationship Id="rId29" Type="http://schemas.openxmlformats.org/officeDocument/2006/relationships/oleObject" Target="../embeddings/oleObject354.bin"/><Relationship Id="rId28" Type="http://schemas.openxmlformats.org/officeDocument/2006/relationships/image" Target="../media/image355.wmf"/><Relationship Id="rId27" Type="http://schemas.openxmlformats.org/officeDocument/2006/relationships/oleObject" Target="../embeddings/oleObject353.bin"/><Relationship Id="rId26" Type="http://schemas.openxmlformats.org/officeDocument/2006/relationships/image" Target="../media/image354.wmf"/><Relationship Id="rId25" Type="http://schemas.openxmlformats.org/officeDocument/2006/relationships/oleObject" Target="../embeddings/oleObject352.bin"/><Relationship Id="rId24" Type="http://schemas.openxmlformats.org/officeDocument/2006/relationships/image" Target="../media/image353.wmf"/><Relationship Id="rId23" Type="http://schemas.openxmlformats.org/officeDocument/2006/relationships/oleObject" Target="../embeddings/oleObject351.bin"/><Relationship Id="rId22" Type="http://schemas.openxmlformats.org/officeDocument/2006/relationships/image" Target="../media/image352.wmf"/><Relationship Id="rId21" Type="http://schemas.openxmlformats.org/officeDocument/2006/relationships/oleObject" Target="../embeddings/oleObject350.bin"/><Relationship Id="rId20" Type="http://schemas.openxmlformats.org/officeDocument/2006/relationships/image" Target="../media/image351.wmf"/><Relationship Id="rId2" Type="http://schemas.openxmlformats.org/officeDocument/2006/relationships/image" Target="../media/image342.wmf"/><Relationship Id="rId19" Type="http://schemas.openxmlformats.org/officeDocument/2006/relationships/oleObject" Target="../embeddings/oleObject349.bin"/><Relationship Id="rId18" Type="http://schemas.openxmlformats.org/officeDocument/2006/relationships/oleObject" Target="../embeddings/oleObject348.bin"/><Relationship Id="rId17" Type="http://schemas.openxmlformats.org/officeDocument/2006/relationships/image" Target="../media/image350.wmf"/><Relationship Id="rId16" Type="http://schemas.openxmlformats.org/officeDocument/2006/relationships/oleObject" Target="../embeddings/oleObject347.bin"/><Relationship Id="rId15" Type="http://schemas.openxmlformats.org/officeDocument/2006/relationships/image" Target="../media/image349.wmf"/><Relationship Id="rId14" Type="http://schemas.openxmlformats.org/officeDocument/2006/relationships/oleObject" Target="../embeddings/oleObject346.bin"/><Relationship Id="rId13" Type="http://schemas.openxmlformats.org/officeDocument/2006/relationships/image" Target="../media/image348.wmf"/><Relationship Id="rId12" Type="http://schemas.openxmlformats.org/officeDocument/2006/relationships/oleObject" Target="../embeddings/oleObject345.bin"/><Relationship Id="rId11" Type="http://schemas.openxmlformats.org/officeDocument/2006/relationships/image" Target="../media/image347.wmf"/><Relationship Id="rId10" Type="http://schemas.openxmlformats.org/officeDocument/2006/relationships/oleObject" Target="../embeddings/oleObject344.bin"/><Relationship Id="rId1" Type="http://schemas.openxmlformats.org/officeDocument/2006/relationships/oleObject" Target="../embeddings/oleObject340.bin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61.wmf"/><Relationship Id="rId2" Type="http://schemas.openxmlformats.org/officeDocument/2006/relationships/oleObject" Target="../embeddings/oleObject358.bin"/><Relationship Id="rId1" Type="http://schemas.openxmlformats.org/officeDocument/2006/relationships/image" Target="../media/image360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3.bin"/><Relationship Id="rId8" Type="http://schemas.openxmlformats.org/officeDocument/2006/relationships/image" Target="../media/image365.wmf"/><Relationship Id="rId7" Type="http://schemas.openxmlformats.org/officeDocument/2006/relationships/oleObject" Target="../embeddings/oleObject362.bin"/><Relationship Id="rId6" Type="http://schemas.openxmlformats.org/officeDocument/2006/relationships/image" Target="../media/image364.wmf"/><Relationship Id="rId5" Type="http://schemas.openxmlformats.org/officeDocument/2006/relationships/oleObject" Target="../embeddings/oleObject361.bin"/><Relationship Id="rId4" Type="http://schemas.openxmlformats.org/officeDocument/2006/relationships/image" Target="../media/image363.wmf"/><Relationship Id="rId3" Type="http://schemas.openxmlformats.org/officeDocument/2006/relationships/oleObject" Target="../embeddings/oleObject360.bin"/><Relationship Id="rId26" Type="http://schemas.openxmlformats.org/officeDocument/2006/relationships/vmlDrawing" Target="../drawings/vmlDrawing3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73.wmf"/><Relationship Id="rId23" Type="http://schemas.openxmlformats.org/officeDocument/2006/relationships/oleObject" Target="../embeddings/oleObject370.bin"/><Relationship Id="rId22" Type="http://schemas.openxmlformats.org/officeDocument/2006/relationships/image" Target="../media/image372.wmf"/><Relationship Id="rId21" Type="http://schemas.openxmlformats.org/officeDocument/2006/relationships/oleObject" Target="../embeddings/oleObject369.bin"/><Relationship Id="rId20" Type="http://schemas.openxmlformats.org/officeDocument/2006/relationships/image" Target="../media/image371.wmf"/><Relationship Id="rId2" Type="http://schemas.openxmlformats.org/officeDocument/2006/relationships/image" Target="../media/image362.wmf"/><Relationship Id="rId19" Type="http://schemas.openxmlformats.org/officeDocument/2006/relationships/oleObject" Target="../embeddings/oleObject368.bin"/><Relationship Id="rId18" Type="http://schemas.openxmlformats.org/officeDocument/2006/relationships/image" Target="../media/image370.emf"/><Relationship Id="rId17" Type="http://schemas.openxmlformats.org/officeDocument/2006/relationships/oleObject" Target="../embeddings/oleObject367.bin"/><Relationship Id="rId16" Type="http://schemas.openxmlformats.org/officeDocument/2006/relationships/image" Target="../media/image369.emf"/><Relationship Id="rId15" Type="http://schemas.openxmlformats.org/officeDocument/2006/relationships/oleObject" Target="../embeddings/oleObject366.bin"/><Relationship Id="rId14" Type="http://schemas.openxmlformats.org/officeDocument/2006/relationships/image" Target="../media/image368.emf"/><Relationship Id="rId13" Type="http://schemas.openxmlformats.org/officeDocument/2006/relationships/oleObject" Target="../embeddings/oleObject365.bin"/><Relationship Id="rId12" Type="http://schemas.openxmlformats.org/officeDocument/2006/relationships/image" Target="../media/image367.emf"/><Relationship Id="rId11" Type="http://schemas.openxmlformats.org/officeDocument/2006/relationships/oleObject" Target="../embeddings/oleObject364.bin"/><Relationship Id="rId10" Type="http://schemas.openxmlformats.org/officeDocument/2006/relationships/image" Target="../media/image366.emf"/><Relationship Id="rId1" Type="http://schemas.openxmlformats.org/officeDocument/2006/relationships/oleObject" Target="../embeddings/oleObject35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377.wmf"/><Relationship Id="rId7" Type="http://schemas.openxmlformats.org/officeDocument/2006/relationships/oleObject" Target="../embeddings/oleObject374.bin"/><Relationship Id="rId6" Type="http://schemas.openxmlformats.org/officeDocument/2006/relationships/image" Target="../media/image376.wmf"/><Relationship Id="rId5" Type="http://schemas.openxmlformats.org/officeDocument/2006/relationships/oleObject" Target="../embeddings/oleObject373.bin"/><Relationship Id="rId4" Type="http://schemas.openxmlformats.org/officeDocument/2006/relationships/image" Target="../media/image375.wmf"/><Relationship Id="rId3" Type="http://schemas.openxmlformats.org/officeDocument/2006/relationships/oleObject" Target="../embeddings/oleObject372.bin"/><Relationship Id="rId2" Type="http://schemas.openxmlformats.org/officeDocument/2006/relationships/image" Target="../media/image374.wmf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371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9.bin"/><Relationship Id="rId8" Type="http://schemas.openxmlformats.org/officeDocument/2006/relationships/image" Target="../media/image381.wmf"/><Relationship Id="rId7" Type="http://schemas.openxmlformats.org/officeDocument/2006/relationships/oleObject" Target="../embeddings/oleObject378.bin"/><Relationship Id="rId6" Type="http://schemas.openxmlformats.org/officeDocument/2006/relationships/image" Target="../media/image380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79.wmf"/><Relationship Id="rId3" Type="http://schemas.openxmlformats.org/officeDocument/2006/relationships/oleObject" Target="../embeddings/oleObject376.bin"/><Relationship Id="rId28" Type="http://schemas.openxmlformats.org/officeDocument/2006/relationships/vmlDrawing" Target="../drawings/vmlDrawing3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390.wmf"/><Relationship Id="rId25" Type="http://schemas.openxmlformats.org/officeDocument/2006/relationships/oleObject" Target="../embeddings/oleObject387.bin"/><Relationship Id="rId24" Type="http://schemas.openxmlformats.org/officeDocument/2006/relationships/image" Target="../media/image389.wmf"/><Relationship Id="rId23" Type="http://schemas.openxmlformats.org/officeDocument/2006/relationships/oleObject" Target="../embeddings/oleObject386.bin"/><Relationship Id="rId22" Type="http://schemas.openxmlformats.org/officeDocument/2006/relationships/image" Target="../media/image388.wmf"/><Relationship Id="rId21" Type="http://schemas.openxmlformats.org/officeDocument/2006/relationships/oleObject" Target="../embeddings/oleObject385.bin"/><Relationship Id="rId20" Type="http://schemas.openxmlformats.org/officeDocument/2006/relationships/image" Target="../media/image387.wmf"/><Relationship Id="rId2" Type="http://schemas.openxmlformats.org/officeDocument/2006/relationships/image" Target="../media/image378.wmf"/><Relationship Id="rId19" Type="http://schemas.openxmlformats.org/officeDocument/2006/relationships/oleObject" Target="../embeddings/oleObject384.bin"/><Relationship Id="rId18" Type="http://schemas.openxmlformats.org/officeDocument/2006/relationships/image" Target="../media/image386.wmf"/><Relationship Id="rId17" Type="http://schemas.openxmlformats.org/officeDocument/2006/relationships/oleObject" Target="../embeddings/oleObject383.bin"/><Relationship Id="rId16" Type="http://schemas.openxmlformats.org/officeDocument/2006/relationships/image" Target="../media/image385.wmf"/><Relationship Id="rId15" Type="http://schemas.openxmlformats.org/officeDocument/2006/relationships/oleObject" Target="../embeddings/oleObject382.bin"/><Relationship Id="rId14" Type="http://schemas.openxmlformats.org/officeDocument/2006/relationships/image" Target="../media/image384.wmf"/><Relationship Id="rId13" Type="http://schemas.openxmlformats.org/officeDocument/2006/relationships/oleObject" Target="../embeddings/oleObject381.bin"/><Relationship Id="rId12" Type="http://schemas.openxmlformats.org/officeDocument/2006/relationships/image" Target="../media/image383.wmf"/><Relationship Id="rId11" Type="http://schemas.openxmlformats.org/officeDocument/2006/relationships/oleObject" Target="../embeddings/oleObject380.bin"/><Relationship Id="rId10" Type="http://schemas.openxmlformats.org/officeDocument/2006/relationships/image" Target="../media/image382.wmf"/><Relationship Id="rId1" Type="http://schemas.openxmlformats.org/officeDocument/2006/relationships/oleObject" Target="../embeddings/oleObject375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2.bin"/><Relationship Id="rId8" Type="http://schemas.openxmlformats.org/officeDocument/2006/relationships/image" Target="../media/image394.wmf"/><Relationship Id="rId7" Type="http://schemas.openxmlformats.org/officeDocument/2006/relationships/oleObject" Target="../embeddings/oleObject391.bin"/><Relationship Id="rId6" Type="http://schemas.openxmlformats.org/officeDocument/2006/relationships/image" Target="../media/image393.wmf"/><Relationship Id="rId5" Type="http://schemas.openxmlformats.org/officeDocument/2006/relationships/oleObject" Target="../embeddings/oleObject390.bin"/><Relationship Id="rId4" Type="http://schemas.openxmlformats.org/officeDocument/2006/relationships/image" Target="../media/image392.wmf"/><Relationship Id="rId36" Type="http://schemas.openxmlformats.org/officeDocument/2006/relationships/vmlDrawing" Target="../drawings/vmlDrawing33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407.wmf"/><Relationship Id="rId33" Type="http://schemas.openxmlformats.org/officeDocument/2006/relationships/oleObject" Target="../embeddings/oleObject404.bin"/><Relationship Id="rId32" Type="http://schemas.openxmlformats.org/officeDocument/2006/relationships/image" Target="../media/image406.wmf"/><Relationship Id="rId31" Type="http://schemas.openxmlformats.org/officeDocument/2006/relationships/oleObject" Target="../embeddings/oleObject403.bin"/><Relationship Id="rId30" Type="http://schemas.openxmlformats.org/officeDocument/2006/relationships/image" Target="../media/image405.wmf"/><Relationship Id="rId3" Type="http://schemas.openxmlformats.org/officeDocument/2006/relationships/oleObject" Target="../embeddings/oleObject389.bin"/><Relationship Id="rId29" Type="http://schemas.openxmlformats.org/officeDocument/2006/relationships/oleObject" Target="../embeddings/oleObject402.bin"/><Relationship Id="rId28" Type="http://schemas.openxmlformats.org/officeDocument/2006/relationships/image" Target="../media/image404.wmf"/><Relationship Id="rId27" Type="http://schemas.openxmlformats.org/officeDocument/2006/relationships/oleObject" Target="../embeddings/oleObject401.bin"/><Relationship Id="rId26" Type="http://schemas.openxmlformats.org/officeDocument/2006/relationships/image" Target="../media/image403.wmf"/><Relationship Id="rId25" Type="http://schemas.openxmlformats.org/officeDocument/2006/relationships/oleObject" Target="../embeddings/oleObject400.bin"/><Relationship Id="rId24" Type="http://schemas.openxmlformats.org/officeDocument/2006/relationships/image" Target="../media/image402.wmf"/><Relationship Id="rId23" Type="http://schemas.openxmlformats.org/officeDocument/2006/relationships/oleObject" Target="../embeddings/oleObject399.bin"/><Relationship Id="rId22" Type="http://schemas.openxmlformats.org/officeDocument/2006/relationships/image" Target="../media/image401.wmf"/><Relationship Id="rId21" Type="http://schemas.openxmlformats.org/officeDocument/2006/relationships/oleObject" Target="../embeddings/oleObject398.bin"/><Relationship Id="rId20" Type="http://schemas.openxmlformats.org/officeDocument/2006/relationships/image" Target="../media/image400.wmf"/><Relationship Id="rId2" Type="http://schemas.openxmlformats.org/officeDocument/2006/relationships/image" Target="../media/image391.wmf"/><Relationship Id="rId19" Type="http://schemas.openxmlformats.org/officeDocument/2006/relationships/oleObject" Target="../embeddings/oleObject397.bin"/><Relationship Id="rId18" Type="http://schemas.openxmlformats.org/officeDocument/2006/relationships/image" Target="../media/image399.wmf"/><Relationship Id="rId17" Type="http://schemas.openxmlformats.org/officeDocument/2006/relationships/oleObject" Target="../embeddings/oleObject396.bin"/><Relationship Id="rId16" Type="http://schemas.openxmlformats.org/officeDocument/2006/relationships/image" Target="../media/image398.wmf"/><Relationship Id="rId15" Type="http://schemas.openxmlformats.org/officeDocument/2006/relationships/oleObject" Target="../embeddings/oleObject395.bin"/><Relationship Id="rId14" Type="http://schemas.openxmlformats.org/officeDocument/2006/relationships/image" Target="../media/image397.wmf"/><Relationship Id="rId13" Type="http://schemas.openxmlformats.org/officeDocument/2006/relationships/oleObject" Target="../embeddings/oleObject394.bin"/><Relationship Id="rId12" Type="http://schemas.openxmlformats.org/officeDocument/2006/relationships/image" Target="../media/image396.wmf"/><Relationship Id="rId11" Type="http://schemas.openxmlformats.org/officeDocument/2006/relationships/oleObject" Target="../embeddings/oleObject393.bin"/><Relationship Id="rId10" Type="http://schemas.openxmlformats.org/officeDocument/2006/relationships/image" Target="../media/image395.wmf"/><Relationship Id="rId1" Type="http://schemas.openxmlformats.org/officeDocument/2006/relationships/oleObject" Target="../embeddings/oleObject388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9.bin"/><Relationship Id="rId8" Type="http://schemas.openxmlformats.org/officeDocument/2006/relationships/image" Target="../media/image411.wmf"/><Relationship Id="rId7" Type="http://schemas.openxmlformats.org/officeDocument/2006/relationships/oleObject" Target="../embeddings/oleObject408.bin"/><Relationship Id="rId6" Type="http://schemas.openxmlformats.org/officeDocument/2006/relationships/image" Target="../media/image410.wmf"/><Relationship Id="rId5" Type="http://schemas.openxmlformats.org/officeDocument/2006/relationships/oleObject" Target="../embeddings/oleObject407.bin"/><Relationship Id="rId4" Type="http://schemas.openxmlformats.org/officeDocument/2006/relationships/image" Target="../media/image409.wmf"/><Relationship Id="rId3" Type="http://schemas.openxmlformats.org/officeDocument/2006/relationships/oleObject" Target="../embeddings/oleObject406.bin"/><Relationship Id="rId2" Type="http://schemas.openxmlformats.org/officeDocument/2006/relationships/image" Target="../media/image408.wmf"/><Relationship Id="rId16" Type="http://schemas.openxmlformats.org/officeDocument/2006/relationships/vmlDrawing" Target="../drawings/vmlDrawing3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414.wmf"/><Relationship Id="rId13" Type="http://schemas.openxmlformats.org/officeDocument/2006/relationships/oleObject" Target="../embeddings/oleObject411.bin"/><Relationship Id="rId12" Type="http://schemas.openxmlformats.org/officeDocument/2006/relationships/image" Target="../media/image413.wmf"/><Relationship Id="rId11" Type="http://schemas.openxmlformats.org/officeDocument/2006/relationships/oleObject" Target="../embeddings/oleObject410.bin"/><Relationship Id="rId10" Type="http://schemas.openxmlformats.org/officeDocument/2006/relationships/image" Target="../media/image412.wmf"/><Relationship Id="rId1" Type="http://schemas.openxmlformats.org/officeDocument/2006/relationships/oleObject" Target="../embeddings/oleObject405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6.bin"/><Relationship Id="rId8" Type="http://schemas.openxmlformats.org/officeDocument/2006/relationships/image" Target="../media/image418.wmf"/><Relationship Id="rId7" Type="http://schemas.openxmlformats.org/officeDocument/2006/relationships/oleObject" Target="../embeddings/oleObject415.bin"/><Relationship Id="rId6" Type="http://schemas.openxmlformats.org/officeDocument/2006/relationships/image" Target="../media/image417.wmf"/><Relationship Id="rId5" Type="http://schemas.openxmlformats.org/officeDocument/2006/relationships/oleObject" Target="../embeddings/oleObject414.bin"/><Relationship Id="rId4" Type="http://schemas.openxmlformats.org/officeDocument/2006/relationships/image" Target="../media/image416.wmf"/><Relationship Id="rId3" Type="http://schemas.openxmlformats.org/officeDocument/2006/relationships/oleObject" Target="../embeddings/oleObject413.bin"/><Relationship Id="rId2" Type="http://schemas.openxmlformats.org/officeDocument/2006/relationships/image" Target="../media/image415.wmf"/><Relationship Id="rId14" Type="http://schemas.openxmlformats.org/officeDocument/2006/relationships/vmlDrawing" Target="../drawings/vmlDrawing35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20.wmf"/><Relationship Id="rId11" Type="http://schemas.openxmlformats.org/officeDocument/2006/relationships/oleObject" Target="../embeddings/oleObject417.bin"/><Relationship Id="rId10" Type="http://schemas.openxmlformats.org/officeDocument/2006/relationships/image" Target="../media/image419.wmf"/><Relationship Id="rId1" Type="http://schemas.openxmlformats.org/officeDocument/2006/relationships/oleObject" Target="../embeddings/oleObject41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2.bin"/><Relationship Id="rId8" Type="http://schemas.openxmlformats.org/officeDocument/2006/relationships/image" Target="../media/image424.wmf"/><Relationship Id="rId7" Type="http://schemas.openxmlformats.org/officeDocument/2006/relationships/oleObject" Target="../embeddings/oleObject421.bin"/><Relationship Id="rId6" Type="http://schemas.openxmlformats.org/officeDocument/2006/relationships/image" Target="../media/image423.png"/><Relationship Id="rId5" Type="http://schemas.openxmlformats.org/officeDocument/2006/relationships/oleObject" Target="../embeddings/oleObject420.bin"/><Relationship Id="rId4" Type="http://schemas.openxmlformats.org/officeDocument/2006/relationships/image" Target="../media/image422.wmf"/><Relationship Id="rId3" Type="http://schemas.openxmlformats.org/officeDocument/2006/relationships/oleObject" Target="../embeddings/oleObject419.bin"/><Relationship Id="rId28" Type="http://schemas.openxmlformats.org/officeDocument/2006/relationships/vmlDrawing" Target="../drawings/vmlDrawing3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33.wmf"/><Relationship Id="rId25" Type="http://schemas.openxmlformats.org/officeDocument/2006/relationships/oleObject" Target="../embeddings/oleObject430.bin"/><Relationship Id="rId24" Type="http://schemas.openxmlformats.org/officeDocument/2006/relationships/image" Target="../media/image432.wmf"/><Relationship Id="rId23" Type="http://schemas.openxmlformats.org/officeDocument/2006/relationships/oleObject" Target="../embeddings/oleObject429.bin"/><Relationship Id="rId22" Type="http://schemas.openxmlformats.org/officeDocument/2006/relationships/image" Target="../media/image431.wmf"/><Relationship Id="rId21" Type="http://schemas.openxmlformats.org/officeDocument/2006/relationships/oleObject" Target="../embeddings/oleObject428.bin"/><Relationship Id="rId20" Type="http://schemas.openxmlformats.org/officeDocument/2006/relationships/image" Target="../media/image430.wmf"/><Relationship Id="rId2" Type="http://schemas.openxmlformats.org/officeDocument/2006/relationships/image" Target="../media/image421.wmf"/><Relationship Id="rId19" Type="http://schemas.openxmlformats.org/officeDocument/2006/relationships/oleObject" Target="../embeddings/oleObject427.bin"/><Relationship Id="rId18" Type="http://schemas.openxmlformats.org/officeDocument/2006/relationships/image" Target="../media/image429.wmf"/><Relationship Id="rId17" Type="http://schemas.openxmlformats.org/officeDocument/2006/relationships/oleObject" Target="../embeddings/oleObject426.bin"/><Relationship Id="rId16" Type="http://schemas.openxmlformats.org/officeDocument/2006/relationships/image" Target="../media/image428.wmf"/><Relationship Id="rId15" Type="http://schemas.openxmlformats.org/officeDocument/2006/relationships/oleObject" Target="../embeddings/oleObject425.bin"/><Relationship Id="rId14" Type="http://schemas.openxmlformats.org/officeDocument/2006/relationships/image" Target="../media/image427.emf"/><Relationship Id="rId13" Type="http://schemas.openxmlformats.org/officeDocument/2006/relationships/oleObject" Target="../embeddings/oleObject424.bin"/><Relationship Id="rId12" Type="http://schemas.openxmlformats.org/officeDocument/2006/relationships/image" Target="../media/image426.emf"/><Relationship Id="rId11" Type="http://schemas.openxmlformats.org/officeDocument/2006/relationships/oleObject" Target="../embeddings/oleObject423.bin"/><Relationship Id="rId10" Type="http://schemas.openxmlformats.org/officeDocument/2006/relationships/image" Target="../media/image425.emf"/><Relationship Id="rId1" Type="http://schemas.openxmlformats.org/officeDocument/2006/relationships/oleObject" Target="../embeddings/oleObject418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37.wmf"/><Relationship Id="rId7" Type="http://schemas.openxmlformats.org/officeDocument/2006/relationships/oleObject" Target="../embeddings/oleObject434.bin"/><Relationship Id="rId6" Type="http://schemas.openxmlformats.org/officeDocument/2006/relationships/image" Target="../media/image436.wmf"/><Relationship Id="rId5" Type="http://schemas.openxmlformats.org/officeDocument/2006/relationships/oleObject" Target="../embeddings/oleObject433.bin"/><Relationship Id="rId4" Type="http://schemas.openxmlformats.org/officeDocument/2006/relationships/image" Target="../media/image435.wmf"/><Relationship Id="rId3" Type="http://schemas.openxmlformats.org/officeDocument/2006/relationships/oleObject" Target="../embeddings/oleObject432.bin"/><Relationship Id="rId2" Type="http://schemas.openxmlformats.org/officeDocument/2006/relationships/image" Target="../media/image434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431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9.bin"/><Relationship Id="rId8" Type="http://schemas.openxmlformats.org/officeDocument/2006/relationships/image" Target="../media/image441.wmf"/><Relationship Id="rId7" Type="http://schemas.openxmlformats.org/officeDocument/2006/relationships/oleObject" Target="../embeddings/oleObject438.bin"/><Relationship Id="rId6" Type="http://schemas.openxmlformats.org/officeDocument/2006/relationships/image" Target="../media/image440.wmf"/><Relationship Id="rId5" Type="http://schemas.openxmlformats.org/officeDocument/2006/relationships/oleObject" Target="../embeddings/oleObject437.bin"/><Relationship Id="rId4" Type="http://schemas.openxmlformats.org/officeDocument/2006/relationships/image" Target="../media/image439.wmf"/><Relationship Id="rId3" Type="http://schemas.openxmlformats.org/officeDocument/2006/relationships/oleObject" Target="../embeddings/oleObject436.bin"/><Relationship Id="rId26" Type="http://schemas.openxmlformats.org/officeDocument/2006/relationships/vmlDrawing" Target="../drawings/vmlDrawing3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49.wmf"/><Relationship Id="rId23" Type="http://schemas.openxmlformats.org/officeDocument/2006/relationships/oleObject" Target="../embeddings/oleObject446.bin"/><Relationship Id="rId22" Type="http://schemas.openxmlformats.org/officeDocument/2006/relationships/image" Target="../media/image448.wmf"/><Relationship Id="rId21" Type="http://schemas.openxmlformats.org/officeDocument/2006/relationships/oleObject" Target="../embeddings/oleObject445.bin"/><Relationship Id="rId20" Type="http://schemas.openxmlformats.org/officeDocument/2006/relationships/image" Target="../media/image447.wmf"/><Relationship Id="rId2" Type="http://schemas.openxmlformats.org/officeDocument/2006/relationships/image" Target="../media/image438.wmf"/><Relationship Id="rId19" Type="http://schemas.openxmlformats.org/officeDocument/2006/relationships/oleObject" Target="../embeddings/oleObject444.bin"/><Relationship Id="rId18" Type="http://schemas.openxmlformats.org/officeDocument/2006/relationships/image" Target="../media/image446.emf"/><Relationship Id="rId17" Type="http://schemas.openxmlformats.org/officeDocument/2006/relationships/oleObject" Target="../embeddings/oleObject443.bin"/><Relationship Id="rId16" Type="http://schemas.openxmlformats.org/officeDocument/2006/relationships/image" Target="../media/image445.wmf"/><Relationship Id="rId15" Type="http://schemas.openxmlformats.org/officeDocument/2006/relationships/oleObject" Target="../embeddings/oleObject442.bin"/><Relationship Id="rId14" Type="http://schemas.openxmlformats.org/officeDocument/2006/relationships/image" Target="../media/image444.wmf"/><Relationship Id="rId13" Type="http://schemas.openxmlformats.org/officeDocument/2006/relationships/oleObject" Target="../embeddings/oleObject441.bin"/><Relationship Id="rId12" Type="http://schemas.openxmlformats.org/officeDocument/2006/relationships/image" Target="../media/image443.emf"/><Relationship Id="rId11" Type="http://schemas.openxmlformats.org/officeDocument/2006/relationships/oleObject" Target="../embeddings/oleObject440.bin"/><Relationship Id="rId10" Type="http://schemas.openxmlformats.org/officeDocument/2006/relationships/image" Target="../media/image442.emf"/><Relationship Id="rId1" Type="http://schemas.openxmlformats.org/officeDocument/2006/relationships/oleObject" Target="../embeddings/oleObject435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1.bin"/><Relationship Id="rId8" Type="http://schemas.openxmlformats.org/officeDocument/2006/relationships/image" Target="../media/image453.wmf"/><Relationship Id="rId7" Type="http://schemas.openxmlformats.org/officeDocument/2006/relationships/oleObject" Target="../embeddings/oleObject450.bin"/><Relationship Id="rId6" Type="http://schemas.openxmlformats.org/officeDocument/2006/relationships/image" Target="../media/image452.wmf"/><Relationship Id="rId5" Type="http://schemas.openxmlformats.org/officeDocument/2006/relationships/oleObject" Target="../embeddings/oleObject449.bin"/><Relationship Id="rId4" Type="http://schemas.openxmlformats.org/officeDocument/2006/relationships/image" Target="../media/image451.wmf"/><Relationship Id="rId3" Type="http://schemas.openxmlformats.org/officeDocument/2006/relationships/oleObject" Target="../embeddings/oleObject448.bin"/><Relationship Id="rId20" Type="http://schemas.openxmlformats.org/officeDocument/2006/relationships/vmlDrawing" Target="../drawings/vmlDrawing39.vml"/><Relationship Id="rId2" Type="http://schemas.openxmlformats.org/officeDocument/2006/relationships/image" Target="../media/image450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58.wmf"/><Relationship Id="rId17" Type="http://schemas.openxmlformats.org/officeDocument/2006/relationships/oleObject" Target="../embeddings/oleObject455.bin"/><Relationship Id="rId16" Type="http://schemas.openxmlformats.org/officeDocument/2006/relationships/image" Target="../media/image457.wmf"/><Relationship Id="rId15" Type="http://schemas.openxmlformats.org/officeDocument/2006/relationships/oleObject" Target="../embeddings/oleObject454.bin"/><Relationship Id="rId14" Type="http://schemas.openxmlformats.org/officeDocument/2006/relationships/image" Target="../media/image456.wmf"/><Relationship Id="rId13" Type="http://schemas.openxmlformats.org/officeDocument/2006/relationships/oleObject" Target="../embeddings/oleObject453.bin"/><Relationship Id="rId12" Type="http://schemas.openxmlformats.org/officeDocument/2006/relationships/image" Target="../media/image455.wmf"/><Relationship Id="rId11" Type="http://schemas.openxmlformats.org/officeDocument/2006/relationships/oleObject" Target="../embeddings/oleObject452.bin"/><Relationship Id="rId10" Type="http://schemas.openxmlformats.org/officeDocument/2006/relationships/image" Target="../media/image454.wmf"/><Relationship Id="rId1" Type="http://schemas.openxmlformats.org/officeDocument/2006/relationships/oleObject" Target="../embeddings/oleObject447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0.bin"/><Relationship Id="rId8" Type="http://schemas.openxmlformats.org/officeDocument/2006/relationships/image" Target="../media/image462.wmf"/><Relationship Id="rId7" Type="http://schemas.openxmlformats.org/officeDocument/2006/relationships/oleObject" Target="../embeddings/oleObject459.bin"/><Relationship Id="rId6" Type="http://schemas.openxmlformats.org/officeDocument/2006/relationships/image" Target="../media/image461.wmf"/><Relationship Id="rId5" Type="http://schemas.openxmlformats.org/officeDocument/2006/relationships/oleObject" Target="../embeddings/oleObject458.bin"/><Relationship Id="rId4" Type="http://schemas.openxmlformats.org/officeDocument/2006/relationships/image" Target="../media/image460.wmf"/><Relationship Id="rId3" Type="http://schemas.openxmlformats.org/officeDocument/2006/relationships/oleObject" Target="../embeddings/oleObject457.bin"/><Relationship Id="rId2" Type="http://schemas.openxmlformats.org/officeDocument/2006/relationships/image" Target="../media/image459.wmf"/><Relationship Id="rId12" Type="http://schemas.openxmlformats.org/officeDocument/2006/relationships/vmlDrawing" Target="../drawings/vmlDrawing4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63.wmf"/><Relationship Id="rId1" Type="http://schemas.openxmlformats.org/officeDocument/2006/relationships/oleObject" Target="../embeddings/oleObject456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5.bin"/><Relationship Id="rId8" Type="http://schemas.openxmlformats.org/officeDocument/2006/relationships/image" Target="../media/image467.wmf"/><Relationship Id="rId7" Type="http://schemas.openxmlformats.org/officeDocument/2006/relationships/oleObject" Target="../embeddings/oleObject464.bin"/><Relationship Id="rId6" Type="http://schemas.openxmlformats.org/officeDocument/2006/relationships/image" Target="../media/image466.wmf"/><Relationship Id="rId5" Type="http://schemas.openxmlformats.org/officeDocument/2006/relationships/oleObject" Target="../embeddings/oleObject463.bin"/><Relationship Id="rId4" Type="http://schemas.openxmlformats.org/officeDocument/2006/relationships/image" Target="../media/image465.wmf"/><Relationship Id="rId32" Type="http://schemas.openxmlformats.org/officeDocument/2006/relationships/vmlDrawing" Target="../drawings/vmlDrawing41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478.wmf"/><Relationship Id="rId3" Type="http://schemas.openxmlformats.org/officeDocument/2006/relationships/oleObject" Target="../embeddings/oleObject462.bin"/><Relationship Id="rId29" Type="http://schemas.openxmlformats.org/officeDocument/2006/relationships/oleObject" Target="../embeddings/oleObject475.bin"/><Relationship Id="rId28" Type="http://schemas.openxmlformats.org/officeDocument/2006/relationships/image" Target="../media/image477.wmf"/><Relationship Id="rId27" Type="http://schemas.openxmlformats.org/officeDocument/2006/relationships/oleObject" Target="../embeddings/oleObject474.bin"/><Relationship Id="rId26" Type="http://schemas.openxmlformats.org/officeDocument/2006/relationships/image" Target="../media/image476.wmf"/><Relationship Id="rId25" Type="http://schemas.openxmlformats.org/officeDocument/2006/relationships/oleObject" Target="../embeddings/oleObject473.bin"/><Relationship Id="rId24" Type="http://schemas.openxmlformats.org/officeDocument/2006/relationships/image" Target="../media/image475.wmf"/><Relationship Id="rId23" Type="http://schemas.openxmlformats.org/officeDocument/2006/relationships/oleObject" Target="../embeddings/oleObject472.bin"/><Relationship Id="rId22" Type="http://schemas.openxmlformats.org/officeDocument/2006/relationships/image" Target="../media/image474.wmf"/><Relationship Id="rId21" Type="http://schemas.openxmlformats.org/officeDocument/2006/relationships/oleObject" Target="../embeddings/oleObject471.bin"/><Relationship Id="rId20" Type="http://schemas.openxmlformats.org/officeDocument/2006/relationships/image" Target="../media/image473.wmf"/><Relationship Id="rId2" Type="http://schemas.openxmlformats.org/officeDocument/2006/relationships/image" Target="../media/image464.wmf"/><Relationship Id="rId19" Type="http://schemas.openxmlformats.org/officeDocument/2006/relationships/oleObject" Target="../embeddings/oleObject470.bin"/><Relationship Id="rId18" Type="http://schemas.openxmlformats.org/officeDocument/2006/relationships/image" Target="../media/image472.wmf"/><Relationship Id="rId17" Type="http://schemas.openxmlformats.org/officeDocument/2006/relationships/oleObject" Target="../embeddings/oleObject469.bin"/><Relationship Id="rId16" Type="http://schemas.openxmlformats.org/officeDocument/2006/relationships/image" Target="../media/image471.wmf"/><Relationship Id="rId15" Type="http://schemas.openxmlformats.org/officeDocument/2006/relationships/oleObject" Target="../embeddings/oleObject468.bin"/><Relationship Id="rId14" Type="http://schemas.openxmlformats.org/officeDocument/2006/relationships/image" Target="../media/image470.wmf"/><Relationship Id="rId13" Type="http://schemas.openxmlformats.org/officeDocument/2006/relationships/oleObject" Target="../embeddings/oleObject467.bin"/><Relationship Id="rId12" Type="http://schemas.openxmlformats.org/officeDocument/2006/relationships/image" Target="../media/image469.wmf"/><Relationship Id="rId11" Type="http://schemas.openxmlformats.org/officeDocument/2006/relationships/oleObject" Target="../embeddings/oleObject466.bin"/><Relationship Id="rId10" Type="http://schemas.openxmlformats.org/officeDocument/2006/relationships/image" Target="../media/image468.wmf"/><Relationship Id="rId1" Type="http://schemas.openxmlformats.org/officeDocument/2006/relationships/oleObject" Target="../embeddings/oleObject461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0.bin"/><Relationship Id="rId8" Type="http://schemas.openxmlformats.org/officeDocument/2006/relationships/image" Target="../media/image482.wmf"/><Relationship Id="rId7" Type="http://schemas.openxmlformats.org/officeDocument/2006/relationships/oleObject" Target="../embeddings/oleObject479.bin"/><Relationship Id="rId6" Type="http://schemas.openxmlformats.org/officeDocument/2006/relationships/image" Target="../media/image481.wmf"/><Relationship Id="rId5" Type="http://schemas.openxmlformats.org/officeDocument/2006/relationships/oleObject" Target="../embeddings/oleObject478.bin"/><Relationship Id="rId4" Type="http://schemas.openxmlformats.org/officeDocument/2006/relationships/image" Target="../media/image480.wmf"/><Relationship Id="rId3" Type="http://schemas.openxmlformats.org/officeDocument/2006/relationships/oleObject" Target="../embeddings/oleObject477.bin"/><Relationship Id="rId2" Type="http://schemas.openxmlformats.org/officeDocument/2006/relationships/image" Target="../media/image479.wmf"/><Relationship Id="rId18" Type="http://schemas.openxmlformats.org/officeDocument/2006/relationships/vmlDrawing" Target="../drawings/vmlDrawing4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486.wmf"/><Relationship Id="rId15" Type="http://schemas.openxmlformats.org/officeDocument/2006/relationships/oleObject" Target="../embeddings/oleObject483.bin"/><Relationship Id="rId14" Type="http://schemas.openxmlformats.org/officeDocument/2006/relationships/image" Target="../media/image485.wmf"/><Relationship Id="rId13" Type="http://schemas.openxmlformats.org/officeDocument/2006/relationships/oleObject" Target="../embeddings/oleObject482.bin"/><Relationship Id="rId12" Type="http://schemas.openxmlformats.org/officeDocument/2006/relationships/image" Target="../media/image484.wmf"/><Relationship Id="rId11" Type="http://schemas.openxmlformats.org/officeDocument/2006/relationships/oleObject" Target="../embeddings/oleObject481.bin"/><Relationship Id="rId10" Type="http://schemas.openxmlformats.org/officeDocument/2006/relationships/image" Target="../media/image483.wmf"/><Relationship Id="rId1" Type="http://schemas.openxmlformats.org/officeDocument/2006/relationships/oleObject" Target="../embeddings/oleObject476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8.bin"/><Relationship Id="rId8" Type="http://schemas.openxmlformats.org/officeDocument/2006/relationships/image" Target="../media/image490.wmf"/><Relationship Id="rId7" Type="http://schemas.openxmlformats.org/officeDocument/2006/relationships/oleObject" Target="../embeddings/oleObject487.bin"/><Relationship Id="rId6" Type="http://schemas.openxmlformats.org/officeDocument/2006/relationships/image" Target="../media/image489.wmf"/><Relationship Id="rId5" Type="http://schemas.openxmlformats.org/officeDocument/2006/relationships/oleObject" Target="../embeddings/oleObject486.bin"/><Relationship Id="rId4" Type="http://schemas.openxmlformats.org/officeDocument/2006/relationships/image" Target="../media/image488.wmf"/><Relationship Id="rId3" Type="http://schemas.openxmlformats.org/officeDocument/2006/relationships/oleObject" Target="../embeddings/oleObject485.bin"/><Relationship Id="rId28" Type="http://schemas.openxmlformats.org/officeDocument/2006/relationships/vmlDrawing" Target="../drawings/vmlDrawing43.vml"/><Relationship Id="rId27" Type="http://schemas.openxmlformats.org/officeDocument/2006/relationships/slideLayout" Target="../slideLayouts/slideLayout17.xml"/><Relationship Id="rId26" Type="http://schemas.openxmlformats.org/officeDocument/2006/relationships/image" Target="../media/image496.wmf"/><Relationship Id="rId25" Type="http://schemas.openxmlformats.org/officeDocument/2006/relationships/oleObject" Target="../embeddings/oleObject496.bin"/><Relationship Id="rId24" Type="http://schemas.openxmlformats.org/officeDocument/2006/relationships/image" Target="../media/image495.wmf"/><Relationship Id="rId23" Type="http://schemas.openxmlformats.org/officeDocument/2006/relationships/oleObject" Target="../embeddings/oleObject495.bin"/><Relationship Id="rId22" Type="http://schemas.openxmlformats.org/officeDocument/2006/relationships/image" Target="../media/image494.wmf"/><Relationship Id="rId21" Type="http://schemas.openxmlformats.org/officeDocument/2006/relationships/oleObject" Target="../embeddings/oleObject494.bin"/><Relationship Id="rId20" Type="http://schemas.openxmlformats.org/officeDocument/2006/relationships/image" Target="../media/image245.wmf"/><Relationship Id="rId2" Type="http://schemas.openxmlformats.org/officeDocument/2006/relationships/image" Target="../media/image487.wmf"/><Relationship Id="rId19" Type="http://schemas.openxmlformats.org/officeDocument/2006/relationships/oleObject" Target="../embeddings/oleObject493.bin"/><Relationship Id="rId18" Type="http://schemas.openxmlformats.org/officeDocument/2006/relationships/image" Target="../media/image246.wmf"/><Relationship Id="rId17" Type="http://schemas.openxmlformats.org/officeDocument/2006/relationships/oleObject" Target="../embeddings/oleObject492.bin"/><Relationship Id="rId16" Type="http://schemas.openxmlformats.org/officeDocument/2006/relationships/image" Target="../media/image244.wmf"/><Relationship Id="rId15" Type="http://schemas.openxmlformats.org/officeDocument/2006/relationships/oleObject" Target="../embeddings/oleObject491.bin"/><Relationship Id="rId14" Type="http://schemas.openxmlformats.org/officeDocument/2006/relationships/image" Target="../media/image493.wmf"/><Relationship Id="rId13" Type="http://schemas.openxmlformats.org/officeDocument/2006/relationships/oleObject" Target="../embeddings/oleObject490.bin"/><Relationship Id="rId12" Type="http://schemas.openxmlformats.org/officeDocument/2006/relationships/image" Target="../media/image492.wmf"/><Relationship Id="rId11" Type="http://schemas.openxmlformats.org/officeDocument/2006/relationships/oleObject" Target="../embeddings/oleObject489.bin"/><Relationship Id="rId10" Type="http://schemas.openxmlformats.org/officeDocument/2006/relationships/image" Target="../media/image491.wmf"/><Relationship Id="rId1" Type="http://schemas.openxmlformats.org/officeDocument/2006/relationships/oleObject" Target="../embeddings/oleObject484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1.bin"/><Relationship Id="rId8" Type="http://schemas.openxmlformats.org/officeDocument/2006/relationships/image" Target="../media/image500.wmf"/><Relationship Id="rId7" Type="http://schemas.openxmlformats.org/officeDocument/2006/relationships/oleObject" Target="../embeddings/oleObject500.bin"/><Relationship Id="rId6" Type="http://schemas.openxmlformats.org/officeDocument/2006/relationships/image" Target="../media/image499.wmf"/><Relationship Id="rId5" Type="http://schemas.openxmlformats.org/officeDocument/2006/relationships/oleObject" Target="../embeddings/oleObject499.bin"/><Relationship Id="rId4" Type="http://schemas.openxmlformats.org/officeDocument/2006/relationships/image" Target="../media/image498.wmf"/><Relationship Id="rId3" Type="http://schemas.openxmlformats.org/officeDocument/2006/relationships/oleObject" Target="../embeddings/oleObject498.bin"/><Relationship Id="rId27" Type="http://schemas.openxmlformats.org/officeDocument/2006/relationships/vmlDrawing" Target="../drawings/vmlDrawing44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509.png"/><Relationship Id="rId24" Type="http://schemas.openxmlformats.org/officeDocument/2006/relationships/image" Target="../media/image508.wmf"/><Relationship Id="rId23" Type="http://schemas.openxmlformats.org/officeDocument/2006/relationships/oleObject" Target="../embeddings/oleObject508.bin"/><Relationship Id="rId22" Type="http://schemas.openxmlformats.org/officeDocument/2006/relationships/image" Target="../media/image507.wmf"/><Relationship Id="rId21" Type="http://schemas.openxmlformats.org/officeDocument/2006/relationships/oleObject" Target="../embeddings/oleObject507.bin"/><Relationship Id="rId20" Type="http://schemas.openxmlformats.org/officeDocument/2006/relationships/image" Target="../media/image506.wmf"/><Relationship Id="rId2" Type="http://schemas.openxmlformats.org/officeDocument/2006/relationships/image" Target="../media/image497.wmf"/><Relationship Id="rId19" Type="http://schemas.openxmlformats.org/officeDocument/2006/relationships/oleObject" Target="../embeddings/oleObject506.bin"/><Relationship Id="rId18" Type="http://schemas.openxmlformats.org/officeDocument/2006/relationships/image" Target="../media/image505.wmf"/><Relationship Id="rId17" Type="http://schemas.openxmlformats.org/officeDocument/2006/relationships/oleObject" Target="../embeddings/oleObject505.bin"/><Relationship Id="rId16" Type="http://schemas.openxmlformats.org/officeDocument/2006/relationships/image" Target="../media/image504.wmf"/><Relationship Id="rId15" Type="http://schemas.openxmlformats.org/officeDocument/2006/relationships/oleObject" Target="../embeddings/oleObject504.bin"/><Relationship Id="rId14" Type="http://schemas.openxmlformats.org/officeDocument/2006/relationships/image" Target="../media/image503.wmf"/><Relationship Id="rId13" Type="http://schemas.openxmlformats.org/officeDocument/2006/relationships/oleObject" Target="../embeddings/oleObject503.bin"/><Relationship Id="rId12" Type="http://schemas.openxmlformats.org/officeDocument/2006/relationships/image" Target="../media/image502.wmf"/><Relationship Id="rId11" Type="http://schemas.openxmlformats.org/officeDocument/2006/relationships/oleObject" Target="../embeddings/oleObject502.bin"/><Relationship Id="rId10" Type="http://schemas.openxmlformats.org/officeDocument/2006/relationships/image" Target="../media/image501.wmf"/><Relationship Id="rId1" Type="http://schemas.openxmlformats.org/officeDocument/2006/relationships/oleObject" Target="../embeddings/oleObject497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3.bin"/><Relationship Id="rId8" Type="http://schemas.openxmlformats.org/officeDocument/2006/relationships/image" Target="../media/image513.wmf"/><Relationship Id="rId7" Type="http://schemas.openxmlformats.org/officeDocument/2006/relationships/oleObject" Target="../embeddings/oleObject512.bin"/><Relationship Id="rId6" Type="http://schemas.openxmlformats.org/officeDocument/2006/relationships/image" Target="../media/image512.wmf"/><Relationship Id="rId5" Type="http://schemas.openxmlformats.org/officeDocument/2006/relationships/oleObject" Target="../embeddings/oleObject511.bin"/><Relationship Id="rId4" Type="http://schemas.openxmlformats.org/officeDocument/2006/relationships/image" Target="../media/image511.wmf"/><Relationship Id="rId32" Type="http://schemas.openxmlformats.org/officeDocument/2006/relationships/vmlDrawing" Target="../drawings/vmlDrawing45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524.emf"/><Relationship Id="rId3" Type="http://schemas.openxmlformats.org/officeDocument/2006/relationships/oleObject" Target="../embeddings/oleObject510.bin"/><Relationship Id="rId29" Type="http://schemas.openxmlformats.org/officeDocument/2006/relationships/oleObject" Target="../embeddings/oleObject523.bin"/><Relationship Id="rId28" Type="http://schemas.openxmlformats.org/officeDocument/2006/relationships/image" Target="../media/image523.emf"/><Relationship Id="rId27" Type="http://schemas.openxmlformats.org/officeDocument/2006/relationships/oleObject" Target="../embeddings/oleObject522.bin"/><Relationship Id="rId26" Type="http://schemas.openxmlformats.org/officeDocument/2006/relationships/image" Target="../media/image522.emf"/><Relationship Id="rId25" Type="http://schemas.openxmlformats.org/officeDocument/2006/relationships/oleObject" Target="../embeddings/oleObject521.bin"/><Relationship Id="rId24" Type="http://schemas.openxmlformats.org/officeDocument/2006/relationships/image" Target="../media/image521.emf"/><Relationship Id="rId23" Type="http://schemas.openxmlformats.org/officeDocument/2006/relationships/oleObject" Target="../embeddings/oleObject520.bin"/><Relationship Id="rId22" Type="http://schemas.openxmlformats.org/officeDocument/2006/relationships/image" Target="../media/image520.emf"/><Relationship Id="rId21" Type="http://schemas.openxmlformats.org/officeDocument/2006/relationships/oleObject" Target="../embeddings/oleObject519.bin"/><Relationship Id="rId20" Type="http://schemas.openxmlformats.org/officeDocument/2006/relationships/image" Target="../media/image519.emf"/><Relationship Id="rId2" Type="http://schemas.openxmlformats.org/officeDocument/2006/relationships/image" Target="../media/image510.wmf"/><Relationship Id="rId19" Type="http://schemas.openxmlformats.org/officeDocument/2006/relationships/oleObject" Target="../embeddings/oleObject518.bin"/><Relationship Id="rId18" Type="http://schemas.openxmlformats.org/officeDocument/2006/relationships/image" Target="../media/image518.emf"/><Relationship Id="rId17" Type="http://schemas.openxmlformats.org/officeDocument/2006/relationships/oleObject" Target="../embeddings/oleObject517.bin"/><Relationship Id="rId16" Type="http://schemas.openxmlformats.org/officeDocument/2006/relationships/image" Target="../media/image517.wmf"/><Relationship Id="rId15" Type="http://schemas.openxmlformats.org/officeDocument/2006/relationships/oleObject" Target="../embeddings/oleObject516.bin"/><Relationship Id="rId14" Type="http://schemas.openxmlformats.org/officeDocument/2006/relationships/image" Target="../media/image516.wmf"/><Relationship Id="rId13" Type="http://schemas.openxmlformats.org/officeDocument/2006/relationships/oleObject" Target="../embeddings/oleObject515.bin"/><Relationship Id="rId12" Type="http://schemas.openxmlformats.org/officeDocument/2006/relationships/image" Target="../media/image515.wmf"/><Relationship Id="rId11" Type="http://schemas.openxmlformats.org/officeDocument/2006/relationships/oleObject" Target="../embeddings/oleObject514.bin"/><Relationship Id="rId10" Type="http://schemas.openxmlformats.org/officeDocument/2006/relationships/image" Target="../media/image514.wmf"/><Relationship Id="rId1" Type="http://schemas.openxmlformats.org/officeDocument/2006/relationships/oleObject" Target="../embeddings/oleObject509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8.bin"/><Relationship Id="rId8" Type="http://schemas.openxmlformats.org/officeDocument/2006/relationships/image" Target="../media/image528.wmf"/><Relationship Id="rId7" Type="http://schemas.openxmlformats.org/officeDocument/2006/relationships/oleObject" Target="../embeddings/oleObject527.bin"/><Relationship Id="rId6" Type="http://schemas.openxmlformats.org/officeDocument/2006/relationships/image" Target="../media/image527.wmf"/><Relationship Id="rId5" Type="http://schemas.openxmlformats.org/officeDocument/2006/relationships/oleObject" Target="../embeddings/oleObject526.bin"/><Relationship Id="rId4" Type="http://schemas.openxmlformats.org/officeDocument/2006/relationships/image" Target="../media/image526.wmf"/><Relationship Id="rId3" Type="http://schemas.openxmlformats.org/officeDocument/2006/relationships/oleObject" Target="../embeddings/oleObject525.bin"/><Relationship Id="rId20" Type="http://schemas.openxmlformats.org/officeDocument/2006/relationships/vmlDrawing" Target="../drawings/vmlDrawing46.vml"/><Relationship Id="rId2" Type="http://schemas.openxmlformats.org/officeDocument/2006/relationships/image" Target="../media/image525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533.wmf"/><Relationship Id="rId17" Type="http://schemas.openxmlformats.org/officeDocument/2006/relationships/oleObject" Target="../embeddings/oleObject532.bin"/><Relationship Id="rId16" Type="http://schemas.openxmlformats.org/officeDocument/2006/relationships/image" Target="../media/image532.wmf"/><Relationship Id="rId15" Type="http://schemas.openxmlformats.org/officeDocument/2006/relationships/oleObject" Target="../embeddings/oleObject531.bin"/><Relationship Id="rId14" Type="http://schemas.openxmlformats.org/officeDocument/2006/relationships/image" Target="../media/image531.wmf"/><Relationship Id="rId13" Type="http://schemas.openxmlformats.org/officeDocument/2006/relationships/oleObject" Target="../embeddings/oleObject530.bin"/><Relationship Id="rId12" Type="http://schemas.openxmlformats.org/officeDocument/2006/relationships/image" Target="../media/image530.wmf"/><Relationship Id="rId11" Type="http://schemas.openxmlformats.org/officeDocument/2006/relationships/oleObject" Target="../embeddings/oleObject529.bin"/><Relationship Id="rId10" Type="http://schemas.openxmlformats.org/officeDocument/2006/relationships/image" Target="../media/image529.wmf"/><Relationship Id="rId1" Type="http://schemas.openxmlformats.org/officeDocument/2006/relationships/oleObject" Target="../embeddings/oleObject524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7.bin"/><Relationship Id="rId8" Type="http://schemas.openxmlformats.org/officeDocument/2006/relationships/image" Target="../media/image537.wmf"/><Relationship Id="rId7" Type="http://schemas.openxmlformats.org/officeDocument/2006/relationships/oleObject" Target="../embeddings/oleObject536.bin"/><Relationship Id="rId6" Type="http://schemas.openxmlformats.org/officeDocument/2006/relationships/image" Target="../media/image536.wmf"/><Relationship Id="rId5" Type="http://schemas.openxmlformats.org/officeDocument/2006/relationships/oleObject" Target="../embeddings/oleObject535.bin"/><Relationship Id="rId4" Type="http://schemas.openxmlformats.org/officeDocument/2006/relationships/image" Target="../media/image535.wmf"/><Relationship Id="rId3" Type="http://schemas.openxmlformats.org/officeDocument/2006/relationships/oleObject" Target="../embeddings/oleObject534.bin"/><Relationship Id="rId2" Type="http://schemas.openxmlformats.org/officeDocument/2006/relationships/image" Target="../media/image534.wmf"/><Relationship Id="rId14" Type="http://schemas.openxmlformats.org/officeDocument/2006/relationships/vmlDrawing" Target="../drawings/vmlDrawing4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539.wmf"/><Relationship Id="rId11" Type="http://schemas.openxmlformats.org/officeDocument/2006/relationships/oleObject" Target="../embeddings/oleObject538.bin"/><Relationship Id="rId10" Type="http://schemas.openxmlformats.org/officeDocument/2006/relationships/image" Target="../media/image538.wmf"/><Relationship Id="rId1" Type="http://schemas.openxmlformats.org/officeDocument/2006/relationships/oleObject" Target="../embeddings/oleObject533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3.bin"/><Relationship Id="rId8" Type="http://schemas.openxmlformats.org/officeDocument/2006/relationships/image" Target="../media/image543.wmf"/><Relationship Id="rId7" Type="http://schemas.openxmlformats.org/officeDocument/2006/relationships/oleObject" Target="../embeddings/oleObject542.bin"/><Relationship Id="rId6" Type="http://schemas.openxmlformats.org/officeDocument/2006/relationships/image" Target="../media/image542.wmf"/><Relationship Id="rId5" Type="http://schemas.openxmlformats.org/officeDocument/2006/relationships/oleObject" Target="../embeddings/oleObject541.bin"/><Relationship Id="rId4" Type="http://schemas.openxmlformats.org/officeDocument/2006/relationships/image" Target="../media/image541.wmf"/><Relationship Id="rId3" Type="http://schemas.openxmlformats.org/officeDocument/2006/relationships/oleObject" Target="../embeddings/oleObject540.bin"/><Relationship Id="rId22" Type="http://schemas.openxmlformats.org/officeDocument/2006/relationships/vmlDrawing" Target="../drawings/vmlDrawing48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49.wmf"/><Relationship Id="rId2" Type="http://schemas.openxmlformats.org/officeDocument/2006/relationships/image" Target="../media/image540.wmf"/><Relationship Id="rId19" Type="http://schemas.openxmlformats.org/officeDocument/2006/relationships/oleObject" Target="../embeddings/oleObject548.bin"/><Relationship Id="rId18" Type="http://schemas.openxmlformats.org/officeDocument/2006/relationships/image" Target="../media/image548.wmf"/><Relationship Id="rId17" Type="http://schemas.openxmlformats.org/officeDocument/2006/relationships/oleObject" Target="../embeddings/oleObject547.bin"/><Relationship Id="rId16" Type="http://schemas.openxmlformats.org/officeDocument/2006/relationships/image" Target="../media/image547.wmf"/><Relationship Id="rId15" Type="http://schemas.openxmlformats.org/officeDocument/2006/relationships/oleObject" Target="../embeddings/oleObject546.bin"/><Relationship Id="rId14" Type="http://schemas.openxmlformats.org/officeDocument/2006/relationships/image" Target="../media/image546.wmf"/><Relationship Id="rId13" Type="http://schemas.openxmlformats.org/officeDocument/2006/relationships/oleObject" Target="../embeddings/oleObject545.bin"/><Relationship Id="rId12" Type="http://schemas.openxmlformats.org/officeDocument/2006/relationships/image" Target="../media/image545.wmf"/><Relationship Id="rId11" Type="http://schemas.openxmlformats.org/officeDocument/2006/relationships/oleObject" Target="../embeddings/oleObject544.bin"/><Relationship Id="rId10" Type="http://schemas.openxmlformats.org/officeDocument/2006/relationships/image" Target="../media/image544.wmf"/><Relationship Id="rId1" Type="http://schemas.openxmlformats.org/officeDocument/2006/relationships/oleObject" Target="../embeddings/oleObject539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3.bin"/><Relationship Id="rId8" Type="http://schemas.openxmlformats.org/officeDocument/2006/relationships/image" Target="../media/image553.wmf"/><Relationship Id="rId7" Type="http://schemas.openxmlformats.org/officeDocument/2006/relationships/oleObject" Target="../embeddings/oleObject552.bin"/><Relationship Id="rId6" Type="http://schemas.openxmlformats.org/officeDocument/2006/relationships/image" Target="../media/image552.wmf"/><Relationship Id="rId5" Type="http://schemas.openxmlformats.org/officeDocument/2006/relationships/oleObject" Target="../embeddings/oleObject551.bin"/><Relationship Id="rId4" Type="http://schemas.openxmlformats.org/officeDocument/2006/relationships/image" Target="../media/image551.wmf"/><Relationship Id="rId3" Type="http://schemas.openxmlformats.org/officeDocument/2006/relationships/oleObject" Target="../embeddings/oleObject550.bin"/><Relationship Id="rId28" Type="http://schemas.openxmlformats.org/officeDocument/2006/relationships/vmlDrawing" Target="../drawings/vmlDrawing49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62.wmf"/><Relationship Id="rId25" Type="http://schemas.openxmlformats.org/officeDocument/2006/relationships/oleObject" Target="../embeddings/oleObject561.bin"/><Relationship Id="rId24" Type="http://schemas.openxmlformats.org/officeDocument/2006/relationships/image" Target="../media/image561.wmf"/><Relationship Id="rId23" Type="http://schemas.openxmlformats.org/officeDocument/2006/relationships/oleObject" Target="../embeddings/oleObject560.bin"/><Relationship Id="rId22" Type="http://schemas.openxmlformats.org/officeDocument/2006/relationships/image" Target="../media/image560.wmf"/><Relationship Id="rId21" Type="http://schemas.openxmlformats.org/officeDocument/2006/relationships/oleObject" Target="../embeddings/oleObject559.bin"/><Relationship Id="rId20" Type="http://schemas.openxmlformats.org/officeDocument/2006/relationships/image" Target="../media/image559.wmf"/><Relationship Id="rId2" Type="http://schemas.openxmlformats.org/officeDocument/2006/relationships/image" Target="../media/image550.wmf"/><Relationship Id="rId19" Type="http://schemas.openxmlformats.org/officeDocument/2006/relationships/oleObject" Target="../embeddings/oleObject558.bin"/><Relationship Id="rId18" Type="http://schemas.openxmlformats.org/officeDocument/2006/relationships/image" Target="../media/image558.wmf"/><Relationship Id="rId17" Type="http://schemas.openxmlformats.org/officeDocument/2006/relationships/oleObject" Target="../embeddings/oleObject557.bin"/><Relationship Id="rId16" Type="http://schemas.openxmlformats.org/officeDocument/2006/relationships/image" Target="../media/image557.wmf"/><Relationship Id="rId15" Type="http://schemas.openxmlformats.org/officeDocument/2006/relationships/oleObject" Target="../embeddings/oleObject556.bin"/><Relationship Id="rId14" Type="http://schemas.openxmlformats.org/officeDocument/2006/relationships/image" Target="../media/image556.wmf"/><Relationship Id="rId13" Type="http://schemas.openxmlformats.org/officeDocument/2006/relationships/oleObject" Target="../embeddings/oleObject555.bin"/><Relationship Id="rId12" Type="http://schemas.openxmlformats.org/officeDocument/2006/relationships/image" Target="../media/image555.wmf"/><Relationship Id="rId11" Type="http://schemas.openxmlformats.org/officeDocument/2006/relationships/oleObject" Target="../embeddings/oleObject554.bin"/><Relationship Id="rId10" Type="http://schemas.openxmlformats.org/officeDocument/2006/relationships/image" Target="../media/image554.wmf"/><Relationship Id="rId1" Type="http://schemas.openxmlformats.org/officeDocument/2006/relationships/oleObject" Target="../embeddings/oleObject549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6.bin"/><Relationship Id="rId8" Type="http://schemas.openxmlformats.org/officeDocument/2006/relationships/image" Target="../media/image566.wmf"/><Relationship Id="rId7" Type="http://schemas.openxmlformats.org/officeDocument/2006/relationships/oleObject" Target="../embeddings/oleObject565.bin"/><Relationship Id="rId6" Type="http://schemas.openxmlformats.org/officeDocument/2006/relationships/image" Target="../media/image565.wmf"/><Relationship Id="rId5" Type="http://schemas.openxmlformats.org/officeDocument/2006/relationships/oleObject" Target="../embeddings/oleObject564.bin"/><Relationship Id="rId4" Type="http://schemas.openxmlformats.org/officeDocument/2006/relationships/image" Target="../media/image564.wmf"/><Relationship Id="rId3" Type="http://schemas.openxmlformats.org/officeDocument/2006/relationships/oleObject" Target="../embeddings/oleObject563.bin"/><Relationship Id="rId26" Type="http://schemas.openxmlformats.org/officeDocument/2006/relationships/vmlDrawing" Target="../drawings/vmlDrawing5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574.wmf"/><Relationship Id="rId23" Type="http://schemas.openxmlformats.org/officeDocument/2006/relationships/oleObject" Target="../embeddings/oleObject573.bin"/><Relationship Id="rId22" Type="http://schemas.openxmlformats.org/officeDocument/2006/relationships/image" Target="../media/image573.wmf"/><Relationship Id="rId21" Type="http://schemas.openxmlformats.org/officeDocument/2006/relationships/oleObject" Target="../embeddings/oleObject572.bin"/><Relationship Id="rId20" Type="http://schemas.openxmlformats.org/officeDocument/2006/relationships/image" Target="../media/image572.wmf"/><Relationship Id="rId2" Type="http://schemas.openxmlformats.org/officeDocument/2006/relationships/image" Target="../media/image563.wmf"/><Relationship Id="rId19" Type="http://schemas.openxmlformats.org/officeDocument/2006/relationships/oleObject" Target="../embeddings/oleObject571.bin"/><Relationship Id="rId18" Type="http://schemas.openxmlformats.org/officeDocument/2006/relationships/image" Target="../media/image571.wmf"/><Relationship Id="rId17" Type="http://schemas.openxmlformats.org/officeDocument/2006/relationships/oleObject" Target="../embeddings/oleObject570.bin"/><Relationship Id="rId16" Type="http://schemas.openxmlformats.org/officeDocument/2006/relationships/image" Target="../media/image570.wmf"/><Relationship Id="rId15" Type="http://schemas.openxmlformats.org/officeDocument/2006/relationships/oleObject" Target="../embeddings/oleObject569.bin"/><Relationship Id="rId14" Type="http://schemas.openxmlformats.org/officeDocument/2006/relationships/image" Target="../media/image569.wmf"/><Relationship Id="rId13" Type="http://schemas.openxmlformats.org/officeDocument/2006/relationships/oleObject" Target="../embeddings/oleObject568.bin"/><Relationship Id="rId12" Type="http://schemas.openxmlformats.org/officeDocument/2006/relationships/image" Target="../media/image568.wmf"/><Relationship Id="rId11" Type="http://schemas.openxmlformats.org/officeDocument/2006/relationships/oleObject" Target="../embeddings/oleObject567.bin"/><Relationship Id="rId10" Type="http://schemas.openxmlformats.org/officeDocument/2006/relationships/image" Target="../media/image567.wmf"/><Relationship Id="rId1" Type="http://schemas.openxmlformats.org/officeDocument/2006/relationships/oleObject" Target="../embeddings/oleObject562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9.png"/><Relationship Id="rId8" Type="http://schemas.openxmlformats.org/officeDocument/2006/relationships/image" Target="../media/image578.wmf"/><Relationship Id="rId7" Type="http://schemas.openxmlformats.org/officeDocument/2006/relationships/oleObject" Target="../embeddings/oleObject577.bin"/><Relationship Id="rId6" Type="http://schemas.openxmlformats.org/officeDocument/2006/relationships/image" Target="../media/image577.wmf"/><Relationship Id="rId5" Type="http://schemas.openxmlformats.org/officeDocument/2006/relationships/oleObject" Target="../embeddings/oleObject576.bin"/><Relationship Id="rId4" Type="http://schemas.openxmlformats.org/officeDocument/2006/relationships/image" Target="../media/image576.wmf"/><Relationship Id="rId3" Type="http://schemas.openxmlformats.org/officeDocument/2006/relationships/oleObject" Target="../embeddings/oleObject575.bin"/><Relationship Id="rId2" Type="http://schemas.openxmlformats.org/officeDocument/2006/relationships/image" Target="../media/image575.wmf"/><Relationship Id="rId11" Type="http://schemas.openxmlformats.org/officeDocument/2006/relationships/vmlDrawing" Target="../drawings/vmlDrawing51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574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2.bin"/><Relationship Id="rId8" Type="http://schemas.openxmlformats.org/officeDocument/2006/relationships/image" Target="../media/image583.wmf"/><Relationship Id="rId7" Type="http://schemas.openxmlformats.org/officeDocument/2006/relationships/oleObject" Target="../embeddings/oleObject581.bin"/><Relationship Id="rId6" Type="http://schemas.openxmlformats.org/officeDocument/2006/relationships/image" Target="../media/image582.wmf"/><Relationship Id="rId5" Type="http://schemas.openxmlformats.org/officeDocument/2006/relationships/oleObject" Target="../embeddings/oleObject580.bin"/><Relationship Id="rId4" Type="http://schemas.openxmlformats.org/officeDocument/2006/relationships/image" Target="../media/image581.wmf"/><Relationship Id="rId3" Type="http://schemas.openxmlformats.org/officeDocument/2006/relationships/oleObject" Target="../embeddings/oleObject579.bin"/><Relationship Id="rId2" Type="http://schemas.openxmlformats.org/officeDocument/2006/relationships/image" Target="../media/image580.wmf"/><Relationship Id="rId19" Type="http://schemas.openxmlformats.org/officeDocument/2006/relationships/vmlDrawing" Target="../drawings/vmlDrawing52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588.wmf"/><Relationship Id="rId16" Type="http://schemas.openxmlformats.org/officeDocument/2006/relationships/oleObject" Target="../embeddings/oleObject585.bin"/><Relationship Id="rId15" Type="http://schemas.openxmlformats.org/officeDocument/2006/relationships/image" Target="../media/image587.wmf"/><Relationship Id="rId14" Type="http://schemas.openxmlformats.org/officeDocument/2006/relationships/oleObject" Target="../embeddings/oleObject584.bin"/><Relationship Id="rId13" Type="http://schemas.openxmlformats.org/officeDocument/2006/relationships/image" Target="../media/image586.png"/><Relationship Id="rId12" Type="http://schemas.openxmlformats.org/officeDocument/2006/relationships/image" Target="../media/image585.wmf"/><Relationship Id="rId11" Type="http://schemas.openxmlformats.org/officeDocument/2006/relationships/oleObject" Target="../embeddings/oleObject583.bin"/><Relationship Id="rId10" Type="http://schemas.openxmlformats.org/officeDocument/2006/relationships/image" Target="../media/image584.wmf"/><Relationship Id="rId1" Type="http://schemas.openxmlformats.org/officeDocument/2006/relationships/oleObject" Target="../embeddings/oleObject578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0.bin"/><Relationship Id="rId8" Type="http://schemas.openxmlformats.org/officeDocument/2006/relationships/image" Target="../media/image592.wmf"/><Relationship Id="rId7" Type="http://schemas.openxmlformats.org/officeDocument/2006/relationships/oleObject" Target="../embeddings/oleObject589.bin"/><Relationship Id="rId6" Type="http://schemas.openxmlformats.org/officeDocument/2006/relationships/image" Target="../media/image591.wmf"/><Relationship Id="rId5" Type="http://schemas.openxmlformats.org/officeDocument/2006/relationships/oleObject" Target="../embeddings/oleObject588.bin"/><Relationship Id="rId4" Type="http://schemas.openxmlformats.org/officeDocument/2006/relationships/image" Target="../media/image590.wmf"/><Relationship Id="rId3" Type="http://schemas.openxmlformats.org/officeDocument/2006/relationships/oleObject" Target="../embeddings/oleObject587.bin"/><Relationship Id="rId2" Type="http://schemas.openxmlformats.org/officeDocument/2006/relationships/image" Target="../media/image589.wmf"/><Relationship Id="rId12" Type="http://schemas.openxmlformats.org/officeDocument/2006/relationships/vmlDrawing" Target="../drawings/vmlDrawing5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93.wmf"/><Relationship Id="rId1" Type="http://schemas.openxmlformats.org/officeDocument/2006/relationships/oleObject" Target="../embeddings/oleObject586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5.bin"/><Relationship Id="rId8" Type="http://schemas.openxmlformats.org/officeDocument/2006/relationships/image" Target="../media/image597.wmf"/><Relationship Id="rId7" Type="http://schemas.openxmlformats.org/officeDocument/2006/relationships/oleObject" Target="../embeddings/oleObject594.bin"/><Relationship Id="rId6" Type="http://schemas.openxmlformats.org/officeDocument/2006/relationships/image" Target="../media/image596.wmf"/><Relationship Id="rId5" Type="http://schemas.openxmlformats.org/officeDocument/2006/relationships/oleObject" Target="../embeddings/oleObject593.bin"/><Relationship Id="rId4" Type="http://schemas.openxmlformats.org/officeDocument/2006/relationships/image" Target="../media/image595.wmf"/><Relationship Id="rId3" Type="http://schemas.openxmlformats.org/officeDocument/2006/relationships/oleObject" Target="../embeddings/oleObject592.bin"/><Relationship Id="rId2" Type="http://schemas.openxmlformats.org/officeDocument/2006/relationships/image" Target="../media/image594.wmf"/><Relationship Id="rId12" Type="http://schemas.openxmlformats.org/officeDocument/2006/relationships/vmlDrawing" Target="../drawings/vmlDrawing54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98.wmf"/><Relationship Id="rId1" Type="http://schemas.openxmlformats.org/officeDocument/2006/relationships/oleObject" Target="../embeddings/oleObject591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0.bin"/><Relationship Id="rId8" Type="http://schemas.openxmlformats.org/officeDocument/2006/relationships/image" Target="../media/image602.wmf"/><Relationship Id="rId7" Type="http://schemas.openxmlformats.org/officeDocument/2006/relationships/oleObject" Target="../embeddings/oleObject599.bin"/><Relationship Id="rId6" Type="http://schemas.openxmlformats.org/officeDocument/2006/relationships/image" Target="../media/image601.wmf"/><Relationship Id="rId5" Type="http://schemas.openxmlformats.org/officeDocument/2006/relationships/oleObject" Target="../embeddings/oleObject598.bin"/><Relationship Id="rId4" Type="http://schemas.openxmlformats.org/officeDocument/2006/relationships/image" Target="../media/image600.wmf"/><Relationship Id="rId3" Type="http://schemas.openxmlformats.org/officeDocument/2006/relationships/oleObject" Target="../embeddings/oleObject597.bin"/><Relationship Id="rId2" Type="http://schemas.openxmlformats.org/officeDocument/2006/relationships/image" Target="../media/image599.wmf"/><Relationship Id="rId12" Type="http://schemas.openxmlformats.org/officeDocument/2006/relationships/vmlDrawing" Target="../drawings/vmlDrawing5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03.wmf"/><Relationship Id="rId1" Type="http://schemas.openxmlformats.org/officeDocument/2006/relationships/oleObject" Target="../embeddings/oleObject596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5.bin"/><Relationship Id="rId8" Type="http://schemas.openxmlformats.org/officeDocument/2006/relationships/image" Target="../media/image607.wmf"/><Relationship Id="rId7" Type="http://schemas.openxmlformats.org/officeDocument/2006/relationships/oleObject" Target="../embeddings/oleObject604.bin"/><Relationship Id="rId6" Type="http://schemas.openxmlformats.org/officeDocument/2006/relationships/image" Target="../media/image606.wmf"/><Relationship Id="rId5" Type="http://schemas.openxmlformats.org/officeDocument/2006/relationships/oleObject" Target="../embeddings/oleObject603.bin"/><Relationship Id="rId4" Type="http://schemas.openxmlformats.org/officeDocument/2006/relationships/image" Target="../media/image605.wmf"/><Relationship Id="rId3" Type="http://schemas.openxmlformats.org/officeDocument/2006/relationships/oleObject" Target="../embeddings/oleObject602.bin"/><Relationship Id="rId26" Type="http://schemas.openxmlformats.org/officeDocument/2006/relationships/vmlDrawing" Target="../drawings/vmlDrawing56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615.wmf"/><Relationship Id="rId23" Type="http://schemas.openxmlformats.org/officeDocument/2006/relationships/oleObject" Target="../embeddings/oleObject612.bin"/><Relationship Id="rId22" Type="http://schemas.openxmlformats.org/officeDocument/2006/relationships/image" Target="../media/image614.wmf"/><Relationship Id="rId21" Type="http://schemas.openxmlformats.org/officeDocument/2006/relationships/oleObject" Target="../embeddings/oleObject611.bin"/><Relationship Id="rId20" Type="http://schemas.openxmlformats.org/officeDocument/2006/relationships/image" Target="../media/image613.wmf"/><Relationship Id="rId2" Type="http://schemas.openxmlformats.org/officeDocument/2006/relationships/image" Target="../media/image604.wmf"/><Relationship Id="rId19" Type="http://schemas.openxmlformats.org/officeDocument/2006/relationships/oleObject" Target="../embeddings/oleObject610.bin"/><Relationship Id="rId18" Type="http://schemas.openxmlformats.org/officeDocument/2006/relationships/image" Target="../media/image612.wmf"/><Relationship Id="rId17" Type="http://schemas.openxmlformats.org/officeDocument/2006/relationships/oleObject" Target="../embeddings/oleObject609.bin"/><Relationship Id="rId16" Type="http://schemas.openxmlformats.org/officeDocument/2006/relationships/image" Target="../media/image611.wmf"/><Relationship Id="rId15" Type="http://schemas.openxmlformats.org/officeDocument/2006/relationships/oleObject" Target="../embeddings/oleObject608.bin"/><Relationship Id="rId14" Type="http://schemas.openxmlformats.org/officeDocument/2006/relationships/image" Target="../media/image610.wmf"/><Relationship Id="rId13" Type="http://schemas.openxmlformats.org/officeDocument/2006/relationships/oleObject" Target="../embeddings/oleObject607.bin"/><Relationship Id="rId12" Type="http://schemas.openxmlformats.org/officeDocument/2006/relationships/image" Target="../media/image609.wmf"/><Relationship Id="rId11" Type="http://schemas.openxmlformats.org/officeDocument/2006/relationships/oleObject" Target="../embeddings/oleObject606.bin"/><Relationship Id="rId10" Type="http://schemas.openxmlformats.org/officeDocument/2006/relationships/image" Target="../media/image608.wmf"/><Relationship Id="rId1" Type="http://schemas.openxmlformats.org/officeDocument/2006/relationships/oleObject" Target="../embeddings/oleObject60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75967" y="1686476"/>
            <a:ext cx="8388423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§5.4 定积分的应用 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9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841680" y="2802439"/>
            <a:ext cx="77019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5.4.1 定积分的微元法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841680" y="3733071"/>
            <a:ext cx="798806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5.4.2 定积分在几何中的应用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063552" y="404664"/>
            <a:ext cx="77019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5.4.1  定积分的微元法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575980" y="4575175"/>
          <a:ext cx="229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2" imgW="2687320" imgH="858520" progId="Equation.DSMT4">
                  <p:embed/>
                </p:oleObj>
              </mc:Choice>
              <mc:Fallback>
                <p:oleObj name="Equation" r:id="rId2" imgW="2687320" imgH="85852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5980" y="4575175"/>
                        <a:ext cx="2298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567608" y="1922087"/>
          <a:ext cx="3778250" cy="263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文档" r:id="rId4" imgW="7286625" imgH="5124450" progId="Word.Document.8">
                  <p:embed/>
                </p:oleObj>
              </mc:Choice>
              <mc:Fallback>
                <p:oleObj name="文档" r:id="rId4" imgW="7286625" imgH="5124450" progId="Word.Document.8">
                  <p:embed/>
                  <p:pic>
                    <p:nvPicPr>
                      <p:cNvPr id="0" name="图片 109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7608" y="1922087"/>
                        <a:ext cx="3778250" cy="2635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8"/>
          <p:cNvGrpSpPr/>
          <p:nvPr/>
        </p:nvGrpSpPr>
        <p:grpSpPr bwMode="auto">
          <a:xfrm>
            <a:off x="6690530" y="2036763"/>
            <a:ext cx="2984500" cy="2255838"/>
            <a:chOff x="3360" y="1584"/>
            <a:chExt cx="1880" cy="1421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744" y="1824"/>
            <a:ext cx="1200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" name="BMP 图象" r:id="rId6" imgW="1828800" imgH="1457325" progId="PBrush">
                    <p:embed/>
                  </p:oleObj>
                </mc:Choice>
                <mc:Fallback>
                  <p:oleObj name="BMP 图象" r:id="rId6" imgW="1828800" imgH="1457325" progId="PBrush">
                    <p:embed/>
                    <p:pic>
                      <p:nvPicPr>
                        <p:cNvPr id="0" name="图片 10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744" y="1824"/>
                          <a:ext cx="1200" cy="918"/>
                        </a:xfrm>
                        <a:prstGeom prst="rect">
                          <a:avLst/>
                        </a:prstGeom>
                        <a:noFill/>
                        <a:ln w="571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744" y="2675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</a:rPr>
                <a:t>a</a:t>
              </a:r>
              <a:endParaRPr lang="en-US" altLang="zh-CN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864" y="2714"/>
              <a:ext cx="1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</a:rPr>
                <a:t>b</a:t>
              </a:r>
              <a:endParaRPr lang="en-US" altLang="zh-CN"/>
            </a:p>
          </p:txBody>
        </p:sp>
        <p:grpSp>
          <p:nvGrpSpPr>
            <p:cNvPr id="12" name="Group 12"/>
            <p:cNvGrpSpPr/>
            <p:nvPr/>
          </p:nvGrpSpPr>
          <p:grpSpPr bwMode="auto">
            <a:xfrm>
              <a:off x="3360" y="1584"/>
              <a:ext cx="1880" cy="1411"/>
              <a:chOff x="3360" y="1584"/>
              <a:chExt cx="1880" cy="1411"/>
            </a:xfrm>
          </p:grpSpPr>
          <p:grpSp>
            <p:nvGrpSpPr>
              <p:cNvPr id="14" name="Group 13"/>
              <p:cNvGrpSpPr/>
              <p:nvPr/>
            </p:nvGrpSpPr>
            <p:grpSpPr bwMode="auto">
              <a:xfrm>
                <a:off x="3360" y="2685"/>
                <a:ext cx="1806" cy="77"/>
                <a:chOff x="3099" y="3471"/>
                <a:chExt cx="2180" cy="93"/>
              </a:xfrm>
            </p:grpSpPr>
            <p:sp>
              <p:nvSpPr>
                <p:cNvPr id="21" name="Rectangle 14"/>
                <p:cNvSpPr>
                  <a:spLocks noChangeArrowheads="1"/>
                </p:cNvSpPr>
                <p:nvPr/>
              </p:nvSpPr>
              <p:spPr bwMode="auto">
                <a:xfrm>
                  <a:off x="3099" y="3508"/>
                  <a:ext cx="2090" cy="18"/>
                </a:xfrm>
                <a:prstGeom prst="rect">
                  <a:avLst/>
                </a:prstGeom>
                <a:solidFill>
                  <a:srgbClr val="000000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5"/>
                <p:cNvSpPr/>
                <p:nvPr/>
              </p:nvSpPr>
              <p:spPr bwMode="auto">
                <a:xfrm>
                  <a:off x="5187" y="3471"/>
                  <a:ext cx="92" cy="93"/>
                </a:xfrm>
                <a:custGeom>
                  <a:avLst/>
                  <a:gdLst>
                    <a:gd name="T0" fmla="*/ 0 w 92"/>
                    <a:gd name="T1" fmla="*/ 93 h 93"/>
                    <a:gd name="T2" fmla="*/ 92 w 92"/>
                    <a:gd name="T3" fmla="*/ 46 h 93"/>
                    <a:gd name="T4" fmla="*/ 0 w 92"/>
                    <a:gd name="T5" fmla="*/ 0 h 93"/>
                    <a:gd name="T6" fmla="*/ 0 w 92"/>
                    <a:gd name="T7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2" h="93">
                      <a:moveTo>
                        <a:pt x="0" y="93"/>
                      </a:moveTo>
                      <a:lnTo>
                        <a:pt x="92" y="46"/>
                      </a:lnTo>
                      <a:lnTo>
                        <a:pt x="0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 cmpd="sng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Group 16"/>
              <p:cNvGrpSpPr/>
              <p:nvPr/>
            </p:nvGrpSpPr>
            <p:grpSpPr bwMode="auto">
              <a:xfrm>
                <a:off x="3498" y="1649"/>
                <a:ext cx="77" cy="1233"/>
                <a:chOff x="3266" y="2220"/>
                <a:chExt cx="93" cy="1489"/>
              </a:xfrm>
            </p:grpSpPr>
            <p:sp>
              <p:nvSpPr>
                <p:cNvPr id="19" name="Rectangle 17"/>
                <p:cNvSpPr>
                  <a:spLocks noChangeArrowheads="1"/>
                </p:cNvSpPr>
                <p:nvPr/>
              </p:nvSpPr>
              <p:spPr bwMode="auto">
                <a:xfrm>
                  <a:off x="3303" y="2310"/>
                  <a:ext cx="18" cy="139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8"/>
                <p:cNvSpPr/>
                <p:nvPr/>
              </p:nvSpPr>
              <p:spPr bwMode="auto">
                <a:xfrm>
                  <a:off x="3266" y="2220"/>
                  <a:ext cx="93" cy="92"/>
                </a:xfrm>
                <a:custGeom>
                  <a:avLst/>
                  <a:gdLst>
                    <a:gd name="T0" fmla="*/ 93 w 93"/>
                    <a:gd name="T1" fmla="*/ 92 h 92"/>
                    <a:gd name="T2" fmla="*/ 46 w 93"/>
                    <a:gd name="T3" fmla="*/ 0 h 92"/>
                    <a:gd name="T4" fmla="*/ 0 w 93"/>
                    <a:gd name="T5" fmla="*/ 92 h 92"/>
                    <a:gd name="T6" fmla="*/ 93 w 93"/>
                    <a:gd name="T7" fmla="*/ 92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3" h="92">
                      <a:moveTo>
                        <a:pt x="93" y="92"/>
                      </a:moveTo>
                      <a:lnTo>
                        <a:pt x="46" y="0"/>
                      </a:lnTo>
                      <a:lnTo>
                        <a:pt x="0" y="92"/>
                      </a:lnTo>
                      <a:lnTo>
                        <a:pt x="93" y="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mpd="sng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" name="Rectangle 19"/>
              <p:cNvSpPr>
                <a:spLocks noChangeArrowheads="1"/>
              </p:cNvSpPr>
              <p:nvPr/>
            </p:nvSpPr>
            <p:spPr bwMode="auto">
              <a:xfrm>
                <a:off x="5106" y="2699"/>
                <a:ext cx="13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17" name="Rectangle 20"/>
              <p:cNvSpPr>
                <a:spLocks noChangeArrowheads="1"/>
              </p:cNvSpPr>
              <p:nvPr/>
            </p:nvSpPr>
            <p:spPr bwMode="auto">
              <a:xfrm>
                <a:off x="3377" y="1584"/>
                <a:ext cx="13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>
                    <a:solidFill>
                      <a:srgbClr val="000000"/>
                    </a:solidFill>
                  </a:rPr>
                  <a:t>y</a:t>
                </a:r>
                <a:endParaRPr lang="en-US" altLang="zh-CN"/>
              </a:p>
            </p:txBody>
          </p:sp>
          <p:sp>
            <p:nvSpPr>
              <p:cNvPr id="18" name="Rectangle 21"/>
              <p:cNvSpPr>
                <a:spLocks noChangeArrowheads="1"/>
              </p:cNvSpPr>
              <p:nvPr/>
            </p:nvSpPr>
            <p:spPr bwMode="auto">
              <a:xfrm>
                <a:off x="3387" y="2675"/>
                <a:ext cx="161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300" b="1" i="1">
                    <a:solidFill>
                      <a:srgbClr val="000000"/>
                    </a:solidFill>
                  </a:rPr>
                  <a:t>o</a:t>
                </a:r>
                <a:endParaRPr lang="en-US" altLang="zh-CN"/>
              </a:p>
            </p:txBody>
          </p:sp>
        </p:grpSp>
        <p:graphicFrame>
          <p:nvGraphicFramePr>
            <p:cNvPr id="13" name="Object 22"/>
            <p:cNvGraphicFramePr>
              <a:graphicFrameLocks noChangeAspect="1"/>
            </p:cNvGraphicFramePr>
            <p:nvPr/>
          </p:nvGraphicFramePr>
          <p:xfrm>
            <a:off x="4128" y="1872"/>
            <a:ext cx="62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" name="公式" r:id="rId8" imgW="32918400" imgH="9448800" progId="Equation.3">
                    <p:embed/>
                  </p:oleObj>
                </mc:Choice>
                <mc:Fallback>
                  <p:oleObj name="公式" r:id="rId8" imgW="32918400" imgH="9448800" progId="Equation.3">
                    <p:embed/>
                    <p:pic>
                      <p:nvPicPr>
                        <p:cNvPr id="0" name="图片 1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28" y="1872"/>
                          <a:ext cx="624" cy="1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Box 23"/>
          <p:cNvSpPr txBox="1"/>
          <p:nvPr/>
        </p:nvSpPr>
        <p:spPr>
          <a:xfrm>
            <a:off x="2340072" y="1225621"/>
            <a:ext cx="721748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1.回顾——曲边梯形求面积的问题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spect="1" noChangeArrowheads="1"/>
          </p:cNvSpPr>
          <p:nvPr/>
        </p:nvSpPr>
        <p:spPr bwMode="auto">
          <a:xfrm>
            <a:off x="2362200" y="332656"/>
            <a:ext cx="56927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/>
              <a:t>面积表示为定积分的步骤如下</a:t>
            </a:r>
            <a:endParaRPr lang="zh-CN" altLang="en-US" sz="2800" b="1"/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359025" y="945431"/>
          <a:ext cx="7766050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文档" r:id="rId1" imgW="7159625" imgH="2261870" progId="Word.Document.8">
                  <p:embed/>
                </p:oleObj>
              </mc:Choice>
              <mc:Fallback>
                <p:oleObj name="文档" r:id="rId1" imgW="7159625" imgH="2261870" progId="Word.Document.8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9025" y="945431"/>
                        <a:ext cx="7766050" cy="245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292350" y="3291756"/>
          <a:ext cx="3751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" name="文档" r:id="rId3" imgW="3874135" imgH="941705" progId="Word.Document.8">
                  <p:embed/>
                </p:oleObj>
              </mc:Choice>
              <mc:Fallback>
                <p:oleObj name="文档" r:id="rId3" imgW="3874135" imgH="941705" progId="Word.Document.8">
                  <p:embed/>
                  <p:pic>
                    <p:nvPicPr>
                      <p:cNvPr id="0" name="图片 2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2350" y="3291756"/>
                        <a:ext cx="3751263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024563" y="3364781"/>
          <a:ext cx="21494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" name="公式" r:id="rId5" imgW="57302400" imgH="10972800" progId="Equation.3">
                  <p:embed/>
                </p:oleObj>
              </mc:Choice>
              <mc:Fallback>
                <p:oleObj name="公式" r:id="rId5" imgW="57302400" imgH="10972800" progId="Equation.3">
                  <p:embed/>
                  <p:pic>
                    <p:nvPicPr>
                      <p:cNvPr id="0" name="图片 2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24563" y="3364781"/>
                        <a:ext cx="2149475" cy="411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386763" y="3385419"/>
          <a:ext cx="11080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" name="公式" r:id="rId7" imgW="29565600" imgH="10972800" progId="Equation.3">
                  <p:embed/>
                </p:oleObj>
              </mc:Choice>
              <mc:Fallback>
                <p:oleObj name="公式" r:id="rId7" imgW="29565600" imgH="10972800" progId="Equation.3">
                  <p:embed/>
                  <p:pic>
                    <p:nvPicPr>
                      <p:cNvPr id="0" name="图片 2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6763" y="3385419"/>
                        <a:ext cx="1108075" cy="411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spect="1" noChangeArrowheads="1"/>
          </p:cNvSpPr>
          <p:nvPr/>
        </p:nvSpPr>
        <p:spPr bwMode="auto">
          <a:xfrm>
            <a:off x="2135188" y="3966444"/>
            <a:ext cx="5326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）求和，得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的近似值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554788" y="3814044"/>
          <a:ext cx="225107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" name="公式" r:id="rId9" imgW="60045600" imgH="22555200" progId="Equation.3">
                  <p:embed/>
                </p:oleObj>
              </mc:Choice>
              <mc:Fallback>
                <p:oleObj name="公式" r:id="rId9" imgW="60045600" imgH="22555200" progId="Equation.3">
                  <p:embed/>
                  <p:pic>
                    <p:nvPicPr>
                      <p:cNvPr id="0" name="图片 2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54788" y="3814044"/>
                        <a:ext cx="2251075" cy="846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135188" y="4576044"/>
            <a:ext cx="495300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）求极限，得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的精确值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038600" y="5109444"/>
          <a:ext cx="2767013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公式" r:id="rId11" imgW="73761600" imgH="22555200" progId="Equation.3">
                  <p:embed/>
                </p:oleObj>
              </mc:Choice>
              <mc:Fallback>
                <p:oleObj name="公式" r:id="rId11" imgW="73761600" imgH="22555200" progId="Equation.3">
                  <p:embed/>
                  <p:pic>
                    <p:nvPicPr>
                      <p:cNvPr id="0" name="图片 2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38600" y="5109444"/>
                        <a:ext cx="2767013" cy="846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888163" y="5220569"/>
          <a:ext cx="17399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Equation" r:id="rId13" imgW="46329600" imgH="17678400" progId="Equation.DSMT4">
                  <p:embed/>
                </p:oleObj>
              </mc:Choice>
              <mc:Fallback>
                <p:oleObj name="Equation" r:id="rId13" imgW="46329600" imgH="17678400" progId="Equation.DSMT4">
                  <p:embed/>
                  <p:pic>
                    <p:nvPicPr>
                      <p:cNvPr id="0" name="图片 2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88163" y="5220569"/>
                        <a:ext cx="1739900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9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342542" y="1665372"/>
            <a:ext cx="2614613" cy="2973069"/>
            <a:chOff x="3360" y="1584"/>
            <a:chExt cx="1883" cy="1338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744" y="1824"/>
            <a:ext cx="1200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BMP 图象" r:id="rId1" imgW="1828800" imgH="1457325" progId="PBrush">
                    <p:embed/>
                  </p:oleObj>
                </mc:Choice>
                <mc:Fallback>
                  <p:oleObj name="BMP 图象" r:id="rId1" imgW="1828800" imgH="1457325" progId="PBrush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44" y="1824"/>
                          <a:ext cx="1200" cy="918"/>
                        </a:xfrm>
                        <a:prstGeom prst="rect">
                          <a:avLst/>
                        </a:prstGeom>
                        <a:noFill/>
                        <a:ln w="571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744" y="2675"/>
              <a:ext cx="13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4863" y="2714"/>
              <a:ext cx="13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6"/>
            <p:cNvGrpSpPr/>
            <p:nvPr/>
          </p:nvGrpSpPr>
          <p:grpSpPr bwMode="auto">
            <a:xfrm>
              <a:off x="3360" y="1584"/>
              <a:ext cx="1883" cy="1322"/>
              <a:chOff x="3360" y="1584"/>
              <a:chExt cx="1883" cy="1322"/>
            </a:xfrm>
          </p:grpSpPr>
          <p:grpSp>
            <p:nvGrpSpPr>
              <p:cNvPr id="8" name="Group 7"/>
              <p:cNvGrpSpPr/>
              <p:nvPr/>
            </p:nvGrpSpPr>
            <p:grpSpPr bwMode="auto">
              <a:xfrm>
                <a:off x="3360" y="2685"/>
                <a:ext cx="1806" cy="77"/>
                <a:chOff x="3099" y="3471"/>
                <a:chExt cx="2180" cy="93"/>
              </a:xfrm>
            </p:grpSpPr>
            <p:sp>
              <p:nvSpPr>
                <p:cNvPr id="15" name="Rectangle 8"/>
                <p:cNvSpPr>
                  <a:spLocks noChangeArrowheads="1"/>
                </p:cNvSpPr>
                <p:nvPr/>
              </p:nvSpPr>
              <p:spPr bwMode="auto">
                <a:xfrm>
                  <a:off x="3099" y="3508"/>
                  <a:ext cx="2090" cy="18"/>
                </a:xfrm>
                <a:prstGeom prst="rect">
                  <a:avLst/>
                </a:prstGeom>
                <a:solidFill>
                  <a:srgbClr val="000000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Freeform 9"/>
                <p:cNvSpPr/>
                <p:nvPr/>
              </p:nvSpPr>
              <p:spPr bwMode="auto">
                <a:xfrm>
                  <a:off x="5187" y="3471"/>
                  <a:ext cx="92" cy="93"/>
                </a:xfrm>
                <a:custGeom>
                  <a:avLst/>
                  <a:gdLst>
                    <a:gd name="T0" fmla="*/ 0 w 92"/>
                    <a:gd name="T1" fmla="*/ 93 h 93"/>
                    <a:gd name="T2" fmla="*/ 92 w 92"/>
                    <a:gd name="T3" fmla="*/ 46 h 93"/>
                    <a:gd name="T4" fmla="*/ 0 w 92"/>
                    <a:gd name="T5" fmla="*/ 0 h 93"/>
                    <a:gd name="T6" fmla="*/ 0 w 92"/>
                    <a:gd name="T7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2" h="93">
                      <a:moveTo>
                        <a:pt x="0" y="93"/>
                      </a:moveTo>
                      <a:lnTo>
                        <a:pt x="92" y="46"/>
                      </a:lnTo>
                      <a:lnTo>
                        <a:pt x="0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 cmpd="sng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" name="Group 10"/>
              <p:cNvGrpSpPr/>
              <p:nvPr/>
            </p:nvGrpSpPr>
            <p:grpSpPr bwMode="auto">
              <a:xfrm>
                <a:off x="3498" y="1649"/>
                <a:ext cx="77" cy="1233"/>
                <a:chOff x="3266" y="2220"/>
                <a:chExt cx="93" cy="1489"/>
              </a:xfrm>
            </p:grpSpPr>
            <p:sp>
              <p:nvSpPr>
                <p:cNvPr id="13" name="Rectangle 11"/>
                <p:cNvSpPr>
                  <a:spLocks noChangeArrowheads="1"/>
                </p:cNvSpPr>
                <p:nvPr/>
              </p:nvSpPr>
              <p:spPr bwMode="auto">
                <a:xfrm>
                  <a:off x="3303" y="2310"/>
                  <a:ext cx="18" cy="139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Freeform 12"/>
                <p:cNvSpPr/>
                <p:nvPr/>
              </p:nvSpPr>
              <p:spPr bwMode="auto">
                <a:xfrm>
                  <a:off x="3266" y="2220"/>
                  <a:ext cx="93" cy="92"/>
                </a:xfrm>
                <a:custGeom>
                  <a:avLst/>
                  <a:gdLst>
                    <a:gd name="T0" fmla="*/ 93 w 93"/>
                    <a:gd name="T1" fmla="*/ 92 h 92"/>
                    <a:gd name="T2" fmla="*/ 46 w 93"/>
                    <a:gd name="T3" fmla="*/ 0 h 92"/>
                    <a:gd name="T4" fmla="*/ 0 w 93"/>
                    <a:gd name="T5" fmla="*/ 92 h 92"/>
                    <a:gd name="T6" fmla="*/ 93 w 93"/>
                    <a:gd name="T7" fmla="*/ 92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3" h="92">
                      <a:moveTo>
                        <a:pt x="93" y="92"/>
                      </a:moveTo>
                      <a:lnTo>
                        <a:pt x="46" y="0"/>
                      </a:lnTo>
                      <a:lnTo>
                        <a:pt x="0" y="92"/>
                      </a:lnTo>
                      <a:lnTo>
                        <a:pt x="93" y="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mpd="sng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" name="Rectangle 13"/>
              <p:cNvSpPr>
                <a:spLocks noChangeArrowheads="1"/>
              </p:cNvSpPr>
              <p:nvPr/>
            </p:nvSpPr>
            <p:spPr bwMode="auto">
              <a:xfrm>
                <a:off x="5106" y="2698"/>
                <a:ext cx="137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4"/>
              <p:cNvSpPr>
                <a:spLocks noChangeArrowheads="1"/>
              </p:cNvSpPr>
              <p:nvPr/>
            </p:nvSpPr>
            <p:spPr bwMode="auto">
              <a:xfrm>
                <a:off x="3377" y="1584"/>
                <a:ext cx="122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3387" y="2675"/>
                <a:ext cx="151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3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7" name="Object 16"/>
            <p:cNvGraphicFramePr>
              <a:graphicFrameLocks noChangeAspect="1"/>
            </p:cNvGraphicFramePr>
            <p:nvPr/>
          </p:nvGraphicFramePr>
          <p:xfrm>
            <a:off x="4128" y="1872"/>
            <a:ext cx="62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公式" r:id="rId3" imgW="32918400" imgH="9448800" progId="Equation.3">
                    <p:embed/>
                  </p:oleObj>
                </mc:Choice>
                <mc:Fallback>
                  <p:oleObj name="公式" r:id="rId3" imgW="32918400" imgH="9448800" progId="Equation.3">
                    <p:embed/>
                    <p:pic>
                      <p:nvPicPr>
                        <p:cNvPr id="0" name="图片 3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28" y="1872"/>
                          <a:ext cx="624" cy="1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594522" y="522372"/>
            <a:ext cx="2050274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方法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概要：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9" name="Object 22"/>
          <p:cNvGraphicFramePr>
            <a:graphicFrameLocks noChangeAspect="1"/>
          </p:cNvGraphicFramePr>
          <p:nvPr/>
        </p:nvGraphicFramePr>
        <p:xfrm>
          <a:off x="2846791" y="3647870"/>
          <a:ext cx="2946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Equation" r:id="rId5" imgW="70713600" imgH="12801600" progId="Equation.DSMT4">
                  <p:embed/>
                </p:oleObj>
              </mc:Choice>
              <mc:Fallback>
                <p:oleObj name="Equation" r:id="rId5" imgW="70713600" imgH="12801600" progId="Equation.DSMT4">
                  <p:embed/>
                  <p:pic>
                    <p:nvPicPr>
                      <p:cNvPr id="0" name="图片 32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6791" y="3647870"/>
                        <a:ext cx="2946400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/>
          <p:cNvGraphicFramePr>
            <a:graphicFrameLocks noChangeAspect="1"/>
          </p:cNvGraphicFramePr>
          <p:nvPr/>
        </p:nvGraphicFramePr>
        <p:xfrm>
          <a:off x="3205706" y="4433076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Equation" r:id="rId7" imgW="48463200" imgH="17678400" progId="Equation.DSMT4">
                  <p:embed/>
                </p:oleObj>
              </mc:Choice>
              <mc:Fallback>
                <p:oleObj name="Equation" r:id="rId7" imgW="48463200" imgH="17678400" progId="Equation.DSMT4">
                  <p:embed/>
                  <p:pic>
                    <p:nvPicPr>
                      <p:cNvPr id="0" name="图片 32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5706" y="4433076"/>
                        <a:ext cx="2019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4"/>
          <p:cNvGrpSpPr/>
          <p:nvPr/>
        </p:nvGrpSpPr>
        <p:grpSpPr bwMode="auto">
          <a:xfrm>
            <a:off x="8210905" y="2732172"/>
            <a:ext cx="1169987" cy="1860550"/>
            <a:chOff x="4387" y="2400"/>
            <a:chExt cx="737" cy="844"/>
          </a:xfrm>
        </p:grpSpPr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4464" y="2400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4656" y="2516"/>
              <a:ext cx="0" cy="5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27"/>
            <p:cNvGraphicFramePr>
              <a:graphicFrameLocks noChangeAspect="1"/>
            </p:cNvGraphicFramePr>
            <p:nvPr/>
          </p:nvGraphicFramePr>
          <p:xfrm>
            <a:off x="4387" y="3124"/>
            <a:ext cx="128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Equation" r:id="rId9" imgW="234315" imgH="222885" progId="Equation.DSMT4">
                    <p:embed/>
                  </p:oleObj>
                </mc:Choice>
                <mc:Fallback>
                  <p:oleObj name="Equation" r:id="rId9" imgW="234315" imgH="222885" progId="Equation.DSMT4">
                    <p:embed/>
                    <p:pic>
                      <p:nvPicPr>
                        <p:cNvPr id="0" name="图片 32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87" y="3124"/>
                          <a:ext cx="128" cy="1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8"/>
            <p:cNvGraphicFramePr>
              <a:graphicFrameLocks noChangeAspect="1"/>
            </p:cNvGraphicFramePr>
            <p:nvPr/>
          </p:nvGraphicFramePr>
          <p:xfrm>
            <a:off x="4676" y="3080"/>
            <a:ext cx="44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Equation" r:id="rId11" imgW="836295" imgH="278765" progId="Equation.DSMT4">
                    <p:embed/>
                  </p:oleObj>
                </mc:Choice>
                <mc:Fallback>
                  <p:oleObj name="Equation" r:id="rId11" imgW="836295" imgH="278765" progId="Equation.DSMT4">
                    <p:embed/>
                    <p:pic>
                      <p:nvPicPr>
                        <p:cNvPr id="0" name="图片 32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76" y="3080"/>
                          <a:ext cx="448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8333142" y="2732172"/>
            <a:ext cx="304800" cy="1447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30"/>
          <p:cNvGrpSpPr/>
          <p:nvPr/>
        </p:nvGrpSpPr>
        <p:grpSpPr bwMode="auto">
          <a:xfrm>
            <a:off x="5208943" y="217572"/>
            <a:ext cx="4191000" cy="2895600"/>
            <a:chOff x="2400" y="912"/>
            <a:chExt cx="2640" cy="1824"/>
          </a:xfrm>
        </p:grpSpPr>
        <p:graphicFrame>
          <p:nvGraphicFramePr>
            <p:cNvPr id="28" name="Object 31"/>
            <p:cNvGraphicFramePr>
              <a:graphicFrameLocks noChangeAspect="1"/>
            </p:cNvGraphicFramePr>
            <p:nvPr/>
          </p:nvGraphicFramePr>
          <p:xfrm>
            <a:off x="4690" y="1899"/>
            <a:ext cx="27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Equation" r:id="rId13" imgW="10058400" imgH="7620000" progId="Equation.DSMT4">
                    <p:embed/>
                  </p:oleObj>
                </mc:Choice>
                <mc:Fallback>
                  <p:oleObj name="Equation" r:id="rId13" imgW="10058400" imgH="7620000" progId="Equation.DSMT4">
                    <p:embed/>
                    <p:pic>
                      <p:nvPicPr>
                        <p:cNvPr id="0" name="图片 32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90" y="1899"/>
                          <a:ext cx="271" cy="204"/>
                        </a:xfrm>
                        <a:prstGeom prst="rect">
                          <a:avLst/>
                        </a:prstGeom>
                        <a:solidFill>
                          <a:srgbClr val="FF33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H="1">
              <a:off x="4416" y="2112"/>
              <a:ext cx="240" cy="624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3140" y="2112"/>
              <a:ext cx="1516" cy="213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4654" y="912"/>
              <a:ext cx="386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面积元素</a:t>
              </a:r>
              <a:endParaRPr lang="zh-CN" altLang="en-US" sz="2800" b="1"/>
            </a:p>
          </p:txBody>
        </p:sp>
        <p:sp>
          <p:nvSpPr>
            <p:cNvPr id="32" name="Rectangle 35"/>
            <p:cNvSpPr>
              <a:spLocks noChangeArrowheads="1"/>
            </p:cNvSpPr>
            <p:nvPr/>
          </p:nvSpPr>
          <p:spPr bwMode="auto">
            <a:xfrm>
              <a:off x="2400" y="2115"/>
              <a:ext cx="816" cy="336"/>
            </a:xfrm>
            <a:prstGeom prst="rect">
              <a:avLst/>
            </a:prstGeom>
            <a:noFill/>
            <a:ln w="28575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855640" y="1045592"/>
            <a:ext cx="39281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表示任一小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30852" y="1530983"/>
            <a:ext cx="54629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上的窄曲边梯形的面积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48790" y="2122805"/>
            <a:ext cx="4744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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 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 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)d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60556" y="2739262"/>
            <a:ext cx="28898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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33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931014" y="421938"/>
            <a:ext cx="67818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2.什么问题可以用定积分解决 ? 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259580" y="5256530"/>
          <a:ext cx="14652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5052000" imgH="17678400" progId="Equation.DSMT4">
                  <p:embed/>
                </p:oleObj>
              </mc:Choice>
              <mc:Fallback>
                <p:oleObj name="Equation" r:id="rId1" imgW="35052000" imgH="17678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59580" y="5256530"/>
                        <a:ext cx="1465263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891530" y="5167630"/>
          <a:ext cx="2476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4" name="Equation" r:id="rId3" imgW="59436000" imgH="21945600" progId="Equation.DSMT4">
                  <p:embed/>
                </p:oleObj>
              </mc:Choice>
              <mc:Fallback>
                <p:oleObj name="Equation" r:id="rId3" imgW="59436000" imgH="21945600" progId="Equation.DSMT4">
                  <p:embed/>
                  <p:pic>
                    <p:nvPicPr>
                      <p:cNvPr id="0" name="图片 424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91530" y="5167630"/>
                        <a:ext cx="2476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89175" y="5327333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定积分定义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>
            <a:off x="1775520" y="5006975"/>
            <a:ext cx="8359080" cy="0"/>
          </a:xfrm>
          <a:prstGeom prst="line">
            <a:avLst/>
          </a:prstGeom>
          <a:noFill/>
          <a:ln w="19050">
            <a:solidFill>
              <a:srgbClr val="7030A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31337" y="1101397"/>
          <a:ext cx="62484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" name="文档" r:id="rId5" imgW="11372850" imgH="885825" progId="Word.Document.8">
                  <p:embed/>
                </p:oleObj>
              </mc:Choice>
              <mc:Fallback>
                <p:oleObj name="文档" r:id="rId5" imgW="11372850" imgH="885825" progId="Word.Document.8">
                  <p:embed/>
                  <p:pic>
                    <p:nvPicPr>
                      <p:cNvPr id="0" name="图片 42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1337" y="1101397"/>
                        <a:ext cx="6248400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48495" y="1723697"/>
          <a:ext cx="76819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6" name="Document" r:id="rId7" imgW="7565390" imgH="436880" progId="Word.Document.8">
                  <p:embed/>
                </p:oleObj>
              </mc:Choice>
              <mc:Fallback>
                <p:oleObj name="Document" r:id="rId7" imgW="7565390" imgH="436880" progId="Word.Document.8">
                  <p:embed/>
                  <p:pic>
                    <p:nvPicPr>
                      <p:cNvPr id="0" name="图片 424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48495" y="1723697"/>
                        <a:ext cx="7681912" cy="427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046288" y="2525078"/>
          <a:ext cx="7794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Document" r:id="rId9" imgW="7270750" imgH="436880" progId="Word.Document.8">
                  <p:embed/>
                </p:oleObj>
              </mc:Choice>
              <mc:Fallback>
                <p:oleObj name="Document" r:id="rId9" imgW="7270750" imgH="436880" progId="Word.Document.8">
                  <p:embed/>
                  <p:pic>
                    <p:nvPicPr>
                      <p:cNvPr id="0" name="图片 424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6288" y="2525078"/>
                        <a:ext cx="7794625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19490" y="3871590"/>
          <a:ext cx="72469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" name="Document" r:id="rId11" imgW="14382750" imgH="1047750" progId="Word.Document.8">
                  <p:embed/>
                </p:oleObj>
              </mc:Choice>
              <mc:Fallback>
                <p:oleObj name="Document" r:id="rId11" imgW="14382750" imgH="1047750" progId="Word.Document.8">
                  <p:embed/>
                  <p:pic>
                    <p:nvPicPr>
                      <p:cNvPr id="0" name="图片 424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19490" y="3871590"/>
                        <a:ext cx="7246938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31331" y="4538583"/>
          <a:ext cx="6156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" name="文档" r:id="rId13" imgW="5495925" imgH="438150" progId="Word.Document.8">
                  <p:embed/>
                </p:oleObj>
              </mc:Choice>
              <mc:Fallback>
                <p:oleObj name="文档" r:id="rId13" imgW="5495925" imgH="438150" progId="Word.Document.8">
                  <p:embed/>
                  <p:pic>
                    <p:nvPicPr>
                      <p:cNvPr id="0" name="图片 424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31331" y="4538583"/>
                        <a:ext cx="6156325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521760" y="2455178"/>
            <a:ext cx="31057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即如果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将区间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89175" y="3083312"/>
            <a:ext cx="59918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分成许多部分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得到部分量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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U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281263" y="3132197"/>
          <a:ext cx="1651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" name="Equation" r:id="rId15" imgW="39624000" imgH="12192000" progId="Equation.DSMT4">
                  <p:embed/>
                </p:oleObj>
              </mc:Choice>
              <mc:Fallback>
                <p:oleObj name="Equation" r:id="rId15" imgW="39624000" imgH="12192000" progId="Equation.DSMT4">
                  <p:embed/>
                  <p:pic>
                    <p:nvPicPr>
                      <p:cNvPr id="0" name="图片 424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81263" y="3132197"/>
                        <a:ext cx="165100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dvAuto="0" autoUpdateAnimBg="0" build="p"/>
      <p:bldP spid="13" grpId="0" bldLvl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991339" y="240963"/>
            <a:ext cx="67818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3.如何应用定积分解决问题 ?</a:t>
            </a:r>
            <a:endParaRPr lang="en-US" altLang="zh-CN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24465" y="72445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1544" y="1729541"/>
            <a:ext cx="79533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问题的具体情况，选取一个变量，例如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3142" y="2237724"/>
            <a:ext cx="21501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为积分变量,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00955" y="2237724"/>
            <a:ext cx="42881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并确定它的变化区间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24689" y="1240754"/>
            <a:ext cx="35306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确定变量及其范围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24490" y="2868894"/>
            <a:ext cx="56642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化整为零，求小区间上的近似值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124710" y="3500755"/>
            <a:ext cx="86347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 smtClean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在小区间上以常量代替变量， 求出局部量的近似值</a:t>
            </a:r>
            <a:endParaRPr kumimoji="1"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2801447" y="422108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100955" y="3978061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微分表达式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6167626" y="4024749"/>
          <a:ext cx="2076474" cy="478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1336000" imgH="4876800" progId="Equation.DSMT4">
                  <p:embed/>
                </p:oleObj>
              </mc:Choice>
              <mc:Fallback>
                <p:oleObj name="Equation" r:id="rId1" imgW="21336000" imgH="4876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67626" y="4024749"/>
                        <a:ext cx="2076474" cy="4788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4490" y="4488284"/>
            <a:ext cx="38862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积零为整，求定积分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2881755" y="5277845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100955" y="5012733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积分表达式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6168008" y="5087674"/>
          <a:ext cx="657335" cy="430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Equation" r:id="rId3" imgW="6705600" imgH="4267200" progId="Equation.DSMT4">
                  <p:embed/>
                </p:oleObj>
              </mc:Choice>
              <mc:Fallback>
                <p:oleObj name="Equation" r:id="rId3" imgW="6705600" imgH="4267200" progId="Equation.DSMT4">
                  <p:embed/>
                  <p:pic>
                    <p:nvPicPr>
                      <p:cNvPr id="0" name="图片 51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8" y="5087674"/>
                        <a:ext cx="657335" cy="4309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/>
          <p:cNvGraphicFramePr>
            <a:graphicFrameLocks noChangeAspect="1"/>
          </p:cNvGraphicFramePr>
          <p:nvPr/>
        </p:nvGraphicFramePr>
        <p:xfrm>
          <a:off x="6898248" y="4882877"/>
          <a:ext cx="1610684" cy="835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Equation" r:id="rId5" imgW="16459200" imgH="8534400" progId="Equation.DSMT4">
                  <p:embed/>
                </p:oleObj>
              </mc:Choice>
              <mc:Fallback>
                <p:oleObj name="Equation" r:id="rId5" imgW="16459200" imgH="8534400" progId="Equation.DSMT4">
                  <p:embed/>
                  <p:pic>
                    <p:nvPicPr>
                      <p:cNvPr id="0" name="图片 51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98248" y="4882877"/>
                        <a:ext cx="1610684" cy="8358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4100712" y="5718919"/>
            <a:ext cx="5573209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charset="-122"/>
              </a:rPr>
              <a:t>这种解决问题的方法称为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微元法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bldLvl="0" animBg="1"/>
      <p:bldP spid="8" grpId="0" bldLvl="0" animBg="1"/>
      <p:bldP spid="9" grpId="0"/>
      <p:bldP spid="10" grpId="0" bldLvl="0" animBg="1"/>
      <p:bldP spid="11" grpId="0"/>
      <p:bldP spid="13" grpId="0" bldLvl="0" animBg="1"/>
      <p:bldP spid="14" grpId="0" bldLvl="0" animBg="1"/>
      <p:bldP spid="15" grpId="0"/>
      <p:bldP spid="1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练习5.4.1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908720"/>
            <a:ext cx="6067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如果某国人口增长速率为 </a:t>
            </a:r>
            <a:r>
              <a:rPr lang="zh-CN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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968208" y="805205"/>
          <a:ext cx="13779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32918400" imgH="17678400" progId="Equation.DSMT4">
                  <p:embed/>
                </p:oleObj>
              </mc:Choice>
              <mc:Fallback>
                <p:oleObj name="Equation" r:id="rId1" imgW="32918400" imgH="176784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68208" y="805205"/>
                        <a:ext cx="1377950" cy="730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81200" y="1556792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表示什么？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2257708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2996952"/>
            <a:ext cx="85293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试用微元法解释等式（这里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可以看作圆的半径）：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67808" y="3664188"/>
          <a:ext cx="2159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Equation" r:id="rId3" imgW="51816000" imgH="16459200" progId="Equation.DSMT4">
                  <p:embed/>
                </p:oleObj>
              </mc:Choice>
              <mc:Fallback>
                <p:oleObj name="Equation" r:id="rId3" imgW="51816000" imgH="16459200" progId="Equation.DSMT4">
                  <p:embed/>
                  <p:pic>
                    <p:nvPicPr>
                      <p:cNvPr id="0" name="图片 62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7808" y="3664188"/>
                        <a:ext cx="21590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81200" y="454280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3672" y="2257708"/>
            <a:ext cx="5293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在时间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内人口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7893" y="4542800"/>
            <a:ext cx="6050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圆面积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                      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圆面积是圆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871864" y="4642484"/>
          <a:ext cx="1635126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Equation" r:id="rId5" imgW="39319200" imgH="7620000" progId="Equation.DSMT4">
                  <p:embed/>
                </p:oleObj>
              </mc:Choice>
              <mc:Fallback>
                <p:oleObj name="Equation" r:id="rId5" imgW="39319200" imgH="7620000" progId="Equation.DSMT4">
                  <p:embed/>
                  <p:pic>
                    <p:nvPicPr>
                      <p:cNvPr id="0" name="图片 62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1864" y="4642484"/>
                        <a:ext cx="1635126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614546" y="5066020"/>
            <a:ext cx="47775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一个个小圆环的面积之和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676574" y="354246"/>
            <a:ext cx="57199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平面图形的面积  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79270" y="1005205"/>
            <a:ext cx="3429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直角坐标情形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35188" y="1524000"/>
            <a:ext cx="1765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/>
              <a:t>①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设曲线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778250" y="1588880"/>
          <a:ext cx="203184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48768000" imgH="9448800" progId="Equation.DSMT4">
                  <p:embed/>
                </p:oleObj>
              </mc:Choice>
              <mc:Fallback>
                <p:oleObj name="Equation" r:id="rId1" imgW="48768000" imgH="9448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78250" y="1588880"/>
                        <a:ext cx="203184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881688" y="1524000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与直线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965632" y="2195376"/>
          <a:ext cx="280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3" name="Equation" r:id="rId3" imgW="67360800" imgH="9448800" progId="Equation.DSMT4">
                  <p:embed/>
                </p:oleObj>
              </mc:Choice>
              <mc:Fallback>
                <p:oleObj name="Equation" r:id="rId3" imgW="67360800" imgH="9448800" progId="Equation.DSMT4">
                  <p:embed/>
                  <p:pic>
                    <p:nvPicPr>
                      <p:cNvPr id="0" name="图片 751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65632" y="2195376"/>
                        <a:ext cx="280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800600" y="2130425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轴所围曲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478655" y="2701608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060609" y="2730768"/>
          <a:ext cx="2072799" cy="49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" name="Equation" r:id="rId5" imgW="20726400" imgH="4876800" progId="Equation.DSMT4">
                  <p:embed/>
                </p:oleObj>
              </mc:Choice>
              <mc:Fallback>
                <p:oleObj name="Equation" r:id="rId5" imgW="20726400" imgH="4876800" progId="Equation.DSMT4">
                  <p:embed/>
                  <p:pic>
                    <p:nvPicPr>
                      <p:cNvPr id="0" name="图片 75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0609" y="2730768"/>
                        <a:ext cx="2072799" cy="4947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 bwMode="auto">
          <a:xfrm>
            <a:off x="8742368" y="937844"/>
            <a:ext cx="2533881" cy="2060543"/>
            <a:chOff x="3696" y="1473"/>
            <a:chExt cx="1554" cy="1261"/>
          </a:xfrm>
        </p:grpSpPr>
        <p:grpSp>
          <p:nvGrpSpPr>
            <p:cNvPr id="13" name="Group 12"/>
            <p:cNvGrpSpPr/>
            <p:nvPr/>
          </p:nvGrpSpPr>
          <p:grpSpPr bwMode="auto">
            <a:xfrm>
              <a:off x="3696" y="1473"/>
              <a:ext cx="1554" cy="1261"/>
              <a:chOff x="3696" y="1473"/>
              <a:chExt cx="1554" cy="1261"/>
            </a:xfrm>
          </p:grpSpPr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 flipV="1">
                <a:off x="3888" y="1584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6" name="Object 14"/>
              <p:cNvGraphicFramePr>
                <a:graphicFrameLocks noChangeAspect="1"/>
              </p:cNvGraphicFramePr>
              <p:nvPr/>
            </p:nvGraphicFramePr>
            <p:xfrm>
              <a:off x="5087" y="2548"/>
              <a:ext cx="163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5" name="Equation" r:id="rId7" imgW="6400800" imgH="7315200" progId="Equation.DSMT4">
                      <p:embed/>
                    </p:oleObj>
                  </mc:Choice>
                  <mc:Fallback>
                    <p:oleObj name="Equation" r:id="rId7" imgW="6400800" imgH="7315200" progId="Equation.DSMT4">
                      <p:embed/>
                      <p:pic>
                        <p:nvPicPr>
                          <p:cNvPr id="0" name="图片 751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087" y="2548"/>
                            <a:ext cx="163" cy="18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15"/>
              <p:cNvGraphicFramePr>
                <a:graphicFrameLocks noChangeAspect="1"/>
              </p:cNvGraphicFramePr>
              <p:nvPr/>
            </p:nvGraphicFramePr>
            <p:xfrm>
              <a:off x="4920" y="2486"/>
              <a:ext cx="132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6" name="Equation" r:id="rId9" imgW="5181600" imgH="9448800" progId="Equation.DSMT4">
                      <p:embed/>
                    </p:oleObj>
                  </mc:Choice>
                  <mc:Fallback>
                    <p:oleObj name="Equation" r:id="rId9" imgW="5181600" imgH="9448800" progId="Equation.DSMT4">
                      <p:embed/>
                      <p:pic>
                        <p:nvPicPr>
                          <p:cNvPr id="0" name="图片 751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920" y="2486"/>
                            <a:ext cx="132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16"/>
              <p:cNvGraphicFramePr>
                <a:graphicFrameLocks noChangeAspect="1"/>
              </p:cNvGraphicFramePr>
              <p:nvPr/>
            </p:nvGraphicFramePr>
            <p:xfrm>
              <a:off x="4054" y="2548"/>
              <a:ext cx="148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7" name="Equation" r:id="rId11" imgW="5791200" imgH="7315200" progId="Equation.DSMT4">
                      <p:embed/>
                    </p:oleObj>
                  </mc:Choice>
                  <mc:Fallback>
                    <p:oleObj name="Equation" r:id="rId11" imgW="5791200" imgH="7315200" progId="Equation.DSMT4">
                      <p:embed/>
                      <p:pic>
                        <p:nvPicPr>
                          <p:cNvPr id="0" name="图片 75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054" y="2548"/>
                            <a:ext cx="148" cy="18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7"/>
              <p:cNvGraphicFramePr>
                <a:graphicFrameLocks noChangeAspect="1"/>
              </p:cNvGraphicFramePr>
              <p:nvPr/>
            </p:nvGraphicFramePr>
            <p:xfrm>
              <a:off x="3748" y="2524"/>
              <a:ext cx="179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8" name="Equation" r:id="rId13" imgW="7010400" imgH="7620000" progId="Equation.DSMT4">
                      <p:embed/>
                    </p:oleObj>
                  </mc:Choice>
                  <mc:Fallback>
                    <p:oleObj name="Equation" r:id="rId13" imgW="7010400" imgH="7620000" progId="Equation.DSMT4">
                      <p:embed/>
                      <p:pic>
                        <p:nvPicPr>
                          <p:cNvPr id="0" name="图片 75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748" y="2524"/>
                            <a:ext cx="179" cy="19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18"/>
              <p:cNvGraphicFramePr>
                <a:graphicFrameLocks noChangeAspect="1"/>
              </p:cNvGraphicFramePr>
              <p:nvPr/>
            </p:nvGraphicFramePr>
            <p:xfrm>
              <a:off x="3696" y="1573"/>
              <a:ext cx="156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9" name="Equation" r:id="rId15" imgW="6096000" imgH="7315200" progId="Equation.DSMT4">
                      <p:embed/>
                    </p:oleObj>
                  </mc:Choice>
                  <mc:Fallback>
                    <p:oleObj name="Equation" r:id="rId15" imgW="6096000" imgH="7315200" progId="Equation.DSMT4">
                      <p:embed/>
                      <p:pic>
                        <p:nvPicPr>
                          <p:cNvPr id="0" name="图片 751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96" y="1573"/>
                            <a:ext cx="156" cy="18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19"/>
              <p:cNvGraphicFramePr>
                <a:graphicFrameLocks noChangeAspect="1"/>
              </p:cNvGraphicFramePr>
              <p:nvPr/>
            </p:nvGraphicFramePr>
            <p:xfrm>
              <a:off x="4093" y="1473"/>
              <a:ext cx="818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20" name="Equation" r:id="rId17" imgW="32004000" imgH="9448800" progId="Equation.DSMT4">
                      <p:embed/>
                    </p:oleObj>
                  </mc:Choice>
                  <mc:Fallback>
                    <p:oleObj name="Equation" r:id="rId17" imgW="32004000" imgH="9448800" progId="Equation.DSMT4">
                      <p:embed/>
                      <p:pic>
                        <p:nvPicPr>
                          <p:cNvPr id="0" name="图片 751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093" y="1473"/>
                            <a:ext cx="818" cy="24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Freeform 20"/>
              <p:cNvSpPr/>
              <p:nvPr/>
            </p:nvSpPr>
            <p:spPr bwMode="auto">
              <a:xfrm>
                <a:off x="4128" y="1666"/>
                <a:ext cx="816" cy="830"/>
              </a:xfrm>
              <a:custGeom>
                <a:avLst/>
                <a:gdLst>
                  <a:gd name="T0" fmla="*/ 0 w 816"/>
                  <a:gd name="T1" fmla="*/ 398 h 830"/>
                  <a:gd name="T2" fmla="*/ 0 w 816"/>
                  <a:gd name="T3" fmla="*/ 830 h 830"/>
                  <a:gd name="T4" fmla="*/ 816 w 816"/>
                  <a:gd name="T5" fmla="*/ 830 h 830"/>
                  <a:gd name="T6" fmla="*/ 816 w 816"/>
                  <a:gd name="T7" fmla="*/ 14 h 830"/>
                  <a:gd name="T8" fmla="*/ 457 w 816"/>
                  <a:gd name="T9" fmla="*/ 88 h 830"/>
                  <a:gd name="T10" fmla="*/ 355 w 816"/>
                  <a:gd name="T11" fmla="*/ 122 h 830"/>
                  <a:gd name="T12" fmla="*/ 321 w 816"/>
                  <a:gd name="T13" fmla="*/ 134 h 830"/>
                  <a:gd name="T14" fmla="*/ 287 w 816"/>
                  <a:gd name="T15" fmla="*/ 145 h 830"/>
                  <a:gd name="T16" fmla="*/ 151 w 816"/>
                  <a:gd name="T17" fmla="*/ 213 h 830"/>
                  <a:gd name="T18" fmla="*/ 83 w 816"/>
                  <a:gd name="T19" fmla="*/ 258 h 830"/>
                  <a:gd name="T20" fmla="*/ 26 w 816"/>
                  <a:gd name="T21" fmla="*/ 315 h 830"/>
                  <a:gd name="T22" fmla="*/ 0 w 816"/>
                  <a:gd name="T23" fmla="*/ 398 h 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6" h="830">
                    <a:moveTo>
                      <a:pt x="0" y="398"/>
                    </a:moveTo>
                    <a:lnTo>
                      <a:pt x="0" y="830"/>
                    </a:lnTo>
                    <a:lnTo>
                      <a:pt x="816" y="830"/>
                    </a:lnTo>
                    <a:lnTo>
                      <a:pt x="816" y="14"/>
                    </a:lnTo>
                    <a:cubicBezTo>
                      <a:pt x="695" y="0"/>
                      <a:pt x="571" y="50"/>
                      <a:pt x="457" y="88"/>
                    </a:cubicBezTo>
                    <a:cubicBezTo>
                      <a:pt x="423" y="99"/>
                      <a:pt x="389" y="111"/>
                      <a:pt x="355" y="122"/>
                    </a:cubicBezTo>
                    <a:cubicBezTo>
                      <a:pt x="344" y="126"/>
                      <a:pt x="332" y="130"/>
                      <a:pt x="321" y="134"/>
                    </a:cubicBezTo>
                    <a:cubicBezTo>
                      <a:pt x="310" y="138"/>
                      <a:pt x="287" y="145"/>
                      <a:pt x="287" y="145"/>
                    </a:cubicBezTo>
                    <a:cubicBezTo>
                      <a:pt x="246" y="173"/>
                      <a:pt x="198" y="198"/>
                      <a:pt x="151" y="213"/>
                    </a:cubicBezTo>
                    <a:cubicBezTo>
                      <a:pt x="128" y="228"/>
                      <a:pt x="98" y="235"/>
                      <a:pt x="83" y="258"/>
                    </a:cubicBezTo>
                    <a:cubicBezTo>
                      <a:pt x="52" y="303"/>
                      <a:pt x="71" y="284"/>
                      <a:pt x="26" y="315"/>
                    </a:cubicBezTo>
                    <a:cubicBezTo>
                      <a:pt x="2" y="388"/>
                      <a:pt x="10" y="360"/>
                      <a:pt x="0" y="398"/>
                    </a:cubicBezTo>
                    <a:close/>
                  </a:path>
                </a:pathLst>
              </a:custGeom>
              <a:solidFill>
                <a:srgbClr val="6666FF"/>
              </a:solidFill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3888" y="2496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Line 23"/>
          <p:cNvSpPr>
            <a:spLocks noChangeShapeType="1"/>
          </p:cNvSpPr>
          <p:nvPr/>
        </p:nvSpPr>
        <p:spPr bwMode="auto">
          <a:xfrm flipV="1">
            <a:off x="10033181" y="1494155"/>
            <a:ext cx="0" cy="1099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26" name="Group 25"/>
          <p:cNvGrpSpPr/>
          <p:nvPr/>
        </p:nvGrpSpPr>
        <p:grpSpPr bwMode="auto">
          <a:xfrm>
            <a:off x="10168573" y="1443991"/>
            <a:ext cx="784225" cy="1912938"/>
            <a:chOff x="4441" y="2512"/>
            <a:chExt cx="494" cy="1205"/>
          </a:xfrm>
        </p:grpSpPr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V="1">
              <a:off x="4441" y="2512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" name="Object 27"/>
            <p:cNvGraphicFramePr>
              <a:graphicFrameLocks noChangeAspect="1"/>
            </p:cNvGraphicFramePr>
            <p:nvPr/>
          </p:nvGraphicFramePr>
          <p:xfrm>
            <a:off x="4452" y="3491"/>
            <a:ext cx="48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2" name="Equation" r:id="rId19" imgW="10363200" imgH="4876800" progId="Equation.DSMT4">
                    <p:embed/>
                  </p:oleObj>
                </mc:Choice>
                <mc:Fallback>
                  <p:oleObj name="Equation" r:id="rId19" imgW="10363200" imgH="4876800" progId="Equation.DSMT4">
                    <p:embed/>
                    <p:pic>
                      <p:nvPicPr>
                        <p:cNvPr id="0" name="图片 75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52" y="3491"/>
                          <a:ext cx="483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8"/>
            <p:cNvSpPr>
              <a:spLocks noChangeShapeType="1"/>
            </p:cNvSpPr>
            <p:nvPr/>
          </p:nvSpPr>
          <p:spPr bwMode="auto">
            <a:xfrm flipH="1" flipV="1">
              <a:off x="4450" y="3297"/>
              <a:ext cx="110" cy="223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10032695" y="1477010"/>
            <a:ext cx="158750" cy="1116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3429623" y="3425438"/>
          <a:ext cx="2380379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3" name="Equation" r:id="rId21" imgW="21945600" imgH="8534400" progId="Equation.DSMT4">
                  <p:embed/>
                </p:oleObj>
              </mc:Choice>
              <mc:Fallback>
                <p:oleObj name="Equation" r:id="rId21" imgW="21945600" imgH="8534400" progId="Equation.DSMT4">
                  <p:embed/>
                  <p:pic>
                    <p:nvPicPr>
                      <p:cNvPr id="0" name="图片 75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29623" y="3425438"/>
                        <a:ext cx="2380379" cy="936104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8"/>
          <p:cNvSpPr txBox="1">
            <a:spLocks noChangeArrowheads="1"/>
          </p:cNvSpPr>
          <p:nvPr/>
        </p:nvSpPr>
        <p:spPr bwMode="auto">
          <a:xfrm>
            <a:off x="1617345" y="2701925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边梯形面积为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 ,</a:t>
            </a:r>
            <a:endParaRPr kumimoji="1"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1617028" y="4949508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同理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，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1" lang="zh-CN" altLang="en-US" sz="2800"/>
              <a:t>②</a:t>
            </a: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 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4" name="Object 50"/>
          <p:cNvGraphicFramePr>
            <a:graphicFrameLocks noChangeAspect="1"/>
          </p:cNvGraphicFramePr>
          <p:nvPr/>
        </p:nvGraphicFramePr>
        <p:xfrm>
          <a:off x="3674428" y="4878388"/>
          <a:ext cx="3252787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" name="Equation" r:id="rId23" imgW="35966400" imgH="8534400" progId="Equation.DSMT4">
                  <p:embed/>
                </p:oleObj>
              </mc:Choice>
              <mc:Fallback>
                <p:oleObj name="Equation" r:id="rId23" imgW="35966400" imgH="8534400" progId="Equation.DSMT4">
                  <p:embed/>
                  <p:pic>
                    <p:nvPicPr>
                      <p:cNvPr id="0" name="图片 75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74428" y="4878388"/>
                        <a:ext cx="3252787" cy="795337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120"/>
          <p:cNvGrpSpPr/>
          <p:nvPr/>
        </p:nvGrpSpPr>
        <p:grpSpPr bwMode="auto">
          <a:xfrm>
            <a:off x="7369176" y="3683000"/>
            <a:ext cx="2962275" cy="2409825"/>
            <a:chOff x="1663" y="66"/>
            <a:chExt cx="1866" cy="1518"/>
          </a:xfrm>
        </p:grpSpPr>
        <p:graphicFrame>
          <p:nvGraphicFramePr>
            <p:cNvPr id="36" name="Object 121"/>
            <p:cNvGraphicFramePr>
              <a:graphicFrameLocks noChangeAspect="1"/>
            </p:cNvGraphicFramePr>
            <p:nvPr/>
          </p:nvGraphicFramePr>
          <p:xfrm>
            <a:off x="1663" y="11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5" name="Equation" r:id="rId25" imgW="6096000" imgH="7315200" progId="Equation.DSMT4">
                    <p:embed/>
                  </p:oleObj>
                </mc:Choice>
                <mc:Fallback>
                  <p:oleObj name="Equation" r:id="rId25" imgW="6096000" imgH="7315200" progId="Equation.DSMT4">
                    <p:embed/>
                    <p:pic>
                      <p:nvPicPr>
                        <p:cNvPr id="0" name="图片 75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663" y="11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" name="Group 122"/>
            <p:cNvGrpSpPr/>
            <p:nvPr/>
          </p:nvGrpSpPr>
          <p:grpSpPr bwMode="auto">
            <a:xfrm>
              <a:off x="1680" y="66"/>
              <a:ext cx="1849" cy="1518"/>
              <a:chOff x="1680" y="66"/>
              <a:chExt cx="1849" cy="1518"/>
            </a:xfrm>
          </p:grpSpPr>
          <p:sp>
            <p:nvSpPr>
              <p:cNvPr id="38" name="Rectangle 123"/>
              <p:cNvSpPr>
                <a:spLocks noChangeArrowheads="1"/>
              </p:cNvSpPr>
              <p:nvPr/>
            </p:nvSpPr>
            <p:spPr bwMode="auto">
              <a:xfrm>
                <a:off x="2217" y="740"/>
                <a:ext cx="759" cy="2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9" name="Group 124"/>
              <p:cNvGrpSpPr/>
              <p:nvPr/>
            </p:nvGrpSpPr>
            <p:grpSpPr bwMode="auto">
              <a:xfrm>
                <a:off x="1680" y="66"/>
                <a:ext cx="1849" cy="1518"/>
                <a:chOff x="1680" y="66"/>
                <a:chExt cx="1849" cy="1518"/>
              </a:xfrm>
            </p:grpSpPr>
            <p:sp>
              <p:nvSpPr>
                <p:cNvPr id="40" name="Line 125"/>
                <p:cNvSpPr>
                  <a:spLocks noChangeShapeType="1"/>
                </p:cNvSpPr>
                <p:nvPr/>
              </p:nvSpPr>
              <p:spPr bwMode="auto">
                <a:xfrm flipV="1">
                  <a:off x="3216" y="480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1" name="Group 126"/>
                <p:cNvGrpSpPr/>
                <p:nvPr/>
              </p:nvGrpSpPr>
              <p:grpSpPr bwMode="auto">
                <a:xfrm>
                  <a:off x="1680" y="66"/>
                  <a:ext cx="1849" cy="1518"/>
                  <a:chOff x="1680" y="66"/>
                  <a:chExt cx="1849" cy="1518"/>
                </a:xfrm>
              </p:grpSpPr>
              <p:sp>
                <p:nvSpPr>
                  <p:cNvPr id="42" name="Line 127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1296"/>
                    <a:ext cx="18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Line 1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72" y="14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Line 1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08" y="960"/>
                    <a:ext cx="0" cy="336"/>
                  </a:xfrm>
                  <a:prstGeom prst="line">
                    <a:avLst/>
                  </a:prstGeom>
                  <a:noFill/>
                  <a:ln w="9525" cap="rnd">
                    <a:solidFill>
                      <a:srgbClr val="FF6600"/>
                    </a:solidFill>
                    <a:prstDash val="sys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Line 1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03" y="864"/>
                    <a:ext cx="0" cy="432"/>
                  </a:xfrm>
                  <a:prstGeom prst="line">
                    <a:avLst/>
                  </a:prstGeom>
                  <a:noFill/>
                  <a:ln w="9525" cap="rnd">
                    <a:solidFill>
                      <a:srgbClr val="FF6600"/>
                    </a:solidFill>
                    <a:prstDash val="sys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46" name="Object 131"/>
                  <p:cNvGraphicFramePr>
                    <a:graphicFrameLocks noChangeAspect="1"/>
                  </p:cNvGraphicFramePr>
                  <p:nvPr/>
                </p:nvGraphicFramePr>
                <p:xfrm>
                  <a:off x="3393" y="1320"/>
                  <a:ext cx="136" cy="1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526" name="Equation" r:id="rId27" imgW="5181600" imgH="5486400" progId="Equation.DSMT4">
                          <p:embed/>
                        </p:oleObj>
                      </mc:Choice>
                      <mc:Fallback>
                        <p:oleObj name="Equation" r:id="rId27" imgW="5181600" imgH="5486400" progId="Equation.DSMT4">
                          <p:embed/>
                          <p:pic>
                            <p:nvPicPr>
                              <p:cNvPr id="0" name="图片 7525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2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393" y="1320"/>
                                <a:ext cx="136" cy="144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47" name="Text Box 1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0" y="1248"/>
                    <a:ext cx="211" cy="29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kumimoji="1" lang="en-US" altLang="zh-CN" sz="2400">
                        <a:latin typeface="Times New Roman" panose="02020603050405020304" pitchFamily="18" charset="0"/>
                      </a:rPr>
                      <a:t>o</a:t>
                    </a:r>
                    <a:endParaRPr kumimoji="1" lang="en-US" altLang="zh-CN" sz="2400">
                      <a:latin typeface="Times New Roman" panose="02020603050405020304" pitchFamily="18" charset="0"/>
                    </a:endParaRPr>
                  </a:p>
                </p:txBody>
              </p:sp>
              <p:graphicFrame>
                <p:nvGraphicFramePr>
                  <p:cNvPr id="48" name="Object 133"/>
                  <p:cNvGraphicFramePr>
                    <a:graphicFrameLocks noChangeAspect="1"/>
                  </p:cNvGraphicFramePr>
                  <p:nvPr/>
                </p:nvGraphicFramePr>
                <p:xfrm>
                  <a:off x="2123" y="1320"/>
                  <a:ext cx="144" cy="1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527" name="Equation" r:id="rId29" imgW="5486400" imgH="5486400" progId="Equation.DSMT4">
                          <p:embed/>
                        </p:oleObj>
                      </mc:Choice>
                      <mc:Fallback>
                        <p:oleObj name="Equation" r:id="rId29" imgW="5486400" imgH="5486400" progId="Equation.DSMT4">
                          <p:embed/>
                          <p:pic>
                            <p:nvPicPr>
                              <p:cNvPr id="0" name="图片 7526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123" y="1320"/>
                                <a:ext cx="144" cy="144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9" name="Object 134"/>
                  <p:cNvGraphicFramePr>
                    <a:graphicFrameLocks noChangeAspect="1"/>
                  </p:cNvGraphicFramePr>
                  <p:nvPr/>
                </p:nvGraphicFramePr>
                <p:xfrm>
                  <a:off x="3153" y="1297"/>
                  <a:ext cx="128" cy="2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528" name="Equation" r:id="rId31" imgW="4876800" imgH="7620000" progId="Equation.DSMT4">
                          <p:embed/>
                        </p:oleObj>
                      </mc:Choice>
                      <mc:Fallback>
                        <p:oleObj name="Equation" r:id="rId31" imgW="4876800" imgH="7620000" progId="Equation.DSMT4">
                          <p:embed/>
                          <p:pic>
                            <p:nvPicPr>
                              <p:cNvPr id="0" name="图片 752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153" y="1297"/>
                                <a:ext cx="128" cy="200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0" name="Object 135"/>
                  <p:cNvGraphicFramePr>
                    <a:graphicFrameLocks noChangeAspect="1"/>
                  </p:cNvGraphicFramePr>
                  <p:nvPr/>
                </p:nvGraphicFramePr>
                <p:xfrm>
                  <a:off x="2315" y="992"/>
                  <a:ext cx="848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529" name="Equation" r:id="rId33" imgW="32308800" imgH="10363200" progId="Equation.DSMT4">
                          <p:embed/>
                        </p:oleObj>
                      </mc:Choice>
                      <mc:Fallback>
                        <p:oleObj name="Equation" r:id="rId33" imgW="32308800" imgH="10363200" progId="Equation.DSMT4">
                          <p:embed/>
                          <p:pic>
                            <p:nvPicPr>
                              <p:cNvPr id="0" name="图片 752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315" y="992"/>
                                <a:ext cx="848" cy="272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1" name="Object 136"/>
                  <p:cNvGraphicFramePr>
                    <a:graphicFrameLocks noChangeAspect="1"/>
                  </p:cNvGraphicFramePr>
                  <p:nvPr/>
                </p:nvGraphicFramePr>
                <p:xfrm>
                  <a:off x="2145" y="66"/>
                  <a:ext cx="864" cy="2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530" name="Equation" r:id="rId35" imgW="32918400" imgH="10363200" progId="Equation.DSMT4">
                          <p:embed/>
                        </p:oleObj>
                      </mc:Choice>
                      <mc:Fallback>
                        <p:oleObj name="Equation" r:id="rId35" imgW="32918400" imgH="10363200" progId="Equation.DSMT4">
                          <p:embed/>
                          <p:pic>
                            <p:nvPicPr>
                              <p:cNvPr id="0" name="图片 752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145" y="66"/>
                                <a:ext cx="864" cy="272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52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632"/>
                    <a:ext cx="995" cy="2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Freeform 138"/>
                  <p:cNvSpPr/>
                  <p:nvPr/>
                </p:nvSpPr>
                <p:spPr bwMode="auto">
                  <a:xfrm>
                    <a:off x="2217" y="837"/>
                    <a:ext cx="1008" cy="232"/>
                  </a:xfrm>
                  <a:custGeom>
                    <a:avLst/>
                    <a:gdLst>
                      <a:gd name="T0" fmla="*/ 0 w 1008"/>
                      <a:gd name="T1" fmla="*/ 96 h 208"/>
                      <a:gd name="T2" fmla="*/ 528 w 1008"/>
                      <a:gd name="T3" fmla="*/ 192 h 208"/>
                      <a:gd name="T4" fmla="*/ 1008 w 1008"/>
                      <a:gd name="T5" fmla="*/ 0 h 2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08" h="208">
                        <a:moveTo>
                          <a:pt x="0" y="96"/>
                        </a:moveTo>
                        <a:cubicBezTo>
                          <a:pt x="180" y="152"/>
                          <a:pt x="360" y="208"/>
                          <a:pt x="528" y="192"/>
                        </a:cubicBezTo>
                        <a:cubicBezTo>
                          <a:pt x="696" y="176"/>
                          <a:pt x="852" y="88"/>
                          <a:pt x="1008" y="0"/>
                        </a:cubicBezTo>
                      </a:path>
                    </a:pathLst>
                  </a:custGeom>
                  <a:solidFill>
                    <a:srgbClr val="CCCCFF"/>
                  </a:solidFill>
                  <a:ln w="38100" cap="flat" cmpd="sng">
                    <a:solidFill>
                      <a:srgbClr val="FF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Line 1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08" y="493"/>
                    <a:ext cx="0" cy="48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Freeform 140"/>
                  <p:cNvSpPr/>
                  <p:nvPr/>
                </p:nvSpPr>
                <p:spPr bwMode="auto">
                  <a:xfrm>
                    <a:off x="2208" y="410"/>
                    <a:ext cx="1008" cy="232"/>
                  </a:xfrm>
                  <a:custGeom>
                    <a:avLst/>
                    <a:gdLst>
                      <a:gd name="T0" fmla="*/ 0 w 1008"/>
                      <a:gd name="T1" fmla="*/ 96 h 96"/>
                      <a:gd name="T2" fmla="*/ 384 w 1008"/>
                      <a:gd name="T3" fmla="*/ 0 h 96"/>
                      <a:gd name="T4" fmla="*/ 1008 w 1008"/>
                      <a:gd name="T5" fmla="*/ 96 h 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08" h="96">
                        <a:moveTo>
                          <a:pt x="0" y="96"/>
                        </a:moveTo>
                        <a:cubicBezTo>
                          <a:pt x="108" y="48"/>
                          <a:pt x="216" y="0"/>
                          <a:pt x="384" y="0"/>
                        </a:cubicBezTo>
                        <a:cubicBezTo>
                          <a:pt x="552" y="0"/>
                          <a:pt x="780" y="48"/>
                          <a:pt x="1008" y="96"/>
                        </a:cubicBezTo>
                      </a:path>
                    </a:pathLst>
                  </a:custGeom>
                  <a:solidFill>
                    <a:srgbClr val="CCCCFF"/>
                  </a:solidFill>
                  <a:ln w="38100" cap="flat" cmpd="sng">
                    <a:solidFill>
                      <a:srgbClr val="FF0000"/>
                    </a:solidFill>
                    <a:prstDash val="solid"/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aphicFrame>
        <p:nvGraphicFramePr>
          <p:cNvPr id="7532" name="Object 364"/>
          <p:cNvGraphicFramePr>
            <a:graphicFrameLocks noChangeAspect="1"/>
          </p:cNvGraphicFramePr>
          <p:nvPr/>
        </p:nvGraphicFramePr>
        <p:xfrm>
          <a:off x="9834716" y="2701682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7" imgW="5181600" imgH="5486400" progId="Equation.DSMT4">
                  <p:embed/>
                </p:oleObj>
              </mc:Choice>
              <mc:Fallback>
                <p:oleObj name="Equation" r:id="rId37" imgW="5181600" imgH="5486400" progId="Equation.DSMT4">
                  <p:embed/>
                  <p:pic>
                    <p:nvPicPr>
                      <p:cNvPr id="0" name="图片 7531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834716" y="2701682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autoUpdateAnimBg="0"/>
      <p:bldP spid="9" grpId="0" autoUpdateAnimBg="0"/>
      <p:bldP spid="10" grpId="0" autoUpdateAnimBg="0"/>
      <p:bldP spid="24" grpId="0" bldLvl="0" animBg="1"/>
      <p:bldP spid="30" grpId="0" bldLvl="0" animBg="1"/>
      <p:bldP spid="32" grpId="0" autoUpdateAnimBg="0"/>
      <p:bldP spid="33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2076133" y="4303078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④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" name="Object 33"/>
          <p:cNvGraphicFramePr>
            <a:graphicFrameLocks noChangeAspect="1"/>
          </p:cNvGraphicFramePr>
          <p:nvPr/>
        </p:nvGraphicFramePr>
        <p:xfrm>
          <a:off x="2738120" y="4221163"/>
          <a:ext cx="343535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38100000" imgH="7924800" progId="Equation.DSMT4">
                  <p:embed/>
                </p:oleObj>
              </mc:Choice>
              <mc:Fallback>
                <p:oleObj name="Equation" r:id="rId1" imgW="38100000" imgH="7924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38120" y="4221163"/>
                        <a:ext cx="3435350" cy="725487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6"/>
          <p:cNvSpPr txBox="1">
            <a:spLocks noChangeArrowheads="1"/>
          </p:cNvSpPr>
          <p:nvPr/>
        </p:nvSpPr>
        <p:spPr bwMode="auto">
          <a:xfrm>
            <a:off x="2076133" y="137477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③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5" name="Object 57"/>
          <p:cNvGraphicFramePr>
            <a:graphicFrameLocks noChangeAspect="1"/>
          </p:cNvGraphicFramePr>
          <p:nvPr/>
        </p:nvGraphicFramePr>
        <p:xfrm>
          <a:off x="2976880" y="1314133"/>
          <a:ext cx="2112838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" name="Equation" r:id="rId3" imgW="22555200" imgH="7924800" progId="Equation.DSMT4">
                  <p:embed/>
                </p:oleObj>
              </mc:Choice>
              <mc:Fallback>
                <p:oleObj name="Equation" r:id="rId3" imgW="22555200" imgH="7924800" progId="Equation.DSMT4">
                  <p:embed/>
                  <p:pic>
                    <p:nvPicPr>
                      <p:cNvPr id="0" name="图片 843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6880" y="1314133"/>
                        <a:ext cx="2112838" cy="756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77"/>
          <p:cNvGrpSpPr/>
          <p:nvPr/>
        </p:nvGrpSpPr>
        <p:grpSpPr bwMode="auto">
          <a:xfrm>
            <a:off x="7151370" y="350520"/>
            <a:ext cx="3187701" cy="2547938"/>
            <a:chOff x="1903" y="527"/>
            <a:chExt cx="2008" cy="1605"/>
          </a:xfrm>
        </p:grpSpPr>
        <p:sp>
          <p:nvSpPr>
            <p:cNvPr id="43" name="Line 78"/>
            <p:cNvSpPr>
              <a:spLocks noChangeShapeType="1"/>
            </p:cNvSpPr>
            <p:nvPr/>
          </p:nvSpPr>
          <p:spPr bwMode="auto">
            <a:xfrm>
              <a:off x="2229" y="869"/>
              <a:ext cx="90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p>
              <a:endParaRPr lang="zh-CN" altLang="en-US"/>
            </a:p>
          </p:txBody>
        </p:sp>
        <p:sp>
          <p:nvSpPr>
            <p:cNvPr id="44" name="AutoShape 79"/>
            <p:cNvSpPr>
              <a:spLocks noChangeArrowheads="1"/>
            </p:cNvSpPr>
            <p:nvPr/>
          </p:nvSpPr>
          <p:spPr bwMode="auto">
            <a:xfrm flipV="1">
              <a:off x="3016" y="882"/>
              <a:ext cx="159" cy="619"/>
            </a:xfrm>
            <a:prstGeom prst="rtTriangle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45" name="Line 80"/>
            <p:cNvSpPr>
              <a:spLocks noChangeShapeType="1"/>
            </p:cNvSpPr>
            <p:nvPr/>
          </p:nvSpPr>
          <p:spPr bwMode="auto">
            <a:xfrm>
              <a:off x="1903" y="1788"/>
              <a:ext cx="17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6" name="Line 81"/>
            <p:cNvSpPr>
              <a:spLocks noChangeShapeType="1"/>
            </p:cNvSpPr>
            <p:nvPr/>
          </p:nvSpPr>
          <p:spPr bwMode="auto">
            <a:xfrm flipV="1">
              <a:off x="2221" y="527"/>
              <a:ext cx="0" cy="16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p:graphicFrame>
          <p:nvGraphicFramePr>
            <p:cNvPr id="47" name="Object 82"/>
            <p:cNvGraphicFramePr>
              <a:graphicFrameLocks noChangeAspect="1"/>
            </p:cNvGraphicFramePr>
            <p:nvPr/>
          </p:nvGraphicFramePr>
          <p:xfrm>
            <a:off x="3545" y="1845"/>
            <a:ext cx="141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3" name="Equation" r:id="rId5" imgW="3048000" imgH="3352800" progId="Equation.DSMT4">
                    <p:embed/>
                  </p:oleObj>
                </mc:Choice>
                <mc:Fallback>
                  <p:oleObj name="Equation" r:id="rId5" imgW="3048000" imgH="3352800" progId="Equation.DSMT4">
                    <p:embed/>
                    <p:pic>
                      <p:nvPicPr>
                        <p:cNvPr id="0" name="Picture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" y="1845"/>
                          <a:ext cx="141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83"/>
            <p:cNvGraphicFramePr>
              <a:graphicFrameLocks noChangeAspect="1"/>
            </p:cNvGraphicFramePr>
            <p:nvPr/>
          </p:nvGraphicFramePr>
          <p:xfrm>
            <a:off x="2263" y="527"/>
            <a:ext cx="136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4" name="Equation" r:id="rId7" imgW="3352800" imgH="3962400" progId="Equation.DSMT4">
                    <p:embed/>
                  </p:oleObj>
                </mc:Choice>
                <mc:Fallback>
                  <p:oleObj name="Equation" r:id="rId7" imgW="3352800" imgH="3962400" progId="Equation.DSMT4">
                    <p:embed/>
                    <p:pic>
                      <p:nvPicPr>
                        <p:cNvPr id="0" name="Picture 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3" y="527"/>
                          <a:ext cx="136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84"/>
            <p:cNvGraphicFramePr>
              <a:graphicFrameLocks noChangeAspect="1"/>
            </p:cNvGraphicFramePr>
            <p:nvPr/>
          </p:nvGraphicFramePr>
          <p:xfrm>
            <a:off x="2050" y="1756"/>
            <a:ext cx="167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5" name="Equation" r:id="rId9" imgW="3657600" imgH="4267200" progId="Equation.DSMT4">
                    <p:embed/>
                  </p:oleObj>
                </mc:Choice>
                <mc:Fallback>
                  <p:oleObj name="Equation" r:id="rId9" imgW="3657600" imgH="4267200" progId="Equation.DSMT4">
                    <p:embed/>
                    <p:pic>
                      <p:nvPicPr>
                        <p:cNvPr id="0" name="Picture 2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" y="1756"/>
                          <a:ext cx="167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85"/>
            <p:cNvGraphicFramePr>
              <a:graphicFrameLocks noChangeAspect="1"/>
            </p:cNvGraphicFramePr>
            <p:nvPr/>
          </p:nvGraphicFramePr>
          <p:xfrm>
            <a:off x="2021" y="1448"/>
            <a:ext cx="12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6" name="Equation" r:id="rId11" imgW="4572000" imgH="5486400" progId="Equation.DSMT4">
                    <p:embed/>
                  </p:oleObj>
                </mc:Choice>
                <mc:Fallback>
                  <p:oleObj name="Equation" r:id="rId11" imgW="4572000" imgH="5486400" progId="Equation.DSMT4">
                    <p:embed/>
                    <p:pic>
                      <p:nvPicPr>
                        <p:cNvPr id="0" name="Picture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1" y="1448"/>
                          <a:ext cx="120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86"/>
            <p:cNvGraphicFramePr>
              <a:graphicFrameLocks noChangeAspect="1"/>
            </p:cNvGraphicFramePr>
            <p:nvPr/>
          </p:nvGraphicFramePr>
          <p:xfrm>
            <a:off x="1993" y="769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7" name="Equation" r:id="rId13" imgW="6096000" imgH="7620000" progId="Equation.DSMT4">
                    <p:embed/>
                  </p:oleObj>
                </mc:Choice>
                <mc:Fallback>
                  <p:oleObj name="Equation" r:id="rId13" imgW="6096000" imgH="7620000" progId="Equation.DSMT4">
                    <p:embed/>
                    <p:pic>
                      <p:nvPicPr>
                        <p:cNvPr id="0" name="Picture 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769"/>
                          <a:ext cx="16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87"/>
            <p:cNvGraphicFramePr>
              <a:graphicFrameLocks noChangeAspect="1"/>
            </p:cNvGraphicFramePr>
            <p:nvPr/>
          </p:nvGraphicFramePr>
          <p:xfrm>
            <a:off x="3095" y="1377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38" name="Equation" r:id="rId15" imgW="31089600" imgH="9448800" progId="Equation.DSMT4">
                    <p:embed/>
                  </p:oleObj>
                </mc:Choice>
                <mc:Fallback>
                  <p:oleObj name="Equation" r:id="rId15" imgW="31089600" imgH="9448800" progId="Equation.DSMT4">
                    <p:embed/>
                    <p:pic>
                      <p:nvPicPr>
                        <p:cNvPr id="0" name="Picture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" y="1377"/>
                          <a:ext cx="816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Line 88"/>
            <p:cNvSpPr>
              <a:spLocks noChangeShapeType="1"/>
            </p:cNvSpPr>
            <p:nvPr/>
          </p:nvSpPr>
          <p:spPr bwMode="auto">
            <a:xfrm>
              <a:off x="2221" y="1559"/>
              <a:ext cx="477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p>
              <a:endParaRPr lang="zh-CN" altLang="en-US"/>
            </a:p>
          </p:txBody>
        </p:sp>
        <p:sp>
          <p:nvSpPr>
            <p:cNvPr id="54" name="Line 89"/>
            <p:cNvSpPr>
              <a:spLocks noChangeShapeType="1"/>
            </p:cNvSpPr>
            <p:nvPr/>
          </p:nvSpPr>
          <p:spPr bwMode="auto">
            <a:xfrm>
              <a:off x="2221" y="871"/>
              <a:ext cx="477" cy="0"/>
            </a:xfrm>
            <a:prstGeom prst="line">
              <a:avLst/>
            </a:prstGeom>
            <a:noFill/>
            <a:ln w="9525">
              <a:solidFill>
                <a:srgbClr val="FF99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p>
              <a:endParaRPr lang="zh-CN" altLang="en-US"/>
            </a:p>
          </p:txBody>
        </p:sp>
        <p:sp>
          <p:nvSpPr>
            <p:cNvPr id="55" name="Freeform 90"/>
            <p:cNvSpPr/>
            <p:nvPr/>
          </p:nvSpPr>
          <p:spPr bwMode="auto">
            <a:xfrm>
              <a:off x="2992" y="874"/>
              <a:ext cx="344" cy="688"/>
            </a:xfrm>
            <a:custGeom>
              <a:avLst/>
              <a:gdLst>
                <a:gd name="T0" fmla="*/ 144 w 312"/>
                <a:gd name="T1" fmla="*/ 0 h 576"/>
                <a:gd name="T2" fmla="*/ 288 w 312"/>
                <a:gd name="T3" fmla="*/ 240 h 576"/>
                <a:gd name="T4" fmla="*/ 0 w 312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576">
                  <a:moveTo>
                    <a:pt x="144" y="0"/>
                  </a:moveTo>
                  <a:cubicBezTo>
                    <a:pt x="228" y="72"/>
                    <a:pt x="312" y="144"/>
                    <a:pt x="288" y="240"/>
                  </a:cubicBezTo>
                  <a:cubicBezTo>
                    <a:pt x="264" y="336"/>
                    <a:pt x="132" y="456"/>
                    <a:pt x="0" y="576"/>
                  </a:cubicBezTo>
                </a:path>
              </a:pathLst>
            </a:custGeom>
            <a:solidFill>
              <a:srgbClr val="CCECFF"/>
            </a:solidFill>
            <a:ln w="38100" cap="flat" cmpd="sng">
              <a:solidFill>
                <a:srgbClr val="FF00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p>
              <a:endParaRPr lang="zh-CN" altLang="en-US"/>
            </a:p>
          </p:txBody>
        </p:sp>
        <p:sp>
          <p:nvSpPr>
            <p:cNvPr id="56" name="Freeform 91"/>
            <p:cNvSpPr/>
            <p:nvPr/>
          </p:nvSpPr>
          <p:spPr bwMode="auto">
            <a:xfrm>
              <a:off x="2486" y="871"/>
              <a:ext cx="106" cy="688"/>
            </a:xfrm>
            <a:custGeom>
              <a:avLst/>
              <a:gdLst>
                <a:gd name="T0" fmla="*/ 96 w 96"/>
                <a:gd name="T1" fmla="*/ 0 h 576"/>
                <a:gd name="T2" fmla="*/ 0 w 96"/>
                <a:gd name="T3" fmla="*/ 192 h 576"/>
                <a:gd name="T4" fmla="*/ 96 w 96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576">
                  <a:moveTo>
                    <a:pt x="96" y="0"/>
                  </a:moveTo>
                  <a:cubicBezTo>
                    <a:pt x="48" y="48"/>
                    <a:pt x="0" y="96"/>
                    <a:pt x="0" y="192"/>
                  </a:cubicBezTo>
                  <a:cubicBezTo>
                    <a:pt x="0" y="288"/>
                    <a:pt x="48" y="432"/>
                    <a:pt x="96" y="576"/>
                  </a:cubicBezTo>
                </a:path>
              </a:pathLst>
            </a:custGeom>
            <a:solidFill>
              <a:srgbClr val="CCECFF"/>
            </a:solidFill>
            <a:ln w="38100" cap="flat" cmpd="sng">
              <a:solidFill>
                <a:srgbClr val="FF00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p>
              <a:endParaRPr lang="zh-CN" altLang="en-US"/>
            </a:p>
          </p:txBody>
        </p:sp>
        <p:sp>
          <p:nvSpPr>
            <p:cNvPr id="57" name="Rectangle 92"/>
            <p:cNvSpPr>
              <a:spLocks noChangeArrowheads="1"/>
            </p:cNvSpPr>
            <p:nvPr/>
          </p:nvSpPr>
          <p:spPr bwMode="auto">
            <a:xfrm>
              <a:off x="2218" y="871"/>
              <a:ext cx="798" cy="67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p>
              <a:endParaRPr lang="zh-CN" altLang="en-US"/>
            </a:p>
          </p:txBody>
        </p:sp>
        <p:sp>
          <p:nvSpPr>
            <p:cNvPr id="58" name="Line 93"/>
            <p:cNvSpPr>
              <a:spLocks noChangeShapeType="1"/>
            </p:cNvSpPr>
            <p:nvPr/>
          </p:nvSpPr>
          <p:spPr bwMode="auto">
            <a:xfrm>
              <a:off x="2216" y="1562"/>
              <a:ext cx="816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" name="Group 58"/>
          <p:cNvGrpSpPr/>
          <p:nvPr/>
        </p:nvGrpSpPr>
        <p:grpSpPr bwMode="auto">
          <a:xfrm>
            <a:off x="7110993" y="3363913"/>
            <a:ext cx="3553088" cy="2547937"/>
            <a:chOff x="1781" y="192"/>
            <a:chExt cx="2027" cy="1344"/>
          </a:xfrm>
        </p:grpSpPr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2461" y="480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p>
              <a:endParaRPr lang="zh-CN" altLang="en-US"/>
            </a:p>
          </p:txBody>
        </p:sp>
        <p:sp>
          <p:nvSpPr>
            <p:cNvPr id="61" name="AutoShape 60"/>
            <p:cNvSpPr>
              <a:spLocks noChangeArrowheads="1"/>
            </p:cNvSpPr>
            <p:nvPr/>
          </p:nvSpPr>
          <p:spPr bwMode="auto">
            <a:xfrm flipV="1">
              <a:off x="2845" y="489"/>
              <a:ext cx="144" cy="519"/>
            </a:xfrm>
            <a:prstGeom prst="rtTriangle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p>
              <a:endParaRPr lang="zh-CN" altLang="en-US"/>
            </a:p>
          </p:txBody>
        </p:sp>
        <p:grpSp>
          <p:nvGrpSpPr>
            <p:cNvPr id="62" name="Group 61"/>
            <p:cNvGrpSpPr/>
            <p:nvPr/>
          </p:nvGrpSpPr>
          <p:grpSpPr bwMode="auto">
            <a:xfrm>
              <a:off x="1781" y="192"/>
              <a:ext cx="2027" cy="1344"/>
              <a:chOff x="1781" y="192"/>
              <a:chExt cx="2027" cy="1344"/>
            </a:xfrm>
          </p:grpSpPr>
          <p:sp>
            <p:nvSpPr>
              <p:cNvPr id="63" name="Line 62"/>
              <p:cNvSpPr>
                <a:spLocks noChangeShapeType="1"/>
              </p:cNvSpPr>
              <p:nvPr/>
            </p:nvSpPr>
            <p:spPr bwMode="auto">
              <a:xfrm>
                <a:off x="1837" y="1248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64" name="Line 63"/>
              <p:cNvSpPr>
                <a:spLocks noChangeShapeType="1"/>
              </p:cNvSpPr>
              <p:nvPr/>
            </p:nvSpPr>
            <p:spPr bwMode="auto">
              <a:xfrm flipV="1">
                <a:off x="2125" y="192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endParaRPr lang="zh-CN" altLang="en-US"/>
              </a:p>
            </p:txBody>
          </p:sp>
          <p:graphicFrame>
            <p:nvGraphicFramePr>
              <p:cNvPr id="65" name="Object 64"/>
              <p:cNvGraphicFramePr>
                <a:graphicFrameLocks noChangeAspect="1"/>
              </p:cNvGraphicFramePr>
              <p:nvPr/>
            </p:nvGraphicFramePr>
            <p:xfrm>
              <a:off x="3324" y="1296"/>
              <a:ext cx="128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26" name="Equation" r:id="rId17" imgW="3048000" imgH="3352800" progId="Equation.DSMT4">
                      <p:embed/>
                    </p:oleObj>
                  </mc:Choice>
                  <mc:Fallback>
                    <p:oleObj name="Equation" r:id="rId17" imgW="3048000" imgH="3352800" progId="Equation.DSMT4">
                      <p:embed/>
                      <p:pic>
                        <p:nvPicPr>
                          <p:cNvPr id="0" name="Picture 2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4" y="1296"/>
                            <a:ext cx="128" cy="1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Object 65"/>
              <p:cNvGraphicFramePr>
                <a:graphicFrameLocks noChangeAspect="1"/>
              </p:cNvGraphicFramePr>
              <p:nvPr/>
            </p:nvGraphicFramePr>
            <p:xfrm>
              <a:off x="2163" y="192"/>
              <a:ext cx="123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27" name="Equation" r:id="rId19" imgW="3352800" imgH="3962400" progId="Equation.DSMT4">
                      <p:embed/>
                    </p:oleObj>
                  </mc:Choice>
                  <mc:Fallback>
                    <p:oleObj name="Equation" r:id="rId19" imgW="3352800" imgH="3962400" progId="Equation.DSMT4">
                      <p:embed/>
                      <p:pic>
                        <p:nvPicPr>
                          <p:cNvPr id="0" name="Picture 2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3" y="192"/>
                            <a:ext cx="123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66"/>
              <p:cNvGraphicFramePr>
                <a:graphicFrameLocks noChangeAspect="1"/>
              </p:cNvGraphicFramePr>
              <p:nvPr/>
            </p:nvGraphicFramePr>
            <p:xfrm>
              <a:off x="1940" y="1255"/>
              <a:ext cx="167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28" name="Equation" r:id="rId21" imgW="7010400" imgH="7620000" progId="Equation.DSMT4">
                      <p:embed/>
                    </p:oleObj>
                  </mc:Choice>
                  <mc:Fallback>
                    <p:oleObj name="Equation" r:id="rId21" imgW="7010400" imgH="7620000" progId="Equation.DSMT4">
                      <p:embed/>
                      <p:pic>
                        <p:nvPicPr>
                          <p:cNvPr id="0" name="Picture 2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0" y="1255"/>
                            <a:ext cx="167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944" y="963"/>
              <a:ext cx="109" cy="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29" name="Equation" r:id="rId23" imgW="4572000" imgH="5486400" progId="Equation.DSMT4">
                      <p:embed/>
                    </p:oleObj>
                  </mc:Choice>
                  <mc:Fallback>
                    <p:oleObj name="Equation" r:id="rId23" imgW="4572000" imgH="5486400" progId="Equation.DSMT4">
                      <p:embed/>
                      <p:pic>
                        <p:nvPicPr>
                          <p:cNvPr id="0" name="Picture 2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4" y="963"/>
                            <a:ext cx="109" cy="12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1897" y="298"/>
              <a:ext cx="145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30" name="Equation" r:id="rId25" imgW="6096000" imgH="7620000" progId="Equation.DSMT4">
                      <p:embed/>
                    </p:oleObj>
                  </mc:Choice>
                  <mc:Fallback>
                    <p:oleObj name="Equation" r:id="rId25" imgW="6096000" imgH="7620000" progId="Equation.DSMT4">
                      <p:embed/>
                      <p:pic>
                        <p:nvPicPr>
                          <p:cNvPr id="0" name="Picture 2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97" y="298"/>
                            <a:ext cx="145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69"/>
              <p:cNvGraphicFramePr>
                <a:graphicFrameLocks noChangeAspect="1"/>
              </p:cNvGraphicFramePr>
              <p:nvPr/>
            </p:nvGraphicFramePr>
            <p:xfrm>
              <a:off x="3004" y="799"/>
              <a:ext cx="804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31" name="Equation" r:id="rId27" imgW="33832800" imgH="10363200" progId="Equation.DSMT4">
                      <p:embed/>
                    </p:oleObj>
                  </mc:Choice>
                  <mc:Fallback>
                    <p:oleObj name="Equation" r:id="rId27" imgW="33832800" imgH="10363200" progId="Equation.DSMT4">
                      <p:embed/>
                      <p:pic>
                        <p:nvPicPr>
                          <p:cNvPr id="0" name="Picture 2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4" y="799"/>
                            <a:ext cx="804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" name="Line 70"/>
              <p:cNvSpPr>
                <a:spLocks noChangeShapeType="1"/>
              </p:cNvSpPr>
              <p:nvPr/>
            </p:nvSpPr>
            <p:spPr bwMode="auto">
              <a:xfrm>
                <a:off x="2125" y="105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FF66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p>
                <a:endParaRPr lang="zh-CN" altLang="en-US"/>
              </a:p>
            </p:txBody>
          </p:sp>
          <p:sp>
            <p:nvSpPr>
              <p:cNvPr id="72" name="Line 71"/>
              <p:cNvSpPr>
                <a:spLocks noChangeShapeType="1"/>
              </p:cNvSpPr>
              <p:nvPr/>
            </p:nvSpPr>
            <p:spPr bwMode="auto">
              <a:xfrm>
                <a:off x="2125" y="480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FF66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p>
                <a:endParaRPr lang="zh-CN" altLang="en-US"/>
              </a:p>
            </p:txBody>
          </p:sp>
          <p:sp>
            <p:nvSpPr>
              <p:cNvPr id="73" name="Freeform 72"/>
              <p:cNvSpPr/>
              <p:nvPr/>
            </p:nvSpPr>
            <p:spPr bwMode="auto">
              <a:xfrm>
                <a:off x="2832" y="480"/>
                <a:ext cx="312" cy="576"/>
              </a:xfrm>
              <a:custGeom>
                <a:avLst/>
                <a:gdLst>
                  <a:gd name="T0" fmla="*/ 144 w 312"/>
                  <a:gd name="T1" fmla="*/ 0 h 576"/>
                  <a:gd name="T2" fmla="*/ 288 w 312"/>
                  <a:gd name="T3" fmla="*/ 240 h 576"/>
                  <a:gd name="T4" fmla="*/ 0 w 312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2" h="576">
                    <a:moveTo>
                      <a:pt x="144" y="0"/>
                    </a:moveTo>
                    <a:cubicBezTo>
                      <a:pt x="228" y="72"/>
                      <a:pt x="312" y="144"/>
                      <a:pt x="288" y="240"/>
                    </a:cubicBezTo>
                    <a:cubicBezTo>
                      <a:pt x="264" y="336"/>
                      <a:pt x="132" y="456"/>
                      <a:pt x="0" y="576"/>
                    </a:cubicBezTo>
                  </a:path>
                </a:pathLst>
              </a:custGeom>
              <a:solidFill>
                <a:srgbClr val="CCECFF"/>
              </a:solidFill>
              <a:ln w="38100" cap="flat" cmpd="sng">
                <a:solidFill>
                  <a:srgbClr val="FF00FF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p>
                <a:endParaRPr lang="zh-CN" altLang="en-US"/>
              </a:p>
            </p:txBody>
          </p:sp>
          <p:sp>
            <p:nvSpPr>
              <p:cNvPr id="74" name="Line 73"/>
              <p:cNvSpPr>
                <a:spLocks noChangeShapeType="1"/>
              </p:cNvSpPr>
              <p:nvPr/>
            </p:nvSpPr>
            <p:spPr bwMode="auto">
              <a:xfrm>
                <a:off x="2461" y="1056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p>
                <a:endParaRPr lang="zh-CN" altLang="en-US"/>
              </a:p>
            </p:txBody>
          </p:sp>
          <p:sp>
            <p:nvSpPr>
              <p:cNvPr id="75" name="Freeform 74"/>
              <p:cNvSpPr/>
              <p:nvPr/>
            </p:nvSpPr>
            <p:spPr bwMode="auto">
              <a:xfrm>
                <a:off x="2365" y="480"/>
                <a:ext cx="96" cy="576"/>
              </a:xfrm>
              <a:custGeom>
                <a:avLst/>
                <a:gdLst>
                  <a:gd name="T0" fmla="*/ 96 w 96"/>
                  <a:gd name="T1" fmla="*/ 0 h 576"/>
                  <a:gd name="T2" fmla="*/ 0 w 96"/>
                  <a:gd name="T3" fmla="*/ 192 h 576"/>
                  <a:gd name="T4" fmla="*/ 96 w 96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576">
                    <a:moveTo>
                      <a:pt x="96" y="0"/>
                    </a:moveTo>
                    <a:cubicBezTo>
                      <a:pt x="48" y="48"/>
                      <a:pt x="0" y="96"/>
                      <a:pt x="0" y="192"/>
                    </a:cubicBezTo>
                    <a:cubicBezTo>
                      <a:pt x="0" y="288"/>
                      <a:pt x="48" y="432"/>
                      <a:pt x="96" y="576"/>
                    </a:cubicBezTo>
                  </a:path>
                </a:pathLst>
              </a:custGeom>
              <a:solidFill>
                <a:srgbClr val="CCECFF"/>
              </a:solidFill>
              <a:ln w="38100" cap="flat" cmpd="sng">
                <a:solidFill>
                  <a:srgbClr val="7030A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p>
                <a:endParaRPr lang="zh-CN" altLang="en-US"/>
              </a:p>
            </p:txBody>
          </p:sp>
          <p:sp>
            <p:nvSpPr>
              <p:cNvPr id="76" name="Rectangle 75"/>
              <p:cNvSpPr>
                <a:spLocks noChangeArrowheads="1"/>
              </p:cNvSpPr>
              <p:nvPr/>
            </p:nvSpPr>
            <p:spPr bwMode="auto">
              <a:xfrm>
                <a:off x="2461" y="480"/>
                <a:ext cx="384" cy="567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p>
                <a:endParaRPr lang="zh-CN" altLang="en-US"/>
              </a:p>
            </p:txBody>
          </p:sp>
          <p:graphicFrame>
            <p:nvGraphicFramePr>
              <p:cNvPr id="77" name="Object 76"/>
              <p:cNvGraphicFramePr>
                <a:graphicFrameLocks noChangeAspect="1"/>
              </p:cNvGraphicFramePr>
              <p:nvPr/>
            </p:nvGraphicFramePr>
            <p:xfrm>
              <a:off x="1781" y="517"/>
              <a:ext cx="782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32" name="Equation" r:id="rId29" imgW="32918400" imgH="10363200" progId="Equation.DSMT4">
                      <p:embed/>
                    </p:oleObj>
                  </mc:Choice>
                  <mc:Fallback>
                    <p:oleObj name="Equation" r:id="rId29" imgW="32918400" imgH="10363200" progId="Equation.DSMT4">
                      <p:embed/>
                      <p:pic>
                        <p:nvPicPr>
                          <p:cNvPr id="0" name="Picture 2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1" y="517"/>
                            <a:ext cx="782" cy="2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057400" y="381000"/>
            <a:ext cx="4114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计算两条抛物线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524500" y="394970"/>
          <a:ext cx="201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48463200" imgH="10972800" progId="Equation.DSMT4">
                  <p:embed/>
                </p:oleObj>
              </mc:Choice>
              <mc:Fallback>
                <p:oleObj name="Equation" r:id="rId1" imgW="48463200" imgH="10972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24500" y="394970"/>
                        <a:ext cx="2019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7456805" y="394893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在第一象限所围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057400" y="990600"/>
            <a:ext cx="457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所围图形的面积 .  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" name="Group 6"/>
          <p:cNvGrpSpPr/>
          <p:nvPr/>
        </p:nvGrpSpPr>
        <p:grpSpPr bwMode="auto">
          <a:xfrm>
            <a:off x="7200900" y="1978025"/>
            <a:ext cx="2942590" cy="3060700"/>
            <a:chOff x="3576" y="1246"/>
            <a:chExt cx="1848" cy="1922"/>
          </a:xfrm>
        </p:grpSpPr>
        <p:graphicFrame>
          <p:nvGraphicFramePr>
            <p:cNvPr id="12" name="Object 7"/>
            <p:cNvGraphicFramePr>
              <a:graphicFrameLocks noChangeAspect="1"/>
            </p:cNvGraphicFramePr>
            <p:nvPr/>
          </p:nvGraphicFramePr>
          <p:xfrm>
            <a:off x="3576" y="1246"/>
            <a:ext cx="1848" cy="1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9" name="BMP 图象" r:id="rId3" imgW="2933700" imgH="2914650" progId="PBrush">
                    <p:embed/>
                  </p:oleObj>
                </mc:Choice>
                <mc:Fallback>
                  <p:oleObj name="BMP 图象" r:id="rId3" imgW="2933700" imgH="2914650" progId="PBrush">
                    <p:embed/>
                    <p:pic>
                      <p:nvPicPr>
                        <p:cNvPr id="0" name="图片 95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76" y="1246"/>
                          <a:ext cx="1848" cy="18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8"/>
            <p:cNvGraphicFramePr>
              <a:graphicFrameLocks noChangeAspect="1"/>
            </p:cNvGraphicFramePr>
            <p:nvPr/>
          </p:nvGraphicFramePr>
          <p:xfrm>
            <a:off x="5240" y="2978"/>
            <a:ext cx="184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0" name="Equation" r:id="rId5" imgW="356870" imgH="368300" progId="Equation.3">
                    <p:embed/>
                  </p:oleObj>
                </mc:Choice>
                <mc:Fallback>
                  <p:oleObj name="Equation" r:id="rId5" imgW="356870" imgH="368300" progId="Equation.3">
                    <p:embed/>
                    <p:pic>
                      <p:nvPicPr>
                        <p:cNvPr id="0" name="图片 95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40" y="2978"/>
                          <a:ext cx="184" cy="1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9"/>
            <p:cNvGraphicFramePr>
              <a:graphicFrameLocks noChangeAspect="1"/>
            </p:cNvGraphicFramePr>
            <p:nvPr/>
          </p:nvGraphicFramePr>
          <p:xfrm>
            <a:off x="3986" y="1807"/>
            <a:ext cx="62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1" name="Equation" r:id="rId7" imgW="1215390" imgH="591185" progId="Equation.3">
                    <p:embed/>
                  </p:oleObj>
                </mc:Choice>
                <mc:Fallback>
                  <p:oleObj name="Equation" r:id="rId7" imgW="1215390" imgH="591185" progId="Equation.3">
                    <p:embed/>
                    <p:pic>
                      <p:nvPicPr>
                        <p:cNvPr id="0" name="图片 95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86" y="1807"/>
                          <a:ext cx="622" cy="3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"/>
            <p:cNvGraphicFramePr>
              <a:graphicFrameLocks noChangeAspect="1"/>
            </p:cNvGraphicFramePr>
            <p:nvPr/>
          </p:nvGraphicFramePr>
          <p:xfrm>
            <a:off x="3663" y="2976"/>
            <a:ext cx="129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2" name="Equation" r:id="rId9" imgW="256540" imgH="278765" progId="Equation.3">
                    <p:embed/>
                  </p:oleObj>
                </mc:Choice>
                <mc:Fallback>
                  <p:oleObj name="Equation" r:id="rId9" imgW="256540" imgH="278765" progId="Equation.3">
                    <p:embed/>
                    <p:pic>
                      <p:nvPicPr>
                        <p:cNvPr id="0" name="图片 95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63" y="2976"/>
                          <a:ext cx="129" cy="1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1"/>
            <p:cNvGraphicFramePr>
              <a:graphicFrameLocks noChangeAspect="1"/>
            </p:cNvGraphicFramePr>
            <p:nvPr/>
          </p:nvGraphicFramePr>
          <p:xfrm>
            <a:off x="3639" y="1345"/>
            <a:ext cx="153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3" name="Equation" r:id="rId11" imgW="300990" imgH="368300" progId="Equation.3">
                    <p:embed/>
                  </p:oleObj>
                </mc:Choice>
                <mc:Fallback>
                  <p:oleObj name="Equation" r:id="rId11" imgW="300990" imgH="368300" progId="Equation.3">
                    <p:embed/>
                    <p:pic>
                      <p:nvPicPr>
                        <p:cNvPr id="0" name="图片 95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39" y="1345"/>
                          <a:ext cx="153" cy="1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8723313" y="3603625"/>
          <a:ext cx="9540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4" name="Equation" r:id="rId13" imgW="1170940" imgH="591185" progId="Equation.3">
                  <p:embed/>
                </p:oleObj>
              </mc:Choice>
              <mc:Fallback>
                <p:oleObj name="Equation" r:id="rId13" imgW="1170940" imgH="591185" progId="Equation.3">
                  <p:embed/>
                  <p:pic>
                    <p:nvPicPr>
                      <p:cNvPr id="0" name="图片 951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23313" y="3603625"/>
                        <a:ext cx="954087" cy="484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8153400" y="3775075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8001000" y="4724400"/>
          <a:ext cx="252413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5" name="Equation" r:id="rId15" imgW="312420" imgH="278765" progId="Equation.3">
                  <p:embed/>
                </p:oleObj>
              </mc:Choice>
              <mc:Fallback>
                <p:oleObj name="Equation" r:id="rId15" imgW="312420" imgH="278765" progId="Equation.3">
                  <p:embed/>
                  <p:pic>
                    <p:nvPicPr>
                      <p:cNvPr id="0" name="图片 951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01000" y="4724400"/>
                        <a:ext cx="252413" cy="227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8305800" y="3644900"/>
            <a:ext cx="0" cy="10429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8207375" y="4918075"/>
          <a:ext cx="9032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6" name="Equation" r:id="rId17" imgW="22860000" imgH="9448800" progId="Equation.DSMT4">
                  <p:embed/>
                </p:oleObj>
              </mc:Choice>
              <mc:Fallback>
                <p:oleObj name="Equation" r:id="rId17" imgW="22860000" imgH="9448800" progId="Equation.DSMT4">
                  <p:embed/>
                  <p:pic>
                    <p:nvPicPr>
                      <p:cNvPr id="0" name="图片 951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07375" y="4918075"/>
                        <a:ext cx="903288" cy="373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8153400" y="3702050"/>
            <a:ext cx="152400" cy="735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063750" y="190500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AutoShape 19"/>
          <p:cNvSpPr/>
          <p:nvPr/>
        </p:nvSpPr>
        <p:spPr bwMode="auto">
          <a:xfrm>
            <a:off x="3391535" y="174434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" name="Object 20"/>
          <p:cNvGraphicFramePr>
            <a:graphicFrameLocks noChangeAspect="1"/>
          </p:cNvGraphicFramePr>
          <p:nvPr/>
        </p:nvGraphicFramePr>
        <p:xfrm>
          <a:off x="3753485" y="1520825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7" name="Equation" r:id="rId19" imgW="22555200" imgH="10972800" progId="Equation.DSMT4">
                  <p:embed/>
                </p:oleObj>
              </mc:Choice>
              <mc:Fallback>
                <p:oleObj name="Equation" r:id="rId19" imgW="22555200" imgH="10972800" progId="Equation.DSMT4">
                  <p:embed/>
                  <p:pic>
                    <p:nvPicPr>
                      <p:cNvPr id="0" name="图片 9516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53485" y="1520825"/>
                        <a:ext cx="939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1"/>
          <p:cNvGraphicFramePr>
            <a:graphicFrameLocks noChangeAspect="1"/>
          </p:cNvGraphicFramePr>
          <p:nvPr/>
        </p:nvGraphicFramePr>
        <p:xfrm>
          <a:off x="3753485" y="2353945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8" name="Equation" r:id="rId21" imgW="22555200" imgH="10972800" progId="Equation.DSMT4">
                  <p:embed/>
                </p:oleObj>
              </mc:Choice>
              <mc:Fallback>
                <p:oleObj name="Equation" r:id="rId21" imgW="22555200" imgH="10972800" progId="Equation.DSMT4">
                  <p:embed/>
                  <p:pic>
                    <p:nvPicPr>
                      <p:cNvPr id="0" name="图片 9517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53485" y="2353945"/>
                        <a:ext cx="939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2037080" y="2811145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得交点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Object 23"/>
          <p:cNvGraphicFramePr>
            <a:graphicFrameLocks noChangeAspect="1"/>
          </p:cNvGraphicFramePr>
          <p:nvPr/>
        </p:nvGraphicFramePr>
        <p:xfrm>
          <a:off x="3442335" y="2889885"/>
          <a:ext cx="17176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9" name="Equation" r:id="rId23" imgW="41148000" imgH="9448800" progId="Equation.DSMT4">
                  <p:embed/>
                </p:oleObj>
              </mc:Choice>
              <mc:Fallback>
                <p:oleObj name="Equation" r:id="rId23" imgW="41148000" imgH="9448800" progId="Equation.DSMT4">
                  <p:embed/>
                  <p:pic>
                    <p:nvPicPr>
                      <p:cNvPr id="0" name="图片 951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42335" y="2889885"/>
                        <a:ext cx="1717675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/>
          <p:cNvGraphicFramePr>
            <a:graphicFrameLocks noChangeAspect="1"/>
          </p:cNvGraphicFramePr>
          <p:nvPr/>
        </p:nvGraphicFramePr>
        <p:xfrm>
          <a:off x="9224963" y="3051175"/>
          <a:ext cx="6508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0" name="Equation" r:id="rId25" imgW="802640" imgH="479425" progId="Equation.3">
                  <p:embed/>
                </p:oleObj>
              </mc:Choice>
              <mc:Fallback>
                <p:oleObj name="Equation" r:id="rId25" imgW="802640" imgH="479425" progId="Equation.3">
                  <p:embed/>
                  <p:pic>
                    <p:nvPicPr>
                      <p:cNvPr id="0" name="图片 951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224963" y="3051175"/>
                        <a:ext cx="650875" cy="384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5"/>
          <p:cNvGraphicFramePr>
            <a:graphicFrameLocks noChangeAspect="1"/>
          </p:cNvGraphicFramePr>
          <p:nvPr/>
        </p:nvGraphicFramePr>
        <p:xfrm>
          <a:off x="9055100" y="4668838"/>
          <a:ext cx="1651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1" name="Equation" r:id="rId27" imgW="212090" imgH="356870" progId="Equation.3">
                  <p:embed/>
                </p:oleObj>
              </mc:Choice>
              <mc:Fallback>
                <p:oleObj name="Equation" r:id="rId27" imgW="212090" imgH="356870" progId="Equation.3">
                  <p:embed/>
                  <p:pic>
                    <p:nvPicPr>
                      <p:cNvPr id="0" name="图片 952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055100" y="4668838"/>
                        <a:ext cx="165100" cy="284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6"/>
          <p:cNvGraphicFramePr>
            <a:graphicFrameLocks noChangeAspect="1"/>
          </p:cNvGraphicFramePr>
          <p:nvPr/>
        </p:nvGraphicFramePr>
        <p:xfrm>
          <a:off x="2909228" y="3754497"/>
          <a:ext cx="2278409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2" name="Equation" r:id="rId29" imgW="27736800" imgH="7315200" progId="Equation.DSMT4">
                  <p:embed/>
                </p:oleObj>
              </mc:Choice>
              <mc:Fallback>
                <p:oleObj name="Equation" r:id="rId29" imgW="27736800" imgH="7315200" progId="Equation.DSMT4">
                  <p:embed/>
                  <p:pic>
                    <p:nvPicPr>
                      <p:cNvPr id="0" name="图片 952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909228" y="3754497"/>
                        <a:ext cx="2278409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7"/>
          <p:cNvGraphicFramePr>
            <a:graphicFrameLocks noChangeAspect="1"/>
          </p:cNvGraphicFramePr>
          <p:nvPr/>
        </p:nvGraphicFramePr>
        <p:xfrm>
          <a:off x="2895600" y="4559300"/>
          <a:ext cx="114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" name="Equation" r:id="rId31" imgW="27432000" imgH="20116800" progId="Equation.DSMT4">
                  <p:embed/>
                </p:oleObj>
              </mc:Choice>
              <mc:Fallback>
                <p:oleObj name="Equation" r:id="rId31" imgW="27432000" imgH="20116800" progId="Equation.DSMT4">
                  <p:embed/>
                  <p:pic>
                    <p:nvPicPr>
                      <p:cNvPr id="0" name="图片 9522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4559300"/>
                        <a:ext cx="1143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8"/>
          <p:cNvGraphicFramePr>
            <a:graphicFrameLocks noChangeAspect="1"/>
          </p:cNvGraphicFramePr>
          <p:nvPr/>
        </p:nvGraphicFramePr>
        <p:xfrm>
          <a:off x="4140200" y="4495800"/>
          <a:ext cx="1257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" name="Equation" r:id="rId33" imgW="30175200" imgH="24384000" progId="Equation.DSMT4">
                  <p:embed/>
                </p:oleObj>
              </mc:Choice>
              <mc:Fallback>
                <p:oleObj name="Equation" r:id="rId33" imgW="30175200" imgH="24384000" progId="Equation.DSMT4">
                  <p:embed/>
                  <p:pic>
                    <p:nvPicPr>
                      <p:cNvPr id="0" name="图片 9523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4495800"/>
                        <a:ext cx="1257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9"/>
          <p:cNvGraphicFramePr>
            <a:graphicFrameLocks noChangeAspect="1"/>
          </p:cNvGraphicFramePr>
          <p:nvPr/>
        </p:nvGraphicFramePr>
        <p:xfrm>
          <a:off x="2909118" y="5462029"/>
          <a:ext cx="482369" cy="74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" name="Equation" r:id="rId35" imgW="6096000" imgH="9448800" progId="Equation.DSMT4">
                  <p:embed/>
                </p:oleObj>
              </mc:Choice>
              <mc:Fallback>
                <p:oleObj name="Equation" r:id="rId35" imgW="6096000" imgH="9448800" progId="Equation.DSMT4">
                  <p:embed/>
                  <p:pic>
                    <p:nvPicPr>
                      <p:cNvPr id="0" name="图片 952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909118" y="5462029"/>
                        <a:ext cx="482369" cy="742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30"/>
          <p:cNvGrpSpPr/>
          <p:nvPr/>
        </p:nvGrpSpPr>
        <p:grpSpPr bwMode="auto">
          <a:xfrm>
            <a:off x="2093913" y="3556000"/>
            <a:ext cx="1563687" cy="914400"/>
            <a:chOff x="359" y="2240"/>
            <a:chExt cx="985" cy="57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624" y="2240"/>
              <a:ext cx="720" cy="576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" name="Object 32"/>
            <p:cNvGraphicFramePr>
              <a:graphicFrameLocks noChangeAspect="1"/>
            </p:cNvGraphicFramePr>
            <p:nvPr/>
          </p:nvGraphicFramePr>
          <p:xfrm>
            <a:off x="359" y="2309"/>
            <a:ext cx="973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" name="Equation" r:id="rId37" imgW="37185600" imgH="17678400" progId="Equation.DSMT4">
                    <p:embed/>
                  </p:oleObj>
                </mc:Choice>
                <mc:Fallback>
                  <p:oleObj name="Equation" r:id="rId37" imgW="37185600" imgH="17678400" progId="Equation.DSMT4">
                    <p:embed/>
                    <p:pic>
                      <p:nvPicPr>
                        <p:cNvPr id="0" name="图片 95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59" y="2309"/>
                          <a:ext cx="973" cy="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0" grpId="0" bldLvl="0" animBg="1"/>
      <p:bldP spid="22" grpId="0" bldLvl="0" animBg="1"/>
      <p:bldP spid="23" grpId="0" autoUpdateAnimBg="0"/>
      <p:bldP spid="24" grpId="0" bldLvl="0" animBg="1"/>
      <p:bldP spid="2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189788" y="2303463"/>
            <a:ext cx="2895600" cy="2801937"/>
            <a:chOff x="3569" y="1451"/>
            <a:chExt cx="1824" cy="1765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731" y="1451"/>
            <a:ext cx="1662" cy="1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BMP 图象" r:id="rId1" imgW="3086100" imgH="3276600" progId="PBrush">
                    <p:embed/>
                  </p:oleObj>
                </mc:Choice>
                <mc:Fallback>
                  <p:oleObj name="BMP 图象" r:id="rId1" imgW="3086100" imgH="3276600" progId="PBrush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31" y="1451"/>
                          <a:ext cx="1662" cy="17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5209" y="2440"/>
            <a:ext cx="18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8" name="Equation" r:id="rId3" imgW="356870" imgH="368300" progId="Equation.3">
                    <p:embed/>
                  </p:oleObj>
                </mc:Choice>
                <mc:Fallback>
                  <p:oleObj name="Equation" r:id="rId3" imgW="356870" imgH="368300" progId="Equation.3">
                    <p:embed/>
                    <p:pic>
                      <p:nvPicPr>
                        <p:cNvPr id="0" name="图片 105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09" y="2440"/>
                          <a:ext cx="183" cy="1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4105" y="1495"/>
            <a:ext cx="71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9" name="Equation" r:id="rId5" imgW="1393825" imgH="613410" progId="Equation.3">
                    <p:embed/>
                  </p:oleObj>
                </mc:Choice>
                <mc:Fallback>
                  <p:oleObj name="Equation" r:id="rId5" imgW="1393825" imgH="613410" progId="Equation.3">
                    <p:embed/>
                    <p:pic>
                      <p:nvPicPr>
                        <p:cNvPr id="0" name="图片 105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05" y="1495"/>
                          <a:ext cx="712" cy="3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3569" y="2387"/>
            <a:ext cx="175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0" name="Equation" r:id="rId7" imgW="7010400" imgH="7620000" progId="Equation.DSMT4">
                    <p:embed/>
                  </p:oleObj>
                </mc:Choice>
                <mc:Fallback>
                  <p:oleObj name="Equation" r:id="rId7" imgW="7010400" imgH="7620000" progId="Equation.DSMT4">
                    <p:embed/>
                    <p:pic>
                      <p:nvPicPr>
                        <p:cNvPr id="0" name="图片 105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69" y="2387"/>
                          <a:ext cx="175" cy="1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577" y="1505"/>
            <a:ext cx="15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1" name="Equation" r:id="rId9" imgW="6096000" imgH="7315200" progId="Equation.DSMT4">
                    <p:embed/>
                  </p:oleObj>
                </mc:Choice>
                <mc:Fallback>
                  <p:oleObj name="Equation" r:id="rId9" imgW="6096000" imgH="7315200" progId="Equation.DSMT4">
                    <p:embed/>
                    <p:pic>
                      <p:nvPicPr>
                        <p:cNvPr id="0" name="图片 105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77" y="1505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304" y="2529"/>
            <a:ext cx="79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2" name="Equation" r:id="rId11" imgW="1550035" imgH="457200" progId="Equation.3">
                    <p:embed/>
                  </p:oleObj>
                </mc:Choice>
                <mc:Fallback>
                  <p:oleObj name="Equation" r:id="rId11" imgW="1550035" imgH="457200" progId="Equation.3">
                    <p:embed/>
                    <p:pic>
                      <p:nvPicPr>
                        <p:cNvPr id="0" name="图片 105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04" y="2529"/>
                          <a:ext cx="791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1908810" y="579755"/>
            <a:ext cx="3079115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计算抛物线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727848" y="579795"/>
          <a:ext cx="1116315" cy="503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3" name="Equation" r:id="rId13" imgW="12192000" imgH="5486400" progId="Equation.DSMT4">
                  <p:embed/>
                </p:oleObj>
              </mc:Choice>
              <mc:Fallback>
                <p:oleObj name="Equation" r:id="rId13" imgW="12192000" imgH="5486400" progId="Equation.DSMT4">
                  <p:embed/>
                  <p:pic>
                    <p:nvPicPr>
                      <p:cNvPr id="0" name="图片 105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27848" y="579795"/>
                        <a:ext cx="1116315" cy="5033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724525" y="613093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与直线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908810" y="1140460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的面积 .  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908810" y="2125663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由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AutoShape 14"/>
          <p:cNvSpPr/>
          <p:nvPr/>
        </p:nvSpPr>
        <p:spPr bwMode="auto">
          <a:xfrm>
            <a:off x="3225800" y="197326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68688" y="1892300"/>
          <a:ext cx="111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" name="Equation" r:id="rId15" imgW="26822400" imgH="10972800" progId="Equation.DSMT4">
                  <p:embed/>
                </p:oleObj>
              </mc:Choice>
              <mc:Fallback>
                <p:oleObj name="Equation" r:id="rId15" imgW="26822400" imgH="10972800" progId="Equation.DSMT4">
                  <p:embed/>
                  <p:pic>
                    <p:nvPicPr>
                      <p:cNvPr id="0" name="图片 1056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68688" y="1892300"/>
                        <a:ext cx="1117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384550" y="2578100"/>
          <a:ext cx="128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5" name="Equation" r:id="rId17" imgW="30784800" imgH="9448800" progId="Equation.DSMT4">
                  <p:embed/>
                </p:oleObj>
              </mc:Choice>
              <mc:Fallback>
                <p:oleObj name="Equation" r:id="rId17" imgW="30784800" imgH="9448800" progId="Equation.DSMT4">
                  <p:embed/>
                  <p:pic>
                    <p:nvPicPr>
                      <p:cNvPr id="0" name="图片 1056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84550" y="2578100"/>
                        <a:ext cx="1282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800600" y="2057400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得交点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048000" y="3111500"/>
          <a:ext cx="209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6" name="Equation" r:id="rId19" imgW="50292000" imgH="9448800" progId="Equation.DSMT4">
                  <p:embed/>
                </p:oleObj>
              </mc:Choice>
              <mc:Fallback>
                <p:oleObj name="Equation" r:id="rId19" imgW="50292000" imgH="9448800" progId="Equation.DSMT4">
                  <p:embed/>
                  <p:pic>
                    <p:nvPicPr>
                      <p:cNvPr id="0" name="图片 105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48000" y="3111500"/>
                        <a:ext cx="2095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9713913" y="2684463"/>
          <a:ext cx="719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" name="Equation" r:id="rId21" imgW="936625" imgH="479425" progId="Equation.3">
                  <p:embed/>
                </p:oleObj>
              </mc:Choice>
              <mc:Fallback>
                <p:oleObj name="Equation" r:id="rId21" imgW="936625" imgH="479425" progId="Equation.3">
                  <p:embed/>
                  <p:pic>
                    <p:nvPicPr>
                      <p:cNvPr id="0" name="图片 105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713913" y="2684463"/>
                        <a:ext cx="719137" cy="3651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9EE256"/>
                          </a:gs>
                          <a:gs pos="100000">
                            <a:srgbClr val="52762D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989496" y="4954150"/>
          <a:ext cx="3211637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8" name="Equation" r:id="rId23" imgW="32918400" imgH="5791200" progId="Equation.DSMT4">
                  <p:embed/>
                </p:oleObj>
              </mc:Choice>
              <mc:Fallback>
                <p:oleObj name="Equation" r:id="rId23" imgW="32918400" imgH="5791200" progId="Equation.DSMT4">
                  <p:embed/>
                  <p:pic>
                    <p:nvPicPr>
                      <p:cNvPr id="0" name="图片 1056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89496" y="4954150"/>
                        <a:ext cx="3211637" cy="57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6324695" y="5727869"/>
          <a:ext cx="673849" cy="4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9" name="Equation" r:id="rId25" imgW="7315200" imgH="4267200" progId="Equation.DSMT4">
                  <p:embed/>
                </p:oleObj>
              </mc:Choice>
              <mc:Fallback>
                <p:oleObj name="Equation" r:id="rId25" imgW="7315200" imgH="4267200" progId="Equation.DSMT4">
                  <p:embed/>
                  <p:pic>
                    <p:nvPicPr>
                      <p:cNvPr id="0" name="图片 1056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324695" y="5727869"/>
                        <a:ext cx="673849" cy="401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961142" y="613267"/>
          <a:ext cx="1250271" cy="454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" name="Equation" r:id="rId27" imgW="13716000" imgH="4876800" progId="Equation.DSMT4">
                  <p:embed/>
                </p:oleObj>
              </mc:Choice>
              <mc:Fallback>
                <p:oleObj name="Equation" r:id="rId27" imgW="13716000" imgH="4876800" progId="Equation.DSMT4">
                  <p:embed/>
                  <p:pic>
                    <p:nvPicPr>
                      <p:cNvPr id="0" name="图片 1056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61142" y="613267"/>
                        <a:ext cx="1250271" cy="4546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8211185" y="579438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所围图形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7764463" y="4589463"/>
          <a:ext cx="9826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1" name="Equation" r:id="rId29" imgW="1282700" imgH="479425" progId="Equation.3">
                  <p:embed/>
                </p:oleObj>
              </mc:Choice>
              <mc:Fallback>
                <p:oleObj name="Equation" r:id="rId29" imgW="1282700" imgH="479425" progId="Equation.3">
                  <p:embed/>
                  <p:pic>
                    <p:nvPicPr>
                      <p:cNvPr id="0" name="图片 1057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64463" y="4589463"/>
                        <a:ext cx="982662" cy="36671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9EE256"/>
                          </a:gs>
                          <a:gs pos="100000">
                            <a:srgbClr val="52762D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2997200" y="5692775"/>
          <a:ext cx="1092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" name="Equation" r:id="rId31" imgW="26212800" imgH="11887200" progId="Equation.DSMT4">
                  <p:embed/>
                </p:oleObj>
              </mc:Choice>
              <mc:Fallback>
                <p:oleObj name="Equation" r:id="rId31" imgW="26212800" imgH="11887200" progId="Equation.DSMT4">
                  <p:embed/>
                  <p:pic>
                    <p:nvPicPr>
                      <p:cNvPr id="0" name="图片 10571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7200" y="5692775"/>
                        <a:ext cx="1092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4229100" y="5775960"/>
          <a:ext cx="63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" name="Equation" r:id="rId33" imgW="15240000" imgH="9448800" progId="Equation.DSMT4">
                  <p:embed/>
                </p:oleObj>
              </mc:Choice>
              <mc:Fallback>
                <p:oleObj name="Equation" r:id="rId33" imgW="15240000" imgH="9448800" progId="Equation.DSMT4">
                  <p:embed/>
                  <p:pic>
                    <p:nvPicPr>
                      <p:cNvPr id="0" name="图片 10572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29100" y="5775960"/>
                        <a:ext cx="635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4973955" y="5727700"/>
          <a:ext cx="1346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4" name="Equation" r:id="rId35" imgW="32308800" imgH="11887200" progId="Equation.DSMT4">
                  <p:embed/>
                </p:oleObj>
              </mc:Choice>
              <mc:Fallback>
                <p:oleObj name="Equation" r:id="rId35" imgW="32308800" imgH="11887200" progId="Equation.DSMT4">
                  <p:embed/>
                  <p:pic>
                    <p:nvPicPr>
                      <p:cNvPr id="0" name="图片 10573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73955" y="5727700"/>
                        <a:ext cx="1346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671761" y="3671888"/>
            <a:ext cx="594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为简便计算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选取</a:t>
            </a:r>
            <a:r>
              <a:rPr kumimoji="1" lang="zh-CN" altLang="en-US" sz="2800" i="1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作积分变量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1752600" y="4205288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30" name="Group 30"/>
          <p:cNvGrpSpPr/>
          <p:nvPr/>
        </p:nvGrpSpPr>
        <p:grpSpPr bwMode="auto">
          <a:xfrm>
            <a:off x="7248530" y="3227388"/>
            <a:ext cx="1905001" cy="288925"/>
            <a:chOff x="3533" y="1638"/>
            <a:chExt cx="1200" cy="182"/>
          </a:xfrm>
        </p:grpSpPr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3533" y="1638"/>
            <a:ext cx="153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5" name="Equation" r:id="rId37" imgW="6096000" imgH="7315200" progId="Equation.DSMT4">
                    <p:embed/>
                  </p:oleObj>
                </mc:Choice>
                <mc:Fallback>
                  <p:oleObj name="Equation" r:id="rId37" imgW="6096000" imgH="7315200" progId="Equation.DSMT4">
                    <p:embed/>
                    <p:pic>
                      <p:nvPicPr>
                        <p:cNvPr id="0" name="图片 105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533" y="1638"/>
                          <a:ext cx="153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3754" y="167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33"/>
          <p:cNvGrpSpPr/>
          <p:nvPr/>
        </p:nvGrpSpPr>
        <p:grpSpPr bwMode="auto">
          <a:xfrm>
            <a:off x="6540501" y="2843213"/>
            <a:ext cx="2871788" cy="374650"/>
            <a:chOff x="3087" y="1396"/>
            <a:chExt cx="1809" cy="236"/>
          </a:xfrm>
        </p:grpSpPr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3753" y="1515"/>
              <a:ext cx="11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" name="Object 35"/>
            <p:cNvGraphicFramePr>
              <a:graphicFrameLocks noChangeAspect="1"/>
            </p:cNvGraphicFramePr>
            <p:nvPr/>
          </p:nvGraphicFramePr>
          <p:xfrm>
            <a:off x="3087" y="1396"/>
            <a:ext cx="60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6" name="Equation" r:id="rId39" imgW="24079200" imgH="9448800" progId="Equation.DSMT4">
                    <p:embed/>
                  </p:oleObj>
                </mc:Choice>
                <mc:Fallback>
                  <p:oleObj name="Equation" r:id="rId39" imgW="24079200" imgH="9448800" progId="Equation.DSMT4">
                    <p:embed/>
                    <p:pic>
                      <p:nvPicPr>
                        <p:cNvPr id="0" name="图片 105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3087" y="1396"/>
                          <a:ext cx="602" cy="236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Rectangle 36"/>
          <p:cNvSpPr>
            <a:spLocks noChangeArrowheads="1"/>
          </p:cNvSpPr>
          <p:nvPr/>
        </p:nvSpPr>
        <p:spPr bwMode="auto">
          <a:xfrm>
            <a:off x="7988935" y="3032125"/>
            <a:ext cx="1231900" cy="260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" name="Group 37"/>
          <p:cNvGrpSpPr/>
          <p:nvPr/>
        </p:nvGrpSpPr>
        <p:grpSpPr bwMode="auto">
          <a:xfrm>
            <a:off x="2022476" y="4765362"/>
            <a:ext cx="1841501" cy="889001"/>
            <a:chOff x="562" y="2753"/>
            <a:chExt cx="1160" cy="56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8" name="Rectangle 38"/>
            <p:cNvSpPr>
              <a:spLocks noChangeArrowheads="1"/>
            </p:cNvSpPr>
            <p:nvPr/>
          </p:nvSpPr>
          <p:spPr bwMode="auto">
            <a:xfrm>
              <a:off x="1044" y="2784"/>
              <a:ext cx="636" cy="48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39" name="Object 39"/>
            <p:cNvGraphicFramePr>
              <a:graphicFrameLocks noChangeAspect="1"/>
            </p:cNvGraphicFramePr>
            <p:nvPr/>
          </p:nvGraphicFramePr>
          <p:xfrm>
            <a:off x="562" y="2753"/>
            <a:ext cx="116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7" name="Equation" r:id="rId41" imgW="17983200" imgH="8534400" progId="Equation.DSMT4">
                    <p:embed/>
                  </p:oleObj>
                </mc:Choice>
                <mc:Fallback>
                  <p:oleObj name="Equation" r:id="rId41" imgW="17983200" imgH="8534400" progId="Equation.DSMT4">
                    <p:embed/>
                    <p:pic>
                      <p:nvPicPr>
                        <p:cNvPr id="0" name="图片 105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562" y="2753"/>
                          <a:ext cx="1160" cy="5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bldLvl="0" animBg="1"/>
      <p:bldP spid="17" grpId="0" autoUpdateAnimBg="0"/>
      <p:bldP spid="28" grpId="0" autoUpdateAnimBg="0"/>
      <p:bldP spid="29" grpId="0" autoUpdateAnimBg="0"/>
      <p:bldP spid="3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223126" y="487608"/>
            <a:ext cx="2862263" cy="2801937"/>
            <a:chOff x="3590" y="1451"/>
            <a:chExt cx="1803" cy="1765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731" y="1451"/>
            <a:ext cx="1662" cy="1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BMP 图象" r:id="rId1" imgW="3086100" imgH="3276600" progId="PBrush">
                    <p:embed/>
                  </p:oleObj>
                </mc:Choice>
                <mc:Fallback>
                  <p:oleObj name="BMP 图象" r:id="rId1" imgW="3086100" imgH="3276600" progId="PBrush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31" y="1451"/>
                          <a:ext cx="1662" cy="17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5209" y="2440"/>
            <a:ext cx="18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1" name="Equation" r:id="rId3" imgW="356870" imgH="368300" progId="Equation.3">
                    <p:embed/>
                  </p:oleObj>
                </mc:Choice>
                <mc:Fallback>
                  <p:oleObj name="Equation" r:id="rId3" imgW="356870" imgH="368300" progId="Equation.3">
                    <p:embed/>
                    <p:pic>
                      <p:nvPicPr>
                        <p:cNvPr id="0" name="图片 11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09" y="2440"/>
                          <a:ext cx="183" cy="1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4150" y="1471"/>
            <a:ext cx="71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2" name="Equation" r:id="rId5" imgW="1393825" imgH="613410" progId="Equation.3">
                    <p:embed/>
                  </p:oleObj>
                </mc:Choice>
                <mc:Fallback>
                  <p:oleObj name="Equation" r:id="rId5" imgW="1393825" imgH="613410" progId="Equation.3">
                    <p:embed/>
                    <p:pic>
                      <p:nvPicPr>
                        <p:cNvPr id="0" name="图片 114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0" y="1471"/>
                          <a:ext cx="712" cy="3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3602" y="2407"/>
            <a:ext cx="175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3" name="Equation" r:id="rId7" imgW="7010400" imgH="7620000" progId="Equation.DSMT4">
                    <p:embed/>
                  </p:oleObj>
                </mc:Choice>
                <mc:Fallback>
                  <p:oleObj name="Equation" r:id="rId7" imgW="7010400" imgH="7620000" progId="Equation.DSMT4">
                    <p:embed/>
                    <p:pic>
                      <p:nvPicPr>
                        <p:cNvPr id="0" name="图片 11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02" y="2407"/>
                          <a:ext cx="175" cy="1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590" y="1505"/>
            <a:ext cx="15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4" name="Equation" r:id="rId9" imgW="6096000" imgH="7315200" progId="Equation.DSMT4">
                    <p:embed/>
                  </p:oleObj>
                </mc:Choice>
                <mc:Fallback>
                  <p:oleObj name="Equation" r:id="rId9" imgW="6096000" imgH="7315200" progId="Equation.DSMT4">
                    <p:embed/>
                    <p:pic>
                      <p:nvPicPr>
                        <p:cNvPr id="0" name="图片 114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90" y="1505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304" y="2529"/>
            <a:ext cx="79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5" name="Equation" r:id="rId11" imgW="1550035" imgH="457200" progId="Equation.3">
                    <p:embed/>
                  </p:oleObj>
                </mc:Choice>
                <mc:Fallback>
                  <p:oleObj name="Equation" r:id="rId11" imgW="1550035" imgH="457200" progId="Equation.3">
                    <p:embed/>
                    <p:pic>
                      <p:nvPicPr>
                        <p:cNvPr id="0" name="图片 114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04" y="2529"/>
                          <a:ext cx="791" cy="2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9"/>
          <p:cNvGraphicFramePr>
            <a:graphicFrameLocks noChangeAspect="1"/>
          </p:cNvGraphicFramePr>
          <p:nvPr/>
        </p:nvGraphicFramePr>
        <p:xfrm>
          <a:off x="9713913" y="868608"/>
          <a:ext cx="719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" name="Equation" r:id="rId13" imgW="936625" imgH="479425" progId="Equation.3">
                  <p:embed/>
                </p:oleObj>
              </mc:Choice>
              <mc:Fallback>
                <p:oleObj name="Equation" r:id="rId13" imgW="936625" imgH="479425" progId="Equation.3">
                  <p:embed/>
                  <p:pic>
                    <p:nvPicPr>
                      <p:cNvPr id="0" name="图片 1148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713913" y="868608"/>
                        <a:ext cx="719137" cy="3651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9EE256"/>
                          </a:gs>
                          <a:gs pos="100000">
                            <a:srgbClr val="52762D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7764463" y="2773608"/>
          <a:ext cx="9826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name="Equation" r:id="rId15" imgW="1282700" imgH="479425" progId="Equation.3">
                  <p:embed/>
                </p:oleObj>
              </mc:Choice>
              <mc:Fallback>
                <p:oleObj name="Equation" r:id="rId15" imgW="1282700" imgH="479425" progId="Equation.3">
                  <p:embed/>
                  <p:pic>
                    <p:nvPicPr>
                      <p:cNvPr id="0" name="图片 1148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64463" y="2773608"/>
                        <a:ext cx="982662" cy="36671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9EE256"/>
                          </a:gs>
                          <a:gs pos="100000">
                            <a:srgbClr val="52762D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893203" y="404664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思考：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75520" y="1006095"/>
            <a:ext cx="4627880" cy="521970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0" scaled="0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如何用对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的积分求此面积？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8112224" y="260648"/>
            <a:ext cx="0" cy="3456384"/>
          </a:xfrm>
          <a:prstGeom prst="line">
            <a:avLst/>
          </a:prstGeom>
          <a:ln w="3810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12922" y="1608055"/>
            <a:ext cx="3637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在交点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处作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一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75520" y="2131275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条竖线，将区域分成两个子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75520" y="2654495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区域.就有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39"/>
          <p:cNvGraphicFramePr>
            <a:graphicFrameLocks noChangeAspect="1"/>
          </p:cNvGraphicFramePr>
          <p:nvPr/>
        </p:nvGraphicFramePr>
        <p:xfrm>
          <a:off x="2108725" y="3645024"/>
          <a:ext cx="402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0" name="Equation" r:id="rId17" imgW="96621600" imgH="17678400" progId="Equation.DSMT4">
                  <p:embed/>
                </p:oleObj>
              </mc:Choice>
              <mc:Fallback>
                <p:oleObj name="Equation" r:id="rId17" imgW="96621600" imgH="17678400" progId="Equation.DSMT4">
                  <p:embed/>
                  <p:pic>
                    <p:nvPicPr>
                      <p:cNvPr id="0" name="图片 114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08725" y="3645024"/>
                        <a:ext cx="4025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156326" y="3645024"/>
          <a:ext cx="2882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" name="Equation" r:id="rId19" imgW="69189600" imgH="16764000" progId="Equation.DSMT4">
                  <p:embed/>
                </p:oleObj>
              </mc:Choice>
              <mc:Fallback>
                <p:oleObj name="Equation" r:id="rId19" imgW="69189600" imgH="16764000" progId="Equation.DSMT4">
                  <p:embed/>
                  <p:pic>
                    <p:nvPicPr>
                      <p:cNvPr id="0" name="图片 114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56326" y="3645024"/>
                        <a:ext cx="28829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425857" y="4561987"/>
          <a:ext cx="213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" name="Equation" r:id="rId21" imgW="51206400" imgH="17678400" progId="Equation.DSMT4">
                  <p:embed/>
                </p:oleObj>
              </mc:Choice>
              <mc:Fallback>
                <p:oleObj name="Equation" r:id="rId21" imgW="51206400" imgH="17678400" progId="Equation.DSMT4">
                  <p:embed/>
                  <p:pic>
                    <p:nvPicPr>
                      <p:cNvPr id="0" name="图片 114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425857" y="4561987"/>
                        <a:ext cx="2133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655840" y="4590039"/>
          <a:ext cx="2654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" name="Equation" r:id="rId23" imgW="63703200" imgH="16764000" progId="Equation.DSMT4">
                  <p:embed/>
                </p:oleObj>
              </mc:Choice>
              <mc:Fallback>
                <p:oleObj name="Equation" r:id="rId23" imgW="63703200" imgH="16764000" progId="Equation.DSMT4">
                  <p:embed/>
                  <p:pic>
                    <p:nvPicPr>
                      <p:cNvPr id="0" name="图片 1149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55840" y="4590039"/>
                        <a:ext cx="26543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775510" y="5373598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比较繁复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75520" y="1608055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9"/>
          <p:cNvSpPr txBox="1">
            <a:spLocks noChangeArrowheads="1"/>
          </p:cNvSpPr>
          <p:nvPr/>
        </p:nvSpPr>
        <p:spPr>
          <a:xfrm>
            <a:off x="1775520" y="404664"/>
            <a:ext cx="28130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charset="-122"/>
              </a:rPr>
              <a:t>3.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同上题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2" grpId="0"/>
      <p:bldP spid="23" grpId="0"/>
      <p:bldP spid="24" grpId="0"/>
      <p:bldP spid="29" grpId="0"/>
      <p:bldP spid="2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924675" y="1339850"/>
            <a:ext cx="2833688" cy="1703388"/>
            <a:chOff x="3402" y="1036"/>
            <a:chExt cx="1785" cy="1073"/>
          </a:xfrm>
        </p:grpSpPr>
        <p:sp>
          <p:nvSpPr>
            <p:cNvPr id="3" name="Oval 3"/>
            <p:cNvSpPr>
              <a:spLocks noChangeArrowheads="1"/>
            </p:cNvSpPr>
            <p:nvPr/>
          </p:nvSpPr>
          <p:spPr bwMode="auto">
            <a:xfrm>
              <a:off x="3402" y="1245"/>
              <a:ext cx="1632" cy="864"/>
            </a:xfrm>
            <a:prstGeom prst="ellipse">
              <a:avLst/>
            </a:prstGeom>
            <a:solidFill>
              <a:srgbClr val="6666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5043" y="1709"/>
            <a:ext cx="14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" name="Equation" r:id="rId1" imgW="5791200" imgH="7315200" progId="Equation.DSMT4">
                    <p:embed/>
                  </p:oleObj>
                </mc:Choice>
                <mc:Fallback>
                  <p:oleObj name="Equation" r:id="rId1" imgW="5791200" imgH="73152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043" y="1709"/>
                          <a:ext cx="144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4272" y="1036"/>
            <a:ext cx="13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76" name="Equation" r:id="rId3" imgW="5181600" imgH="9448800" progId="Equation.DSMT4">
                    <p:embed/>
                  </p:oleObj>
                </mc:Choice>
                <mc:Fallback>
                  <p:oleObj name="Equation" r:id="rId3" imgW="5181600" imgH="9448800" progId="Equation.DSMT4">
                    <p:embed/>
                    <p:pic>
                      <p:nvPicPr>
                        <p:cNvPr id="0" name="图片 125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72" y="1036"/>
                          <a:ext cx="130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Arc 6"/>
          <p:cNvSpPr/>
          <p:nvPr/>
        </p:nvSpPr>
        <p:spPr bwMode="auto">
          <a:xfrm>
            <a:off x="8231188" y="1676400"/>
            <a:ext cx="1295400" cy="68421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 bwMode="auto">
          <a:xfrm>
            <a:off x="6705600" y="1123951"/>
            <a:ext cx="3446463" cy="2173288"/>
            <a:chOff x="3264" y="900"/>
            <a:chExt cx="2171" cy="1369"/>
          </a:xfrm>
        </p:grpSpPr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5284" y="1717"/>
            <a:ext cx="15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77" name="Equation" r:id="rId5" imgW="3352800" imgH="3962400" progId="Equation.DSMT4">
                    <p:embed/>
                  </p:oleObj>
                </mc:Choice>
                <mc:Fallback>
                  <p:oleObj name="Equation" r:id="rId5" imgW="3352800" imgH="3962400" progId="Equation.DSMT4">
                    <p:embed/>
                    <p:pic>
                      <p:nvPicPr>
                        <p:cNvPr id="0" name="图片 125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84" y="1717"/>
                          <a:ext cx="151" cy="2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4094" y="1672"/>
            <a:ext cx="14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78" name="Equation" r:id="rId7" imgW="3048000" imgH="3352800" progId="Equation.DSMT4">
                    <p:embed/>
                  </p:oleObj>
                </mc:Choice>
                <mc:Fallback>
                  <p:oleObj name="Equation" r:id="rId7" imgW="3048000" imgH="3352800" progId="Equation.DSMT4">
                    <p:embed/>
                    <p:pic>
                      <p:nvPicPr>
                        <p:cNvPr id="0" name="图片 125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94" y="1672"/>
                          <a:ext cx="147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020" y="900"/>
            <a:ext cx="22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79" name="Equation" r:id="rId9" imgW="3352800" imgH="3962400" progId="Equation.DSMT4">
                    <p:embed/>
                  </p:oleObj>
                </mc:Choice>
                <mc:Fallback>
                  <p:oleObj name="Equation" r:id="rId9" imgW="3352800" imgH="3962400" progId="Equation.DSMT4">
                    <p:embed/>
                    <p:pic>
                      <p:nvPicPr>
                        <p:cNvPr id="0" name="图片 125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20" y="900"/>
                          <a:ext cx="221" cy="2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264" y="1677"/>
              <a:ext cx="21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4218" y="909"/>
              <a:ext cx="0" cy="1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8316913" y="1677988"/>
            <a:ext cx="217487" cy="989012"/>
            <a:chOff x="4279" y="1249"/>
            <a:chExt cx="137" cy="623"/>
          </a:xfrm>
        </p:grpSpPr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4342" y="1249"/>
              <a:ext cx="0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4279" y="1729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0" name="Equation" r:id="rId11" imgW="267335" imgH="278765" progId="Equation.3">
                    <p:embed/>
                  </p:oleObj>
                </mc:Choice>
                <mc:Fallback>
                  <p:oleObj name="Equation" r:id="rId11" imgW="267335" imgH="278765" progId="Equation.3">
                    <p:embed/>
                    <p:pic>
                      <p:nvPicPr>
                        <p:cNvPr id="0" name="图片 125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79" y="1729"/>
                          <a:ext cx="137" cy="143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9EE256"/>
                            </a:gs>
                            <a:gs pos="100000">
                              <a:srgbClr val="52762D"/>
                            </a:gs>
                          </a:gsLst>
                          <a:lin ang="0" scaled="0"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8412163" y="1664970"/>
            <a:ext cx="228600" cy="684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7"/>
          <p:cNvSpPr txBox="1">
            <a:spLocks noChangeArrowheads="1"/>
          </p:cNvSpPr>
          <p:nvPr/>
        </p:nvSpPr>
        <p:spPr>
          <a:xfrm>
            <a:off x="2063750" y="361950"/>
            <a:ext cx="2667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例4.</a:t>
            </a:r>
            <a:r>
              <a:rPr lang="en-US" altLang="zh-CN" sz="2800" dirty="0" smtClean="0"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求椭圆</a:t>
            </a:r>
            <a:endParaRPr lang="zh-CN" altLang="en-US" sz="2800" dirty="0">
              <a:ea typeface="楷体_GB2312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089400" y="190500"/>
          <a:ext cx="1638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1" name="Equation" r:id="rId13" imgW="39319200" imgH="21336000" progId="Equation.DSMT4">
                  <p:embed/>
                </p:oleObj>
              </mc:Choice>
              <mc:Fallback>
                <p:oleObj name="Equation" r:id="rId13" imgW="39319200" imgH="21336000" progId="Equation.DSMT4">
                  <p:embed/>
                  <p:pic>
                    <p:nvPicPr>
                      <p:cNvPr id="0" name="图片 1258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89400" y="190500"/>
                        <a:ext cx="1638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63750" y="1157288"/>
            <a:ext cx="2889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利用对称性, 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5295429" y="1172461"/>
          <a:ext cx="1629520" cy="508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2" name="Equation" r:id="rId15" imgW="15849600" imgH="4876800" progId="Equation.DSMT4">
                  <p:embed/>
                </p:oleObj>
              </mc:Choice>
              <mc:Fallback>
                <p:oleObj name="Equation" r:id="rId15" imgW="15849600" imgH="4876800" progId="Equation.DSMT4">
                  <p:embed/>
                  <p:pic>
                    <p:nvPicPr>
                      <p:cNvPr id="0" name="图片 1258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95429" y="1172461"/>
                        <a:ext cx="1629520" cy="5080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5791200" y="392113"/>
            <a:ext cx="449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所围图形的面积 . </a:t>
            </a:r>
            <a:endParaRPr kumimoji="1" lang="en-US" altLang="zh-CN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4812665" y="115443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149164" y="1561349"/>
          <a:ext cx="2032322" cy="87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3" name="Equation" r:id="rId17" imgW="19812000" imgH="8534400" progId="Equation.DSMT4">
                  <p:embed/>
                </p:oleObj>
              </mc:Choice>
              <mc:Fallback>
                <p:oleObj name="Equation" r:id="rId17" imgW="19812000" imgH="8534400" progId="Equation.DSMT4">
                  <p:embed/>
                  <p:pic>
                    <p:nvPicPr>
                      <p:cNvPr id="0" name="图片 1258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49164" y="1561349"/>
                        <a:ext cx="2032322" cy="8788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1676400" y="2362200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利用椭圆的参数方程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2994025" y="2843213"/>
          <a:ext cx="3594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4" name="Equation" r:id="rId19" imgW="86258400" imgH="24384000" progId="Equation.DSMT4">
                  <p:embed/>
                </p:oleObj>
              </mc:Choice>
              <mc:Fallback>
                <p:oleObj name="Equation" r:id="rId19" imgW="86258400" imgH="24384000" progId="Equation.DSMT4">
                  <p:embed/>
                  <p:pic>
                    <p:nvPicPr>
                      <p:cNvPr id="0" name="图片 1258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94025" y="2843213"/>
                        <a:ext cx="3594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1680587" y="3859525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应用定积分换元法得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2657842" y="4351587"/>
          <a:ext cx="1224773" cy="757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5" name="Equation" r:id="rId21" imgW="29565600" imgH="18288000" progId="Equation.DSMT4">
                  <p:embed/>
                </p:oleObj>
              </mc:Choice>
              <mc:Fallback>
                <p:oleObj name="Equation" r:id="rId21" imgW="29565600" imgH="18288000" progId="Equation.DSMT4">
                  <p:embed/>
                  <p:pic>
                    <p:nvPicPr>
                      <p:cNvPr id="0" name="图片 1258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57842" y="4351587"/>
                        <a:ext cx="1224773" cy="7575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3852277" y="4481762"/>
          <a:ext cx="820724" cy="39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6" name="Equation" r:id="rId23" imgW="19812000" imgH="9448800" progId="Equation.DSMT4">
                  <p:embed/>
                </p:oleObj>
              </mc:Choice>
              <mc:Fallback>
                <p:oleObj name="Equation" r:id="rId23" imgW="19812000" imgH="9448800" progId="Equation.DSMT4">
                  <p:embed/>
                  <p:pic>
                    <p:nvPicPr>
                      <p:cNvPr id="0" name="图片 1258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52277" y="4481762"/>
                        <a:ext cx="820724" cy="3914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4675788" y="4481618"/>
          <a:ext cx="1666701" cy="39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7" name="Equation" r:id="rId25" imgW="40233600" imgH="9448800" progId="Equation.DSMT4">
                  <p:embed/>
                </p:oleObj>
              </mc:Choice>
              <mc:Fallback>
                <p:oleObj name="Equation" r:id="rId25" imgW="40233600" imgH="9448800" progId="Equation.DSMT4">
                  <p:embed/>
                  <p:pic>
                    <p:nvPicPr>
                      <p:cNvPr id="0" name="图片 1258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75788" y="4481618"/>
                        <a:ext cx="1666701" cy="3914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6342113" y="4275387"/>
          <a:ext cx="2231738" cy="75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8" name="Equation" r:id="rId27" imgW="53949600" imgH="18288000" progId="Equation.DSMT4">
                  <p:embed/>
                </p:oleObj>
              </mc:Choice>
              <mc:Fallback>
                <p:oleObj name="Equation" r:id="rId27" imgW="53949600" imgH="18288000" progId="Equation.DSMT4">
                  <p:embed/>
                  <p:pic>
                    <p:nvPicPr>
                      <p:cNvPr id="0" name="图片 1258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342113" y="4275387"/>
                        <a:ext cx="2231738" cy="7575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2993757" y="5234237"/>
          <a:ext cx="858604" cy="39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9" name="Equation" r:id="rId29" imgW="20726400" imgH="9448800" progId="Equation.DSMT4">
                  <p:embed/>
                </p:oleObj>
              </mc:Choice>
              <mc:Fallback>
                <p:oleObj name="Equation" r:id="rId29" imgW="20726400" imgH="9448800" progId="Equation.DSMT4">
                  <p:embed/>
                  <p:pic>
                    <p:nvPicPr>
                      <p:cNvPr id="0" name="图片 1258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993757" y="5234237"/>
                        <a:ext cx="858604" cy="3914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3882132" y="5095139"/>
          <a:ext cx="38088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0" name="Equation" r:id="rId31" imgW="9144000" imgH="16459200" progId="Equation.DSMT4">
                  <p:embed/>
                </p:oleObj>
              </mc:Choice>
              <mc:Fallback>
                <p:oleObj name="Equation" r:id="rId31" imgW="9144000" imgH="16459200" progId="Equation.DSMT4">
                  <p:embed/>
                  <p:pic>
                    <p:nvPicPr>
                      <p:cNvPr id="0" name="图片 1258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882132" y="5095139"/>
                        <a:ext cx="38088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4294350" y="5095491"/>
          <a:ext cx="38088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1" name="Equation" r:id="rId33" imgW="9144000" imgH="16459200" progId="Equation.DSMT4">
                  <p:embed/>
                </p:oleObj>
              </mc:Choice>
              <mc:Fallback>
                <p:oleObj name="Equation" r:id="rId33" imgW="9144000" imgH="16459200" progId="Equation.DSMT4">
                  <p:embed/>
                  <p:pic>
                    <p:nvPicPr>
                      <p:cNvPr id="0" name="图片 1259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294350" y="5095491"/>
                        <a:ext cx="38088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4"/>
          <p:cNvGraphicFramePr>
            <a:graphicFrameLocks noChangeAspect="1"/>
          </p:cNvGraphicFramePr>
          <p:nvPr/>
        </p:nvGraphicFramePr>
        <p:xfrm>
          <a:off x="4812397" y="5259002"/>
          <a:ext cx="896483" cy="39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2" name="Equation" r:id="rId35" imgW="21640800" imgH="9448800" progId="Equation.DSMT4">
                  <p:embed/>
                </p:oleObj>
              </mc:Choice>
              <mc:Fallback>
                <p:oleObj name="Equation" r:id="rId35" imgW="21640800" imgH="9448800" progId="Equation.DSMT4">
                  <p:embed/>
                  <p:pic>
                    <p:nvPicPr>
                      <p:cNvPr id="0" name="图片 1259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812397" y="5259002"/>
                        <a:ext cx="896483" cy="3914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6115417" y="5105651"/>
            <a:ext cx="4090993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=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时得圆面积公式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36" name="Group 43"/>
          <p:cNvGrpSpPr/>
          <p:nvPr/>
        </p:nvGrpSpPr>
        <p:grpSpPr bwMode="auto">
          <a:xfrm>
            <a:off x="8540750" y="1752600"/>
            <a:ext cx="939800" cy="915988"/>
            <a:chOff x="4439" y="1296"/>
            <a:chExt cx="592" cy="577"/>
          </a:xfrm>
        </p:grpSpPr>
        <p:graphicFrame>
          <p:nvGraphicFramePr>
            <p:cNvPr id="37" name="Object 44"/>
            <p:cNvGraphicFramePr>
              <a:graphicFrameLocks noChangeAspect="1"/>
            </p:cNvGraphicFramePr>
            <p:nvPr/>
          </p:nvGraphicFramePr>
          <p:xfrm>
            <a:off x="4439" y="1676"/>
            <a:ext cx="59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3" name="Equation" r:id="rId37" imgW="1159510" imgH="390525" progId="Equation.3">
                    <p:embed/>
                  </p:oleObj>
                </mc:Choice>
                <mc:Fallback>
                  <p:oleObj name="Equation" r:id="rId37" imgW="1159510" imgH="390525" progId="Equation.3">
                    <p:embed/>
                    <p:pic>
                      <p:nvPicPr>
                        <p:cNvPr id="0" name="图片 125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439" y="1676"/>
                          <a:ext cx="592" cy="197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9EE256"/>
                            </a:gs>
                            <a:gs pos="100000">
                              <a:srgbClr val="52762D"/>
                            </a:gs>
                          </a:gsLst>
                          <a:lin ang="0" scaled="0"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45"/>
            <p:cNvSpPr>
              <a:spLocks noChangeShapeType="1"/>
            </p:cNvSpPr>
            <p:nvPr/>
          </p:nvSpPr>
          <p:spPr bwMode="auto">
            <a:xfrm flipV="1">
              <a:off x="4502" y="12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600157" y="5782484"/>
            <a:ext cx="5161280" cy="521970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0" scaled="0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为什么此处积分上限小于下限？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99942" y="5259264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思考：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3149216" y="4482068"/>
            <a:ext cx="498512" cy="1309353"/>
          </a:xfrm>
          <a:prstGeom prst="straightConnector1">
            <a:avLst/>
          </a:prstGeom>
          <a:ln w="158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3149216" y="4913481"/>
            <a:ext cx="498512" cy="877305"/>
          </a:xfrm>
          <a:prstGeom prst="straightConnector1">
            <a:avLst/>
          </a:prstGeom>
          <a:ln w="15875" cmpd="sng">
            <a:solidFill>
              <a:srgbClr val="7030A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49747" y="6305704"/>
            <a:ext cx="3294380" cy="52197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的函数递减地对应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3719984" y="1846347"/>
            <a:ext cx="573405" cy="2519045"/>
          </a:xfrm>
          <a:prstGeom prst="straightConnector1">
            <a:avLst/>
          </a:prstGeom>
          <a:ln w="158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3756814" y="2357438"/>
            <a:ext cx="506095" cy="2431415"/>
          </a:xfrm>
          <a:prstGeom prst="straightConnector1">
            <a:avLst/>
          </a:prstGeom>
          <a:ln w="158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00157" y="6304478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6" grpId="0" bldLvl="0" animBg="1"/>
      <p:bldP spid="19" grpId="0" autoUpdateAnimBg="0"/>
      <p:bldP spid="22" grpId="0" autoUpdateAnimBg="0"/>
      <p:bldP spid="24" grpId="0" autoUpdateAnimBg="0"/>
      <p:bldP spid="26" grpId="0" autoUpdateAnimBg="0"/>
      <p:bldP spid="35" grpId="0" bldLvl="0" animBg="1" autoUpdateAnimBg="0"/>
      <p:bldP spid="39" grpId="0" bldLvl="0" animBg="1"/>
      <p:bldP spid="40" grpId="0" bldLvl="0" animBg="1"/>
      <p:bldP spid="45" grpId="0" bldLvl="0" animBg="1"/>
      <p:bldP spid="4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14312"/>
            <a:ext cx="259080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5.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求由摆线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516438" y="277813"/>
          <a:ext cx="43164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103632000" imgH="9448800" progId="Equation.DSMT4">
                  <p:embed/>
                </p:oleObj>
              </mc:Choice>
              <mc:Fallback>
                <p:oleObj name="Equation" r:id="rId1" imgW="103632000" imgH="94488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16438" y="277813"/>
                        <a:ext cx="43164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9037638" y="290513"/>
          <a:ext cx="10080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" name="Equation" r:id="rId3" imgW="24079200" imgH="9448800" progId="Equation.DSMT4">
                  <p:embed/>
                </p:oleObj>
              </mc:Choice>
              <mc:Fallback>
                <p:oleObj name="Equation" r:id="rId3" imgW="24079200" imgH="9448800" progId="Equation.DSMT4">
                  <p:embed/>
                  <p:pic>
                    <p:nvPicPr>
                      <p:cNvPr id="0" name="图片 1357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037638" y="290513"/>
                        <a:ext cx="100806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76400" y="762000"/>
            <a:ext cx="5905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的一拱与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轴所围平面图形的面积.</a:t>
            </a:r>
            <a:endParaRPr kumimoji="1"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181350" y="1651953"/>
          <a:ext cx="229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" name="Equation" r:id="rId5" imgW="55168800" imgH="9448800" progId="Equation.DSMT4">
                  <p:embed/>
                </p:oleObj>
              </mc:Choice>
              <mc:Fallback>
                <p:oleObj name="Equation" r:id="rId5" imgW="55168800" imgH="9448800" progId="Equation.DSMT4">
                  <p:embed/>
                  <p:pic>
                    <p:nvPicPr>
                      <p:cNvPr id="0" name="图片 135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81350" y="1651953"/>
                        <a:ext cx="229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63750" y="152400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解:</a:t>
            </a:r>
            <a:endParaRPr kumimoji="1" lang="en-US" altLang="zh-CN" sz="280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619750" y="1630998"/>
          <a:ext cx="200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7" name="Equation" r:id="rId7" imgW="48158400" imgH="9448800" progId="Equation.DSMT4">
                  <p:embed/>
                </p:oleObj>
              </mc:Choice>
              <mc:Fallback>
                <p:oleObj name="Equation" r:id="rId7" imgW="48158400" imgH="9448800" progId="Equation.DSMT4">
                  <p:embed/>
                  <p:pic>
                    <p:nvPicPr>
                      <p:cNvPr id="0" name="图片 135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9750" y="1630998"/>
                        <a:ext cx="200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33433" y="2214563"/>
          <a:ext cx="29067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8" name="Equation" r:id="rId9" imgW="69799200" imgH="17678400" progId="Equation.DSMT4">
                  <p:embed/>
                </p:oleObj>
              </mc:Choice>
              <mc:Fallback>
                <p:oleObj name="Equation" r:id="rId9" imgW="69799200" imgH="17678400" progId="Equation.DSMT4">
                  <p:embed/>
                  <p:pic>
                    <p:nvPicPr>
                      <p:cNvPr id="0" name="图片 135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3433" y="2214563"/>
                        <a:ext cx="2906712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333750" y="2951163"/>
          <a:ext cx="24876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" name="Equation" r:id="rId11" imgW="59740800" imgH="19812000" progId="Equation.DSMT4">
                  <p:embed/>
                </p:oleObj>
              </mc:Choice>
              <mc:Fallback>
                <p:oleObj name="Equation" r:id="rId11" imgW="59740800" imgH="19812000" progId="Equation.DSMT4">
                  <p:embed/>
                  <p:pic>
                    <p:nvPicPr>
                      <p:cNvPr id="0" name="图片 135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3750" y="2951163"/>
                        <a:ext cx="24876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240016" y="3861048"/>
          <a:ext cx="1218059" cy="749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0" name="Equation" r:id="rId13" imgW="15544800" imgH="9448800" progId="Equation.DSMT4">
                  <p:embed/>
                </p:oleObj>
              </mc:Choice>
              <mc:Fallback>
                <p:oleObj name="Equation" r:id="rId13" imgW="15544800" imgH="9448800" progId="Equation.DSMT4">
                  <p:embed/>
                  <p:pic>
                    <p:nvPicPr>
                      <p:cNvPr id="0" name="图片 1357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0016" y="3861048"/>
                        <a:ext cx="1218059" cy="7490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333750" y="3833813"/>
          <a:ext cx="2436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1" name="Equation" r:id="rId15" imgW="58521600" imgH="17678400" progId="Equation.DSMT4">
                  <p:embed/>
                </p:oleObj>
              </mc:Choice>
              <mc:Fallback>
                <p:oleObj name="Equation" r:id="rId15" imgW="58521600" imgH="17678400" progId="Equation.DSMT4">
                  <p:embed/>
                  <p:pic>
                    <p:nvPicPr>
                      <p:cNvPr id="0" name="图片 1358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33750" y="3833813"/>
                        <a:ext cx="2436813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333750" y="4611688"/>
          <a:ext cx="25749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2" name="Equation" r:id="rId17" imgW="61874400" imgH="18288000" progId="Equation.DSMT4">
                  <p:embed/>
                </p:oleObj>
              </mc:Choice>
              <mc:Fallback>
                <p:oleObj name="Equation" r:id="rId17" imgW="61874400" imgH="18288000" progId="Equation.DSMT4">
                  <p:embed/>
                  <p:pic>
                    <p:nvPicPr>
                      <p:cNvPr id="0" name="图片 135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33750" y="4611688"/>
                        <a:ext cx="2574925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181350" y="5573713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3" name="Equation" r:id="rId19" imgW="23469600" imgH="10972800" progId="Equation.DSMT4">
                  <p:embed/>
                </p:oleObj>
              </mc:Choice>
              <mc:Fallback>
                <p:oleObj name="Equation" r:id="rId19" imgW="23469600" imgH="10972800" progId="Equation.DSMT4">
                  <p:embed/>
                  <p:pic>
                    <p:nvPicPr>
                      <p:cNvPr id="0" name="图片 13582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1350" y="5573713"/>
                        <a:ext cx="977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184650" y="5414963"/>
          <a:ext cx="49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4" name="Equation" r:id="rId21" imgW="11887200" imgH="19812000" progId="Equation.DSMT4">
                  <p:embed/>
                </p:oleObj>
              </mc:Choice>
              <mc:Fallback>
                <p:oleObj name="Equation" r:id="rId21" imgW="11887200" imgH="19812000" progId="Equation.DSMT4">
                  <p:embed/>
                  <p:pic>
                    <p:nvPicPr>
                      <p:cNvPr id="0" name="图片 13583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84650" y="5414963"/>
                        <a:ext cx="495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705350" y="5414963"/>
          <a:ext cx="40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5" name="Equation" r:id="rId23" imgW="9753600" imgH="19812000" progId="Equation.DSMT4">
                  <p:embed/>
                </p:oleObj>
              </mc:Choice>
              <mc:Fallback>
                <p:oleObj name="Equation" r:id="rId23" imgW="9753600" imgH="19812000" progId="Equation.DSMT4">
                  <p:embed/>
                  <p:pic>
                    <p:nvPicPr>
                      <p:cNvPr id="0" name="图片 13584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05350" y="5414963"/>
                        <a:ext cx="406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194300" y="5414963"/>
          <a:ext cx="27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6" name="Equation" r:id="rId25" imgW="6705600" imgH="19812000" progId="Equation.DSMT4">
                  <p:embed/>
                </p:oleObj>
              </mc:Choice>
              <mc:Fallback>
                <p:oleObj name="Equation" r:id="rId25" imgW="6705600" imgH="19812000" progId="Equation.DSMT4">
                  <p:embed/>
                  <p:pic>
                    <p:nvPicPr>
                      <p:cNvPr id="0" name="图片 13585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94300" y="5414963"/>
                        <a:ext cx="279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619750" y="5573713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7" name="Equation" r:id="rId27" imgW="24384000" imgH="10972800" progId="Equation.DSMT4">
                  <p:embed/>
                </p:oleObj>
              </mc:Choice>
              <mc:Fallback>
                <p:oleObj name="Equation" r:id="rId27" imgW="24384000" imgH="10972800" progId="Equation.DSMT4">
                  <p:embed/>
                  <p:pic>
                    <p:nvPicPr>
                      <p:cNvPr id="0" name="图片 1358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19750" y="5573713"/>
                        <a:ext cx="1016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768599" y="1478543"/>
          <a:ext cx="118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8" name="Equation" r:id="rId29" imgW="28346400" imgH="17678400" progId="Equation.DSMT4">
                  <p:embed/>
                </p:oleObj>
              </mc:Choice>
              <mc:Fallback>
                <p:oleObj name="Equation" r:id="rId29" imgW="28346400" imgH="17678400" progId="Equation.DSMT4">
                  <p:embed/>
                  <p:pic>
                    <p:nvPicPr>
                      <p:cNvPr id="0" name="图片 1358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68599" y="1478543"/>
                        <a:ext cx="1181100" cy="7366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8"/>
          <p:cNvGrpSpPr/>
          <p:nvPr/>
        </p:nvGrpSpPr>
        <p:grpSpPr bwMode="auto">
          <a:xfrm>
            <a:off x="7087870" y="2372360"/>
            <a:ext cx="3301999" cy="1417637"/>
            <a:chOff x="3488" y="1533"/>
            <a:chExt cx="2080" cy="893"/>
          </a:xfrm>
        </p:grpSpPr>
        <p:grpSp>
          <p:nvGrpSpPr>
            <p:cNvPr id="22" name="Group 29"/>
            <p:cNvGrpSpPr/>
            <p:nvPr/>
          </p:nvGrpSpPr>
          <p:grpSpPr bwMode="auto">
            <a:xfrm>
              <a:off x="3488" y="1542"/>
              <a:ext cx="2072" cy="884"/>
              <a:chOff x="3488" y="1542"/>
              <a:chExt cx="2072" cy="884"/>
            </a:xfrm>
          </p:grpSpPr>
          <p:graphicFrame>
            <p:nvGraphicFramePr>
              <p:cNvPr id="25" name="Object 30"/>
              <p:cNvGraphicFramePr>
                <a:graphicFrameLocks noChangeAspect="1"/>
              </p:cNvGraphicFramePr>
              <p:nvPr/>
            </p:nvGraphicFramePr>
            <p:xfrm>
              <a:off x="5423" y="2189"/>
              <a:ext cx="137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89" name="Equation" r:id="rId31" imgW="5486400" imgH="7315200" progId="Equation.DSMT4">
                      <p:embed/>
                    </p:oleObj>
                  </mc:Choice>
                  <mc:Fallback>
                    <p:oleObj name="Equation" r:id="rId31" imgW="5486400" imgH="7315200" progId="Equation.DSMT4">
                      <p:embed/>
                      <p:pic>
                        <p:nvPicPr>
                          <p:cNvPr id="0" name="图片 1358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423" y="2189"/>
                            <a:ext cx="137" cy="1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31"/>
              <p:cNvGraphicFramePr>
                <a:graphicFrameLocks noChangeAspect="1"/>
              </p:cNvGraphicFramePr>
              <p:nvPr/>
            </p:nvGraphicFramePr>
            <p:xfrm>
              <a:off x="3488" y="1542"/>
              <a:ext cx="168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0" name="Equation" r:id="rId33" imgW="6705600" imgH="7315200" progId="Equation.DSMT4">
                      <p:embed/>
                    </p:oleObj>
                  </mc:Choice>
                  <mc:Fallback>
                    <p:oleObj name="Equation" r:id="rId33" imgW="6705600" imgH="7315200" progId="Equation.DSMT4">
                      <p:embed/>
                      <p:pic>
                        <p:nvPicPr>
                          <p:cNvPr id="0" name="图片 1358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3488" y="1542"/>
                            <a:ext cx="168" cy="1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32"/>
              <p:cNvGraphicFramePr>
                <a:graphicFrameLocks noChangeAspect="1"/>
              </p:cNvGraphicFramePr>
              <p:nvPr/>
            </p:nvGraphicFramePr>
            <p:xfrm>
              <a:off x="3505" y="2185"/>
              <a:ext cx="175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1" name="Equation" r:id="rId35" imgW="7010400" imgH="7620000" progId="Equation.DSMT4">
                      <p:embed/>
                    </p:oleObj>
                  </mc:Choice>
                  <mc:Fallback>
                    <p:oleObj name="Equation" r:id="rId35" imgW="7010400" imgH="7620000" progId="Equation.DSMT4">
                      <p:embed/>
                      <p:pic>
                        <p:nvPicPr>
                          <p:cNvPr id="0" name="图片 1359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3505" y="2185"/>
                            <a:ext cx="175" cy="19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33"/>
              <p:cNvGraphicFramePr>
                <a:graphicFrameLocks noChangeAspect="1"/>
              </p:cNvGraphicFramePr>
              <p:nvPr/>
            </p:nvGraphicFramePr>
            <p:xfrm>
              <a:off x="3696" y="1610"/>
              <a:ext cx="1566" cy="5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2" name="BMP 图象" r:id="rId37" imgW="2486025" imgH="923925" progId="PBrush">
                      <p:embed/>
                    </p:oleObj>
                  </mc:Choice>
                  <mc:Fallback>
                    <p:oleObj name="BMP 图象" r:id="rId37" imgW="2486025" imgH="923925" progId="PBrush">
                      <p:embed/>
                      <p:pic>
                        <p:nvPicPr>
                          <p:cNvPr id="0" name="图片 1359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3696" y="1610"/>
                            <a:ext cx="1566" cy="582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34"/>
              <p:cNvGraphicFramePr>
                <a:graphicFrameLocks noChangeAspect="1"/>
              </p:cNvGraphicFramePr>
              <p:nvPr/>
            </p:nvGraphicFramePr>
            <p:xfrm>
              <a:off x="4958" y="2192"/>
              <a:ext cx="357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3" name="Equation" r:id="rId39" imgW="14325600" imgH="9448800" progId="Equation.DSMT4">
                      <p:embed/>
                    </p:oleObj>
                  </mc:Choice>
                  <mc:Fallback>
                    <p:oleObj name="Equation" r:id="rId39" imgW="14325600" imgH="9448800" progId="Equation.DSMT4">
                      <p:embed/>
                      <p:pic>
                        <p:nvPicPr>
                          <p:cNvPr id="0" name="图片 1359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958" y="2192"/>
                            <a:ext cx="357" cy="23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>
              <a:off x="3600" y="2160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 flipV="1">
              <a:off x="3696" y="1533"/>
              <a:ext cx="0" cy="7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8077200" y="2652712"/>
            <a:ext cx="7620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3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8" name="Picture 28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7690" y="168320"/>
            <a:ext cx="3107238" cy="665837"/>
          </a:xfrm>
          <a:prstGeom prst="rect">
            <a:avLst/>
          </a:prstGeom>
          <a:noFill/>
        </p:spPr>
      </p:pic>
      <p:pic>
        <p:nvPicPr>
          <p:cNvPr id="51226" name="Picture 2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4906" y="1004789"/>
            <a:ext cx="2885293" cy="582607"/>
          </a:xfrm>
          <a:prstGeom prst="rect">
            <a:avLst/>
          </a:prstGeom>
          <a:noFill/>
        </p:spPr>
      </p:pic>
      <p:pic>
        <p:nvPicPr>
          <p:cNvPr id="51225" name="Picture 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7606" y="332656"/>
            <a:ext cx="360661" cy="416148"/>
          </a:xfrm>
          <a:prstGeom prst="rect">
            <a:avLst/>
          </a:prstGeom>
          <a:noFill/>
        </p:spPr>
      </p:pic>
      <p:pic>
        <p:nvPicPr>
          <p:cNvPr id="51224" name="Picture 2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74475" y="1062132"/>
            <a:ext cx="1858794" cy="582607"/>
          </a:xfrm>
          <a:prstGeom prst="rect">
            <a:avLst/>
          </a:prstGeom>
          <a:noFill/>
        </p:spPr>
      </p:pic>
      <p:pic>
        <p:nvPicPr>
          <p:cNvPr id="51223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00119" y="1807430"/>
            <a:ext cx="3523386" cy="638094"/>
          </a:xfrm>
          <a:prstGeom prst="rect">
            <a:avLst/>
          </a:prstGeom>
          <a:noFill/>
        </p:spPr>
      </p:pic>
      <p:pic>
        <p:nvPicPr>
          <p:cNvPr id="51222" name="Picture 2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41866" y="1806977"/>
            <a:ext cx="3523386" cy="638094"/>
          </a:xfrm>
          <a:prstGeom prst="rect">
            <a:avLst/>
          </a:prstGeom>
          <a:noFill/>
        </p:spPr>
      </p:pic>
      <p:pic>
        <p:nvPicPr>
          <p:cNvPr id="51221" name="Picture 2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00256" y="2529996"/>
            <a:ext cx="8017784" cy="971012"/>
          </a:xfrm>
          <a:prstGeom prst="rect">
            <a:avLst/>
          </a:prstGeom>
          <a:noFill/>
        </p:spPr>
      </p:pic>
      <p:pic>
        <p:nvPicPr>
          <p:cNvPr id="51220" name="Picture 2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34404" y="3585187"/>
            <a:ext cx="7740352" cy="2580117"/>
          </a:xfrm>
          <a:prstGeom prst="rect">
            <a:avLst/>
          </a:prstGeom>
          <a:noFill/>
        </p:spPr>
      </p:pic>
      <p:sp>
        <p:nvSpPr>
          <p:cNvPr id="51229" name="Rectangle 29"/>
          <p:cNvSpPr>
            <a:spLocks noChangeArrowheads="1"/>
          </p:cNvSpPr>
          <p:nvPr/>
        </p:nvSpPr>
        <p:spPr bwMode="auto">
          <a:xfrm>
            <a:off x="1487488" y="189226"/>
            <a:ext cx="4908076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kumimoji="0" 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求曲线</a:t>
            </a:r>
            <a:endParaRPr kumimoji="0" lang="zh-CN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230" name="Rectangle 30"/>
          <p:cNvSpPr>
            <a:spLocks noChangeArrowheads="1"/>
          </p:cNvSpPr>
          <p:nvPr/>
        </p:nvSpPr>
        <p:spPr bwMode="auto">
          <a:xfrm>
            <a:off x="6758523" y="208276"/>
            <a:ext cx="64008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endParaRPr kumimoji="0" lang="zh-CN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231" name="Rectangle 31"/>
          <p:cNvSpPr>
            <a:spLocks noChangeArrowheads="1"/>
          </p:cNvSpPr>
          <p:nvPr/>
        </p:nvSpPr>
        <p:spPr bwMode="auto">
          <a:xfrm>
            <a:off x="7621260" y="189226"/>
            <a:ext cx="3635896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轴所围形的面积</a:t>
            </a:r>
            <a:endParaRPr kumimoji="0" lang="zh-CN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238" name="Rectangle 38"/>
          <p:cNvSpPr>
            <a:spLocks noChangeArrowheads="1"/>
          </p:cNvSpPr>
          <p:nvPr/>
        </p:nvSpPr>
        <p:spPr bwMode="auto">
          <a:xfrm>
            <a:off x="1524000" y="2906395"/>
            <a:ext cx="337820" cy="245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en-US" altLang="zh-C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Rectangle 30"/>
          <p:cNvSpPr>
            <a:spLocks noChangeArrowheads="1"/>
          </p:cNvSpPr>
          <p:nvPr/>
        </p:nvSpPr>
        <p:spPr bwMode="auto">
          <a:xfrm>
            <a:off x="1604863" y="1064891"/>
            <a:ext cx="54038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kumimoji="0" 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0"/>
          <p:cNvSpPr>
            <a:spLocks noChangeArrowheads="1"/>
          </p:cNvSpPr>
          <p:nvPr/>
        </p:nvSpPr>
        <p:spPr bwMode="auto">
          <a:xfrm>
            <a:off x="2594828" y="1029013"/>
            <a:ext cx="58928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endParaRPr kumimoji="0" lang="zh-CN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6077168" y="1029013"/>
            <a:ext cx="58928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kumimoji="0" lang="zh-CN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ldLvl="0" animBg="1"/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52600" y="274955"/>
            <a:ext cx="3200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极坐标情形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01545" y="949960"/>
          <a:ext cx="448729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99364800" imgH="10363200" progId="Equation.DSMT4">
                  <p:embed/>
                </p:oleObj>
              </mc:Choice>
              <mc:Fallback>
                <p:oleObj name="Equation" r:id="rId1" imgW="99364800" imgH="103632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1545" y="949960"/>
                        <a:ext cx="4487294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689090" y="926783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求由曲线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191183" y="915988"/>
          <a:ext cx="14716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8" name="Equation" r:id="rId3" imgW="14325600" imgH="4876800" progId="Equation.DSMT4">
                  <p:embed/>
                </p:oleObj>
              </mc:Choice>
              <mc:Fallback>
                <p:oleObj name="Equation" r:id="rId3" imgW="14325600" imgH="4876800" progId="Equation.DSMT4">
                  <p:embed/>
                  <p:pic>
                    <p:nvPicPr>
                      <p:cNvPr id="0" name="图片 1450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91183" y="915988"/>
                        <a:ext cx="1471612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531985" y="92710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及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739900" y="1553845"/>
          <a:ext cx="262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9" name="Equation" r:id="rId5" imgW="63093600" imgH="10668000" progId="Equation.DSMT4">
                  <p:embed/>
                </p:oleObj>
              </mc:Choice>
              <mc:Fallback>
                <p:oleObj name="Equation" r:id="rId5" imgW="63093600" imgH="10668000" progId="Equation.DSMT4">
                  <p:embed/>
                  <p:pic>
                    <p:nvPicPr>
                      <p:cNvPr id="0" name="图片 1450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39900" y="1553845"/>
                        <a:ext cx="2628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368800" y="1506538"/>
            <a:ext cx="4191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围成的曲边扇形的面积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7302500" y="4875213"/>
            <a:ext cx="2057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7302500" y="3435350"/>
            <a:ext cx="1508125" cy="2125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rc 11"/>
          <p:cNvSpPr/>
          <p:nvPr/>
        </p:nvSpPr>
        <p:spPr bwMode="auto">
          <a:xfrm>
            <a:off x="7302500" y="3841750"/>
            <a:ext cx="2001838" cy="1724025"/>
          </a:xfrm>
          <a:custGeom>
            <a:avLst/>
            <a:gdLst>
              <a:gd name="G0" fmla="+- 0 0 0"/>
              <a:gd name="G1" fmla="+- 15106 0 0"/>
              <a:gd name="G2" fmla="+- 21600 0 0"/>
              <a:gd name="T0" fmla="*/ 15439 w 17534"/>
              <a:gd name="T1" fmla="*/ 0 h 15106"/>
              <a:gd name="T2" fmla="*/ 17534 w 17534"/>
              <a:gd name="T3" fmla="*/ 2491 h 15106"/>
              <a:gd name="T4" fmla="*/ 0 w 17534"/>
              <a:gd name="T5" fmla="*/ 15106 h 15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534" h="15106" fill="none" extrusionOk="0">
                <a:moveTo>
                  <a:pt x="15439" y="-1"/>
                </a:moveTo>
                <a:cubicBezTo>
                  <a:pt x="16198" y="776"/>
                  <a:pt x="16899" y="1609"/>
                  <a:pt x="17533" y="2491"/>
                </a:cubicBezTo>
              </a:path>
              <a:path w="17534" h="15106" stroke="0" extrusionOk="0">
                <a:moveTo>
                  <a:pt x="15439" y="-1"/>
                </a:moveTo>
                <a:cubicBezTo>
                  <a:pt x="16198" y="776"/>
                  <a:pt x="16899" y="1609"/>
                  <a:pt x="17533" y="2491"/>
                </a:cubicBezTo>
                <a:lnTo>
                  <a:pt x="0" y="1510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8810625" y="3435350"/>
            <a:ext cx="571500" cy="1439863"/>
          </a:xfrm>
          <a:custGeom>
            <a:avLst/>
            <a:gdLst>
              <a:gd name="T0" fmla="*/ 0 w 400"/>
              <a:gd name="T1" fmla="*/ 0 h 1008"/>
              <a:gd name="T2" fmla="*/ 288 w 400"/>
              <a:gd name="T3" fmla="*/ 288 h 1008"/>
              <a:gd name="T4" fmla="*/ 384 w 400"/>
              <a:gd name="T5" fmla="*/ 720 h 1008"/>
              <a:gd name="T6" fmla="*/ 384 w 400"/>
              <a:gd name="T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0" h="1008">
                <a:moveTo>
                  <a:pt x="0" y="0"/>
                </a:moveTo>
                <a:cubicBezTo>
                  <a:pt x="112" y="84"/>
                  <a:pt x="224" y="168"/>
                  <a:pt x="288" y="288"/>
                </a:cubicBezTo>
                <a:cubicBezTo>
                  <a:pt x="352" y="408"/>
                  <a:pt x="368" y="600"/>
                  <a:pt x="384" y="720"/>
                </a:cubicBezTo>
                <a:cubicBezTo>
                  <a:pt x="400" y="840"/>
                  <a:pt x="384" y="960"/>
                  <a:pt x="384" y="1008"/>
                </a:cubicBezTo>
              </a:path>
            </a:pathLst>
          </a:custGeom>
          <a:noFill/>
          <a:ln w="28575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9166225" y="3373438"/>
          <a:ext cx="11350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0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1450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66225" y="3373438"/>
                        <a:ext cx="1135063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4"/>
          <p:cNvGrpSpPr/>
          <p:nvPr/>
        </p:nvGrpSpPr>
        <p:grpSpPr bwMode="auto">
          <a:xfrm>
            <a:off x="7302499" y="5341950"/>
            <a:ext cx="881063" cy="247650"/>
            <a:chOff x="3648" y="3443"/>
            <a:chExt cx="555" cy="156"/>
          </a:xfrm>
        </p:grpSpPr>
        <p:sp>
          <p:nvSpPr>
            <p:cNvPr id="15" name="Arc 15"/>
            <p:cNvSpPr/>
            <p:nvPr/>
          </p:nvSpPr>
          <p:spPr bwMode="auto">
            <a:xfrm>
              <a:off x="3648" y="3477"/>
              <a:ext cx="333" cy="104"/>
            </a:xfrm>
            <a:custGeom>
              <a:avLst/>
              <a:gdLst>
                <a:gd name="G0" fmla="+- 0 0 0"/>
                <a:gd name="G1" fmla="+- 6785 0 0"/>
                <a:gd name="G2" fmla="+- 21600 0 0"/>
                <a:gd name="T0" fmla="*/ 20507 w 21600"/>
                <a:gd name="T1" fmla="*/ 0 h 6785"/>
                <a:gd name="T2" fmla="*/ 21600 w 21600"/>
                <a:gd name="T3" fmla="*/ 6785 h 6785"/>
                <a:gd name="T4" fmla="*/ 0 w 21600"/>
                <a:gd name="T5" fmla="*/ 6785 h 6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6785" fill="none" extrusionOk="0">
                  <a:moveTo>
                    <a:pt x="20506" y="0"/>
                  </a:moveTo>
                  <a:cubicBezTo>
                    <a:pt x="21230" y="2188"/>
                    <a:pt x="21600" y="4479"/>
                    <a:pt x="21600" y="6785"/>
                  </a:cubicBezTo>
                </a:path>
                <a:path w="21600" h="6785" stroke="0" extrusionOk="0">
                  <a:moveTo>
                    <a:pt x="20506" y="0"/>
                  </a:moveTo>
                  <a:cubicBezTo>
                    <a:pt x="21230" y="2188"/>
                    <a:pt x="21600" y="4479"/>
                    <a:pt x="21600" y="6785"/>
                  </a:cubicBezTo>
                  <a:lnTo>
                    <a:pt x="0" y="6785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4027" y="3443"/>
            <a:ext cx="176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11" name="Equation" r:id="rId9" imgW="3657600" imgH="3352800" progId="Equation.DSMT4">
                    <p:embed/>
                  </p:oleObj>
                </mc:Choice>
                <mc:Fallback>
                  <p:oleObj name="Equation" r:id="rId9" imgW="3657600" imgH="3352800" progId="Equation.DSMT4">
                    <p:embed/>
                    <p:pic>
                      <p:nvPicPr>
                        <p:cNvPr id="0" name="图片 145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27" y="3443"/>
                          <a:ext cx="176" cy="1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7"/>
          <p:cNvGrpSpPr/>
          <p:nvPr/>
        </p:nvGrpSpPr>
        <p:grpSpPr bwMode="auto">
          <a:xfrm>
            <a:off x="7302500" y="5561030"/>
            <a:ext cx="2330450" cy="331788"/>
            <a:chOff x="3648" y="3581"/>
            <a:chExt cx="1468" cy="209"/>
          </a:xfrm>
        </p:grpSpPr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648" y="3581"/>
              <a:ext cx="1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4988" y="3599"/>
            <a:ext cx="123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12" name="Equation" r:id="rId11" imgW="3048000" imgH="3352800" progId="Equation.DSMT4">
                    <p:embed/>
                  </p:oleObj>
                </mc:Choice>
                <mc:Fallback>
                  <p:oleObj name="Equation" r:id="rId11" imgW="3048000" imgH="3352800" progId="Equation.DSMT4">
                    <p:embed/>
                    <p:pic>
                      <p:nvPicPr>
                        <p:cNvPr id="0" name="图片 145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88" y="3599"/>
                          <a:ext cx="123" cy="1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7302500" y="4121150"/>
            <a:ext cx="1987550" cy="1439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rc 21"/>
          <p:cNvSpPr/>
          <p:nvPr/>
        </p:nvSpPr>
        <p:spPr bwMode="auto">
          <a:xfrm>
            <a:off x="7343775" y="4970463"/>
            <a:ext cx="987425" cy="590550"/>
          </a:xfrm>
          <a:custGeom>
            <a:avLst/>
            <a:gdLst>
              <a:gd name="G0" fmla="+- 0 0 0"/>
              <a:gd name="G1" fmla="+- 12917 0 0"/>
              <a:gd name="G2" fmla="+- 21600 0 0"/>
              <a:gd name="T0" fmla="*/ 17312 w 21600"/>
              <a:gd name="T1" fmla="*/ 0 h 12917"/>
              <a:gd name="T2" fmla="*/ 21600 w 21600"/>
              <a:gd name="T3" fmla="*/ 12917 h 12917"/>
              <a:gd name="T4" fmla="*/ 0 w 21600"/>
              <a:gd name="T5" fmla="*/ 12917 h 129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2917" fill="none" extrusionOk="0">
                <a:moveTo>
                  <a:pt x="17312" y="-1"/>
                </a:moveTo>
                <a:cubicBezTo>
                  <a:pt x="20096" y="3731"/>
                  <a:pt x="21600" y="8261"/>
                  <a:pt x="21600" y="12917"/>
                </a:cubicBezTo>
              </a:path>
              <a:path w="21600" h="12917" stroke="0" extrusionOk="0">
                <a:moveTo>
                  <a:pt x="17312" y="-1"/>
                </a:moveTo>
                <a:cubicBezTo>
                  <a:pt x="20096" y="3731"/>
                  <a:pt x="21600" y="8261"/>
                  <a:pt x="21600" y="12917"/>
                </a:cubicBezTo>
                <a:lnTo>
                  <a:pt x="0" y="12917"/>
                </a:lnTo>
                <a:close/>
              </a:path>
            </a:pathLst>
          </a:custGeom>
          <a:noFill/>
          <a:ln w="28575">
            <a:solidFill>
              <a:schemeClr val="accent6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331231" y="4910350"/>
          <a:ext cx="38751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3" name="Equation" r:id="rId13" imgW="3048000" imgH="4267200" progId="Equation.DSMT4">
                  <p:embed/>
                </p:oleObj>
              </mc:Choice>
              <mc:Fallback>
                <p:oleObj name="Equation" r:id="rId13" imgW="3048000" imgH="4267200" progId="Equation.DSMT4">
                  <p:embed/>
                  <p:pic>
                    <p:nvPicPr>
                      <p:cNvPr id="0" name="图片 1451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31231" y="4910350"/>
                        <a:ext cx="38751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23"/>
          <p:cNvSpPr>
            <a:spLocks noChangeShapeType="1"/>
          </p:cNvSpPr>
          <p:nvPr/>
        </p:nvSpPr>
        <p:spPr bwMode="auto">
          <a:xfrm flipV="1">
            <a:off x="7370763" y="3778250"/>
            <a:ext cx="1782762" cy="1714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rc 24"/>
          <p:cNvSpPr/>
          <p:nvPr/>
        </p:nvSpPr>
        <p:spPr bwMode="auto">
          <a:xfrm>
            <a:off x="7371080" y="4732338"/>
            <a:ext cx="889000" cy="800100"/>
          </a:xfrm>
          <a:custGeom>
            <a:avLst/>
            <a:gdLst>
              <a:gd name="G0" fmla="+- 0 0 0"/>
              <a:gd name="G1" fmla="+- 15542 0 0"/>
              <a:gd name="G2" fmla="+- 21600 0 0"/>
              <a:gd name="T0" fmla="*/ 15000 w 17269"/>
              <a:gd name="T1" fmla="*/ 0 h 15542"/>
              <a:gd name="T2" fmla="*/ 17269 w 17269"/>
              <a:gd name="T3" fmla="*/ 2568 h 15542"/>
              <a:gd name="T4" fmla="*/ 0 w 17269"/>
              <a:gd name="T5" fmla="*/ 15542 h 15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69" h="15542" fill="none" extrusionOk="0">
                <a:moveTo>
                  <a:pt x="15000" y="-1"/>
                </a:moveTo>
                <a:cubicBezTo>
                  <a:pt x="15823" y="794"/>
                  <a:pt x="16582" y="1653"/>
                  <a:pt x="17269" y="2567"/>
                </a:cubicBezTo>
              </a:path>
              <a:path w="17269" h="15542" stroke="0" extrusionOk="0">
                <a:moveTo>
                  <a:pt x="15000" y="-1"/>
                </a:moveTo>
                <a:cubicBezTo>
                  <a:pt x="15823" y="794"/>
                  <a:pt x="16582" y="1653"/>
                  <a:pt x="17269" y="2567"/>
                </a:cubicBezTo>
                <a:lnTo>
                  <a:pt x="0" y="15542"/>
                </a:lnTo>
                <a:close/>
              </a:path>
            </a:pathLst>
          </a:custGeom>
          <a:noFill/>
          <a:ln w="28575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7791340" y="3866626"/>
          <a:ext cx="399753" cy="360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4" name="Equation" r:id="rId15" imgW="5486400" imgH="4267200" progId="Equation.DSMT4">
                  <p:embed/>
                </p:oleObj>
              </mc:Choice>
              <mc:Fallback>
                <p:oleObj name="Equation" r:id="rId15" imgW="5486400" imgH="4267200" progId="Equation.DSMT4">
                  <p:embed/>
                  <p:pic>
                    <p:nvPicPr>
                      <p:cNvPr id="0" name="图片 1451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91340" y="3866626"/>
                        <a:ext cx="399753" cy="3603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Freeform 26"/>
          <p:cNvSpPr/>
          <p:nvPr/>
        </p:nvSpPr>
        <p:spPr bwMode="auto">
          <a:xfrm>
            <a:off x="8054658" y="4204970"/>
            <a:ext cx="136525" cy="547688"/>
          </a:xfrm>
          <a:custGeom>
            <a:avLst/>
            <a:gdLst>
              <a:gd name="T0" fmla="*/ 0 w 384"/>
              <a:gd name="T1" fmla="*/ 0 h 480"/>
              <a:gd name="T2" fmla="*/ 384 w 384"/>
              <a:gd name="T3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4" h="480">
                <a:moveTo>
                  <a:pt x="0" y="0"/>
                </a:moveTo>
                <a:cubicBezTo>
                  <a:pt x="160" y="200"/>
                  <a:pt x="320" y="400"/>
                  <a:pt x="384" y="480"/>
                </a:cubicBezTo>
              </a:path>
            </a:pathLst>
          </a:custGeom>
          <a:noFill/>
          <a:ln w="19050" cmpd="sng">
            <a:solidFill>
              <a:srgbClr val="7030A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006600" y="2085975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在区间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3219450" y="2149793"/>
          <a:ext cx="91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5" name="Equation" r:id="rId17" imgW="21945600" imgH="9448800" progId="Equation.DSMT4">
                  <p:embed/>
                </p:oleObj>
              </mc:Choice>
              <mc:Fallback>
                <p:oleObj name="Equation" r:id="rId17" imgW="21945600" imgH="9448800" progId="Equation.DSMT4">
                  <p:embed/>
                  <p:pic>
                    <p:nvPicPr>
                      <p:cNvPr id="0" name="图片 1451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19450" y="2149793"/>
                        <a:ext cx="914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4025900" y="2085975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上任取小区间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6358255" y="2149475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6" name="Equation" r:id="rId19" imgW="37490400" imgH="9448800" progId="Equation.DSMT4">
                  <p:embed/>
                </p:oleObj>
              </mc:Choice>
              <mc:Fallback>
                <p:oleObj name="Equation" r:id="rId19" imgW="37490400" imgH="9448800" progId="Equation.DSMT4">
                  <p:embed/>
                  <p:pic>
                    <p:nvPicPr>
                      <p:cNvPr id="0" name="图片 1451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8255" y="2149475"/>
                        <a:ext cx="1562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1663700" y="2695575"/>
            <a:ext cx="723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则对应该小区间上曲边扇形面积的近似值为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3071664" y="3254759"/>
          <a:ext cx="2717695" cy="95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7" name="Equation" r:id="rId21" imgW="27432000" imgH="9448800" progId="Equation.DSMT4">
                  <p:embed/>
                </p:oleObj>
              </mc:Choice>
              <mc:Fallback>
                <p:oleObj name="Equation" r:id="rId21" imgW="27432000" imgH="9448800" progId="Equation.DSMT4">
                  <p:embed/>
                  <p:pic>
                    <p:nvPicPr>
                      <p:cNvPr id="0" name="图片 145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71664" y="3254759"/>
                        <a:ext cx="2717695" cy="95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1739900" y="4295775"/>
            <a:ext cx="4057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所求曲边扇形的面积为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4" name="Object 34"/>
          <p:cNvGraphicFramePr>
            <a:graphicFrameLocks noChangeAspect="1"/>
          </p:cNvGraphicFramePr>
          <p:nvPr/>
        </p:nvGraphicFramePr>
        <p:xfrm>
          <a:off x="3081677" y="4854959"/>
          <a:ext cx="2726577" cy="95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8" name="Equation" r:id="rId23" imgW="27432000" imgH="9448800" progId="Equation.DSMT4">
                  <p:embed/>
                </p:oleObj>
              </mc:Choice>
              <mc:Fallback>
                <p:oleObj name="Equation" r:id="rId23" imgW="27432000" imgH="9448800" progId="Equation.DSMT4">
                  <p:embed/>
                  <p:pic>
                    <p:nvPicPr>
                      <p:cNvPr id="0" name="图片 1451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81677" y="4854959"/>
                        <a:ext cx="2726577" cy="950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42"/>
          <p:cNvGrpSpPr>
            <a:grpSpLocks noChangeAspect="1"/>
          </p:cNvGrpSpPr>
          <p:nvPr/>
        </p:nvGrpSpPr>
        <p:grpSpPr bwMode="auto">
          <a:xfrm>
            <a:off x="7302500" y="5066561"/>
            <a:ext cx="720147" cy="506204"/>
            <a:chOff x="3648" y="3316"/>
            <a:chExt cx="377" cy="265"/>
          </a:xfrm>
        </p:grpSpPr>
        <p:sp>
          <p:nvSpPr>
            <p:cNvPr id="36" name="Arc 43"/>
            <p:cNvSpPr/>
            <p:nvPr/>
          </p:nvSpPr>
          <p:spPr bwMode="auto">
            <a:xfrm>
              <a:off x="3648" y="3412"/>
              <a:ext cx="208" cy="169"/>
            </a:xfrm>
            <a:custGeom>
              <a:avLst/>
              <a:gdLst>
                <a:gd name="G0" fmla="+- 0 0 0"/>
                <a:gd name="G1" fmla="+- 17713 0 0"/>
                <a:gd name="G2" fmla="+- 21600 0 0"/>
                <a:gd name="T0" fmla="*/ 12361 w 21600"/>
                <a:gd name="T1" fmla="*/ 0 h 17713"/>
                <a:gd name="T2" fmla="*/ 21600 w 21600"/>
                <a:gd name="T3" fmla="*/ 17713 h 17713"/>
                <a:gd name="T4" fmla="*/ 0 w 21600"/>
                <a:gd name="T5" fmla="*/ 17713 h 17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713" fill="none" extrusionOk="0">
                  <a:moveTo>
                    <a:pt x="12361" y="-1"/>
                  </a:moveTo>
                  <a:cubicBezTo>
                    <a:pt x="18150" y="4039"/>
                    <a:pt x="21600" y="10653"/>
                    <a:pt x="21600" y="17713"/>
                  </a:cubicBezTo>
                </a:path>
                <a:path w="21600" h="17713" stroke="0" extrusionOk="0">
                  <a:moveTo>
                    <a:pt x="12361" y="-1"/>
                  </a:moveTo>
                  <a:cubicBezTo>
                    <a:pt x="18150" y="4039"/>
                    <a:pt x="21600" y="10653"/>
                    <a:pt x="21600" y="17713"/>
                  </a:cubicBezTo>
                  <a:lnTo>
                    <a:pt x="0" y="17713"/>
                  </a:lnTo>
                  <a:close/>
                </a:path>
              </a:pathLst>
            </a:custGeom>
            <a:noFill/>
            <a:ln w="28575">
              <a:solidFill>
                <a:srgbClr val="0070C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" name="Object 44"/>
            <p:cNvGraphicFramePr>
              <a:graphicFrameLocks noChangeAspect="1"/>
            </p:cNvGraphicFramePr>
            <p:nvPr/>
          </p:nvGraphicFramePr>
          <p:xfrm>
            <a:off x="3856" y="3316"/>
            <a:ext cx="16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19" name="Equation" r:id="rId25" imgW="152400" imgH="203200" progId="Equation.3">
                    <p:embed/>
                  </p:oleObj>
                </mc:Choice>
                <mc:Fallback>
                  <p:oleObj name="Equation" r:id="rId25" imgW="152400" imgH="203200" progId="Equation.3">
                    <p:embed/>
                    <p:pic>
                      <p:nvPicPr>
                        <p:cNvPr id="0" name="图片 145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56" y="3316"/>
                          <a:ext cx="169" cy="2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9" grpId="0" bldLvl="0" animBg="1"/>
      <p:bldP spid="10" grpId="0" bldLvl="0" animBg="1"/>
      <p:bldP spid="11" grpId="0" bldLvl="0" animBg="1"/>
      <p:bldP spid="12" grpId="0" bldLvl="0" animBg="1"/>
      <p:bldP spid="20" grpId="0" bldLvl="0" animBg="1"/>
      <p:bldP spid="21" grpId="0" bldLvl="0" animBg="1"/>
      <p:bldP spid="23" grpId="0" bldLvl="0" animBg="1"/>
      <p:bldP spid="24" grpId="0" bldLvl="0" animBg="1"/>
      <p:bldP spid="26" grpId="0" bldLvl="0" animBg="1"/>
      <p:bldP spid="27" grpId="0" autoUpdateAnimBg="0"/>
      <p:bldP spid="29" grpId="0" autoUpdateAnimBg="0"/>
      <p:bldP spid="31" grpId="0" autoUpdateAnimBg="0"/>
      <p:bldP spid="3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978775" y="2290445"/>
            <a:ext cx="28308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对应 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 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从</a:t>
            </a: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0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变</a:t>
            </a:r>
            <a:endParaRPr kumimoji="1" lang="zh-CN" altLang="en-US" sz="2400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07568" y="2293367"/>
            <a:ext cx="4343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6.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计算阿基米德螺线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41525" y="35194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927805" y="2363327"/>
          <a:ext cx="21589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1816000" imgH="9448800" progId="Equation.DSMT4">
                  <p:embed/>
                </p:oleObj>
              </mc:Choice>
              <mc:Fallback>
                <p:oleObj name="Equation" r:id="rId1" imgW="51816000" imgH="9448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27805" y="2363327"/>
                        <a:ext cx="21589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/>
          <p:nvPr/>
        </p:nvGrpSpPr>
        <p:grpSpPr bwMode="auto">
          <a:xfrm>
            <a:off x="7369175" y="3560763"/>
            <a:ext cx="2809875" cy="1828800"/>
            <a:chOff x="3744" y="1056"/>
            <a:chExt cx="1770" cy="1152"/>
          </a:xfrm>
        </p:grpSpPr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744" y="1056"/>
            <a:ext cx="1740" cy="1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0" name="BMP 图象" r:id="rId3" imgW="2762250" imgH="1828800" progId="PBrush">
                    <p:embed/>
                  </p:oleObj>
                </mc:Choice>
                <mc:Fallback>
                  <p:oleObj name="BMP 图象" r:id="rId3" imgW="2762250" imgH="1828800" progId="PBrush">
                    <p:embed/>
                    <p:pic>
                      <p:nvPicPr>
                        <p:cNvPr id="0" name="图片 156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44" y="1056"/>
                          <a:ext cx="1740" cy="1152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5355" y="1410"/>
            <a:ext cx="15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1" name="Equation" r:id="rId5" imgW="312420" imgH="278765" progId="Equation.3">
                    <p:embed/>
                  </p:oleObj>
                </mc:Choice>
                <mc:Fallback>
                  <p:oleObj name="Equation" r:id="rId5" imgW="312420" imgH="278765" progId="Equation.3">
                    <p:embed/>
                    <p:pic>
                      <p:nvPicPr>
                        <p:cNvPr id="0" name="图片 156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55" y="1410"/>
                          <a:ext cx="159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5085" y="1200"/>
            <a:ext cx="38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2" name="Equation" r:id="rId7" imgW="758190" imgH="457200" progId="Equation.3">
                    <p:embed/>
                  </p:oleObj>
                </mc:Choice>
                <mc:Fallback>
                  <p:oleObj name="Equation" r:id="rId7" imgW="758190" imgH="457200" progId="Equation.3">
                    <p:embed/>
                    <p:pic>
                      <p:nvPicPr>
                        <p:cNvPr id="0" name="图片 156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85" y="1200"/>
                          <a:ext cx="387" cy="2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265" y="1410"/>
            <a:ext cx="13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3" name="Equation" r:id="rId9" imgW="256540" imgH="278765" progId="Equation.3">
                    <p:embed/>
                  </p:oleObj>
                </mc:Choice>
                <mc:Fallback>
                  <p:oleObj name="Equation" r:id="rId9" imgW="256540" imgH="278765" progId="Equation.3">
                    <p:embed/>
                    <p:pic>
                      <p:nvPicPr>
                        <p:cNvPr id="0" name="图片 156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65" y="1410"/>
                          <a:ext cx="130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Line 11"/>
          <p:cNvSpPr>
            <a:spLocks noChangeShapeType="1"/>
          </p:cNvSpPr>
          <p:nvPr/>
        </p:nvSpPr>
        <p:spPr bwMode="auto">
          <a:xfrm flipH="1">
            <a:off x="7469188" y="4102100"/>
            <a:ext cx="838200" cy="5334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2" name="Arc 12"/>
          <p:cNvSpPr/>
          <p:nvPr/>
        </p:nvSpPr>
        <p:spPr bwMode="auto">
          <a:xfrm>
            <a:off x="8080375" y="3873500"/>
            <a:ext cx="544513" cy="34131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640 w 42990"/>
              <a:gd name="T1" fmla="*/ 26818 h 26818"/>
              <a:gd name="T2" fmla="*/ 42990 w 42990"/>
              <a:gd name="T3" fmla="*/ 18595 h 26818"/>
              <a:gd name="T4" fmla="*/ 21600 w 42990"/>
              <a:gd name="T5" fmla="*/ 21600 h 26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990" h="26818" fill="none" extrusionOk="0">
                <a:moveTo>
                  <a:pt x="639" y="26818"/>
                </a:moveTo>
                <a:cubicBezTo>
                  <a:pt x="214" y="25111"/>
                  <a:pt x="0" y="2335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368" y="-1"/>
                  <a:pt x="41491" y="7931"/>
                  <a:pt x="42989" y="18595"/>
                </a:cubicBezTo>
              </a:path>
              <a:path w="42990" h="26818" stroke="0" extrusionOk="0">
                <a:moveTo>
                  <a:pt x="639" y="26818"/>
                </a:moveTo>
                <a:cubicBezTo>
                  <a:pt x="214" y="25111"/>
                  <a:pt x="0" y="2335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368" y="-1"/>
                  <a:pt x="41491" y="7931"/>
                  <a:pt x="42989" y="1859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66FF99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8507413" y="3649663"/>
          <a:ext cx="2413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4" name="Equation" r:id="rId11" imgW="300990" imgH="390525" progId="Equation.3">
                  <p:embed/>
                </p:oleObj>
              </mc:Choice>
              <mc:Fallback>
                <p:oleObj name="Equation" r:id="rId11" imgW="300990" imgH="390525" progId="Equation.3">
                  <p:embed/>
                  <p:pic>
                    <p:nvPicPr>
                      <p:cNvPr id="0" name="图片 156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07413" y="3649663"/>
                        <a:ext cx="241300" cy="312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rc 14"/>
          <p:cNvSpPr/>
          <p:nvPr/>
        </p:nvSpPr>
        <p:spPr bwMode="auto">
          <a:xfrm>
            <a:off x="8002588" y="4086225"/>
            <a:ext cx="323850" cy="323850"/>
          </a:xfrm>
          <a:custGeom>
            <a:avLst/>
            <a:gdLst>
              <a:gd name="G0" fmla="+- 18298 0 0"/>
              <a:gd name="G1" fmla="+- 0 0 0"/>
              <a:gd name="G2" fmla="+- 21600 0 0"/>
              <a:gd name="T0" fmla="*/ 6199 w 18298"/>
              <a:gd name="T1" fmla="*/ 17894 h 17894"/>
              <a:gd name="T2" fmla="*/ 0 w 18298"/>
              <a:gd name="T3" fmla="*/ 11479 h 17894"/>
              <a:gd name="T4" fmla="*/ 18298 w 18298"/>
              <a:gd name="T5" fmla="*/ 0 h 17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98" h="17894" fill="none" extrusionOk="0">
                <a:moveTo>
                  <a:pt x="6199" y="17893"/>
                </a:moveTo>
                <a:cubicBezTo>
                  <a:pt x="3709" y="16209"/>
                  <a:pt x="1597" y="14025"/>
                  <a:pt x="0" y="11478"/>
                </a:cubicBezTo>
              </a:path>
              <a:path w="18298" h="17894" stroke="0" extrusionOk="0">
                <a:moveTo>
                  <a:pt x="6199" y="17893"/>
                </a:moveTo>
                <a:cubicBezTo>
                  <a:pt x="3709" y="16209"/>
                  <a:pt x="1597" y="14025"/>
                  <a:pt x="0" y="11478"/>
                </a:cubicBezTo>
                <a:lnTo>
                  <a:pt x="18298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8231188" y="4627563"/>
          <a:ext cx="4699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5" name="Equation" r:id="rId13" imgW="579755" imgH="390525" progId="Equation.3">
                  <p:embed/>
                </p:oleObj>
              </mc:Choice>
              <mc:Fallback>
                <p:oleObj name="Equation" r:id="rId13" imgW="579755" imgH="390525" progId="Equation.3">
                  <p:embed/>
                  <p:pic>
                    <p:nvPicPr>
                      <p:cNvPr id="0" name="图片 156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31188" y="4627563"/>
                        <a:ext cx="469900" cy="312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6"/>
          <p:cNvSpPr>
            <a:spLocks noChangeShapeType="1"/>
          </p:cNvSpPr>
          <p:nvPr/>
        </p:nvSpPr>
        <p:spPr bwMode="auto">
          <a:xfrm flipH="1" flipV="1">
            <a:off x="8118475" y="4268788"/>
            <a:ext cx="152400" cy="38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7" name="Arc 17"/>
          <p:cNvSpPr/>
          <p:nvPr/>
        </p:nvSpPr>
        <p:spPr bwMode="auto">
          <a:xfrm>
            <a:off x="7466013" y="4108450"/>
            <a:ext cx="838200" cy="806450"/>
          </a:xfrm>
          <a:custGeom>
            <a:avLst/>
            <a:gdLst>
              <a:gd name="G0" fmla="+- 18288 0 0"/>
              <a:gd name="G1" fmla="+- 0 0 0"/>
              <a:gd name="G2" fmla="+- 21600 0 0"/>
              <a:gd name="T0" fmla="*/ 5844 w 18288"/>
              <a:gd name="T1" fmla="*/ 17655 h 17655"/>
              <a:gd name="T2" fmla="*/ 0 w 18288"/>
              <a:gd name="T3" fmla="*/ 11494 h 17655"/>
              <a:gd name="T4" fmla="*/ 18288 w 18288"/>
              <a:gd name="T5" fmla="*/ 0 h 17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88" h="17655" fill="none" extrusionOk="0">
                <a:moveTo>
                  <a:pt x="5843" y="17655"/>
                </a:moveTo>
                <a:cubicBezTo>
                  <a:pt x="3507" y="16008"/>
                  <a:pt x="1521" y="13914"/>
                  <a:pt x="0" y="11493"/>
                </a:cubicBezTo>
              </a:path>
              <a:path w="18288" h="17655" stroke="0" extrusionOk="0">
                <a:moveTo>
                  <a:pt x="5843" y="17655"/>
                </a:moveTo>
                <a:cubicBezTo>
                  <a:pt x="3507" y="16008"/>
                  <a:pt x="1521" y="13914"/>
                  <a:pt x="0" y="11493"/>
                </a:cubicBezTo>
                <a:lnTo>
                  <a:pt x="18288" y="0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 flipH="1">
            <a:off x="7680325" y="4102100"/>
            <a:ext cx="609600" cy="9144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124325" y="3371850"/>
          <a:ext cx="1574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6" name="Equation" r:id="rId15" imgW="37795200" imgH="19812000" progId="Equation.DSMT4">
                  <p:embed/>
                </p:oleObj>
              </mc:Choice>
              <mc:Fallback>
                <p:oleObj name="Equation" r:id="rId15" imgW="37795200" imgH="19812000" progId="Equation.DSMT4">
                  <p:embed/>
                  <p:pic>
                    <p:nvPicPr>
                      <p:cNvPr id="0" name="图片 156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4325" y="3371850"/>
                        <a:ext cx="1574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917825" y="3438525"/>
          <a:ext cx="1155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7" name="Equation" r:id="rId17" imgW="27736800" imgH="17678400" progId="Equation.DSMT4">
                  <p:embed/>
                </p:oleObj>
              </mc:Choice>
              <mc:Fallback>
                <p:oleObj name="Equation" r:id="rId17" imgW="27736800" imgH="17678400" progId="Equation.DSMT4">
                  <p:embed/>
                  <p:pic>
                    <p:nvPicPr>
                      <p:cNvPr id="0" name="图片 156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7825" y="3438525"/>
                        <a:ext cx="1155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254375" y="4425950"/>
          <a:ext cx="711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8" name="Equation" r:id="rId19" imgW="17068800" imgH="21031200" progId="Equation.DSMT4">
                  <p:embed/>
                </p:oleObj>
              </mc:Choice>
              <mc:Fallback>
                <p:oleObj name="Equation" r:id="rId19" imgW="17068800" imgH="21031200" progId="Equation.DSMT4">
                  <p:embed/>
                  <p:pic>
                    <p:nvPicPr>
                      <p:cNvPr id="0" name="图片 1563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54375" y="4425950"/>
                        <a:ext cx="7112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997325" y="4438650"/>
          <a:ext cx="1181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9" name="Equation" r:id="rId21" imgW="28346400" imgH="24384000" progId="Equation.DSMT4">
                  <p:embed/>
                </p:oleObj>
              </mc:Choice>
              <mc:Fallback>
                <p:oleObj name="Equation" r:id="rId21" imgW="28346400" imgH="24384000" progId="Equation.DSMT4">
                  <p:embed/>
                  <p:pic>
                    <p:nvPicPr>
                      <p:cNvPr id="0" name="图片 1563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97325" y="4438650"/>
                        <a:ext cx="1181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305175" y="5651500"/>
          <a:ext cx="125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0" name="Equation" r:id="rId23" imgW="30175200" imgH="20116800" progId="Equation.DSMT4">
                  <p:embed/>
                </p:oleObj>
              </mc:Choice>
              <mc:Fallback>
                <p:oleObj name="Equation" r:id="rId23" imgW="30175200" imgH="20116800" progId="Equation.DSMT4">
                  <p:embed/>
                  <p:pic>
                    <p:nvPicPr>
                      <p:cNvPr id="0" name="图片 1563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05175" y="5651500"/>
                        <a:ext cx="125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1720850" y="2837880"/>
            <a:ext cx="518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到</a:t>
            </a: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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所围图形面积.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 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6" name="Text Box 37"/>
          <p:cNvSpPr txBox="1">
            <a:spLocks noChangeArrowheads="1"/>
          </p:cNvSpPr>
          <p:nvPr/>
        </p:nvSpPr>
        <p:spPr bwMode="auto">
          <a:xfrm>
            <a:off x="2041208" y="236855"/>
            <a:ext cx="40576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右边图形的面积为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27" name="Object 38"/>
          <p:cNvGraphicFramePr>
            <a:graphicFrameLocks noChangeAspect="1"/>
          </p:cNvGraphicFramePr>
          <p:nvPr/>
        </p:nvGraphicFramePr>
        <p:xfrm>
          <a:off x="2427447" y="692696"/>
          <a:ext cx="414782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1" name="Equation" r:id="rId25" imgW="44500800" imgH="9448800" progId="Equation.DSMT4">
                  <p:embed/>
                </p:oleObj>
              </mc:Choice>
              <mc:Fallback>
                <p:oleObj name="Equation" r:id="rId25" imgW="44500800" imgH="9448800" progId="Equation.DSMT4">
                  <p:embed/>
                  <p:pic>
                    <p:nvPicPr>
                      <p:cNvPr id="0" name="图片 1564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427447" y="692696"/>
                        <a:ext cx="4147820" cy="904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39"/>
          <p:cNvGrpSpPr/>
          <p:nvPr/>
        </p:nvGrpSpPr>
        <p:grpSpPr bwMode="auto">
          <a:xfrm>
            <a:off x="7824789" y="301626"/>
            <a:ext cx="1938338" cy="1671638"/>
            <a:chOff x="3387" y="1310"/>
            <a:chExt cx="1221" cy="1053"/>
          </a:xfrm>
        </p:grpSpPr>
        <p:graphicFrame>
          <p:nvGraphicFramePr>
            <p:cNvPr id="29" name="Object 40"/>
            <p:cNvGraphicFramePr>
              <a:graphicFrameLocks noChangeAspect="1"/>
            </p:cNvGraphicFramePr>
            <p:nvPr/>
          </p:nvGraphicFramePr>
          <p:xfrm>
            <a:off x="3387" y="2058"/>
            <a:ext cx="25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42" name="Equation" r:id="rId27" imgW="3657600" imgH="4267200" progId="Equation.DSMT4">
                    <p:embed/>
                  </p:oleObj>
                </mc:Choice>
                <mc:Fallback>
                  <p:oleObj name="Equation" r:id="rId27" imgW="3657600" imgH="4267200" progId="Equation.DSMT4">
                    <p:embed/>
                    <p:pic>
                      <p:nvPicPr>
                        <p:cNvPr id="0" name="图片 156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387" y="2058"/>
                          <a:ext cx="258" cy="3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41"/>
            <p:cNvSpPr>
              <a:spLocks noChangeShapeType="1"/>
            </p:cNvSpPr>
            <p:nvPr/>
          </p:nvSpPr>
          <p:spPr bwMode="auto">
            <a:xfrm>
              <a:off x="3552" y="209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1" name="Line 42"/>
            <p:cNvSpPr>
              <a:spLocks noChangeShapeType="1"/>
            </p:cNvSpPr>
            <p:nvPr/>
          </p:nvSpPr>
          <p:spPr bwMode="auto">
            <a:xfrm flipV="1">
              <a:off x="3552" y="1754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2" name="Arc 43"/>
            <p:cNvSpPr/>
            <p:nvPr/>
          </p:nvSpPr>
          <p:spPr bwMode="auto">
            <a:xfrm>
              <a:off x="3936" y="1322"/>
              <a:ext cx="576" cy="43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3" name="Arc 44"/>
            <p:cNvSpPr/>
            <p:nvPr/>
          </p:nvSpPr>
          <p:spPr bwMode="auto">
            <a:xfrm>
              <a:off x="3744" y="1706"/>
              <a:ext cx="336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34" name="Object 45"/>
            <p:cNvGraphicFramePr>
              <a:graphicFrameLocks noChangeAspect="1"/>
            </p:cNvGraphicFramePr>
            <p:nvPr/>
          </p:nvGraphicFramePr>
          <p:xfrm>
            <a:off x="4032" y="1526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43" name="Equation" r:id="rId29" imgW="3962400" imgH="3962400" progId="Equation.DSMT4">
                    <p:embed/>
                  </p:oleObj>
                </mc:Choice>
                <mc:Fallback>
                  <p:oleObj name="Equation" r:id="rId29" imgW="3962400" imgH="3962400" progId="Equation.DSMT4">
                    <p:embed/>
                    <p:pic>
                      <p:nvPicPr>
                        <p:cNvPr id="0" name="图片 156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032" y="1526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46"/>
            <p:cNvSpPr>
              <a:spLocks noChangeShapeType="1"/>
            </p:cNvSpPr>
            <p:nvPr/>
          </p:nvSpPr>
          <p:spPr bwMode="auto">
            <a:xfrm flipV="1">
              <a:off x="3552" y="1322"/>
              <a:ext cx="38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6" name="Line 47"/>
            <p:cNvSpPr>
              <a:spLocks noChangeShapeType="1"/>
            </p:cNvSpPr>
            <p:nvPr/>
          </p:nvSpPr>
          <p:spPr bwMode="auto">
            <a:xfrm flipV="1">
              <a:off x="4082" y="1742"/>
              <a:ext cx="432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7" name="Line 48"/>
            <p:cNvSpPr>
              <a:spLocks noChangeShapeType="1"/>
            </p:cNvSpPr>
            <p:nvPr/>
          </p:nvSpPr>
          <p:spPr bwMode="auto">
            <a:xfrm flipV="1">
              <a:off x="3746" y="1310"/>
              <a:ext cx="192" cy="384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aphicFrame>
        <p:nvGraphicFramePr>
          <p:cNvPr id="38" name="Object 49"/>
          <p:cNvGraphicFramePr>
            <a:graphicFrameLocks noChangeAspect="1"/>
          </p:cNvGraphicFramePr>
          <p:nvPr/>
        </p:nvGraphicFramePr>
        <p:xfrm>
          <a:off x="8674100" y="1270000"/>
          <a:ext cx="3048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4" name="Equation" r:id="rId31" imgW="3657600" imgH="3352800" progId="Equation.DSMT4">
                  <p:embed/>
                </p:oleObj>
              </mc:Choice>
              <mc:Fallback>
                <p:oleObj name="Equation" r:id="rId31" imgW="3657600" imgH="3352800" progId="Equation.DSMT4">
                  <p:embed/>
                  <p:pic>
                    <p:nvPicPr>
                      <p:cNvPr id="0" name="图片 1564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674100" y="1270000"/>
                        <a:ext cx="304800" cy="282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0"/>
          <p:cNvGraphicFramePr>
            <a:graphicFrameLocks noChangeAspect="1"/>
          </p:cNvGraphicFramePr>
          <p:nvPr/>
        </p:nvGraphicFramePr>
        <p:xfrm>
          <a:off x="8293100" y="1041400"/>
          <a:ext cx="304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5" name="Equation" r:id="rId33" imgW="3657600" imgH="4876800" progId="Equation.DSMT4">
                  <p:embed/>
                </p:oleObj>
              </mc:Choice>
              <mc:Fallback>
                <p:oleObj name="Equation" r:id="rId33" imgW="3657600" imgH="4876800" progId="Equation.DSMT4">
                  <p:embed/>
                  <p:pic>
                    <p:nvPicPr>
                      <p:cNvPr id="0" name="图片 1564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293100" y="1041400"/>
                        <a:ext cx="304800" cy="407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51"/>
          <p:cNvSpPr>
            <a:spLocks noChangeShapeType="1"/>
          </p:cNvSpPr>
          <p:nvPr/>
        </p:nvSpPr>
        <p:spPr bwMode="auto">
          <a:xfrm flipH="1" flipV="1">
            <a:off x="8521700" y="1346200"/>
            <a:ext cx="762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41" name="Object 52"/>
          <p:cNvGraphicFramePr>
            <a:graphicFrameLocks noChangeAspect="1"/>
          </p:cNvGraphicFramePr>
          <p:nvPr/>
        </p:nvGraphicFramePr>
        <p:xfrm>
          <a:off x="9498470" y="326868"/>
          <a:ext cx="143496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6" name="Equation" r:id="rId35" imgW="34442400" imgH="10363200" progId="Equation.DSMT4">
                  <p:embed/>
                </p:oleObj>
              </mc:Choice>
              <mc:Fallback>
                <p:oleObj name="Equation" r:id="rId35" imgW="34442400" imgH="10363200" progId="Equation.DSMT4">
                  <p:embed/>
                  <p:pic>
                    <p:nvPicPr>
                      <p:cNvPr id="0" name="图片 1564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498470" y="326868"/>
                        <a:ext cx="143496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53"/>
          <p:cNvGraphicFramePr>
            <a:graphicFrameLocks noChangeAspect="1"/>
          </p:cNvGraphicFramePr>
          <p:nvPr/>
        </p:nvGraphicFramePr>
        <p:xfrm>
          <a:off x="6978791" y="637620"/>
          <a:ext cx="14094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7" name="Equation" r:id="rId37" imgW="33832800" imgH="10363200" progId="Equation.DSMT4">
                  <p:embed/>
                </p:oleObj>
              </mc:Choice>
              <mc:Fallback>
                <p:oleObj name="Equation" r:id="rId37" imgW="33832800" imgH="10363200" progId="Equation.DSMT4">
                  <p:embed/>
                  <p:pic>
                    <p:nvPicPr>
                      <p:cNvPr id="0" name="图片 1564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978791" y="637620"/>
                        <a:ext cx="14094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Line 54"/>
          <p:cNvSpPr>
            <a:spLocks noChangeShapeType="1"/>
          </p:cNvSpPr>
          <p:nvPr/>
        </p:nvSpPr>
        <p:spPr bwMode="auto">
          <a:xfrm flipH="1" flipV="1">
            <a:off x="8293100" y="1193800"/>
            <a:ext cx="762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1654423" y="1700808"/>
            <a:ext cx="4127376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三种圆的方程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23" name="Object 45"/>
          <p:cNvGraphicFramePr>
            <a:graphicFrameLocks noChangeAspect="1"/>
          </p:cNvGraphicFramePr>
          <p:nvPr/>
        </p:nvGraphicFramePr>
        <p:xfrm>
          <a:off x="2427607" y="987426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39" imgW="3962400" imgH="3962400" progId="Equation.DSMT4">
                  <p:embed/>
                </p:oleObj>
              </mc:Choice>
              <mc:Fallback>
                <p:oleObj name="Equation" r:id="rId39" imgW="3962400" imgH="3962400" progId="Equation.DSMT4">
                  <p:embed/>
                  <p:pic>
                    <p:nvPicPr>
                      <p:cNvPr id="0" name="图片 1564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427607" y="987426"/>
                        <a:ext cx="304800" cy="304800"/>
                      </a:xfrm>
                      <a:prstGeom prst="rect">
                        <a:avLst/>
                      </a:prstGeom>
                      <a:solidFill>
                        <a:srgbClr val="ECE9C6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11" grpId="0" bldLvl="0" animBg="1"/>
      <p:bldP spid="12" grpId="0" bldLvl="0" animBg="1"/>
      <p:bldP spid="14" grpId="0" bldLvl="0" animBg="1"/>
      <p:bldP spid="16" grpId="0" bldLvl="0" animBg="1"/>
      <p:bldP spid="17" grpId="0" bldLvl="0" animBg="1"/>
      <p:bldP spid="18" grpId="0" bldLvl="0" animBg="1"/>
      <p:bldP spid="25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5442" name="Object 2"/>
          <p:cNvGraphicFramePr>
            <a:graphicFrameLocks noChangeAspect="1"/>
          </p:cNvGraphicFramePr>
          <p:nvPr/>
        </p:nvGraphicFramePr>
        <p:xfrm>
          <a:off x="3149600" y="4095750"/>
          <a:ext cx="2400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57607200" imgH="20726400" progId="Equation.3">
                  <p:embed/>
                </p:oleObj>
              </mc:Choice>
              <mc:Fallback>
                <p:oleObj name="Equation" r:id="rId1" imgW="57607200" imgH="207264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9600" y="4095750"/>
                        <a:ext cx="2400300" cy="863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Rectangle 3"/>
          <p:cNvSpPr>
            <a:spLocks noGrp="1" noChangeArrowheads="1"/>
          </p:cNvSpPr>
          <p:nvPr>
            <p:ph type="title"/>
          </p:nvPr>
        </p:nvSpPr>
        <p:spPr>
          <a:xfrm>
            <a:off x="1991544" y="342900"/>
            <a:ext cx="3505200" cy="533400"/>
          </a:xfrm>
        </p:spPr>
        <p:txBody>
          <a:bodyPr/>
          <a:lstStyle/>
          <a:p>
            <a:pPr algn="l" eaLnBrk="1" hangingPunct="1"/>
            <a:r>
              <a:rPr kumimoji="1" lang="zh-CN" altLang="en-US" sz="2800" b="1" spc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kumimoji="1" lang="en-US" altLang="zh-CN" sz="2800" b="1" spc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zh-CN" altLang="en-US" sz="2800" spc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计算心形线</a:t>
            </a:r>
            <a:endParaRPr lang="zh-CN" altLang="en-US" sz="2800" dirty="0" smtClean="0">
              <a:ea typeface="楷体_GB2312" charset="-122"/>
            </a:endParaRPr>
          </a:p>
        </p:txBody>
      </p:sp>
      <p:sp>
        <p:nvSpPr>
          <p:cNvPr id="9237" name="Text Box 4"/>
          <p:cNvSpPr txBox="1">
            <a:spLocks noChangeArrowheads="1"/>
          </p:cNvSpPr>
          <p:nvPr/>
        </p:nvSpPr>
        <p:spPr bwMode="auto">
          <a:xfrm>
            <a:off x="8153400" y="298450"/>
            <a:ext cx="2133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所围图形的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9238" name="Text Box 5"/>
          <p:cNvSpPr txBox="1">
            <a:spLocks noChangeArrowheads="1"/>
          </p:cNvSpPr>
          <p:nvPr/>
        </p:nvSpPr>
        <p:spPr bwMode="auto">
          <a:xfrm>
            <a:off x="1991360" y="957263"/>
            <a:ext cx="2895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面积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 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445446" name="Text Box 6"/>
          <p:cNvSpPr txBox="1">
            <a:spLocks noChangeArrowheads="1"/>
          </p:cNvSpPr>
          <p:nvPr/>
        </p:nvSpPr>
        <p:spPr bwMode="auto">
          <a:xfrm>
            <a:off x="2063750" y="1687513"/>
            <a:ext cx="914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9219" name="Object 7"/>
          <p:cNvGraphicFramePr>
            <a:graphicFrameLocks noChangeAspect="1"/>
          </p:cNvGraphicFramePr>
          <p:nvPr/>
        </p:nvGraphicFramePr>
        <p:xfrm>
          <a:off x="4630738" y="333375"/>
          <a:ext cx="36877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35356800" imgH="4876800" progId="Equation.DSMT4">
                  <p:embed/>
                </p:oleObj>
              </mc:Choice>
              <mc:Fallback>
                <p:oleObj name="Equation" r:id="rId3" imgW="35356800" imgH="4876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30738" y="333375"/>
                        <a:ext cx="3687762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7239000" y="2576513"/>
            <a:ext cx="2854325" cy="2276475"/>
            <a:chOff x="3600" y="1623"/>
            <a:chExt cx="1798" cy="1434"/>
          </a:xfrm>
        </p:grpSpPr>
        <p:graphicFrame>
          <p:nvGraphicFramePr>
            <p:cNvPr id="9232" name="Object 9"/>
            <p:cNvGraphicFramePr>
              <a:graphicFrameLocks noChangeAspect="1"/>
            </p:cNvGraphicFramePr>
            <p:nvPr/>
          </p:nvGraphicFramePr>
          <p:xfrm>
            <a:off x="3600" y="1623"/>
            <a:ext cx="1782" cy="1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7" name="BMP 图象" r:id="rId5" imgW="2828925" imgH="2276475" progId="PBrush">
                    <p:embed/>
                  </p:oleObj>
                </mc:Choice>
                <mc:Fallback>
                  <p:oleObj name="BMP 图象" r:id="rId5" imgW="2828925" imgH="2276475" progId="PBrush">
                    <p:embed/>
                    <p:pic>
                      <p:nvPicPr>
                        <p:cNvPr id="0" name="Object 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00" y="1623"/>
                          <a:ext cx="1782" cy="1434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10"/>
            <p:cNvGraphicFramePr>
              <a:graphicFrameLocks noChangeAspect="1"/>
            </p:cNvGraphicFramePr>
            <p:nvPr/>
          </p:nvGraphicFramePr>
          <p:xfrm>
            <a:off x="5238" y="2380"/>
            <a:ext cx="16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8" name="Equation" r:id="rId7" imgW="6400800" imgH="5791200" progId="Equation.3">
                    <p:embed/>
                  </p:oleObj>
                </mc:Choice>
                <mc:Fallback>
                  <p:oleObj name="Equation" r:id="rId7" imgW="6400800" imgH="5791200" progId="Equation.3">
                    <p:embed/>
                    <p:pic>
                      <p:nvPicPr>
                        <p:cNvPr id="0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38" y="2380"/>
                          <a:ext cx="160" cy="144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50000"/>
                          </a:srgb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11"/>
            <p:cNvGraphicFramePr>
              <a:graphicFrameLocks noChangeAspect="1"/>
            </p:cNvGraphicFramePr>
            <p:nvPr/>
          </p:nvGraphicFramePr>
          <p:xfrm>
            <a:off x="4942" y="2355"/>
            <a:ext cx="24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9" name="Equation" r:id="rId9" imgW="9753600" imgH="9448800" progId="Equation.3">
                    <p:embed/>
                  </p:oleObj>
                </mc:Choice>
                <mc:Fallback>
                  <p:oleObj name="Equation" r:id="rId9" imgW="9753600" imgH="9448800" progId="Equation.3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42" y="2355"/>
                          <a:ext cx="242" cy="235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60000"/>
                            <a:lumOff val="40000"/>
                            <a:alpha val="5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5" name="Object 12"/>
            <p:cNvGraphicFramePr>
              <a:graphicFrameLocks noChangeAspect="1"/>
            </p:cNvGraphicFramePr>
            <p:nvPr/>
          </p:nvGraphicFramePr>
          <p:xfrm>
            <a:off x="3814" y="2352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0" name="Equation" r:id="rId11" imgW="5181600" imgH="5791200" progId="Equation.3">
                    <p:embed/>
                  </p:oleObj>
                </mc:Choice>
                <mc:Fallback>
                  <p:oleObj name="Equation" r:id="rId11" imgW="5181600" imgH="57912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14" y="2352"/>
                          <a:ext cx="129" cy="144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50000"/>
                          </a:srgb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5453" name="Line 13"/>
          <p:cNvSpPr>
            <a:spLocks noChangeShapeType="1"/>
          </p:cNvSpPr>
          <p:nvPr/>
        </p:nvSpPr>
        <p:spPr bwMode="auto">
          <a:xfrm flipV="1">
            <a:off x="7620000" y="2587625"/>
            <a:ext cx="838200" cy="11430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4" name="Arc 14"/>
          <p:cNvSpPr/>
          <p:nvPr/>
        </p:nvSpPr>
        <p:spPr bwMode="auto">
          <a:xfrm>
            <a:off x="7721600" y="3465513"/>
            <a:ext cx="355600" cy="215900"/>
          </a:xfrm>
          <a:custGeom>
            <a:avLst/>
            <a:gdLst>
              <a:gd name="T0" fmla="*/ 2147483647 w 21600"/>
              <a:gd name="T1" fmla="*/ 0 h 16628"/>
              <a:gd name="T2" fmla="*/ 2147483647 w 21600"/>
              <a:gd name="T3" fmla="*/ 2147483647 h 16628"/>
              <a:gd name="T4" fmla="*/ 0 w 21600"/>
              <a:gd name="T5" fmla="*/ 2147483647 h 16628"/>
              <a:gd name="T6" fmla="*/ 0 60000 65536"/>
              <a:gd name="T7" fmla="*/ 0 60000 65536"/>
              <a:gd name="T8" fmla="*/ 0 60000 65536"/>
              <a:gd name="T9" fmla="*/ 0 w 21600"/>
              <a:gd name="T10" fmla="*/ 0 h 16628"/>
              <a:gd name="T11" fmla="*/ 21600 w 21600"/>
              <a:gd name="T12" fmla="*/ 16628 h 16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628" fill="none" extrusionOk="0">
                <a:moveTo>
                  <a:pt x="13786" y="0"/>
                </a:moveTo>
                <a:cubicBezTo>
                  <a:pt x="18736" y="4103"/>
                  <a:pt x="21600" y="10198"/>
                  <a:pt x="21600" y="16628"/>
                </a:cubicBezTo>
              </a:path>
              <a:path w="21600" h="16628" stroke="0" extrusionOk="0">
                <a:moveTo>
                  <a:pt x="13786" y="0"/>
                </a:moveTo>
                <a:cubicBezTo>
                  <a:pt x="18736" y="4103"/>
                  <a:pt x="21600" y="10198"/>
                  <a:pt x="21600" y="16628"/>
                </a:cubicBezTo>
                <a:lnTo>
                  <a:pt x="0" y="16628"/>
                </a:lnTo>
                <a:close/>
              </a:path>
            </a:pathLst>
          </a:custGeom>
          <a:noFill/>
          <a:ln w="12700">
            <a:solidFill>
              <a:schemeClr val="bg1"/>
            </a:solidFill>
            <a:round/>
            <a:head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5455" name="Object 15"/>
          <p:cNvGraphicFramePr>
            <a:graphicFrameLocks noChangeAspect="1"/>
          </p:cNvGraphicFramePr>
          <p:nvPr/>
        </p:nvGraphicFramePr>
        <p:xfrm>
          <a:off x="8077200" y="3352800"/>
          <a:ext cx="2413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6096000" imgH="7924800" progId="Equation.3">
                  <p:embed/>
                </p:oleObj>
              </mc:Choice>
              <mc:Fallback>
                <p:oleObj name="Equation" r:id="rId13" imgW="6096000" imgH="7924800" progId="Equation.3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77200" y="3352800"/>
                        <a:ext cx="241300" cy="31273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  <a:alpha val="5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56" name="Arc 16"/>
          <p:cNvSpPr/>
          <p:nvPr/>
        </p:nvSpPr>
        <p:spPr bwMode="auto">
          <a:xfrm>
            <a:off x="7620000" y="3362325"/>
            <a:ext cx="312738" cy="292100"/>
          </a:xfrm>
          <a:custGeom>
            <a:avLst/>
            <a:gdLst>
              <a:gd name="T0" fmla="*/ 2147483647 w 18398"/>
              <a:gd name="T1" fmla="*/ 0 h 17233"/>
              <a:gd name="T2" fmla="*/ 2147483647 w 18398"/>
              <a:gd name="T3" fmla="*/ 2147483647 h 17233"/>
              <a:gd name="T4" fmla="*/ 0 w 18398"/>
              <a:gd name="T5" fmla="*/ 2147483647 h 17233"/>
              <a:gd name="T6" fmla="*/ 0 60000 65536"/>
              <a:gd name="T7" fmla="*/ 0 60000 65536"/>
              <a:gd name="T8" fmla="*/ 0 60000 65536"/>
              <a:gd name="T9" fmla="*/ 0 w 18398"/>
              <a:gd name="T10" fmla="*/ 0 h 17233"/>
              <a:gd name="T11" fmla="*/ 18398 w 18398"/>
              <a:gd name="T12" fmla="*/ 17233 h 172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98" h="17233" fill="none" extrusionOk="0">
                <a:moveTo>
                  <a:pt x="13022" y="-1"/>
                </a:moveTo>
                <a:cubicBezTo>
                  <a:pt x="15166" y="1620"/>
                  <a:pt x="16990" y="3627"/>
                  <a:pt x="18398" y="5916"/>
                </a:cubicBezTo>
              </a:path>
              <a:path w="18398" h="17233" stroke="0" extrusionOk="0">
                <a:moveTo>
                  <a:pt x="13022" y="-1"/>
                </a:moveTo>
                <a:cubicBezTo>
                  <a:pt x="15166" y="1620"/>
                  <a:pt x="16990" y="3627"/>
                  <a:pt x="18398" y="5916"/>
                </a:cubicBezTo>
                <a:lnTo>
                  <a:pt x="0" y="17233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5457" name="Object 17"/>
          <p:cNvGraphicFramePr>
            <a:graphicFrameLocks noChangeAspect="1"/>
          </p:cNvGraphicFramePr>
          <p:nvPr/>
        </p:nvGraphicFramePr>
        <p:xfrm>
          <a:off x="7620000" y="2819400"/>
          <a:ext cx="47148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11887200" imgH="7924800" progId="Equation.3">
                  <p:embed/>
                </p:oleObj>
              </mc:Choice>
              <mc:Fallback>
                <p:oleObj name="Equation" r:id="rId15" imgW="11887200" imgH="7924800" progId="Equation.3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20000" y="2819400"/>
                        <a:ext cx="471488" cy="31273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60000"/>
                          <a:lumOff val="40000"/>
                          <a:alpha val="5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58" name="Line 18"/>
          <p:cNvSpPr>
            <a:spLocks noChangeShapeType="1"/>
          </p:cNvSpPr>
          <p:nvPr/>
        </p:nvSpPr>
        <p:spPr bwMode="auto">
          <a:xfrm flipH="1" flipV="1">
            <a:off x="7848600" y="3121025"/>
            <a:ext cx="0" cy="43180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59" name="Line 19"/>
          <p:cNvSpPr>
            <a:spLocks noChangeShapeType="1"/>
          </p:cNvSpPr>
          <p:nvPr/>
        </p:nvSpPr>
        <p:spPr bwMode="auto">
          <a:xfrm flipV="1">
            <a:off x="7696200" y="2816225"/>
            <a:ext cx="1219200" cy="8382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5460" name="Object 20"/>
          <p:cNvGraphicFramePr>
            <a:graphicFrameLocks noChangeAspect="1"/>
          </p:cNvGraphicFramePr>
          <p:nvPr/>
        </p:nvGraphicFramePr>
        <p:xfrm>
          <a:off x="4086225" y="1530350"/>
          <a:ext cx="27654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66446400" imgH="20421600" progId="Equation.3">
                  <p:embed/>
                </p:oleObj>
              </mc:Choice>
              <mc:Fallback>
                <p:oleObj name="Equation" r:id="rId17" imgW="66446400" imgH="20421600" progId="Equation.3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86225" y="1530350"/>
                        <a:ext cx="27654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1" name="Object 21"/>
          <p:cNvGraphicFramePr>
            <a:graphicFrameLocks noChangeAspect="1"/>
          </p:cNvGraphicFramePr>
          <p:nvPr/>
        </p:nvGraphicFramePr>
        <p:xfrm>
          <a:off x="2762250" y="1562100"/>
          <a:ext cx="1358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32613600" imgH="19812000" progId="Equation.3">
                  <p:embed/>
                </p:oleObj>
              </mc:Choice>
              <mc:Fallback>
                <p:oleObj name="Equation" r:id="rId19" imgW="32613600" imgH="19812000" progId="Equation.3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2250" y="1562100"/>
                        <a:ext cx="1358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2" name="Object 22"/>
          <p:cNvGraphicFramePr>
            <a:graphicFrameLocks noChangeAspect="1"/>
          </p:cNvGraphicFramePr>
          <p:nvPr/>
        </p:nvGraphicFramePr>
        <p:xfrm>
          <a:off x="3101975" y="2470150"/>
          <a:ext cx="1231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29565600" imgH="19812000" progId="Equation.3">
                  <p:embed/>
                </p:oleObj>
              </mc:Choice>
              <mc:Fallback>
                <p:oleObj name="Equation" r:id="rId21" imgW="29565600" imgH="19812000" progId="Equation.3">
                  <p:embed/>
                  <p:pic>
                    <p:nvPicPr>
                      <p:cNvPr id="0" name="Object 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01975" y="2470150"/>
                        <a:ext cx="1231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3" name="Object 23"/>
          <p:cNvGraphicFramePr>
            <a:graphicFrameLocks noChangeAspect="1"/>
          </p:cNvGraphicFramePr>
          <p:nvPr/>
        </p:nvGraphicFramePr>
        <p:xfrm>
          <a:off x="4184650" y="2444750"/>
          <a:ext cx="1676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40233600" imgH="20421600" progId="Equation.3">
                  <p:embed/>
                </p:oleObj>
              </mc:Choice>
              <mc:Fallback>
                <p:oleObj name="Equation" r:id="rId23" imgW="40233600" imgH="20421600" progId="Equation.3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84650" y="2444750"/>
                        <a:ext cx="16764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64" name="Arc 24"/>
          <p:cNvSpPr/>
          <p:nvPr/>
        </p:nvSpPr>
        <p:spPr bwMode="auto">
          <a:xfrm>
            <a:off x="7696200" y="2419350"/>
            <a:ext cx="1244600" cy="1238250"/>
          </a:xfrm>
          <a:custGeom>
            <a:avLst/>
            <a:gdLst>
              <a:gd name="T0" fmla="*/ 2147483647 w 17815"/>
              <a:gd name="T1" fmla="*/ 0 h 17743"/>
              <a:gd name="T2" fmla="*/ 2147483647 w 17815"/>
              <a:gd name="T3" fmla="*/ 2147483647 h 17743"/>
              <a:gd name="T4" fmla="*/ 0 w 17815"/>
              <a:gd name="T5" fmla="*/ 2147483647 h 17743"/>
              <a:gd name="T6" fmla="*/ 0 60000 65536"/>
              <a:gd name="T7" fmla="*/ 0 60000 65536"/>
              <a:gd name="T8" fmla="*/ 0 60000 65536"/>
              <a:gd name="T9" fmla="*/ 0 w 17815"/>
              <a:gd name="T10" fmla="*/ 0 h 17743"/>
              <a:gd name="T11" fmla="*/ 17815 w 17815"/>
              <a:gd name="T12" fmla="*/ 17743 h 177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15" h="17743" fill="none" extrusionOk="0">
                <a:moveTo>
                  <a:pt x="12318" y="-1"/>
                </a:moveTo>
                <a:cubicBezTo>
                  <a:pt x="14470" y="1494"/>
                  <a:pt x="16333" y="3367"/>
                  <a:pt x="17815" y="5528"/>
                </a:cubicBezTo>
              </a:path>
              <a:path w="17815" h="17743" stroke="0" extrusionOk="0">
                <a:moveTo>
                  <a:pt x="12318" y="-1"/>
                </a:moveTo>
                <a:cubicBezTo>
                  <a:pt x="14470" y="1494"/>
                  <a:pt x="16333" y="3367"/>
                  <a:pt x="17815" y="5528"/>
                </a:cubicBezTo>
                <a:lnTo>
                  <a:pt x="0" y="17743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5465" name="Text Box 25"/>
          <p:cNvSpPr txBox="1">
            <a:spLocks noChangeArrowheads="1"/>
          </p:cNvSpPr>
          <p:nvPr/>
        </p:nvSpPr>
        <p:spPr bwMode="auto">
          <a:xfrm>
            <a:off x="7772400" y="1581150"/>
            <a:ext cx="25146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利用对称性</a:t>
            </a: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1"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45466" name="Object 26"/>
          <p:cNvGraphicFramePr>
            <a:graphicFrameLocks noChangeAspect="1"/>
          </p:cNvGraphicFramePr>
          <p:nvPr/>
        </p:nvGraphicFramePr>
        <p:xfrm>
          <a:off x="3429000" y="3416300"/>
          <a:ext cx="113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27127200" imgH="13106400" progId="Equation.3">
                  <p:embed/>
                </p:oleObj>
              </mc:Choice>
              <mc:Fallback>
                <p:oleObj name="Equation" r:id="rId25" imgW="27127200" imgH="13106400" progId="Equation.3">
                  <p:embed/>
                  <p:pic>
                    <p:nvPicPr>
                      <p:cNvPr id="0" name="Object 2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429000" y="3416300"/>
                        <a:ext cx="11303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467" name="Line 27"/>
          <p:cNvSpPr>
            <a:spLocks noChangeShapeType="1"/>
          </p:cNvSpPr>
          <p:nvPr/>
        </p:nvSpPr>
        <p:spPr bwMode="auto">
          <a:xfrm>
            <a:off x="3276600" y="3200400"/>
            <a:ext cx="0" cy="1009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5468" name="Object 28"/>
          <p:cNvGraphicFramePr>
            <a:graphicFrameLocks noChangeAspect="1"/>
          </p:cNvGraphicFramePr>
          <p:nvPr/>
        </p:nvGraphicFramePr>
        <p:xfrm>
          <a:off x="3170238" y="5175250"/>
          <a:ext cx="100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24079200" imgH="10668000" progId="Equation.3">
                  <p:embed/>
                </p:oleObj>
              </mc:Choice>
              <mc:Fallback>
                <p:oleObj name="Equation" r:id="rId27" imgW="24079200" imgH="10668000" progId="Equation.3">
                  <p:embed/>
                  <p:pic>
                    <p:nvPicPr>
                      <p:cNvPr id="0" name="Object 2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70238" y="5175250"/>
                        <a:ext cx="1003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9" name="Object 29"/>
          <p:cNvGraphicFramePr>
            <a:graphicFrameLocks noChangeAspect="1"/>
          </p:cNvGraphicFramePr>
          <p:nvPr/>
        </p:nvGraphicFramePr>
        <p:xfrm>
          <a:off x="4191000" y="5035550"/>
          <a:ext cx="368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8839200" imgH="20421600" progId="Equation.3">
                  <p:embed/>
                </p:oleObj>
              </mc:Choice>
              <mc:Fallback>
                <p:oleObj name="Equation" r:id="rId29" imgW="8839200" imgH="20421600" progId="Equation.3">
                  <p:embed/>
                  <p:pic>
                    <p:nvPicPr>
                      <p:cNvPr id="0" name="Object 2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91000" y="5035550"/>
                        <a:ext cx="3683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70" name="Object 30"/>
          <p:cNvGraphicFramePr>
            <a:graphicFrameLocks noChangeAspect="1"/>
          </p:cNvGraphicFramePr>
          <p:nvPr/>
        </p:nvGraphicFramePr>
        <p:xfrm>
          <a:off x="4648200" y="5035550"/>
          <a:ext cx="368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1" imgW="8839200" imgH="20421600" progId="Equation.3">
                  <p:embed/>
                </p:oleObj>
              </mc:Choice>
              <mc:Fallback>
                <p:oleObj name="Equation" r:id="rId31" imgW="8839200" imgH="20421600" progId="Equation.3">
                  <p:embed/>
                  <p:pic>
                    <p:nvPicPr>
                      <p:cNvPr id="0" name="Object 3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48200" y="5035550"/>
                        <a:ext cx="3683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71" name="Object 31"/>
          <p:cNvGraphicFramePr>
            <a:graphicFrameLocks noChangeAspect="1"/>
          </p:cNvGraphicFramePr>
          <p:nvPr/>
        </p:nvGraphicFramePr>
        <p:xfrm>
          <a:off x="5111750" y="5035550"/>
          <a:ext cx="292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3" imgW="7010400" imgH="20421600" progId="Equation.3">
                  <p:embed/>
                </p:oleObj>
              </mc:Choice>
              <mc:Fallback>
                <p:oleObj name="Equation" r:id="rId33" imgW="7010400" imgH="20421600" progId="Equation.3">
                  <p:embed/>
                  <p:pic>
                    <p:nvPicPr>
                      <p:cNvPr id="0" name="Object 31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111750" y="5035550"/>
                        <a:ext cx="2921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72" name="Object 32"/>
          <p:cNvGraphicFramePr>
            <a:graphicFrameLocks noChangeAspect="1"/>
          </p:cNvGraphicFramePr>
          <p:nvPr/>
        </p:nvGraphicFramePr>
        <p:xfrm>
          <a:off x="5427663" y="5054600"/>
          <a:ext cx="1155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5" imgW="27736800" imgH="20421600" progId="Equation.3">
                  <p:embed/>
                </p:oleObj>
              </mc:Choice>
              <mc:Fallback>
                <p:oleObj name="Equation" r:id="rId35" imgW="27736800" imgH="20421600" progId="Equation.3">
                  <p:embed/>
                  <p:pic>
                    <p:nvPicPr>
                      <p:cNvPr id="0" name="Object 3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27663" y="5054600"/>
                        <a:ext cx="11557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4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4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4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4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4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6" grpId="0" autoUpdateAnimBg="0"/>
      <p:bldP spid="445453" grpId="0" bldLvl="0" animBg="1"/>
      <p:bldP spid="445454" grpId="0" bldLvl="0" animBg="1"/>
      <p:bldP spid="445456" grpId="0" bldLvl="0" animBg="1"/>
      <p:bldP spid="445458" grpId="0" bldLvl="0" animBg="1"/>
      <p:bldP spid="445459" grpId="0" bldLvl="0" animBg="1"/>
      <p:bldP spid="445464" grpId="0" bldLvl="0" animBg="1"/>
      <p:bldP spid="445465" grpId="0" autoUpdateAnimBg="0"/>
      <p:bldP spid="44546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9220200" y="1402556"/>
            <a:ext cx="914400" cy="228600"/>
          </a:xfrm>
          <a:custGeom>
            <a:avLst/>
            <a:gdLst>
              <a:gd name="T0" fmla="*/ 0 w 576"/>
              <a:gd name="T1" fmla="*/ 0 h 144"/>
              <a:gd name="T2" fmla="*/ 576 w 576"/>
              <a:gd name="T3" fmla="*/ 0 h 144"/>
              <a:gd name="T4" fmla="*/ 576 w 576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144">
                <a:moveTo>
                  <a:pt x="0" y="0"/>
                </a:moveTo>
                <a:lnTo>
                  <a:pt x="576" y="0"/>
                </a:lnTo>
                <a:lnTo>
                  <a:pt x="576" y="144"/>
                </a:lnTo>
              </a:path>
            </a:pathLst>
          </a:custGeom>
          <a:noFill/>
          <a:ln w="25400" cap="flat" cmpd="sng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594600" y="931863"/>
          <a:ext cx="25669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61874400" imgH="10972800" progId="Equation.DSMT4">
                  <p:embed/>
                </p:oleObj>
              </mc:Choice>
              <mc:Fallback>
                <p:oleObj name="Equation" r:id="rId1" imgW="61874400" imgH="109728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94600" y="931863"/>
                        <a:ext cx="2566988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575675" y="1668463"/>
          <a:ext cx="18446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43586400" imgH="10363200" progId="Equation.DSMT4">
                  <p:embed/>
                </p:oleObj>
              </mc:Choice>
              <mc:Fallback>
                <p:oleObj name="Equation" r:id="rId3" imgW="43586400" imgH="103632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75675" y="1668463"/>
                        <a:ext cx="1844675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/>
          <p:nvPr/>
        </p:nvGrpSpPr>
        <p:grpSpPr bwMode="auto">
          <a:xfrm>
            <a:off x="7219951" y="3687921"/>
            <a:ext cx="2960688" cy="2409825"/>
            <a:chOff x="3610" y="2274"/>
            <a:chExt cx="1865" cy="1518"/>
          </a:xfrm>
        </p:grpSpPr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648" y="2496"/>
            <a:ext cx="1386" cy="1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BMP 图象" r:id="rId5" imgW="2200275" imgH="2057400" progId="PBrush">
                    <p:embed/>
                  </p:oleObj>
                </mc:Choice>
                <mc:Fallback>
                  <p:oleObj name="BMP 图象" r:id="rId5" imgW="2200275" imgH="2057400" progId="PBrush">
                    <p:embed/>
                    <p:pic>
                      <p:nvPicPr>
                        <p:cNvPr id="0" name="图片 174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48" y="2496"/>
                          <a:ext cx="1386" cy="1296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611" y="3165"/>
            <a:ext cx="14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name="Equation" r:id="rId7" imgW="267335" imgH="278765" progId="Equation.3">
                    <p:embed/>
                  </p:oleObj>
                </mc:Choice>
                <mc:Fallback>
                  <p:oleObj name="Equation" r:id="rId7" imgW="267335" imgH="278765" progId="Equation.3">
                    <p:embed/>
                    <p:pic>
                      <p:nvPicPr>
                        <p:cNvPr id="0" name="图片 174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11" y="3165"/>
                          <a:ext cx="141" cy="14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5038" y="3174"/>
            <a:ext cx="24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Equation" r:id="rId9" imgW="9753600" imgH="9448800" progId="Equation.DSMT4">
                    <p:embed/>
                  </p:oleObj>
                </mc:Choice>
                <mc:Fallback>
                  <p:oleObj name="Equation" r:id="rId9" imgW="9753600" imgH="9448800" progId="Equation.DSMT4">
                    <p:embed/>
                    <p:pic>
                      <p:nvPicPr>
                        <p:cNvPr id="0" name="图片 174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38" y="3174"/>
                          <a:ext cx="242" cy="2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3888" y="3166"/>
            <a:ext cx="12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4" name="Equation" r:id="rId11" imgW="256540" imgH="278765" progId="Equation.3">
                    <p:embed/>
                  </p:oleObj>
                </mc:Choice>
                <mc:Fallback>
                  <p:oleObj name="Equation" r:id="rId11" imgW="256540" imgH="278765" progId="Equation.3">
                    <p:embed/>
                    <p:pic>
                      <p:nvPicPr>
                        <p:cNvPr id="0" name="图片 174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88" y="3166"/>
                          <a:ext cx="129" cy="1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5316" y="3226"/>
            <a:ext cx="15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name="Equation" r:id="rId13" imgW="3048000" imgH="3352800" progId="Equation.DSMT4">
                    <p:embed/>
                  </p:oleObj>
                </mc:Choice>
                <mc:Fallback>
                  <p:oleObj name="Equation" r:id="rId13" imgW="3048000" imgH="3352800" progId="Equation.DSMT4">
                    <p:embed/>
                    <p:pic>
                      <p:nvPicPr>
                        <p:cNvPr id="0" name="图片 174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16" y="3226"/>
                          <a:ext cx="159" cy="20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933" y="2274"/>
            <a:ext cx="241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Equation" r:id="rId15" imgW="3352800" imgH="3962400" progId="Equation.DSMT4">
                    <p:embed/>
                  </p:oleObj>
                </mc:Choice>
                <mc:Fallback>
                  <p:oleObj name="Equation" r:id="rId15" imgW="3352800" imgH="3962400" progId="Equation.DSMT4">
                    <p:embed/>
                    <p:pic>
                      <p:nvPicPr>
                        <p:cNvPr id="0" name="图片 174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33" y="2274"/>
                          <a:ext cx="241" cy="2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610" y="3144"/>
              <a:ext cx="18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4128" y="2352"/>
              <a:ext cx="0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279583" y="2090103"/>
          <a:ext cx="31353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75285600" imgH="19812000" progId="Equation.DSMT4">
                  <p:embed/>
                </p:oleObj>
              </mc:Choice>
              <mc:Fallback>
                <p:oleObj name="Equation" r:id="rId17" imgW="75285600" imgH="198120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79583" y="2090103"/>
                        <a:ext cx="3135312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6"/>
          <p:cNvSpPr txBox="1">
            <a:spLocks noChangeArrowheads="1"/>
          </p:cNvSpPr>
          <p:nvPr/>
        </p:nvSpPr>
        <p:spPr>
          <a:xfrm>
            <a:off x="2135560" y="335756"/>
            <a:ext cx="310673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计算心形线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134350" y="335756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与圆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117725" y="865664"/>
            <a:ext cx="556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所围图形的面积 .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 </a:t>
            </a:r>
            <a:endParaRPr kumimoji="1" lang="en-US" altLang="zh-CN" sz="2800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63750" y="1493044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利用对称性,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4800600" y="366930"/>
          <a:ext cx="33400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80162400" imgH="9448800" progId="Equation.DSMT4">
                  <p:embed/>
                </p:oleObj>
              </mc:Choice>
              <mc:Fallback>
                <p:oleObj name="Equation" r:id="rId19" imgW="80162400" imgH="94488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00600" y="366930"/>
                        <a:ext cx="33400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771900" y="2323148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10058400" imgH="9448800" progId="Equation.DSMT4">
                  <p:embed/>
                </p:oleObj>
              </mc:Choice>
              <mc:Fallback>
                <p:oleObj name="Equation" r:id="rId21" imgW="10058400" imgH="9448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71900" y="2323148"/>
                        <a:ext cx="419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2298700" y="2100263"/>
          <a:ext cx="138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3" imgW="33223200" imgH="19812000" progId="Equation.DSMT4">
                  <p:embed/>
                </p:oleObj>
              </mc:Choice>
              <mc:Fallback>
                <p:oleObj name="Equation" r:id="rId23" imgW="33223200" imgH="198120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98700" y="2100263"/>
                        <a:ext cx="1384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4572000" y="2538413"/>
          <a:ext cx="21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5" imgW="5181600" imgH="10363200" progId="Equation.DSMT4">
                  <p:embed/>
                </p:oleObj>
              </mc:Choice>
              <mc:Fallback>
                <p:oleObj name="Equation" r:id="rId25" imgW="5181600" imgH="10363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2538413"/>
                        <a:ext cx="215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584670" y="3140968"/>
          <a:ext cx="2247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7" imgW="53949600" imgH="19812000" progId="Equation.DSMT4">
                  <p:embed/>
                </p:oleObj>
              </mc:Choice>
              <mc:Fallback>
                <p:oleObj name="Equation" r:id="rId27" imgW="53949600" imgH="198120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584670" y="3140968"/>
                        <a:ext cx="2247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4864100" y="3090863"/>
          <a:ext cx="36560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29" imgW="87782400" imgH="19812000" progId="Equation.DSMT4">
                  <p:embed/>
                </p:oleObj>
              </mc:Choice>
              <mc:Fallback>
                <p:oleObj name="Equation" r:id="rId29" imgW="87782400" imgH="19812000" progId="Equation.DSMT4">
                  <p:embed/>
                  <p:pic>
                    <p:nvPicPr>
                      <p:cNvPr id="0" name="图片 1742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864100" y="3090863"/>
                        <a:ext cx="36560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724400" y="1492409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所求面积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2515870" y="4121468"/>
          <a:ext cx="2970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1" imgW="71323200" imgH="19812000" progId="Equation.DSMT4">
                  <p:embed/>
                </p:oleObj>
              </mc:Choice>
              <mc:Fallback>
                <p:oleObj name="Equation" r:id="rId31" imgW="71323200" imgH="198120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515870" y="4121468"/>
                        <a:ext cx="29702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2515870" y="5237163"/>
          <a:ext cx="1905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3" imgW="45720000" imgH="19812000" progId="Equation.DSMT4">
                  <p:embed/>
                </p:oleObj>
              </mc:Choice>
              <mc:Fallback>
                <p:oleObj name="Equation" r:id="rId33" imgW="45720000" imgH="19812000" progId="Equation.DSMT4">
                  <p:embed/>
                  <p:pic>
                    <p:nvPicPr>
                      <p:cNvPr id="0" name="图片 17424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5870" y="5237163"/>
                        <a:ext cx="1905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9120336" y="436732"/>
          <a:ext cx="82548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35" imgW="19812000" imgH="7620000" progId="Equation.DSMT4">
                  <p:embed/>
                </p:oleObj>
              </mc:Choice>
              <mc:Fallback>
                <p:oleObj name="Equation" r:id="rId35" imgW="19812000" imgH="7620000" progId="Equation.DSMT4">
                  <p:embed/>
                  <p:pic>
                    <p:nvPicPr>
                      <p:cNvPr id="0" name="图片 17425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120336" y="436732"/>
                        <a:ext cx="82548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rc 30"/>
          <p:cNvSpPr/>
          <p:nvPr/>
        </p:nvSpPr>
        <p:spPr bwMode="auto">
          <a:xfrm>
            <a:off x="8058150" y="4392771"/>
            <a:ext cx="704850" cy="14112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195"/>
              <a:gd name="T2" fmla="*/ 457 w 21600"/>
              <a:gd name="T3" fmla="*/ 43195 h 43195"/>
              <a:gd name="T4" fmla="*/ 0 w 21600"/>
              <a:gd name="T5" fmla="*/ 21600 h 43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9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51"/>
                  <a:pt x="12205" y="42946"/>
                  <a:pt x="457" y="43195"/>
                </a:cubicBezTo>
              </a:path>
              <a:path w="21600" h="4319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51"/>
                  <a:pt x="12205" y="42946"/>
                  <a:pt x="457" y="43195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FAFAFA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4591050" y="2093913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7" imgW="5486400" imgH="5486400" progId="Equation.DSMT4">
                  <p:embed/>
                </p:oleObj>
              </mc:Choice>
              <mc:Fallback>
                <p:oleObj name="Equation" r:id="rId37" imgW="5486400" imgH="5486400" progId="Equation.DSMT4">
                  <p:embed/>
                  <p:pic>
                    <p:nvPicPr>
                      <p:cNvPr id="0" name="图片 17426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91050" y="2093913"/>
                        <a:ext cx="2286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4495800" y="3516313"/>
          <a:ext cx="21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39" imgW="5181600" imgH="10363200" progId="Equation.DSMT4">
                  <p:embed/>
                </p:oleObj>
              </mc:Choice>
              <mc:Fallback>
                <p:oleObj name="Equation" r:id="rId39" imgW="5181600" imgH="10363200" progId="Equation.DSMT4">
                  <p:embed/>
                  <p:pic>
                    <p:nvPicPr>
                      <p:cNvPr id="0" name="图片 17427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95800" y="3516313"/>
                        <a:ext cx="215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4552950" y="3141663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tion" r:id="rId41" imgW="5486400" imgH="5486400" progId="Equation.DSMT4">
                  <p:embed/>
                </p:oleObj>
              </mc:Choice>
              <mc:Fallback>
                <p:oleObj name="Equation" r:id="rId41" imgW="5486400" imgH="5486400" progId="Equation.DSMT4">
                  <p:embed/>
                  <p:pic>
                    <p:nvPicPr>
                      <p:cNvPr id="0" name="图片 17428"/>
                      <p:cNvPicPr>
                        <a:picLocks noChangeAspect="1"/>
                      </p:cNvPicPr>
                      <p:nvPr/>
                    </p:nvPicPr>
                    <p:blipFill>
                      <a:blip r:embed="rId4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52950" y="3141663"/>
                        <a:ext cx="2286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Line 41"/>
          <p:cNvSpPr>
            <a:spLocks noChangeShapeType="1"/>
          </p:cNvSpPr>
          <p:nvPr/>
        </p:nvSpPr>
        <p:spPr bwMode="auto">
          <a:xfrm>
            <a:off x="5486400" y="2774156"/>
            <a:ext cx="14478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5" name="Line 42"/>
          <p:cNvSpPr>
            <a:spLocks noChangeShapeType="1"/>
          </p:cNvSpPr>
          <p:nvPr/>
        </p:nvSpPr>
        <p:spPr bwMode="auto">
          <a:xfrm>
            <a:off x="5486400" y="2774156"/>
            <a:ext cx="1447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9" grpId="0" autoUpdateAnimBg="0"/>
      <p:bldP spid="26" grpId="0" autoUpdateAnimBg="0"/>
      <p:bldP spid="30" grpId="0" bldLvl="0" animBg="1"/>
      <p:bldP spid="34" grpId="0" bldLvl="0" animBg="1"/>
      <p:bldP spid="3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22696" y="393616"/>
            <a:ext cx="55039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体积的计算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990600"/>
            <a:ext cx="568843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1.绕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轴旋转的旋转体的体积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27268" y="3682008"/>
            <a:ext cx="533400" cy="1066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155190" y="1700530"/>
            <a:ext cx="7880985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旋转体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就是由一个平面图形绕这平面内一条直线旋转一周而成的立体．这直线叫做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旋转轴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5741868" y="3453408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323268" y="3682008"/>
            <a:ext cx="5334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圆柱</a:t>
            </a:r>
            <a:endParaRPr lang="zh-CN" altLang="en-US" sz="2800" b="1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741868" y="3682008"/>
            <a:ext cx="533400" cy="1066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5436870" y="3376930"/>
            <a:ext cx="659130" cy="196850"/>
          </a:xfrm>
          <a:prstGeom prst="curvedUpArrow">
            <a:avLst>
              <a:gd name="adj1" fmla="val 60000"/>
              <a:gd name="adj2" fmla="val 120000"/>
              <a:gd name="adj3" fmla="val 33333"/>
            </a:avLst>
          </a:prstGeom>
          <a:solidFill>
            <a:schemeClr val="accent5">
              <a:lumMod val="60000"/>
              <a:lumOff val="40000"/>
              <a:alpha val="41000"/>
            </a:schemeClr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485068" y="3758208"/>
            <a:ext cx="533400" cy="1066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7951668" y="3453408"/>
            <a:ext cx="1066800" cy="1600200"/>
          </a:xfrm>
          <a:prstGeom prst="can">
            <a:avLst>
              <a:gd name="adj" fmla="val 52382"/>
            </a:avLst>
          </a:prstGeom>
          <a:solidFill>
            <a:schemeClr val="accent5">
              <a:lumMod val="60000"/>
              <a:lumOff val="40000"/>
              <a:alpha val="38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8485068" y="3377208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4141668" y="4215408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6732468" y="4215408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312868" y="3986808"/>
            <a:ext cx="10699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bldLvl="0" animBg="1"/>
      <p:bldP spid="5" grpId="0" autoUpdateAnimBg="0"/>
      <p:bldP spid="6" grpId="0" bldLvl="0" animBg="1"/>
      <p:bldP spid="7" grpId="0" autoUpdateAnimBg="0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8458200" y="3238500"/>
          <a:ext cx="8286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BMP 图象" r:id="rId1" imgW="828675" imgH="1057275" progId="PBrush">
                  <p:embed/>
                </p:oleObj>
              </mc:Choice>
              <mc:Fallback>
                <p:oleObj name="BMP 图象" r:id="rId1" imgW="828675" imgH="1057275" progId="PBrush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58200" y="3238500"/>
                        <a:ext cx="828675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512050" y="3086100"/>
          <a:ext cx="1914525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BMP 图象" r:id="rId3" imgW="1914525" imgH="1857375" progId="PBrush">
                  <p:embed/>
                </p:oleObj>
              </mc:Choice>
              <mc:Fallback>
                <p:oleObj name="BMP 图象" r:id="rId3" imgW="1914525" imgH="1857375" progId="PBrush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2050" y="3086100"/>
                        <a:ext cx="1914525" cy="185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391400" y="876300"/>
          <a:ext cx="1762125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BMP 图象" r:id="rId5" imgW="1762125" imgH="1724025" progId="PBrush">
                  <p:embed/>
                </p:oleObj>
              </mc:Choice>
              <mc:Fallback>
                <p:oleObj name="BMP 图象" r:id="rId5" imgW="1762125" imgH="1724025" progId="PBrush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1400" y="876300"/>
                        <a:ext cx="1762125" cy="172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458200" y="30861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8305800" y="952500"/>
            <a:ext cx="762000" cy="1371600"/>
          </a:xfrm>
          <a:prstGeom prst="rtTriangle">
            <a:avLst/>
          </a:prstGeom>
          <a:solidFill>
            <a:srgbClr val="FF0066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8305800" y="8001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9296400" y="1104900"/>
            <a:ext cx="4572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圆锥</a:t>
            </a:r>
            <a:endParaRPr lang="zh-CN" altLang="en-US" sz="2800" b="1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9372600" y="3543300"/>
            <a:ext cx="5334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圆台</a:t>
            </a:r>
            <a:endParaRPr lang="zh-CN" altLang="en-US" sz="2800" b="1"/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3276600" y="1028700"/>
            <a:ext cx="762000" cy="1371600"/>
          </a:xfrm>
          <a:prstGeom prst="rtTriangle">
            <a:avLst/>
          </a:prstGeom>
          <a:solidFill>
            <a:srgbClr val="FF0066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5410200" y="1104900"/>
            <a:ext cx="762000" cy="1371600"/>
          </a:xfrm>
          <a:prstGeom prst="rtTriangle">
            <a:avLst/>
          </a:prstGeom>
          <a:solidFill>
            <a:srgbClr val="FF0066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5410200" y="8001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5486400" y="3543300"/>
          <a:ext cx="8286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BMP 图象" r:id="rId7" imgW="828675" imgH="1057275" progId="PBrush">
                  <p:embed/>
                </p:oleObj>
              </mc:Choice>
              <mc:Fallback>
                <p:oleObj name="BMP 图象" r:id="rId7" imgW="828675" imgH="1057275" progId="PBrush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86400" y="3543300"/>
                        <a:ext cx="828675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5486400" y="33147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3276600" y="3543300"/>
          <a:ext cx="8286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BMP 图象" r:id="rId8" imgW="828675" imgH="1057275" progId="PBrush">
                  <p:embed/>
                </p:oleObj>
              </mc:Choice>
              <mc:Fallback>
                <p:oleObj name="BMP 图象" r:id="rId8" imgW="828675" imgH="1057275" progId="PBrush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3543300"/>
                        <a:ext cx="828675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17"/>
          <p:cNvSpPr>
            <a:spLocks noChangeArrowheads="1"/>
          </p:cNvSpPr>
          <p:nvPr/>
        </p:nvSpPr>
        <p:spPr bwMode="auto">
          <a:xfrm>
            <a:off x="5105400" y="876300"/>
            <a:ext cx="685800" cy="228600"/>
          </a:xfrm>
          <a:prstGeom prst="curvedUpArrow">
            <a:avLst>
              <a:gd name="adj1" fmla="val 60000"/>
              <a:gd name="adj2" fmla="val 120000"/>
              <a:gd name="adj3" fmla="val 33333"/>
            </a:avLst>
          </a:prstGeom>
          <a:solidFill>
            <a:schemeClr val="accent1">
              <a:alpha val="63000"/>
            </a:schemeClr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3962400" y="17145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9"/>
          <p:cNvSpPr>
            <a:spLocks noChangeArrowheads="1"/>
          </p:cNvSpPr>
          <p:nvPr/>
        </p:nvSpPr>
        <p:spPr bwMode="auto">
          <a:xfrm>
            <a:off x="5181600" y="3238500"/>
            <a:ext cx="685800" cy="228600"/>
          </a:xfrm>
          <a:prstGeom prst="curvedUpArrow">
            <a:avLst>
              <a:gd name="adj1" fmla="val 60000"/>
              <a:gd name="adj2" fmla="val 120000"/>
              <a:gd name="adj3" fmla="val 33333"/>
            </a:avLst>
          </a:prstGeom>
          <a:solidFill>
            <a:schemeClr val="accent1">
              <a:alpha val="29000"/>
            </a:schemeClr>
          </a:solidFill>
          <a:ln w="222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4191000" y="42291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6096000" y="17145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6400800" y="40767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2362200" y="3924300"/>
            <a:ext cx="762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2286000" y="1562100"/>
            <a:ext cx="762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0"/>
                            </p:stCondLst>
                            <p:childTnLst>
                              <p:par>
                                <p:cTn id="9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autoUpdateAnimBg="0"/>
      <p:bldP spid="9" grpId="0" autoUpdateAnimBg="0"/>
      <p:bldP spid="10" grpId="0" bldLvl="0" animBg="1"/>
      <p:bldP spid="11" grpId="0" bldLvl="0" animBg="1"/>
      <p:bldP spid="12" grpId="0" bldLvl="0" animBg="1"/>
      <p:bldP spid="14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 autoUpdateAnimBg="0"/>
      <p:bldP spid="23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750398" y="1820714"/>
            <a:ext cx="2562225" cy="1647825"/>
            <a:chOff x="3370" y="1346"/>
            <a:chExt cx="1614" cy="1038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370" y="1346"/>
            <a:ext cx="1614" cy="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7" name="BMP 图象" r:id="rId1" imgW="2562225" imgH="1647825" progId="PBrush">
                    <p:embed/>
                  </p:oleObj>
                </mc:Choice>
                <mc:Fallback>
                  <p:oleObj name="BMP 图象" r:id="rId1" imgW="2562225" imgH="1647825" progId="PBrush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70" y="1346"/>
                          <a:ext cx="1614" cy="10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3556" y="2114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702773" y="1738164"/>
          <a:ext cx="260985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BMP 图象" r:id="rId3" imgW="2609850" imgH="2009775" progId="PBrush">
                  <p:embed/>
                </p:oleObj>
              </mc:Choice>
              <mc:Fallback>
                <p:oleObj name="BMP 图象" r:id="rId3" imgW="2609850" imgH="2009775" progId="PBrush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02773" y="1738164"/>
                        <a:ext cx="2609850" cy="2009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366993" y="404664"/>
          <a:ext cx="7287294" cy="13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文档" r:id="rId5" imgW="13925550" imgH="2705100" progId="Word.Document.8">
                  <p:embed/>
                </p:oleObj>
              </mc:Choice>
              <mc:Fallback>
                <p:oleObj name="文档" r:id="rId5" imgW="13925550" imgH="2705100" progId="Word.Document.8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993" y="404664"/>
                        <a:ext cx="7287294" cy="13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543523" y="1817539"/>
          <a:ext cx="28956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文档" r:id="rId7" imgW="5438775" imgH="1228725" progId="Word.Document.8">
                  <p:embed/>
                </p:oleObj>
              </mc:Choice>
              <mc:Fallback>
                <p:oleObj name="文档" r:id="rId7" imgW="5438775" imgH="1228725" progId="Word.Document.8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43523" y="1817539"/>
                        <a:ext cx="289560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924523" y="2427139"/>
          <a:ext cx="1384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公式" r:id="rId9" imgW="33223200" imgH="9753600" progId="Equation.3">
                  <p:embed/>
                </p:oleObj>
              </mc:Choice>
              <mc:Fallback>
                <p:oleObj name="公式" r:id="rId9" imgW="33223200" imgH="9753600" progId="Equation.3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4523" y="2427139"/>
                        <a:ext cx="1384300" cy="40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540348" y="2890689"/>
          <a:ext cx="31194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文档" r:id="rId11" imgW="3019425" imgH="923925" progId="Word.Document.8">
                  <p:embed/>
                </p:oleObj>
              </mc:Choice>
              <mc:Fallback>
                <p:oleObj name="文档" r:id="rId11" imgW="3019425" imgH="923925" progId="Word.Document.8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40348" y="2890689"/>
                        <a:ext cx="3119438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543523" y="3960664"/>
          <a:ext cx="6934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文档" r:id="rId13" imgW="13535025" imgH="1781175" progId="Word.Document.8">
                  <p:embed/>
                </p:oleObj>
              </mc:Choice>
              <mc:Fallback>
                <p:oleObj name="文档" r:id="rId13" imgW="13535025" imgH="1781175" progId="Word.Document.8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43523" y="3960664"/>
                        <a:ext cx="6934200" cy="904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048723" y="4406752"/>
          <a:ext cx="2755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66141600" imgH="11887200" progId="Equation.DSMT4">
                  <p:embed/>
                </p:oleObj>
              </mc:Choice>
              <mc:Fallback>
                <p:oleObj name="Equation" r:id="rId15" imgW="66141600" imgH="118872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48723" y="4406752"/>
                        <a:ext cx="2755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7642573" y="2463652"/>
            <a:ext cx="6350" cy="57308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552086" y="3103414"/>
          <a:ext cx="2286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公式" r:id="rId17" imgW="312420" imgH="300990" progId="Equation.3">
                  <p:embed/>
                </p:oleObj>
              </mc:Choice>
              <mc:Fallback>
                <p:oleObj name="公式" r:id="rId17" imgW="312420" imgH="300990" progId="Equation.3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52086" y="3103414"/>
                        <a:ext cx="228600" cy="217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8017223" y="2274739"/>
            <a:ext cx="7938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7941023" y="3036739"/>
          <a:ext cx="8382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公式" r:id="rId19" imgW="1193165" imgH="390525" progId="Equation.3">
                  <p:embed/>
                </p:oleObj>
              </mc:Choice>
              <mc:Fallback>
                <p:oleObj name="公式" r:id="rId19" imgW="1193165" imgH="390525" progId="Equation.3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41023" y="3036739"/>
                        <a:ext cx="838200" cy="273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6"/>
          <p:cNvGrpSpPr/>
          <p:nvPr/>
        </p:nvGrpSpPr>
        <p:grpSpPr bwMode="auto">
          <a:xfrm>
            <a:off x="6210648" y="1674664"/>
            <a:ext cx="3927475" cy="2286000"/>
            <a:chOff x="1932" y="1776"/>
            <a:chExt cx="2474" cy="1440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4272" y="2496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957" y="1776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</a:rPr>
                <a:t>y</a:t>
              </a:r>
              <a:endParaRPr lang="en-US" altLang="zh-CN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932" y="2448"/>
              <a:ext cx="16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300" b="1" i="1">
                  <a:solidFill>
                    <a:srgbClr val="000000"/>
                  </a:solidFill>
                </a:rPr>
                <a:t>o</a:t>
              </a:r>
              <a:endParaRPr lang="en-US" altLang="zh-CN"/>
            </a:p>
          </p:txBody>
        </p:sp>
        <p:grpSp>
          <p:nvGrpSpPr>
            <p:cNvPr id="20" name="Group 20"/>
            <p:cNvGrpSpPr/>
            <p:nvPr/>
          </p:nvGrpSpPr>
          <p:grpSpPr bwMode="auto">
            <a:xfrm>
              <a:off x="2112" y="1872"/>
              <a:ext cx="2160" cy="1344"/>
              <a:chOff x="2112" y="1872"/>
              <a:chExt cx="2160" cy="1344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2976" y="2640"/>
                <a:ext cx="12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 flipH="1">
                <a:off x="2112" y="2640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2124" y="1872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467323" y="4941739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旋转体的体积为</a:t>
            </a:r>
            <a:endParaRPr lang="zh-CN" altLang="en-US" sz="2800" b="1"/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5254973" y="4903639"/>
          <a:ext cx="288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69189600" imgH="17678400" progId="Equation.DSMT4">
                  <p:embed/>
                </p:oleObj>
              </mc:Choice>
              <mc:Fallback>
                <p:oleObj name="Equation" r:id="rId21" imgW="69189600" imgH="17678400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54973" y="4903639"/>
                        <a:ext cx="2882900" cy="7366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7115523" y="1893739"/>
          <a:ext cx="1066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公式" r:id="rId23" imgW="32918400" imgH="9448800" progId="Equation.3">
                  <p:embed/>
                </p:oleObj>
              </mc:Choice>
              <mc:Fallback>
                <p:oleObj name="公式" r:id="rId23" imgW="32918400" imgH="9448800" progId="Equation.3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15523" y="1893739"/>
                        <a:ext cx="10668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5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  <p:bldP spid="2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162800" y="1757363"/>
            <a:ext cx="3352800" cy="1885950"/>
            <a:chOff x="3552" y="1107"/>
            <a:chExt cx="2112" cy="1188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660" y="1107"/>
            <a:ext cx="2004" cy="1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BMP 图象" r:id="rId1" imgW="3181350" imgH="1885950" progId="Paint.Picture">
                    <p:embed/>
                  </p:oleObj>
                </mc:Choice>
                <mc:Fallback>
                  <p:oleObj name="BMP 图象" r:id="rId1" imgW="3181350" imgH="1885950" progId="Paint.Picture">
                    <p:embed/>
                    <p:pic>
                      <p:nvPicPr>
                        <p:cNvPr id="0" name="Object 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60" y="1107"/>
                          <a:ext cx="2004" cy="11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5472" y="175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3" imgW="5486400" imgH="5791200" progId="Equation.3">
                    <p:embed/>
                  </p:oleObj>
                </mc:Choice>
                <mc:Fallback>
                  <p:oleObj name="Equation" r:id="rId3" imgW="5486400" imgH="57912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472" y="1759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3552" y="1135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5" imgW="5791200" imgH="7620000" progId="Equation.3">
                    <p:embed/>
                  </p:oleObj>
                </mc:Choice>
                <mc:Fallback>
                  <p:oleObj name="Equation" r:id="rId5" imgW="5791200" imgH="7620000" progId="Equation.3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52" y="1135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3600" y="1719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name="Equation" r:id="rId7" imgW="5181600" imgH="5791200" progId="Equation.3">
                    <p:embed/>
                  </p:oleObj>
                </mc:Choice>
                <mc:Fallback>
                  <p:oleObj name="Equation" r:id="rId7" imgW="5181600" imgH="5791200" progId="Equation.3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00" y="1719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984" y="171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5" name="Equation" r:id="rId9" imgW="5486400" imgH="5791200" progId="Equation.3">
                    <p:embed/>
                  </p:oleObj>
                </mc:Choice>
                <mc:Fallback>
                  <p:oleObj name="Equation" r:id="rId9" imgW="5486400" imgH="5791200" progId="Equation.3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84" y="1719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5040" y="1719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6" name="Equation" r:id="rId11" imgW="5181600" imgH="7924800" progId="Equation.3">
                    <p:embed/>
                  </p:oleObj>
                </mc:Choice>
                <mc:Fallback>
                  <p:oleObj name="Equation" r:id="rId11" imgW="5181600" imgH="7924800" progId="Equation.3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40" y="1719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059" y="15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5067" y="13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7105650" y="1619250"/>
            <a:ext cx="3409950" cy="2114550"/>
            <a:chOff x="3552" y="1020"/>
            <a:chExt cx="2148" cy="1332"/>
          </a:xfrm>
        </p:grpSpPr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552" y="1020"/>
            <a:ext cx="2148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BMP 图象" r:id="rId13" imgW="3409950" imgH="2114550" progId="Paint.Picture">
                    <p:embed/>
                  </p:oleObj>
                </mc:Choice>
                <mc:Fallback>
                  <p:oleObj name="BMP 图象" r:id="rId13" imgW="3409950" imgH="2114550" progId="Paint.Picture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52" y="1020"/>
                          <a:ext cx="2148" cy="13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5472" y="176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" name="Equation" r:id="rId15" imgW="5486400" imgH="5791200" progId="Equation.3">
                    <p:embed/>
                  </p:oleObj>
                </mc:Choice>
                <mc:Fallback>
                  <p:oleObj name="Equation" r:id="rId15" imgW="5486400" imgH="5791200" progId="Equation.3">
                    <p:embed/>
                    <p:pic>
                      <p:nvPicPr>
                        <p:cNvPr id="0" name="Object 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72" y="176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3552" y="114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9" name="Equation" r:id="rId17" imgW="5791200" imgH="7620000" progId="Equation.3">
                    <p:embed/>
                  </p:oleObj>
                </mc:Choice>
                <mc:Fallback>
                  <p:oleObj name="Equation" r:id="rId17" imgW="5791200" imgH="7620000" progId="Equation.3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552" y="114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3600" y="172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0" name="Equation" r:id="rId19" imgW="5181600" imgH="5791200" progId="Equation.3">
                    <p:embed/>
                  </p:oleObj>
                </mc:Choice>
                <mc:Fallback>
                  <p:oleObj name="Equation" r:id="rId19" imgW="5181600" imgH="5791200" progId="Equation.3">
                    <p:embed/>
                    <p:pic>
                      <p:nvPicPr>
                        <p:cNvPr id="0" name="Object 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00" y="172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984" y="172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" name="Equation" r:id="rId21" imgW="5486400" imgH="5791200" progId="Equation.3">
                    <p:embed/>
                  </p:oleObj>
                </mc:Choice>
                <mc:Fallback>
                  <p:oleObj name="Equation" r:id="rId21" imgW="5486400" imgH="5791200" progId="Equation.3">
                    <p:embed/>
                    <p:pic>
                      <p:nvPicPr>
                        <p:cNvPr id="0" name="Object 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84" y="172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5040" y="172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name="Equation" r:id="rId23" imgW="5181600" imgH="7924800" progId="Equation.3">
                    <p:embed/>
                  </p:oleObj>
                </mc:Choice>
                <mc:Fallback>
                  <p:oleObj name="Equation" r:id="rId23" imgW="5181600" imgH="7924800" progId="Equation.3">
                    <p:embed/>
                    <p:pic>
                      <p:nvPicPr>
                        <p:cNvPr id="0" name="Object 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040" y="172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8229600" y="1560513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25" imgW="31699200" imgH="9753600" progId="Equation.3">
                  <p:embed/>
                </p:oleObj>
              </mc:Choice>
              <mc:Fallback>
                <p:oleObj name="Equation" r:id="rId25" imgW="31699200" imgH="9753600" progId="Equation.3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229600" y="1560513"/>
                        <a:ext cx="1320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9"/>
          <p:cNvSpPr txBox="1">
            <a:spLocks noChangeArrowheads="1"/>
          </p:cNvSpPr>
          <p:nvPr/>
        </p:nvSpPr>
        <p:spPr>
          <a:xfrm>
            <a:off x="2064122" y="533400"/>
            <a:ext cx="467995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①当考虑连续曲线段</a:t>
            </a:r>
            <a:endParaRPr kumimoji="0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3906838" y="1976438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27" imgW="33223200" imgH="12496800" progId="Equation.3">
                  <p:embed/>
                </p:oleObj>
              </mc:Choice>
              <mc:Fallback>
                <p:oleObj name="Equation" r:id="rId27" imgW="33223200" imgH="12496800" progId="Equation.3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906838" y="1976438"/>
                        <a:ext cx="13843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446530" y="1142683"/>
            <a:ext cx="5105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轴旋转一周围成的立体体积时,</a:t>
            </a:r>
            <a:endParaRPr lang="zh-CN" altLang="en-US" sz="28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419850" y="1142683"/>
            <a:ext cx="914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有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23" name="Group 23"/>
          <p:cNvGrpSpPr/>
          <p:nvPr/>
        </p:nvGrpSpPr>
        <p:grpSpPr bwMode="auto">
          <a:xfrm>
            <a:off x="8382000" y="1978025"/>
            <a:ext cx="574675" cy="1508125"/>
            <a:chOff x="4235" y="1060"/>
            <a:chExt cx="362" cy="908"/>
          </a:xfrm>
        </p:grpSpPr>
        <p:sp>
          <p:nvSpPr>
            <p:cNvPr id="24" name="Arc 24"/>
            <p:cNvSpPr/>
            <p:nvPr/>
          </p:nvSpPr>
          <p:spPr bwMode="auto">
            <a:xfrm>
              <a:off x="4235" y="1061"/>
              <a:ext cx="181" cy="907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9"/>
                <a:gd name="T11" fmla="*/ 21600 w 21600"/>
                <a:gd name="T12" fmla="*/ 43179 h 43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Arc 25"/>
            <p:cNvSpPr/>
            <p:nvPr/>
          </p:nvSpPr>
          <p:spPr bwMode="auto">
            <a:xfrm rot="10800000">
              <a:off x="4386" y="1060"/>
              <a:ext cx="211" cy="907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  <a:gd name="T9" fmla="*/ 0 w 25187"/>
                <a:gd name="T10" fmla="*/ 0 h 43184"/>
                <a:gd name="T11" fmla="*/ 25187 w 25187"/>
                <a:gd name="T12" fmla="*/ 43184 h 431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5422583" y="533083"/>
          <a:ext cx="429055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29" imgW="97840800" imgH="10668000" progId="Equation.3">
                  <p:embed/>
                </p:oleObj>
              </mc:Choice>
              <mc:Fallback>
                <p:oleObj name="Equation" r:id="rId29" imgW="97840800" imgH="10668000" progId="Equation.3">
                  <p:embed/>
                  <p:pic>
                    <p:nvPicPr>
                      <p:cNvPr id="0" name="Object 26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22583" y="533083"/>
                        <a:ext cx="4290557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5321300" y="2082800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Equation" r:id="rId31" imgW="9448800" imgH="9753600" progId="Equation.3">
                  <p:embed/>
                </p:oleObj>
              </mc:Choice>
              <mc:Fallback>
                <p:oleObj name="Equation" r:id="rId31" imgW="9448800" imgH="9753600" progId="Equation.3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321300" y="2082800"/>
                        <a:ext cx="393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2933700" y="1879600"/>
          <a:ext cx="118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33" imgW="28346400" imgH="19812000" progId="Equation.3">
                  <p:embed/>
                </p:oleObj>
              </mc:Choice>
              <mc:Fallback>
                <p:oleObj name="Equation" r:id="rId33" imgW="28346400" imgH="19812000" progId="Equation.3">
                  <p:embed/>
                  <p:pic>
                    <p:nvPicPr>
                      <p:cNvPr id="0" name="Object 2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933700" y="1879600"/>
                        <a:ext cx="1181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2057400" y="2784475"/>
            <a:ext cx="3733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②当考虑连续曲线段</a:t>
            </a:r>
            <a:endParaRPr lang="zh-CN" altLang="en-US" sz="28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2837815" y="3486150"/>
          <a:ext cx="326531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5" imgW="73761600" imgH="9753600" progId="Equation.3">
                  <p:embed/>
                </p:oleObj>
              </mc:Choice>
              <mc:Fallback>
                <p:oleObj name="Equation" r:id="rId35" imgW="73761600" imgH="9753600" progId="Equation.3">
                  <p:embed/>
                  <p:pic>
                    <p:nvPicPr>
                      <p:cNvPr id="0" name="Object 30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37815" y="3486150"/>
                        <a:ext cx="3265313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1676400" y="4114800"/>
            <a:ext cx="5791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绕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轴旋转一周围成的立体体积时,</a:t>
            </a:r>
            <a:endParaRPr lang="zh-CN" altLang="en-US" sz="28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1676400" y="4738688"/>
            <a:ext cx="83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有</a:t>
            </a:r>
            <a:endParaRPr lang="zh-CN" altLang="en-US" sz="2800" b="1" noProof="0" dirty="0" smtClean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4038600" y="5237163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37" imgW="33223200" imgH="12496800" progId="Equation.3">
                  <p:embed/>
                </p:oleObj>
              </mc:Choice>
              <mc:Fallback>
                <p:oleObj name="Equation" r:id="rId37" imgW="33223200" imgH="12496800" progId="Equation.3">
                  <p:embed/>
                  <p:pic>
                    <p:nvPicPr>
                      <p:cNvPr id="0" name="Object 33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038600" y="5237163"/>
                        <a:ext cx="13843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4"/>
          <p:cNvGraphicFramePr>
            <a:graphicFrameLocks noChangeAspect="1"/>
          </p:cNvGraphicFramePr>
          <p:nvPr/>
        </p:nvGraphicFramePr>
        <p:xfrm>
          <a:off x="5372100" y="5364163"/>
          <a:ext cx="41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39" imgW="10058400" imgH="9753600" progId="Equation.3">
                  <p:embed/>
                </p:oleObj>
              </mc:Choice>
              <mc:Fallback>
                <p:oleObj name="Equation" r:id="rId39" imgW="10058400" imgH="9753600" progId="Equation.3">
                  <p:embed/>
                  <p:pic>
                    <p:nvPicPr>
                      <p:cNvPr id="0" name="Object 34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372100" y="5364163"/>
                        <a:ext cx="419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5"/>
          <p:cNvGraphicFramePr>
            <a:graphicFrameLocks noChangeAspect="1"/>
          </p:cNvGraphicFramePr>
          <p:nvPr/>
        </p:nvGraphicFramePr>
        <p:xfrm>
          <a:off x="2984500" y="5194300"/>
          <a:ext cx="125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41" imgW="30175200" imgH="19812000" progId="Equation.3">
                  <p:embed/>
                </p:oleObj>
              </mc:Choice>
              <mc:Fallback>
                <p:oleObj name="Equation" r:id="rId41" imgW="30175200" imgH="19812000" progId="Equation.3">
                  <p:embed/>
                  <p:pic>
                    <p:nvPicPr>
                      <p:cNvPr id="0" name="Object 35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984500" y="5194300"/>
                        <a:ext cx="1257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6"/>
          <p:cNvGrpSpPr/>
          <p:nvPr/>
        </p:nvGrpSpPr>
        <p:grpSpPr bwMode="auto">
          <a:xfrm>
            <a:off x="8247063" y="1998663"/>
            <a:ext cx="574675" cy="1441450"/>
            <a:chOff x="4235" y="1259"/>
            <a:chExt cx="362" cy="908"/>
          </a:xfrm>
        </p:grpSpPr>
        <p:grpSp>
          <p:nvGrpSpPr>
            <p:cNvPr id="37" name="Group 37"/>
            <p:cNvGrpSpPr/>
            <p:nvPr/>
          </p:nvGrpSpPr>
          <p:grpSpPr bwMode="auto">
            <a:xfrm>
              <a:off x="4235" y="1259"/>
              <a:ext cx="362" cy="908"/>
              <a:chOff x="4235" y="1060"/>
              <a:chExt cx="362" cy="908"/>
            </a:xfrm>
          </p:grpSpPr>
          <p:sp>
            <p:nvSpPr>
              <p:cNvPr id="40" name="Arc 38"/>
              <p:cNvSpPr/>
              <p:nvPr/>
            </p:nvSpPr>
            <p:spPr bwMode="auto">
              <a:xfrm>
                <a:off x="4235" y="1061"/>
                <a:ext cx="181" cy="907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9"/>
                  <a:gd name="T11" fmla="*/ 21600 w 21600"/>
                  <a:gd name="T12" fmla="*/ 43179 h 43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Arc 39"/>
              <p:cNvSpPr/>
              <p:nvPr/>
            </p:nvSpPr>
            <p:spPr bwMode="auto">
              <a:xfrm rot="10800000">
                <a:off x="4386" y="1060"/>
                <a:ext cx="211" cy="907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  <a:gd name="T9" fmla="*/ 0 w 25187"/>
                  <a:gd name="T10" fmla="*/ 0 h 43184"/>
                  <a:gd name="T11" fmla="*/ 25187 w 25187"/>
                  <a:gd name="T12" fmla="*/ 43184 h 43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>
              <a:off x="4416" y="12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" name="Object 41"/>
            <p:cNvGraphicFramePr>
              <a:graphicFrameLocks noChangeAspect="1"/>
            </p:cNvGraphicFramePr>
            <p:nvPr/>
          </p:nvGraphicFramePr>
          <p:xfrm>
            <a:off x="4337" y="1754"/>
            <a:ext cx="1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2" name="Equation" r:id="rId43" imgW="5486400" imgH="5791200" progId="Equation.3">
                    <p:embed/>
                  </p:oleObj>
                </mc:Choice>
                <mc:Fallback>
                  <p:oleObj name="Equation" r:id="rId43" imgW="5486400" imgH="5791200" progId="Equation.3">
                    <p:embed/>
                    <p:pic>
                      <p:nvPicPr>
                        <p:cNvPr id="0" name="Object 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37" y="1754"/>
                          <a:ext cx="139" cy="1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42"/>
          <p:cNvGrpSpPr/>
          <p:nvPr/>
        </p:nvGrpSpPr>
        <p:grpSpPr bwMode="auto">
          <a:xfrm>
            <a:off x="7267575" y="3657600"/>
            <a:ext cx="3095625" cy="2667000"/>
            <a:chOff x="3504" y="2448"/>
            <a:chExt cx="1950" cy="1680"/>
          </a:xfrm>
        </p:grpSpPr>
        <p:graphicFrame>
          <p:nvGraphicFramePr>
            <p:cNvPr id="43" name="Object 43"/>
            <p:cNvGraphicFramePr>
              <a:graphicFrameLocks noChangeAspect="1"/>
            </p:cNvGraphicFramePr>
            <p:nvPr/>
          </p:nvGraphicFramePr>
          <p:xfrm>
            <a:off x="4923" y="3893"/>
            <a:ext cx="21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3" name="Equation" r:id="rId44" imgW="3048000" imgH="3352800" progId="Equation.3">
                    <p:embed/>
                  </p:oleObj>
                </mc:Choice>
                <mc:Fallback>
                  <p:oleObj name="Equation" r:id="rId44" imgW="3048000" imgH="3352800" progId="Equation.3">
                    <p:embed/>
                    <p:pic>
                      <p:nvPicPr>
                        <p:cNvPr id="0" name="Object 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4923" y="3893"/>
                          <a:ext cx="213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3504" y="3848"/>
              <a:ext cx="15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 flipV="1">
              <a:off x="4244" y="2496"/>
              <a:ext cx="0" cy="1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4244" y="2908"/>
              <a:ext cx="63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47" name="Freeform 47"/>
            <p:cNvSpPr/>
            <p:nvPr/>
          </p:nvSpPr>
          <p:spPr bwMode="auto">
            <a:xfrm>
              <a:off x="4479" y="2908"/>
              <a:ext cx="403" cy="739"/>
            </a:xfrm>
            <a:custGeom>
              <a:avLst/>
              <a:gdLst>
                <a:gd name="T0" fmla="*/ 97 w 576"/>
                <a:gd name="T1" fmla="*/ 0 h 1056"/>
                <a:gd name="T2" fmla="*/ 32 w 576"/>
                <a:gd name="T3" fmla="*/ 73 h 1056"/>
                <a:gd name="T4" fmla="*/ 0 w 576"/>
                <a:gd name="T5" fmla="*/ 177 h 1056"/>
                <a:gd name="T6" fmla="*/ 0 60000 65536"/>
                <a:gd name="T7" fmla="*/ 0 60000 65536"/>
                <a:gd name="T8" fmla="*/ 0 60000 65536"/>
                <a:gd name="T9" fmla="*/ 0 w 576"/>
                <a:gd name="T10" fmla="*/ 0 h 1056"/>
                <a:gd name="T11" fmla="*/ 576 w 576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056">
                  <a:moveTo>
                    <a:pt x="576" y="0"/>
                  </a:moveTo>
                  <a:cubicBezTo>
                    <a:pt x="432" y="128"/>
                    <a:pt x="288" y="256"/>
                    <a:pt x="192" y="432"/>
                  </a:cubicBezTo>
                  <a:cubicBezTo>
                    <a:pt x="96" y="608"/>
                    <a:pt x="32" y="952"/>
                    <a:pt x="0" y="1056"/>
                  </a:cubicBezTo>
                </a:path>
              </a:pathLst>
            </a:custGeom>
            <a:ln w="28575" cmpd="sng">
              <a:solidFill>
                <a:srgbClr val="7030A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4244" y="3647"/>
              <a:ext cx="22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9" name="Object 49"/>
            <p:cNvGraphicFramePr>
              <a:graphicFrameLocks noChangeAspect="1"/>
            </p:cNvGraphicFramePr>
            <p:nvPr/>
          </p:nvGraphicFramePr>
          <p:xfrm>
            <a:off x="4176" y="3845"/>
            <a:ext cx="21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4" name="Equation" r:id="rId46" imgW="3048000" imgH="3352800" progId="Equation.3">
                    <p:embed/>
                  </p:oleObj>
                </mc:Choice>
                <mc:Fallback>
                  <p:oleObj name="Equation" r:id="rId46" imgW="3048000" imgH="3352800" progId="Equation.3">
                    <p:embed/>
                    <p:pic>
                      <p:nvPicPr>
                        <p:cNvPr id="0" name="Object 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4176" y="3845"/>
                          <a:ext cx="213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50"/>
            <p:cNvGraphicFramePr>
              <a:graphicFrameLocks noChangeAspect="1"/>
            </p:cNvGraphicFramePr>
            <p:nvPr/>
          </p:nvGraphicFramePr>
          <p:xfrm>
            <a:off x="4272" y="2448"/>
            <a:ext cx="23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5" name="Equation" r:id="rId48" imgW="3352800" imgH="3962400" progId="Equation.3">
                    <p:embed/>
                  </p:oleObj>
                </mc:Choice>
                <mc:Fallback>
                  <p:oleObj name="Equation" r:id="rId48" imgW="3352800" imgH="3962400" progId="Equation.3">
                    <p:embed/>
                    <p:pic>
                      <p:nvPicPr>
                        <p:cNvPr id="0" name="Object 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4272" y="2448"/>
                          <a:ext cx="237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51"/>
            <p:cNvGraphicFramePr>
              <a:graphicFrameLocks noChangeAspect="1"/>
            </p:cNvGraphicFramePr>
            <p:nvPr/>
          </p:nvGraphicFramePr>
          <p:xfrm>
            <a:off x="4608" y="3209"/>
            <a:ext cx="84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6" name="Equation" r:id="rId50" imgW="13716000" imgH="4876800" progId="Equation.3">
                    <p:embed/>
                  </p:oleObj>
                </mc:Choice>
                <mc:Fallback>
                  <p:oleObj name="Equation" r:id="rId50" imgW="13716000" imgH="4876800" progId="Equation.3">
                    <p:embed/>
                    <p:pic>
                      <p:nvPicPr>
                        <p:cNvPr id="0" name="Object 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1"/>
                        <a:stretch>
                          <a:fillRect/>
                        </a:stretch>
                      </p:blipFill>
                      <p:spPr>
                        <a:xfrm>
                          <a:off x="4608" y="3209"/>
                          <a:ext cx="846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Arc 52"/>
          <p:cNvSpPr/>
          <p:nvPr/>
        </p:nvSpPr>
        <p:spPr bwMode="auto">
          <a:xfrm rot="10800000">
            <a:off x="7924800" y="4800600"/>
            <a:ext cx="1082675" cy="150813"/>
          </a:xfrm>
          <a:custGeom>
            <a:avLst/>
            <a:gdLst>
              <a:gd name="T0" fmla="*/ 2147483647 w 43188"/>
              <a:gd name="T1" fmla="*/ 0 h 22229"/>
              <a:gd name="T2" fmla="*/ 0 w 43188"/>
              <a:gd name="T3" fmla="*/ 131369617 h 22229"/>
              <a:gd name="T4" fmla="*/ 2147483647 w 43188"/>
              <a:gd name="T5" fmla="*/ 61337238 h 22229"/>
              <a:gd name="T6" fmla="*/ 0 60000 65536"/>
              <a:gd name="T7" fmla="*/ 0 60000 65536"/>
              <a:gd name="T8" fmla="*/ 0 60000 65536"/>
              <a:gd name="T9" fmla="*/ 0 w 43188"/>
              <a:gd name="T10" fmla="*/ 0 h 22229"/>
              <a:gd name="T11" fmla="*/ 43188 w 43188"/>
              <a:gd name="T12" fmla="*/ 22229 h 22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8" h="22229" fill="none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</a:path>
              <a:path w="43188" h="22229" stroke="0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  <a:lnTo>
                  <a:pt x="21588" y="62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" name="Group 53"/>
          <p:cNvGrpSpPr/>
          <p:nvPr/>
        </p:nvGrpSpPr>
        <p:grpSpPr bwMode="auto">
          <a:xfrm>
            <a:off x="7391400" y="4227513"/>
            <a:ext cx="2000250" cy="1335087"/>
            <a:chOff x="3899" y="2938"/>
            <a:chExt cx="1260" cy="841"/>
          </a:xfrm>
        </p:grpSpPr>
        <p:sp>
          <p:nvSpPr>
            <p:cNvPr id="54" name="Arc 54"/>
            <p:cNvSpPr/>
            <p:nvPr/>
          </p:nvSpPr>
          <p:spPr bwMode="auto">
            <a:xfrm rot="10800000">
              <a:off x="3899" y="2938"/>
              <a:ext cx="1260" cy="118"/>
            </a:xfrm>
            <a:custGeom>
              <a:avLst/>
              <a:gdLst>
                <a:gd name="T0" fmla="*/ 0 w 42855"/>
                <a:gd name="T1" fmla="*/ 0 h 25263"/>
                <a:gd name="T2" fmla="*/ 0 w 42855"/>
                <a:gd name="T3" fmla="*/ 0 h 25263"/>
                <a:gd name="T4" fmla="*/ 0 w 42855"/>
                <a:gd name="T5" fmla="*/ 0 h 25263"/>
                <a:gd name="T6" fmla="*/ 0 60000 65536"/>
                <a:gd name="T7" fmla="*/ 0 60000 65536"/>
                <a:gd name="T8" fmla="*/ 0 60000 65536"/>
                <a:gd name="T9" fmla="*/ 0 w 42855"/>
                <a:gd name="T10" fmla="*/ 0 h 25263"/>
                <a:gd name="T11" fmla="*/ 42855 w 42855"/>
                <a:gd name="T12" fmla="*/ 25263 h 25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855" h="25263" fill="none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</a:path>
                <a:path w="42855" h="25263" stroke="0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  <a:lnTo>
                    <a:pt x="21255" y="366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55"/>
            <p:cNvSpPr/>
            <p:nvPr/>
          </p:nvSpPr>
          <p:spPr bwMode="auto">
            <a:xfrm>
              <a:off x="4309" y="3717"/>
              <a:ext cx="470" cy="62"/>
            </a:xfrm>
            <a:custGeom>
              <a:avLst/>
              <a:gdLst>
                <a:gd name="T0" fmla="*/ 0 w 43114"/>
                <a:gd name="T1" fmla="*/ 0 h 21600"/>
                <a:gd name="T2" fmla="*/ 0 w 43114"/>
                <a:gd name="T3" fmla="*/ 0 h 21600"/>
                <a:gd name="T4" fmla="*/ 0 w 4311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14"/>
                <a:gd name="T10" fmla="*/ 0 h 21600"/>
                <a:gd name="T11" fmla="*/ 43114 w 431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14" h="21600" fill="none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</a:path>
                <a:path w="43114" h="21600" stroke="0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  <a:lnTo>
                    <a:pt x="21514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" name="Arc 56"/>
          <p:cNvSpPr/>
          <p:nvPr/>
        </p:nvSpPr>
        <p:spPr bwMode="auto">
          <a:xfrm>
            <a:off x="7848600" y="4953000"/>
            <a:ext cx="1116013" cy="150813"/>
          </a:xfrm>
          <a:custGeom>
            <a:avLst/>
            <a:gdLst>
              <a:gd name="T0" fmla="*/ 2147483647 w 43188"/>
              <a:gd name="T1" fmla="*/ 0 h 22229"/>
              <a:gd name="T2" fmla="*/ 0 w 43188"/>
              <a:gd name="T3" fmla="*/ 131369617 h 22229"/>
              <a:gd name="T4" fmla="*/ 2147483647 w 43188"/>
              <a:gd name="T5" fmla="*/ 61337238 h 22229"/>
              <a:gd name="T6" fmla="*/ 0 60000 65536"/>
              <a:gd name="T7" fmla="*/ 0 60000 65536"/>
              <a:gd name="T8" fmla="*/ 0 60000 65536"/>
              <a:gd name="T9" fmla="*/ 0 w 43188"/>
              <a:gd name="T10" fmla="*/ 0 h 22229"/>
              <a:gd name="T11" fmla="*/ 43188 w 43188"/>
              <a:gd name="T12" fmla="*/ 22229 h 22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8" h="22229" fill="none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</a:path>
              <a:path w="43188" h="22229" stroke="0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  <a:lnTo>
                  <a:pt x="21588" y="62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57"/>
          <p:cNvGrpSpPr/>
          <p:nvPr/>
        </p:nvGrpSpPr>
        <p:grpSpPr bwMode="auto">
          <a:xfrm>
            <a:off x="7408863" y="4357688"/>
            <a:ext cx="2012950" cy="1290637"/>
            <a:chOff x="3906" y="3027"/>
            <a:chExt cx="1268" cy="813"/>
          </a:xfrm>
        </p:grpSpPr>
        <p:sp>
          <p:nvSpPr>
            <p:cNvPr id="58" name="Arc 58"/>
            <p:cNvSpPr/>
            <p:nvPr/>
          </p:nvSpPr>
          <p:spPr bwMode="auto">
            <a:xfrm>
              <a:off x="3914" y="3027"/>
              <a:ext cx="1260" cy="118"/>
            </a:xfrm>
            <a:custGeom>
              <a:avLst/>
              <a:gdLst>
                <a:gd name="T0" fmla="*/ 0 w 42855"/>
                <a:gd name="T1" fmla="*/ 0 h 25263"/>
                <a:gd name="T2" fmla="*/ 0 w 42855"/>
                <a:gd name="T3" fmla="*/ 0 h 25263"/>
                <a:gd name="T4" fmla="*/ 0 w 42855"/>
                <a:gd name="T5" fmla="*/ 0 h 25263"/>
                <a:gd name="T6" fmla="*/ 0 60000 65536"/>
                <a:gd name="T7" fmla="*/ 0 60000 65536"/>
                <a:gd name="T8" fmla="*/ 0 60000 65536"/>
                <a:gd name="T9" fmla="*/ 0 w 42855"/>
                <a:gd name="T10" fmla="*/ 0 h 25263"/>
                <a:gd name="T11" fmla="*/ 42855 w 42855"/>
                <a:gd name="T12" fmla="*/ 25263 h 25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855" h="25263" fill="none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</a:path>
                <a:path w="42855" h="25263" stroke="0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  <a:lnTo>
                    <a:pt x="21255" y="366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59" name="Freeform 59"/>
            <p:cNvSpPr/>
            <p:nvPr/>
          </p:nvSpPr>
          <p:spPr bwMode="auto">
            <a:xfrm>
              <a:off x="3906" y="3045"/>
              <a:ext cx="403" cy="739"/>
            </a:xfrm>
            <a:custGeom>
              <a:avLst/>
              <a:gdLst>
                <a:gd name="T0" fmla="*/ 0 w 576"/>
                <a:gd name="T1" fmla="*/ 0 h 1056"/>
                <a:gd name="T2" fmla="*/ 64 w 576"/>
                <a:gd name="T3" fmla="*/ 73 h 1056"/>
                <a:gd name="T4" fmla="*/ 97 w 576"/>
                <a:gd name="T5" fmla="*/ 177 h 1056"/>
                <a:gd name="T6" fmla="*/ 0 60000 65536"/>
                <a:gd name="T7" fmla="*/ 0 60000 65536"/>
                <a:gd name="T8" fmla="*/ 0 60000 65536"/>
                <a:gd name="T9" fmla="*/ 0 w 576"/>
                <a:gd name="T10" fmla="*/ 0 h 1056"/>
                <a:gd name="T11" fmla="*/ 576 w 576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056">
                  <a:moveTo>
                    <a:pt x="0" y="0"/>
                  </a:moveTo>
                  <a:cubicBezTo>
                    <a:pt x="144" y="128"/>
                    <a:pt x="288" y="256"/>
                    <a:pt x="384" y="432"/>
                  </a:cubicBezTo>
                  <a:cubicBezTo>
                    <a:pt x="480" y="608"/>
                    <a:pt x="528" y="832"/>
                    <a:pt x="576" y="1056"/>
                  </a:cubicBezTo>
                </a:path>
              </a:pathLst>
            </a:custGeom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Arc 60"/>
            <p:cNvSpPr/>
            <p:nvPr/>
          </p:nvSpPr>
          <p:spPr bwMode="auto">
            <a:xfrm rot="10800000">
              <a:off x="4309" y="3779"/>
              <a:ext cx="470" cy="61"/>
            </a:xfrm>
            <a:custGeom>
              <a:avLst/>
              <a:gdLst>
                <a:gd name="T0" fmla="*/ 0 w 43114"/>
                <a:gd name="T1" fmla="*/ 0 h 21600"/>
                <a:gd name="T2" fmla="*/ 0 w 43114"/>
                <a:gd name="T3" fmla="*/ 0 h 21600"/>
                <a:gd name="T4" fmla="*/ 0 w 4311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14"/>
                <a:gd name="T10" fmla="*/ 0 h 21600"/>
                <a:gd name="T11" fmla="*/ 43114 w 431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14" h="21600" fill="none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</a:path>
                <a:path w="43114" h="21600" stroke="0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  <a:lnTo>
                    <a:pt x="21514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1" name="Object 61"/>
          <p:cNvGraphicFramePr>
            <a:graphicFrameLocks noChangeAspect="1"/>
          </p:cNvGraphicFramePr>
          <p:nvPr/>
        </p:nvGraphicFramePr>
        <p:xfrm>
          <a:off x="8135938" y="5372100"/>
          <a:ext cx="32226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tion" r:id="rId52" imgW="2743200" imgH="3352800" progId="Equation.3">
                  <p:embed/>
                </p:oleObj>
              </mc:Choice>
              <mc:Fallback>
                <p:oleObj name="Equation" r:id="rId52" imgW="2743200" imgH="3352800" progId="Equation.3">
                  <p:embed/>
                  <p:pic>
                    <p:nvPicPr>
                      <p:cNvPr id="0" name="Object 61"/>
                      <p:cNvPicPr>
                        <a:picLocks noChangeAspect="1"/>
                      </p:cNvPicPr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8135938" y="5372100"/>
                        <a:ext cx="322262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2"/>
          <p:cNvGraphicFramePr>
            <a:graphicFrameLocks noChangeAspect="1"/>
          </p:cNvGraphicFramePr>
          <p:nvPr/>
        </p:nvGraphicFramePr>
        <p:xfrm>
          <a:off x="8059738" y="4114800"/>
          <a:ext cx="3984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Equation" r:id="rId54" imgW="3352800" imgH="4267200" progId="Equation.3">
                  <p:embed/>
                </p:oleObj>
              </mc:Choice>
              <mc:Fallback>
                <p:oleObj name="Equation" r:id="rId54" imgW="3352800" imgH="4267200" progId="Equation.3">
                  <p:embed/>
                  <p:pic>
                    <p:nvPicPr>
                      <p:cNvPr id="0" name="Object 62"/>
                      <p:cNvPicPr>
                        <a:picLocks noChangeAspect="1"/>
                      </p:cNvPicPr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8059738" y="4114800"/>
                        <a:ext cx="398462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Group 63"/>
          <p:cNvGrpSpPr/>
          <p:nvPr/>
        </p:nvGrpSpPr>
        <p:grpSpPr bwMode="auto">
          <a:xfrm>
            <a:off x="8059738" y="4724400"/>
            <a:ext cx="855662" cy="466725"/>
            <a:chOff x="4309" y="3264"/>
            <a:chExt cx="539" cy="294"/>
          </a:xfrm>
        </p:grpSpPr>
        <p:graphicFrame>
          <p:nvGraphicFramePr>
            <p:cNvPr id="64" name="Object 64"/>
            <p:cNvGraphicFramePr>
              <a:graphicFrameLocks noChangeAspect="1"/>
            </p:cNvGraphicFramePr>
            <p:nvPr/>
          </p:nvGraphicFramePr>
          <p:xfrm>
            <a:off x="4309" y="3264"/>
            <a:ext cx="25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9" name="Equation" r:id="rId56" imgW="3352800" imgH="3962400" progId="Equation.3">
                    <p:embed/>
                  </p:oleObj>
                </mc:Choice>
                <mc:Fallback>
                  <p:oleObj name="Equation" r:id="rId56" imgW="3352800" imgH="3962400" progId="Equation.3">
                    <p:embed/>
                    <p:pic>
                      <p:nvPicPr>
                        <p:cNvPr id="0" name="Object 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4309" y="3264"/>
                          <a:ext cx="251" cy="2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Line 65"/>
            <p:cNvSpPr>
              <a:spLocks noChangeShapeType="1"/>
            </p:cNvSpPr>
            <p:nvPr/>
          </p:nvSpPr>
          <p:spPr bwMode="auto">
            <a:xfrm>
              <a:off x="4560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9" grpId="0" autoUpdateAnimBg="0"/>
      <p:bldP spid="31" grpId="0" autoUpdateAnimBg="0" build="p"/>
      <p:bldP spid="32" grpId="0" autoUpdateAnimBg="0"/>
      <p:bldP spid="52" grpId="0" bldLvl="0" animBg="1"/>
      <p:bldP spid="5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/>
        </p:nvSpPr>
        <p:spPr bwMode="auto">
          <a:xfrm rot="16200000">
            <a:off x="7927231" y="208240"/>
            <a:ext cx="815975" cy="2386013"/>
          </a:xfrm>
          <a:prstGeom prst="rtTriangle">
            <a:avLst/>
          </a:prstGeom>
          <a:solidFill>
            <a:srgbClr val="FF99FF">
              <a:alpha val="50000"/>
            </a:srgbClr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7097762" y="985322"/>
            <a:ext cx="2825750" cy="1662112"/>
            <a:chOff x="3168" y="3288"/>
            <a:chExt cx="1740" cy="1032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3168" y="3288"/>
            <a:ext cx="1740" cy="1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5" name="BMP 图象" r:id="rId1" imgW="2762250" imgH="1638300" progId="PBrush">
                    <p:embed/>
                  </p:oleObj>
                </mc:Choice>
                <mc:Fallback>
                  <p:oleObj name="BMP 图象" r:id="rId1" imgW="2762250" imgH="1638300" progId="PBrush">
                    <p:embed/>
                    <p:pic>
                      <p:nvPicPr>
                        <p:cNvPr id="0" name="图片 215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68" y="3288"/>
                          <a:ext cx="1740" cy="10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3732" y="379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021562" y="818634"/>
          <a:ext cx="2860675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BMP 图象" r:id="rId3" imgW="3343275" imgH="2324100" progId="PBrush">
                  <p:embed/>
                </p:oleObj>
              </mc:Choice>
              <mc:Fallback>
                <p:oleObj name="BMP 图象" r:id="rId3" imgW="3343275" imgH="2324100" progId="PBrush">
                  <p:embed/>
                  <p:pic>
                    <p:nvPicPr>
                      <p:cNvPr id="0" name="图片 2167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1562" y="818634"/>
                        <a:ext cx="2860675" cy="1987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951712" y="702747"/>
          <a:ext cx="12700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name="公式" r:id="rId5" imgW="6400800" imgH="7924800" progId="Equation.3">
                  <p:embed/>
                </p:oleObj>
              </mc:Choice>
              <mc:Fallback>
                <p:oleObj name="公式" r:id="rId5" imgW="6400800" imgH="7924800" progId="Equation.3">
                  <p:embed/>
                  <p:pic>
                    <p:nvPicPr>
                      <p:cNvPr id="0" name="图片 2168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1712" y="702747"/>
                        <a:ext cx="127000" cy="158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618712" y="1428234"/>
          <a:ext cx="17462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name="公式" r:id="rId7" imgW="215900" imgH="241300" progId="Equation.3">
                  <p:embed/>
                </p:oleObj>
              </mc:Choice>
              <mc:Fallback>
                <p:oleObj name="公式" r:id="rId7" imgW="215900" imgH="241300" progId="Equation.3">
                  <p:embed/>
                  <p:pic>
                    <p:nvPicPr>
                      <p:cNvPr id="0" name="图片 2168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18712" y="1428234"/>
                        <a:ext cx="174625" cy="195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251831" y="1237623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pSp>
        <p:nvGrpSpPr>
          <p:cNvPr id="12" name="Group 11"/>
          <p:cNvGrpSpPr/>
          <p:nvPr/>
        </p:nvGrpSpPr>
        <p:grpSpPr bwMode="auto">
          <a:xfrm>
            <a:off x="9466312" y="742434"/>
            <a:ext cx="228600" cy="1384300"/>
            <a:chOff x="4608" y="1776"/>
            <a:chExt cx="144" cy="872"/>
          </a:xfrm>
        </p:grpSpPr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4656" y="1927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" name="Object 13"/>
            <p:cNvGraphicFramePr>
              <a:graphicFrameLocks noChangeAspect="1"/>
            </p:cNvGraphicFramePr>
            <p:nvPr/>
          </p:nvGraphicFramePr>
          <p:xfrm>
            <a:off x="4642" y="2496"/>
            <a:ext cx="11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3" name="公式" r:id="rId9" imgW="5791200" imgH="7924800" progId="Equation.3">
                    <p:embed/>
                  </p:oleObj>
                </mc:Choice>
                <mc:Fallback>
                  <p:oleObj name="公式" r:id="rId9" imgW="5791200" imgH="7924800" progId="Equation.3">
                    <p:embed/>
                    <p:pic>
                      <p:nvPicPr>
                        <p:cNvPr id="0" name="图片 216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42" y="2496"/>
                          <a:ext cx="110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4608" y="1776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4" name="公式" r:id="rId11" imgW="7620000" imgH="7620000" progId="Equation.3">
                    <p:embed/>
                  </p:oleObj>
                </mc:Choice>
                <mc:Fallback>
                  <p:oleObj name="公式" r:id="rId11" imgW="7620000" imgH="7620000" progId="Equation.3">
                    <p:embed/>
                    <p:pic>
                      <p:nvPicPr>
                        <p:cNvPr id="0" name="图片 216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08" y="1776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451225" y="2252220"/>
          <a:ext cx="116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5" name="Equation" r:id="rId13" imgW="28041600" imgH="21336000" progId="Equation.DSMT4">
                  <p:embed/>
                </p:oleObj>
              </mc:Choice>
              <mc:Fallback>
                <p:oleObj name="Equation" r:id="rId13" imgW="28041600" imgH="21336000" progId="Equation.DSMT4">
                  <p:embed/>
                  <p:pic>
                    <p:nvPicPr>
                      <p:cNvPr id="0" name="图片 2168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51225" y="2252220"/>
                        <a:ext cx="1168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7104112" y="1809234"/>
            <a:ext cx="9556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7104112" y="713859"/>
            <a:ext cx="0" cy="2103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10455325" y="1898134"/>
          <a:ext cx="127000" cy="12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6" name="公式" r:id="rId15" imgW="6400800" imgH="6096000" progId="Equation.3">
                  <p:embed/>
                </p:oleObj>
              </mc:Choice>
              <mc:Fallback>
                <p:oleObj name="公式" r:id="rId15" imgW="6400800" imgH="6096000" progId="Equation.3">
                  <p:embed/>
                  <p:pic>
                    <p:nvPicPr>
                      <p:cNvPr id="0" name="图片 2168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455325" y="1898134"/>
                        <a:ext cx="127000" cy="120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6954838" y="1757363"/>
          <a:ext cx="139700" cy="15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7" name="Equation" r:id="rId17" imgW="7010400" imgH="7620000" progId="Equation.DSMT4">
                  <p:embed/>
                </p:oleObj>
              </mc:Choice>
              <mc:Fallback>
                <p:oleObj name="Equation" r:id="rId17" imgW="7010400" imgH="7620000" progId="Equation.DSMT4">
                  <p:embed/>
                  <p:pic>
                    <p:nvPicPr>
                      <p:cNvPr id="0" name="图片 2168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54838" y="1757363"/>
                        <a:ext cx="139700" cy="150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8323312" y="1809234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9542512" y="1809234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" name="Group 25"/>
          <p:cNvGrpSpPr/>
          <p:nvPr/>
        </p:nvGrpSpPr>
        <p:grpSpPr bwMode="auto">
          <a:xfrm>
            <a:off x="2917825" y="1795020"/>
            <a:ext cx="2667000" cy="522288"/>
            <a:chOff x="960" y="2064"/>
            <a:chExt cx="1680" cy="329"/>
          </a:xfrm>
        </p:grpSpPr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960" y="2064"/>
              <a:ext cx="168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直线       方程为</a:t>
              </a:r>
              <a:endParaRPr lang="zh-CN" altLang="en-US" sz="2800" b="1" dirty="0"/>
            </a:p>
          </p:txBody>
        </p:sp>
        <p:graphicFrame>
          <p:nvGraphicFramePr>
            <p:cNvPr id="28" name="Object 27"/>
            <p:cNvGraphicFramePr>
              <a:graphicFrameLocks noChangeAspect="1"/>
            </p:cNvGraphicFramePr>
            <p:nvPr/>
          </p:nvGraphicFramePr>
          <p:xfrm>
            <a:off x="1527" y="2125"/>
            <a:ext cx="3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8" name="Equation" r:id="rId19" imgW="13411200" imgH="7924800" progId="Equation.DSMT4">
                    <p:embed/>
                  </p:oleObj>
                </mc:Choice>
                <mc:Fallback>
                  <p:oleObj name="Equation" r:id="rId19" imgW="13411200" imgH="7924800" progId="Equation.DSMT4">
                    <p:embed/>
                    <p:pic>
                      <p:nvPicPr>
                        <p:cNvPr id="0" name="图片 216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527" y="2125"/>
                          <a:ext cx="352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Box 28"/>
          <p:cNvSpPr txBox="1"/>
          <p:nvPr/>
        </p:nvSpPr>
        <p:spPr>
          <a:xfrm>
            <a:off x="2351584" y="188640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66231" y="188640"/>
            <a:ext cx="6386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已知圆锥体的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高为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，底面半径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32025" y="711860"/>
            <a:ext cx="24053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圆锥体的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体积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66231" y="1235080"/>
            <a:ext cx="276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如图建立坐标系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584450" y="4076700"/>
          <a:ext cx="2705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9" name="Equation" r:id="rId21" imgW="64922400" imgH="25908000" progId="Equation.DSMT4">
                  <p:embed/>
                </p:oleObj>
              </mc:Choice>
              <mc:Fallback>
                <p:oleObj name="Equation" r:id="rId21" imgW="64922400" imgH="25908000" progId="Equation.DSMT4">
                  <p:embed/>
                  <p:pic>
                    <p:nvPicPr>
                      <p:cNvPr id="0" name="图片 2168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4450" y="4076700"/>
                        <a:ext cx="2705100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5489575" y="4076700"/>
          <a:ext cx="1714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0" name="Equation" r:id="rId23" imgW="41148000" imgH="26822400" progId="Equation.DSMT4">
                  <p:embed/>
                </p:oleObj>
              </mc:Choice>
              <mc:Fallback>
                <p:oleObj name="Equation" r:id="rId23" imgW="41148000" imgH="26822400" progId="Equation.DSMT4">
                  <p:embed/>
                  <p:pic>
                    <p:nvPicPr>
                      <p:cNvPr id="0" name="图片 2168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89575" y="4076700"/>
                        <a:ext cx="1714500" cy="1117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273925" y="4146550"/>
          <a:ext cx="1193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Equation" r:id="rId25" imgW="28651200" imgH="22555200" progId="Equation.DSMT4">
                  <p:embed/>
                </p:oleObj>
              </mc:Choice>
              <mc:Fallback>
                <p:oleObj name="Equation" r:id="rId25" imgW="28651200" imgH="22555200" progId="Equation.DSMT4">
                  <p:embed/>
                  <p:pic>
                    <p:nvPicPr>
                      <p:cNvPr id="0" name="图片 216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73925" y="4146550"/>
                        <a:ext cx="11938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495600" y="3284984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故圆锥体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体积为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32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568" y="188640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8866042" y="393363"/>
            <a:ext cx="2020074" cy="2978751"/>
            <a:chOff x="7661" y="7124"/>
            <a:chExt cx="1916" cy="233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8425" y="7143"/>
            <a:ext cx="144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29" name="Equation" r:id="rId1" imgW="3352800" imgH="3962400" progId="Equation.DSMT4">
                    <p:embed/>
                  </p:oleObj>
                </mc:Choice>
                <mc:Fallback>
                  <p:oleObj name="Equation" r:id="rId1" imgW="3352800" imgH="3962400" progId="Equation.DSMT4">
                    <p:embed/>
                    <p:pic>
                      <p:nvPicPr>
                        <p:cNvPr id="0" name="图片 225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425" y="7143"/>
                          <a:ext cx="144" cy="16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8912" y="8317"/>
            <a:ext cx="13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8" name="Equation" r:id="rId3" imgW="3048000" imgH="3352800" progId="Equation.DSMT4">
                    <p:embed/>
                  </p:oleObj>
                </mc:Choice>
                <mc:Fallback>
                  <p:oleObj name="Equation" r:id="rId3" imgW="3048000" imgH="3352800" progId="Equation.DSMT4">
                    <p:embed/>
                    <p:pic>
                      <p:nvPicPr>
                        <p:cNvPr id="0" name="图片 226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12" y="8317"/>
                          <a:ext cx="131" cy="1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6"/>
            <p:cNvGrpSpPr/>
            <p:nvPr/>
          </p:nvGrpSpPr>
          <p:grpSpPr bwMode="auto">
            <a:xfrm>
              <a:off x="7661" y="7124"/>
              <a:ext cx="1916" cy="2336"/>
              <a:chOff x="1938" y="1869"/>
              <a:chExt cx="2428" cy="2730"/>
            </a:xfrm>
          </p:grpSpPr>
          <p:grpSp>
            <p:nvGrpSpPr>
              <p:cNvPr id="9" name="Group 7"/>
              <p:cNvGrpSpPr/>
              <p:nvPr/>
            </p:nvGrpSpPr>
            <p:grpSpPr bwMode="auto">
              <a:xfrm>
                <a:off x="1938" y="1869"/>
                <a:ext cx="1747" cy="2730"/>
                <a:chOff x="1938" y="1869"/>
                <a:chExt cx="1747" cy="2730"/>
              </a:xfrm>
            </p:grpSpPr>
            <p:sp>
              <p:nvSpPr>
                <p:cNvPr id="11" name="Oval 8"/>
                <p:cNvSpPr>
                  <a:spLocks noChangeArrowheads="1"/>
                </p:cNvSpPr>
                <p:nvPr/>
              </p:nvSpPr>
              <p:spPr bwMode="auto">
                <a:xfrm rot="-5400000">
                  <a:off x="1800" y="2778"/>
                  <a:ext cx="2100" cy="911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" name="Oval 9"/>
                <p:cNvSpPr>
                  <a:spLocks noChangeArrowheads="1"/>
                </p:cNvSpPr>
                <p:nvPr/>
              </p:nvSpPr>
              <p:spPr bwMode="auto">
                <a:xfrm rot="-5400000">
                  <a:off x="2220" y="3006"/>
                  <a:ext cx="1260" cy="455"/>
                </a:xfrm>
                <a:prstGeom prst="ellipse">
                  <a:avLst/>
                </a:prstGeom>
                <a:solidFill>
                  <a:srgbClr val="FFFFFF"/>
                </a:solidFill>
                <a:ln w="3175" algn="ctr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" name="Oval 10"/>
                <p:cNvSpPr>
                  <a:spLocks noChangeArrowheads="1"/>
                </p:cNvSpPr>
                <p:nvPr/>
              </p:nvSpPr>
              <p:spPr bwMode="auto">
                <a:xfrm rot="-5400000">
                  <a:off x="2640" y="2166"/>
                  <a:ext cx="420" cy="455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Oval 11"/>
                <p:cNvSpPr>
                  <a:spLocks noChangeArrowheads="1"/>
                </p:cNvSpPr>
                <p:nvPr/>
              </p:nvSpPr>
              <p:spPr bwMode="auto">
                <a:xfrm rot="-5400000">
                  <a:off x="2640" y="3846"/>
                  <a:ext cx="420" cy="455"/>
                </a:xfrm>
                <a:prstGeom prst="ellipse">
                  <a:avLst/>
                </a:prstGeom>
                <a:solidFill>
                  <a:srgbClr val="FFFFFF"/>
                </a:solidFill>
                <a:ln w="9525" algn="ctr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Line 12"/>
                <p:cNvSpPr>
                  <a:spLocks noChangeShapeType="1"/>
                </p:cNvSpPr>
                <p:nvPr/>
              </p:nvSpPr>
              <p:spPr bwMode="auto">
                <a:xfrm rot="-5400000">
                  <a:off x="1484" y="3234"/>
                  <a:ext cx="27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" name="Line 13"/>
                <p:cNvSpPr>
                  <a:spLocks noChangeShapeType="1"/>
                </p:cNvSpPr>
                <p:nvPr/>
              </p:nvSpPr>
              <p:spPr bwMode="auto">
                <a:xfrm rot="-5400000">
                  <a:off x="2812" y="2360"/>
                  <a:ext cx="0" cy="174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" name="对象 9"/>
              <p:cNvGraphicFramePr>
                <a:graphicFrameLocks noChangeAspect="1"/>
              </p:cNvGraphicFramePr>
              <p:nvPr/>
            </p:nvGraphicFramePr>
            <p:xfrm>
              <a:off x="3101" y="2004"/>
              <a:ext cx="1265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69" name="Equation" r:id="rId5" imgW="26212800" imgH="5486400" progId="Equation.DSMT4">
                      <p:embed/>
                    </p:oleObj>
                  </mc:Choice>
                  <mc:Fallback>
                    <p:oleObj name="Equation" r:id="rId5" imgW="26212800" imgH="5486400" progId="Equation.DSMT4">
                      <p:embed/>
                      <p:pic>
                        <p:nvPicPr>
                          <p:cNvPr id="0" name="图片 2266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101" y="2004"/>
                            <a:ext cx="1265" cy="2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" name="TextBox 16"/>
          <p:cNvSpPr txBox="1"/>
          <p:nvPr/>
        </p:nvSpPr>
        <p:spPr>
          <a:xfrm>
            <a:off x="3022215" y="179495"/>
            <a:ext cx="20497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求由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圆盘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854575" y="212725"/>
          <a:ext cx="24844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" name="Equation" r:id="rId7" imgW="59436000" imgH="10972800" progId="Equation.DSMT4">
                  <p:embed/>
                </p:oleObj>
              </mc:Choice>
              <mc:Fallback>
                <p:oleObj name="Equation" r:id="rId7" imgW="59436000" imgH="10972800" progId="Equation.DSMT4">
                  <p:embed/>
                  <p:pic>
                    <p:nvPicPr>
                      <p:cNvPr id="0" name="图片 2266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54575" y="212725"/>
                        <a:ext cx="24844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363809" y="256575"/>
          <a:ext cx="1543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1" name="Equation" r:id="rId9" imgW="37185600" imgH="9448800" progId="Equation.DSMT4">
                  <p:embed/>
                </p:oleObj>
              </mc:Choice>
              <mc:Fallback>
                <p:oleObj name="Equation" r:id="rId9" imgW="37185600" imgH="9448800" progId="Equation.DSMT4">
                  <p:embed/>
                  <p:pic>
                    <p:nvPicPr>
                      <p:cNvPr id="0" name="图片 2267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63809" y="256575"/>
                        <a:ext cx="15430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47528" y="832939"/>
            <a:ext cx="5783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绕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轴旋转一周所得的旋转体（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47528" y="1356159"/>
            <a:ext cx="28206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轮胎形） 体积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2361564" y="1917769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7648" y="1879379"/>
            <a:ext cx="580016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将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圆盘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看作下列两个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函数的曲线</a:t>
            </a:r>
            <a:endParaRPr lang="zh-CN" altLang="en-US" sz="2800" b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34193" y="2464187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所围图形.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51584" y="296010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上半圆：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791744" y="2895152"/>
          <a:ext cx="44386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2" name="Equation" r:id="rId11" imgW="106375200" imgH="13411200" progId="Equation.DSMT4">
                  <p:embed/>
                </p:oleObj>
              </mc:Choice>
              <mc:Fallback>
                <p:oleObj name="Equation" r:id="rId11" imgW="106375200" imgH="13411200" progId="Equation.DSMT4">
                  <p:embed/>
                  <p:pic>
                    <p:nvPicPr>
                      <p:cNvPr id="0" name="图片 2267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91744" y="2895152"/>
                        <a:ext cx="443865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361564" y="3573016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下半圆：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791744" y="3483322"/>
          <a:ext cx="43751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3" name="Equation" r:id="rId13" imgW="105156000" imgH="13411200" progId="Equation.DSMT4">
                  <p:embed/>
                </p:oleObj>
              </mc:Choice>
              <mc:Fallback>
                <p:oleObj name="Equation" r:id="rId13" imgW="105156000" imgH="13411200" progId="Equation.DSMT4">
                  <p:embed/>
                  <p:pic>
                    <p:nvPicPr>
                      <p:cNvPr id="0" name="图片 2267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91744" y="3483322"/>
                        <a:ext cx="437515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991544" y="4095601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于是体积为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2752167" y="4619456"/>
          <a:ext cx="66484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4" name="Equation" r:id="rId15" imgW="159410400" imgH="22555200" progId="Equation.DSMT4">
                  <p:embed/>
                </p:oleObj>
              </mc:Choice>
              <mc:Fallback>
                <p:oleObj name="Equation" r:id="rId15" imgW="159410400" imgH="22555200" progId="Equation.DSMT4">
                  <p:embed/>
                  <p:pic>
                    <p:nvPicPr>
                      <p:cNvPr id="0" name="图片 2267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52167" y="4619456"/>
                        <a:ext cx="6648450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025759" y="5589240"/>
          <a:ext cx="44259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5" name="Equation" r:id="rId17" imgW="106070400" imgH="16459200" progId="Equation.DSMT4">
                  <p:embed/>
                </p:oleObj>
              </mc:Choice>
              <mc:Fallback>
                <p:oleObj name="Equation" r:id="rId17" imgW="106070400" imgH="16459200" progId="Equation.DSMT4">
                  <p:embed/>
                  <p:pic>
                    <p:nvPicPr>
                      <p:cNvPr id="0" name="图片 2267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25759" y="5589240"/>
                        <a:ext cx="44259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9" grpId="0"/>
      <p:bldP spid="30" grpId="0"/>
      <p:bldP spid="31" grpId="0"/>
      <p:bldP spid="34" grpId="0"/>
      <p:bldP spid="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876857" y="258108"/>
            <a:ext cx="727280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2.平行截面面积为已知的立体的体积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46797" y="984568"/>
            <a:ext cx="6699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设所给立体垂直于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轴的截面面积为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), </a:t>
            </a:r>
            <a:endParaRPr kumimoji="1"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672513" y="1062038"/>
          <a:ext cx="179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42976800" imgH="10668000" progId="Equation.DSMT4">
                  <p:embed/>
                </p:oleObj>
              </mc:Choice>
              <mc:Fallback>
                <p:oleObj name="Equation" r:id="rId1" imgW="42976800" imgH="106680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72513" y="1062038"/>
                        <a:ext cx="1790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998637" y="1605281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则对应于小区间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614988" y="1671638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34442400" imgH="9448800" progId="Equation.DSMT4">
                  <p:embed/>
                </p:oleObj>
              </mc:Choice>
              <mc:Fallback>
                <p:oleObj name="Equation" r:id="rId3" imgW="34442400" imgH="9448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14988" y="1671638"/>
                        <a:ext cx="1435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961037" y="1598613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的体积元素为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449638" y="2281238"/>
          <a:ext cx="191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46024800" imgH="9448800" progId="Equation.DSMT4">
                  <p:embed/>
                </p:oleObj>
              </mc:Choice>
              <mc:Fallback>
                <p:oleObj name="Equation" r:id="rId5" imgW="46024800" imgH="94488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49638" y="2281238"/>
                        <a:ext cx="191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81672" y="2785428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因此所求立体体积为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487738" y="3449638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48768000" imgH="17678400" progId="Equation.DSMT4">
                  <p:embed/>
                </p:oleObj>
              </mc:Choice>
              <mc:Fallback>
                <p:oleObj name="Equation" r:id="rId7" imgW="48768000" imgH="176784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7738" y="3449638"/>
                        <a:ext cx="2032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8"/>
          <p:cNvGrpSpPr/>
          <p:nvPr/>
        </p:nvGrpSpPr>
        <p:grpSpPr bwMode="auto">
          <a:xfrm>
            <a:off x="6278412" y="2878138"/>
            <a:ext cx="4033838" cy="2565400"/>
            <a:chOff x="2978" y="1860"/>
            <a:chExt cx="2541" cy="1616"/>
          </a:xfrm>
        </p:grpSpPr>
        <p:graphicFrame>
          <p:nvGraphicFramePr>
            <p:cNvPr id="12" name="Object 19"/>
            <p:cNvGraphicFramePr>
              <a:graphicFrameLocks noChangeAspect="1"/>
            </p:cNvGraphicFramePr>
            <p:nvPr/>
          </p:nvGraphicFramePr>
          <p:xfrm>
            <a:off x="3168" y="1860"/>
            <a:ext cx="2016" cy="1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name="BMP 图象" r:id="rId9" imgW="3200400" imgH="1847850" progId="PBrush">
                    <p:embed/>
                  </p:oleObj>
                </mc:Choice>
                <mc:Fallback>
                  <p:oleObj name="BMP 图象" r:id="rId9" imgW="3200400" imgH="1847850" progId="PBrush">
                    <p:embed/>
                    <p:pic>
                      <p:nvPicPr>
                        <p:cNvPr id="0" name="图片 235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68" y="1860"/>
                          <a:ext cx="2016" cy="1164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" name="Group 20"/>
            <p:cNvGrpSpPr/>
            <p:nvPr/>
          </p:nvGrpSpPr>
          <p:grpSpPr bwMode="auto">
            <a:xfrm>
              <a:off x="2978" y="3216"/>
              <a:ext cx="2541" cy="260"/>
              <a:chOff x="2978" y="3216"/>
              <a:chExt cx="2541" cy="260"/>
            </a:xfrm>
          </p:grpSpPr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>
                <a:off x="2978" y="3216"/>
                <a:ext cx="24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aphicFrame>
            <p:nvGraphicFramePr>
              <p:cNvPr id="20" name="Object 22"/>
              <p:cNvGraphicFramePr>
                <a:graphicFrameLocks noChangeAspect="1"/>
              </p:cNvGraphicFramePr>
              <p:nvPr/>
            </p:nvGraphicFramePr>
            <p:xfrm>
              <a:off x="5376" y="3284"/>
              <a:ext cx="143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58" name="Equation" r:id="rId11" imgW="5486400" imgH="7315200" progId="Equation.DSMT4">
                      <p:embed/>
                    </p:oleObj>
                  </mc:Choice>
                  <mc:Fallback>
                    <p:oleObj name="Equation" r:id="rId11" imgW="5486400" imgH="7315200" progId="Equation.DSMT4">
                      <p:embed/>
                      <p:pic>
                        <p:nvPicPr>
                          <p:cNvPr id="0" name="图片 2355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376" y="3284"/>
                            <a:ext cx="143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Group 23"/>
            <p:cNvGrpSpPr/>
            <p:nvPr/>
          </p:nvGrpSpPr>
          <p:grpSpPr bwMode="auto">
            <a:xfrm>
              <a:off x="3356" y="2853"/>
              <a:ext cx="1724" cy="623"/>
              <a:chOff x="3356" y="2853"/>
              <a:chExt cx="1724" cy="623"/>
            </a:xfrm>
          </p:grpSpPr>
          <p:graphicFrame>
            <p:nvGraphicFramePr>
              <p:cNvPr id="15" name="Object 24"/>
              <p:cNvGraphicFramePr>
                <a:graphicFrameLocks noChangeAspect="1"/>
              </p:cNvGraphicFramePr>
              <p:nvPr/>
            </p:nvGraphicFramePr>
            <p:xfrm>
              <a:off x="3356" y="3244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59" name="Equation" r:id="rId13" imgW="5791200" imgH="7315200" progId="Equation.DSMT4">
                      <p:embed/>
                    </p:oleObj>
                  </mc:Choice>
                  <mc:Fallback>
                    <p:oleObj name="Equation" r:id="rId13" imgW="5791200" imgH="7315200" progId="Equation.DSMT4">
                      <p:embed/>
                      <p:pic>
                        <p:nvPicPr>
                          <p:cNvPr id="0" name="图片 2355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356" y="3244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25"/>
              <p:cNvGraphicFramePr>
                <a:graphicFrameLocks noChangeAspect="1"/>
              </p:cNvGraphicFramePr>
              <p:nvPr/>
            </p:nvGraphicFramePr>
            <p:xfrm>
              <a:off x="4944" y="3228"/>
              <a:ext cx="13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60" name="Equation" r:id="rId15" imgW="5181600" imgH="9448800" progId="Equation.DSMT4">
                      <p:embed/>
                    </p:oleObj>
                  </mc:Choice>
                  <mc:Fallback>
                    <p:oleObj name="Equation" r:id="rId15" imgW="5181600" imgH="9448800" progId="Equation.DSMT4">
                      <p:embed/>
                      <p:pic>
                        <p:nvPicPr>
                          <p:cNvPr id="0" name="图片 2355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44" y="3228"/>
                            <a:ext cx="136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Line 26"/>
              <p:cNvSpPr>
                <a:spLocks noChangeShapeType="1"/>
              </p:cNvSpPr>
              <p:nvPr/>
            </p:nvSpPr>
            <p:spPr bwMode="auto">
              <a:xfrm>
                <a:off x="3408" y="2880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>
                <a:off x="4987" y="2853"/>
                <a:ext cx="0" cy="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</p:grpSp>
      <p:grpSp>
        <p:nvGrpSpPr>
          <p:cNvPr id="21" name="Group 28"/>
          <p:cNvGrpSpPr/>
          <p:nvPr/>
        </p:nvGrpSpPr>
        <p:grpSpPr bwMode="auto">
          <a:xfrm>
            <a:off x="7530950" y="3019426"/>
            <a:ext cx="604837" cy="2393950"/>
            <a:chOff x="3767" y="1920"/>
            <a:chExt cx="381" cy="1508"/>
          </a:xfrm>
        </p:grpSpPr>
        <p:sp>
          <p:nvSpPr>
            <p:cNvPr id="22" name="Oval 29"/>
            <p:cNvSpPr>
              <a:spLocks noChangeArrowheads="1"/>
            </p:cNvSpPr>
            <p:nvPr/>
          </p:nvSpPr>
          <p:spPr bwMode="auto">
            <a:xfrm>
              <a:off x="3767" y="1920"/>
              <a:ext cx="381" cy="1018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33333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3" name="Object 30"/>
            <p:cNvGraphicFramePr>
              <a:graphicFrameLocks noChangeAspect="1"/>
            </p:cNvGraphicFramePr>
            <p:nvPr/>
          </p:nvGraphicFramePr>
          <p:xfrm>
            <a:off x="3888" y="3236"/>
            <a:ext cx="14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" name="Equation" r:id="rId17" imgW="5486400" imgH="7315200" progId="Equation.DSMT4">
                    <p:embed/>
                  </p:oleObj>
                </mc:Choice>
                <mc:Fallback>
                  <p:oleObj name="Equation" r:id="rId17" imgW="5486400" imgH="7315200" progId="Equation.DSMT4">
                    <p:embed/>
                    <p:pic>
                      <p:nvPicPr>
                        <p:cNvPr id="0" name="图片 235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88" y="3236"/>
                          <a:ext cx="14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3967" y="2944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25" name="Group 32"/>
          <p:cNvGrpSpPr/>
          <p:nvPr/>
        </p:nvGrpSpPr>
        <p:grpSpPr bwMode="auto">
          <a:xfrm>
            <a:off x="7624612" y="3019426"/>
            <a:ext cx="1235075" cy="2398712"/>
            <a:chOff x="3826" y="1949"/>
            <a:chExt cx="778" cy="1511"/>
          </a:xfrm>
        </p:grpSpPr>
        <p:graphicFrame>
          <p:nvGraphicFramePr>
            <p:cNvPr id="26" name="Object 33"/>
            <p:cNvGraphicFramePr>
              <a:graphicFrameLocks noChangeAspect="1"/>
            </p:cNvGraphicFramePr>
            <p:nvPr/>
          </p:nvGraphicFramePr>
          <p:xfrm>
            <a:off x="4039" y="3214"/>
            <a:ext cx="56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2" name="Equation" r:id="rId19" imgW="21640800" imgH="9448800" progId="Equation.DSMT4">
                    <p:embed/>
                  </p:oleObj>
                </mc:Choice>
                <mc:Fallback>
                  <p:oleObj name="Equation" r:id="rId19" imgW="21640800" imgH="9448800" progId="Equation.DSMT4">
                    <p:embed/>
                    <p:pic>
                      <p:nvPicPr>
                        <p:cNvPr id="0" name="图片 235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9" y="3214"/>
                          <a:ext cx="565" cy="24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34"/>
            <p:cNvSpPr>
              <a:spLocks noChangeArrowheads="1"/>
            </p:cNvSpPr>
            <p:nvPr/>
          </p:nvSpPr>
          <p:spPr bwMode="auto">
            <a:xfrm>
              <a:off x="3826" y="1949"/>
              <a:ext cx="390" cy="975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folHlink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>
              <a:off x="4035" y="292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aphicFrame>
        <p:nvGraphicFramePr>
          <p:cNvPr id="29" name="Object 36"/>
          <p:cNvGraphicFramePr>
            <a:graphicFrameLocks noChangeAspect="1"/>
          </p:cNvGraphicFramePr>
          <p:nvPr/>
        </p:nvGraphicFramePr>
        <p:xfrm>
          <a:off x="7672237" y="365918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858520" imgH="479425" progId="Equation.3">
                  <p:embed/>
                </p:oleObj>
              </mc:Choice>
              <mc:Fallback>
                <p:oleObj name="Equation" r:id="rId21" imgW="858520" imgH="479425" progId="Equation.3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72237" y="3659188"/>
                        <a:ext cx="736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7"/>
          <p:cNvSpPr txBox="1">
            <a:spLocks noChangeArrowheads="1"/>
          </p:cNvSpPr>
          <p:nvPr/>
        </p:nvSpPr>
        <p:spPr bwMode="auto">
          <a:xfrm>
            <a:off x="1779437" y="1605281"/>
            <a:ext cx="1435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上连续,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9" grpId="0" autoUpdateAnimBg="0"/>
      <p:bldP spid="30" grpId="0" advAuto="0" autoUpdateAnimBg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8469104" y="2507457"/>
            <a:ext cx="1819275" cy="2019300"/>
            <a:chOff x="4257" y="1310"/>
            <a:chExt cx="1146" cy="1272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4257" y="1310"/>
            <a:ext cx="1146" cy="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7" name="BMP 图象" r:id="rId1" imgW="1819275" imgH="2019300" progId="PBrush">
                    <p:embed/>
                  </p:oleObj>
                </mc:Choice>
                <mc:Fallback>
                  <p:oleObj name="BMP 图象" r:id="rId1" imgW="1819275" imgH="2019300" progId="PBrush">
                    <p:embed/>
                    <p:pic>
                      <p:nvPicPr>
                        <p:cNvPr id="0" name="图片 245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57" y="1310"/>
                          <a:ext cx="1146" cy="1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4848" y="1967"/>
            <a:ext cx="160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8" name="Equation" r:id="rId3" imgW="312420" imgH="278765" progId="Equation.3">
                    <p:embed/>
                  </p:oleObj>
                </mc:Choice>
                <mc:Fallback>
                  <p:oleObj name="Equation" r:id="rId3" imgW="312420" imgH="278765" progId="Equation.3">
                    <p:embed/>
                    <p:pic>
                      <p:nvPicPr>
                        <p:cNvPr id="0" name="图片 245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8" y="1967"/>
                          <a:ext cx="160" cy="1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Arc 5"/>
            <p:cNvSpPr/>
            <p:nvPr/>
          </p:nvSpPr>
          <p:spPr bwMode="auto">
            <a:xfrm>
              <a:off x="4650" y="2093"/>
              <a:ext cx="186" cy="163"/>
            </a:xfrm>
            <a:custGeom>
              <a:avLst/>
              <a:gdLst>
                <a:gd name="G0" fmla="+- 0 0 0"/>
                <a:gd name="G1" fmla="+- 17541 0 0"/>
                <a:gd name="G2" fmla="+- 21600 0 0"/>
                <a:gd name="T0" fmla="*/ 12604 w 19886"/>
                <a:gd name="T1" fmla="*/ 0 h 17541"/>
                <a:gd name="T2" fmla="*/ 19886 w 19886"/>
                <a:gd name="T3" fmla="*/ 9109 h 17541"/>
                <a:gd name="T4" fmla="*/ 0 w 19886"/>
                <a:gd name="T5" fmla="*/ 17541 h 17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86" h="17541" fill="none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</a:path>
                <a:path w="19886" h="17541" stroke="0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  <a:lnTo>
                    <a:pt x="0" y="17541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Rectangle 6"/>
          <p:cNvSpPr txBox="1">
            <a:spLocks noChangeArrowheads="1"/>
          </p:cNvSpPr>
          <p:nvPr/>
        </p:nvSpPr>
        <p:spPr>
          <a:xfrm>
            <a:off x="2038141" y="197644"/>
            <a:ext cx="77660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charset="-122"/>
              </a:rPr>
              <a:t>10. </a:t>
            </a:r>
            <a:r>
              <a:rPr lang="zh-CN" altLang="en-US" sz="2800" b="1" dirty="0" smtClean="0">
                <a:ea typeface="楷体_GB2312" charset="-122"/>
              </a:rPr>
              <a:t>一平面经过半径为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dirty="0" smtClean="0">
                <a:ea typeface="楷体_GB2312" charset="-122"/>
              </a:rPr>
              <a:t> </a:t>
            </a:r>
            <a:r>
              <a:rPr lang="zh-CN" altLang="en-US" sz="2800" b="1" dirty="0" smtClean="0">
                <a:ea typeface="楷体_GB2312" charset="-122"/>
              </a:rPr>
              <a:t>的圆柱体的底圆中心 </a:t>
            </a:r>
            <a:r>
              <a:rPr lang="en-US" altLang="zh-CN" sz="2800" b="1" dirty="0" smtClean="0">
                <a:ea typeface="楷体_GB2312" charset="-122"/>
              </a:rPr>
              <a:t>,</a:t>
            </a:r>
            <a:endParaRPr lang="en-US" altLang="zh-CN" sz="2800" b="1" dirty="0">
              <a:ea typeface="楷体_GB231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581941" y="211932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并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657141" y="821532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与底面交成 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角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9" name="Group 9"/>
          <p:cNvGrpSpPr/>
          <p:nvPr/>
        </p:nvGrpSpPr>
        <p:grpSpPr bwMode="auto">
          <a:xfrm>
            <a:off x="9340641" y="3666332"/>
            <a:ext cx="550863" cy="431800"/>
            <a:chOff x="4806" y="2040"/>
            <a:chExt cx="347" cy="272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992" y="2040"/>
            <a:ext cx="161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9" name="Equation" r:id="rId5" imgW="312420" imgH="278765" progId="Equation.3">
                    <p:embed/>
                  </p:oleObj>
                </mc:Choice>
                <mc:Fallback>
                  <p:oleObj name="Equation" r:id="rId5" imgW="312420" imgH="278765" progId="Equation.3">
                    <p:embed/>
                    <p:pic>
                      <p:nvPicPr>
                        <p:cNvPr id="0" name="图片 245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92" y="2040"/>
                          <a:ext cx="161" cy="1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Arc 11"/>
            <p:cNvSpPr/>
            <p:nvPr/>
          </p:nvSpPr>
          <p:spPr bwMode="auto">
            <a:xfrm>
              <a:off x="4806" y="2149"/>
              <a:ext cx="186" cy="163"/>
            </a:xfrm>
            <a:custGeom>
              <a:avLst/>
              <a:gdLst>
                <a:gd name="G0" fmla="+- 0 0 0"/>
                <a:gd name="G1" fmla="+- 17541 0 0"/>
                <a:gd name="G2" fmla="+- 21600 0 0"/>
                <a:gd name="T0" fmla="*/ 12604 w 19886"/>
                <a:gd name="T1" fmla="*/ 0 h 17541"/>
                <a:gd name="T2" fmla="*/ 19886 w 19886"/>
                <a:gd name="T3" fmla="*/ 9109 h 17541"/>
                <a:gd name="T4" fmla="*/ 0 w 19886"/>
                <a:gd name="T5" fmla="*/ 17541 h 17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86" h="17541" fill="none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</a:path>
                <a:path w="19886" h="17541" stroke="0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  <a:lnTo>
                    <a:pt x="0" y="17541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683000" y="1976438"/>
          <a:ext cx="17875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42976800" imgH="10972800" progId="Equation.DSMT4">
                  <p:embed/>
                </p:oleObj>
              </mc:Choice>
              <mc:Fallback>
                <p:oleObj name="Equation" r:id="rId7" imgW="42976800" imgH="109728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83000" y="1976438"/>
                        <a:ext cx="1787525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038141" y="1431132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解</a:t>
            </a:r>
            <a:r>
              <a:rPr kumimoji="1"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如图所示取坐标系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619541" y="1416844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则圆的方程为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657141" y="2483644"/>
            <a:ext cx="533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垂直于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轴 的截面是直角三角形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6838741" y="2421732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其面积为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495600" y="2924944"/>
          <a:ext cx="3558939" cy="9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35661600" imgH="9448800" progId="Equation.DSMT4">
                  <p:embed/>
                </p:oleObj>
              </mc:Choice>
              <mc:Fallback>
                <p:oleObj name="Equation" r:id="rId9" imgW="35661600" imgH="94488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5600" y="2924944"/>
                        <a:ext cx="3558939" cy="95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261100" y="3252788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44500800" imgH="9448800" progId="Equation.DSMT4">
                  <p:embed/>
                </p:oleObj>
              </mc:Choice>
              <mc:Fallback>
                <p:oleObj name="Equation" r:id="rId11" imgW="44500800" imgH="94488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61100" y="3252788"/>
                        <a:ext cx="1854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022600" y="4325938"/>
          <a:ext cx="3911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93878400" imgH="19812000" progId="Equation.DSMT4">
                  <p:embed/>
                </p:oleObj>
              </mc:Choice>
              <mc:Fallback>
                <p:oleObj name="Equation" r:id="rId13" imgW="93878400" imgH="198120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22600" y="4325938"/>
                        <a:ext cx="3911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3225800" y="5056188"/>
          <a:ext cx="3187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5" imgW="76504800" imgH="24384000" progId="Equation.DSMT4">
                  <p:embed/>
                </p:oleObj>
              </mc:Choice>
              <mc:Fallback>
                <p:oleObj name="Equation" r:id="rId15" imgW="76504800" imgH="243840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25800" y="5056188"/>
                        <a:ext cx="31877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559341" y="5157192"/>
          <a:ext cx="172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41452800" imgH="20116800" progId="Equation.DSMT4">
                  <p:embed/>
                </p:oleObj>
              </mc:Choice>
              <mc:Fallback>
                <p:oleObj name="Equation" r:id="rId17" imgW="41452800" imgH="201168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59341" y="5157192"/>
                        <a:ext cx="1727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1657141" y="3855244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利用对称性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4400341" y="821532"/>
            <a:ext cx="6019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计算该平面截圆柱体所得立体的体积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25" name="Group 32"/>
          <p:cNvGrpSpPr/>
          <p:nvPr/>
        </p:nvGrpSpPr>
        <p:grpSpPr bwMode="auto">
          <a:xfrm>
            <a:off x="9332704" y="2932907"/>
            <a:ext cx="820737" cy="1181100"/>
            <a:chOff x="1894" y="1248"/>
            <a:chExt cx="1034" cy="1488"/>
          </a:xfrm>
        </p:grpSpPr>
        <p:sp>
          <p:nvSpPr>
            <p:cNvPr id="26" name="Line 33"/>
            <p:cNvSpPr>
              <a:spLocks noChangeShapeType="1"/>
            </p:cNvSpPr>
            <p:nvPr/>
          </p:nvSpPr>
          <p:spPr bwMode="auto">
            <a:xfrm flipV="1">
              <a:off x="1894" y="1248"/>
              <a:ext cx="1034" cy="14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>
              <a:off x="2921" y="1299"/>
              <a:ext cx="0" cy="97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 flipV="1">
              <a:off x="1915" y="2275"/>
              <a:ext cx="1013" cy="46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36"/>
          <p:cNvGrpSpPr/>
          <p:nvPr/>
        </p:nvGrpSpPr>
        <p:grpSpPr bwMode="auto">
          <a:xfrm>
            <a:off x="8205580" y="3023395"/>
            <a:ext cx="2427288" cy="2166938"/>
            <a:chOff x="4225" y="2063"/>
            <a:chExt cx="1529" cy="1365"/>
          </a:xfrm>
        </p:grpSpPr>
        <p:grpSp>
          <p:nvGrpSpPr>
            <p:cNvPr id="30" name="Group 37"/>
            <p:cNvGrpSpPr/>
            <p:nvPr/>
          </p:nvGrpSpPr>
          <p:grpSpPr bwMode="auto">
            <a:xfrm>
              <a:off x="4225" y="2198"/>
              <a:ext cx="1454" cy="1034"/>
              <a:chOff x="4080" y="1776"/>
              <a:chExt cx="1454" cy="1034"/>
            </a:xfrm>
          </p:grpSpPr>
          <p:graphicFrame>
            <p:nvGraphicFramePr>
              <p:cNvPr id="33" name="Object 38"/>
              <p:cNvGraphicFramePr>
                <a:graphicFrameLocks noChangeAspect="1"/>
              </p:cNvGraphicFramePr>
              <p:nvPr/>
            </p:nvGraphicFramePr>
            <p:xfrm>
              <a:off x="4479" y="2200"/>
              <a:ext cx="20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86" name="Equation" r:id="rId19" imgW="144780" imgH="167005" progId="Equation.DSMT4">
                      <p:embed/>
                    </p:oleObj>
                  </mc:Choice>
                  <mc:Fallback>
                    <p:oleObj name="Equation" r:id="rId19" imgW="144780" imgH="167005" progId="Equation.DSMT4">
                      <p:embed/>
                      <p:pic>
                        <p:nvPicPr>
                          <p:cNvPr id="0" name="图片 2458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79" y="2200"/>
                            <a:ext cx="208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39"/>
              <p:cNvGraphicFramePr>
                <a:graphicFrameLocks noChangeAspect="1"/>
              </p:cNvGraphicFramePr>
              <p:nvPr/>
            </p:nvGraphicFramePr>
            <p:xfrm>
              <a:off x="4918" y="2570"/>
              <a:ext cx="18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87" name="Equation" r:id="rId21" imgW="7010400" imgH="9144000" progId="Equation.DSMT4">
                      <p:embed/>
                    </p:oleObj>
                  </mc:Choice>
                  <mc:Fallback>
                    <p:oleObj name="Equation" r:id="rId21" imgW="7010400" imgH="9144000" progId="Equation.DSMT4">
                      <p:embed/>
                      <p:pic>
                        <p:nvPicPr>
                          <p:cNvPr id="0" name="图片 2458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918" y="2570"/>
                            <a:ext cx="184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Line 40"/>
              <p:cNvSpPr>
                <a:spLocks noChangeShapeType="1"/>
              </p:cNvSpPr>
              <p:nvPr/>
            </p:nvSpPr>
            <p:spPr bwMode="auto">
              <a:xfrm>
                <a:off x="4080" y="1776"/>
                <a:ext cx="1292" cy="10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36" name="Line 41"/>
              <p:cNvSpPr>
                <a:spLocks noChangeShapeType="1"/>
              </p:cNvSpPr>
              <p:nvPr/>
            </p:nvSpPr>
            <p:spPr bwMode="auto">
              <a:xfrm flipV="1">
                <a:off x="4670" y="1858"/>
                <a:ext cx="86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aphicFrame>
          <p:nvGraphicFramePr>
            <p:cNvPr id="31" name="Object 42"/>
            <p:cNvGraphicFramePr>
              <a:graphicFrameLocks noChangeAspect="1"/>
            </p:cNvGraphicFramePr>
            <p:nvPr/>
          </p:nvGraphicFramePr>
          <p:xfrm>
            <a:off x="5356" y="3226"/>
            <a:ext cx="216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8" name="Equation" r:id="rId23" imgW="3048000" imgH="3352800" progId="Equation.DSMT4">
                    <p:embed/>
                  </p:oleObj>
                </mc:Choice>
                <mc:Fallback>
                  <p:oleObj name="Equation" r:id="rId23" imgW="3048000" imgH="3352800" progId="Equation.DSMT4">
                    <p:embed/>
                    <p:pic>
                      <p:nvPicPr>
                        <p:cNvPr id="0" name="图片 245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356" y="3226"/>
                          <a:ext cx="216" cy="2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43"/>
            <p:cNvGraphicFramePr>
              <a:graphicFrameLocks noChangeAspect="1"/>
            </p:cNvGraphicFramePr>
            <p:nvPr/>
          </p:nvGraphicFramePr>
          <p:xfrm>
            <a:off x="5526" y="2063"/>
            <a:ext cx="22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" name="Equation" r:id="rId25" imgW="3352800" imgH="3962400" progId="Equation.DSMT4">
                    <p:embed/>
                  </p:oleObj>
                </mc:Choice>
                <mc:Fallback>
                  <p:oleObj name="Equation" r:id="rId25" imgW="3352800" imgH="3962400" progId="Equation.DSMT4">
                    <p:embed/>
                    <p:pic>
                      <p:nvPicPr>
                        <p:cNvPr id="0" name="图片 245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526" y="2063"/>
                          <a:ext cx="228" cy="2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44"/>
          <p:cNvGraphicFramePr>
            <a:graphicFrameLocks noChangeAspect="1"/>
          </p:cNvGraphicFramePr>
          <p:nvPr/>
        </p:nvGraphicFramePr>
        <p:xfrm>
          <a:off x="9185274" y="4149080"/>
          <a:ext cx="367109" cy="302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27" imgW="3048000" imgH="3352800" progId="Equation.DSMT4">
                  <p:embed/>
                </p:oleObj>
              </mc:Choice>
              <mc:Fallback>
                <p:oleObj name="Equation" r:id="rId27" imgW="3048000" imgH="33528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185274" y="4149080"/>
                        <a:ext cx="367109" cy="3022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 build="p"/>
      <p:bldP spid="8" grpId="0" advAuto="0" autoUpdateAnimBg="0" build="p"/>
      <p:bldP spid="13" grpId="0" autoUpdateAnimBg="0"/>
      <p:bldP spid="14" grpId="0" autoUpdateAnimBg="0"/>
      <p:bldP spid="15" grpId="0" autoUpdateAnimBg="0"/>
      <p:bldP spid="16" grpId="0" autoUpdateAnimBg="0"/>
      <p:bldP spid="23" grpId="0" autoUpdateAnimBg="0"/>
      <p:bldP spid="24" grpId="0" autoUpdateAnimBg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870825" y="1219200"/>
            <a:ext cx="1819275" cy="2019300"/>
            <a:chOff x="4257" y="1310"/>
            <a:chExt cx="1146" cy="1272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4257" y="1310"/>
            <a:ext cx="1146" cy="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1" name="BMP 图象" r:id="rId1" imgW="1819275" imgH="2019300" progId="PBrush">
                    <p:embed/>
                  </p:oleObj>
                </mc:Choice>
                <mc:Fallback>
                  <p:oleObj name="BMP 图象" r:id="rId1" imgW="1819275" imgH="2019300" progId="PBrush">
                    <p:embed/>
                    <p:pic>
                      <p:nvPicPr>
                        <p:cNvPr id="0" name="图片 256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57" y="1310"/>
                          <a:ext cx="1146" cy="1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4848" y="1967"/>
            <a:ext cx="160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2" name="Equation" r:id="rId3" imgW="312420" imgH="278765" progId="Equation.3">
                    <p:embed/>
                  </p:oleObj>
                </mc:Choice>
                <mc:Fallback>
                  <p:oleObj name="Equation" r:id="rId3" imgW="312420" imgH="278765" progId="Equation.3">
                    <p:embed/>
                    <p:pic>
                      <p:nvPicPr>
                        <p:cNvPr id="0" name="图片 256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8" y="1967"/>
                          <a:ext cx="160" cy="1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Arc 5"/>
            <p:cNvSpPr/>
            <p:nvPr/>
          </p:nvSpPr>
          <p:spPr bwMode="auto">
            <a:xfrm>
              <a:off x="4650" y="2093"/>
              <a:ext cx="186" cy="163"/>
            </a:xfrm>
            <a:custGeom>
              <a:avLst/>
              <a:gdLst>
                <a:gd name="G0" fmla="+- 0 0 0"/>
                <a:gd name="G1" fmla="+- 17541 0 0"/>
                <a:gd name="G2" fmla="+- 21600 0 0"/>
                <a:gd name="T0" fmla="*/ 12604 w 19886"/>
                <a:gd name="T1" fmla="*/ 0 h 17541"/>
                <a:gd name="T2" fmla="*/ 19886 w 19886"/>
                <a:gd name="T3" fmla="*/ 9109 h 17541"/>
                <a:gd name="T4" fmla="*/ 0 w 19886"/>
                <a:gd name="T5" fmla="*/ 17541 h 17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86" h="17541" fill="none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</a:path>
                <a:path w="19886" h="17541" stroke="0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  <a:lnTo>
                    <a:pt x="0" y="17541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" name="Group 6"/>
          <p:cNvGrpSpPr/>
          <p:nvPr/>
        </p:nvGrpSpPr>
        <p:grpSpPr bwMode="auto">
          <a:xfrm>
            <a:off x="7620000" y="1819275"/>
            <a:ext cx="2308225" cy="2019300"/>
            <a:chOff x="4225" y="2116"/>
            <a:chExt cx="1454" cy="1272"/>
          </a:xfrm>
        </p:grpSpPr>
        <p:grpSp>
          <p:nvGrpSpPr>
            <p:cNvPr id="7" name="Group 7"/>
            <p:cNvGrpSpPr/>
            <p:nvPr/>
          </p:nvGrpSpPr>
          <p:grpSpPr bwMode="auto">
            <a:xfrm>
              <a:off x="4225" y="2198"/>
              <a:ext cx="1454" cy="1035"/>
              <a:chOff x="4080" y="1776"/>
              <a:chExt cx="1454" cy="1035"/>
            </a:xfrm>
          </p:grpSpPr>
          <p:graphicFrame>
            <p:nvGraphicFramePr>
              <p:cNvPr id="10" name="Object 8"/>
              <p:cNvGraphicFramePr>
                <a:graphicFrameLocks noChangeAspect="1"/>
              </p:cNvGraphicFramePr>
              <p:nvPr/>
            </p:nvGraphicFramePr>
            <p:xfrm>
              <a:off x="4483" y="2208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03" name="Equation" r:id="rId5" imgW="144780" imgH="167005" progId="Equation.3">
                      <p:embed/>
                    </p:oleObj>
                  </mc:Choice>
                  <mc:Fallback>
                    <p:oleObj name="Equation" r:id="rId5" imgW="144780" imgH="167005" progId="Equation.3">
                      <p:embed/>
                      <p:pic>
                        <p:nvPicPr>
                          <p:cNvPr id="0" name="图片 2560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483" y="2208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Object 9"/>
              <p:cNvGraphicFramePr>
                <a:graphicFrameLocks noChangeAspect="1"/>
              </p:cNvGraphicFramePr>
              <p:nvPr/>
            </p:nvGraphicFramePr>
            <p:xfrm>
              <a:off x="4918" y="2571"/>
              <a:ext cx="18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04" name="Equation" r:id="rId7" imgW="7010400" imgH="9144000" progId="Equation.DSMT4">
                      <p:embed/>
                    </p:oleObj>
                  </mc:Choice>
                  <mc:Fallback>
                    <p:oleObj name="Equation" r:id="rId7" imgW="7010400" imgH="9144000" progId="Equation.DSMT4">
                      <p:embed/>
                      <p:pic>
                        <p:nvPicPr>
                          <p:cNvPr id="0" name="图片 2560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918" y="2571"/>
                            <a:ext cx="184" cy="24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4080" y="1776"/>
                <a:ext cx="1292" cy="10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V="1">
                <a:off x="4670" y="1858"/>
                <a:ext cx="86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5328" y="3196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5" name="Equation" r:id="rId9" imgW="5486400" imgH="7315200" progId="Equation.DSMT4">
                    <p:embed/>
                  </p:oleObj>
                </mc:Choice>
                <mc:Fallback>
                  <p:oleObj name="Equation" r:id="rId9" imgW="5486400" imgH="7315200" progId="Equation.DSMT4">
                    <p:embed/>
                    <p:pic>
                      <p:nvPicPr>
                        <p:cNvPr id="0" name="图片 256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28" y="3196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3"/>
            <p:cNvGraphicFramePr>
              <a:graphicFrameLocks noChangeAspect="1"/>
            </p:cNvGraphicFramePr>
            <p:nvPr/>
          </p:nvGraphicFramePr>
          <p:xfrm>
            <a:off x="5516" y="211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6" name="Equation" r:id="rId11" imgW="6096000" imgH="7315200" progId="Equation.DSMT4">
                    <p:embed/>
                  </p:oleObj>
                </mc:Choice>
                <mc:Fallback>
                  <p:oleObj name="Equation" r:id="rId11" imgW="6096000" imgH="7315200" progId="Equation.DSMT4">
                    <p:embed/>
                    <p:pic>
                      <p:nvPicPr>
                        <p:cNvPr id="0" name="图片 256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16" y="211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14"/>
          <p:cNvSpPr txBox="1">
            <a:spLocks noChangeArrowheads="1"/>
          </p:cNvSpPr>
          <p:nvPr/>
        </p:nvSpPr>
        <p:spPr>
          <a:xfrm>
            <a:off x="2063750" y="1103312"/>
            <a:ext cx="5029200" cy="609600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ea typeface="楷体_GB2312" charset="-122"/>
              </a:rPr>
              <a:t>可否选择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ea typeface="楷体_GB2312" charset="-122"/>
              </a:rPr>
              <a:t> </a:t>
            </a:r>
            <a:r>
              <a:rPr lang="zh-CN" altLang="en-US" sz="2800" b="1" dirty="0" smtClean="0">
                <a:ea typeface="楷体_GB2312" charset="-122"/>
              </a:rPr>
              <a:t>作积分变量 </a:t>
            </a:r>
            <a:r>
              <a:rPr lang="en-US" altLang="zh-CN" sz="2800" b="1" dirty="0" smtClean="0">
                <a:ea typeface="楷体_GB2312" charset="-122"/>
              </a:rPr>
              <a:t>?</a:t>
            </a:r>
            <a:endParaRPr lang="en-US" altLang="zh-CN" sz="2800" b="1" dirty="0">
              <a:ea typeface="楷体_GB2312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063750" y="1789113"/>
            <a:ext cx="4491038" cy="5219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此时截面面积函数是什么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?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063750" y="2384425"/>
            <a:ext cx="4191000" cy="52197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如何用定积分表示体积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?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9536906" y="2971800"/>
          <a:ext cx="782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19202400" imgH="9448800" progId="Equation.DSMT4">
                  <p:embed/>
                </p:oleObj>
              </mc:Choice>
              <mc:Fallback>
                <p:oleObj name="Equation" r:id="rId13" imgW="19202400" imgH="9448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36906" y="2971800"/>
                        <a:ext cx="782637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149897" y="3033409"/>
          <a:ext cx="1001887" cy="43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11277600" imgH="4876800" progId="Equation.DSMT4">
                  <p:embed/>
                </p:oleObj>
              </mc:Choice>
              <mc:Fallback>
                <p:oleObj name="Equation" r:id="rId15" imgW="11277600" imgH="48768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9897" y="3033409"/>
                        <a:ext cx="1001887" cy="4361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9"/>
          <p:cNvSpPr/>
          <p:nvPr/>
        </p:nvSpPr>
        <p:spPr bwMode="auto">
          <a:xfrm>
            <a:off x="8293100" y="1752600"/>
            <a:ext cx="1143000" cy="1219200"/>
          </a:xfrm>
          <a:custGeom>
            <a:avLst/>
            <a:gdLst>
              <a:gd name="T0" fmla="*/ 0 w 720"/>
              <a:gd name="T1" fmla="*/ 0 h 768"/>
              <a:gd name="T2" fmla="*/ 0 w 720"/>
              <a:gd name="T3" fmla="*/ 240 h 768"/>
              <a:gd name="T4" fmla="*/ 720 w 720"/>
              <a:gd name="T5" fmla="*/ 768 h 768"/>
              <a:gd name="T6" fmla="*/ 720 w 720"/>
              <a:gd name="T7" fmla="*/ 576 h 768"/>
              <a:gd name="T8" fmla="*/ 0 w 720"/>
              <a:gd name="T9" fmla="*/ 0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0" h="768">
                <a:moveTo>
                  <a:pt x="0" y="0"/>
                </a:moveTo>
                <a:lnTo>
                  <a:pt x="0" y="240"/>
                </a:lnTo>
                <a:lnTo>
                  <a:pt x="720" y="768"/>
                </a:lnTo>
                <a:lnTo>
                  <a:pt x="720" y="576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 w="9525">
            <a:solidFill>
              <a:srgbClr val="B2B2B2"/>
            </a:solidFill>
            <a:rou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957512" y="2952546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提示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127500" y="3048000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37490400" imgH="9448800" progId="Equation.DSMT4">
                  <p:embed/>
                </p:oleObj>
              </mc:Choice>
              <mc:Fallback>
                <p:oleObj name="Equation" r:id="rId17" imgW="37490400" imgH="9448800" progId="Equation.DSMT4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27500" y="3048000"/>
                        <a:ext cx="1562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905250" y="3568700"/>
          <a:ext cx="2908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9" imgW="69799200" imgH="13716000" progId="Equation.DSMT4">
                  <p:embed/>
                </p:oleObj>
              </mc:Choice>
              <mc:Fallback>
                <p:oleObj name="Equation" r:id="rId19" imgW="69799200" imgH="137160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05250" y="3568700"/>
                        <a:ext cx="29083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589164" y="4586976"/>
          <a:ext cx="569698" cy="38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21" imgW="6400800" imgH="4267200" progId="Equation.DSMT4">
                  <p:embed/>
                </p:oleObj>
              </mc:Choice>
              <mc:Fallback>
                <p:oleObj name="Equation" r:id="rId21" imgW="6400800" imgH="4267200" progId="Equation.DSMT4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89164" y="4586976"/>
                        <a:ext cx="569698" cy="3889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174976" y="4420592"/>
          <a:ext cx="156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3" imgW="37490400" imgH="17678400" progId="Equation.DSMT4">
                  <p:embed/>
                </p:oleObj>
              </mc:Choice>
              <mc:Fallback>
                <p:oleObj name="Equation" r:id="rId23" imgW="37490400" imgH="176784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74976" y="4420592"/>
                        <a:ext cx="1562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5698976" y="4433292"/>
          <a:ext cx="1981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25" imgW="47548800" imgH="13716000" progId="Equation.DSMT4">
                  <p:embed/>
                </p:oleObj>
              </mc:Choice>
              <mc:Fallback>
                <p:oleObj name="Equation" r:id="rId25" imgW="47548800" imgH="13716000" progId="Equation.DSMT4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98976" y="4433292"/>
                        <a:ext cx="19812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063750" y="476672"/>
            <a:ext cx="11010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863752" y="5204296"/>
          <a:ext cx="180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27" imgW="43281600" imgH="21336000" progId="Equation.DSMT4">
                  <p:embed/>
                </p:oleObj>
              </mc:Choice>
              <mc:Fallback>
                <p:oleObj name="Equation" r:id="rId27" imgW="43281600" imgH="213360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63752" y="5204296"/>
                        <a:ext cx="1803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 autoUpdateAnimBg="0"/>
      <p:bldP spid="16" grpId="0" bldLvl="0" animBg="1" autoUpdateAnimBg="0"/>
      <p:bldP spid="19" grpId="0" bldLvl="0" animBg="1"/>
      <p:bldP spid="2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6560" y="366182"/>
            <a:ext cx="25234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种重要特例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57630" y="977667"/>
            <a:ext cx="7525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旋转体是由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3750" y="1523112"/>
            <a:ext cx="6817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所围图形绕水平直线</a:t>
            </a:r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旋转而成时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10013" y="2081848"/>
          <a:ext cx="30353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72847200" imgH="18288000" progId="Equation.DSMT4">
                  <p:embed/>
                </p:oleObj>
              </mc:Choice>
              <mc:Fallback>
                <p:oleObj name="Equation" r:id="rId1" imgW="72847200" imgH="182880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0013" y="2081848"/>
                        <a:ext cx="3035300" cy="755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63095" y="2963932"/>
            <a:ext cx="8099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单调递减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18005" y="3506202"/>
            <a:ext cx="775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到零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则称曲线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轴所围图形为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18005" y="4115782"/>
            <a:ext cx="7757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角形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区域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角形区域绕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轴旋转一周所得的体积为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910489" y="4845794"/>
          <a:ext cx="32718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78333600" imgH="16459200" progId="Equation.DSMT4">
                  <p:embed/>
                </p:oleObj>
              </mc:Choice>
              <mc:Fallback>
                <p:oleObj name="Equation" r:id="rId3" imgW="78333600" imgH="164592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10489" y="4845794"/>
                        <a:ext cx="3271837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5"/>
          <p:cNvGrpSpPr/>
          <p:nvPr/>
        </p:nvGrpSpPr>
        <p:grpSpPr bwMode="auto">
          <a:xfrm>
            <a:off x="8328248" y="4797157"/>
            <a:ext cx="1561683" cy="1152123"/>
            <a:chOff x="9051" y="13656"/>
            <a:chExt cx="1995" cy="1142"/>
          </a:xfrm>
        </p:grpSpPr>
        <p:grpSp>
          <p:nvGrpSpPr>
            <p:cNvPr id="13" name="Group 6"/>
            <p:cNvGrpSpPr/>
            <p:nvPr/>
          </p:nvGrpSpPr>
          <p:grpSpPr bwMode="auto">
            <a:xfrm>
              <a:off x="9051" y="13656"/>
              <a:ext cx="1995" cy="1142"/>
              <a:chOff x="6783" y="1577"/>
              <a:chExt cx="1995" cy="1142"/>
            </a:xfrm>
          </p:grpSpPr>
          <p:grpSp>
            <p:nvGrpSpPr>
              <p:cNvPr id="20" name="Group 8"/>
              <p:cNvGrpSpPr/>
              <p:nvPr/>
            </p:nvGrpSpPr>
            <p:grpSpPr bwMode="auto">
              <a:xfrm>
                <a:off x="6783" y="1577"/>
                <a:ext cx="1995" cy="1142"/>
                <a:chOff x="6527" y="8289"/>
                <a:chExt cx="1752" cy="963"/>
              </a:xfrm>
            </p:grpSpPr>
            <p:sp>
              <p:nvSpPr>
                <p:cNvPr id="22" name="Oval 9"/>
                <p:cNvSpPr>
                  <a:spLocks noChangeArrowheads="1"/>
                </p:cNvSpPr>
                <p:nvPr/>
              </p:nvSpPr>
              <p:spPr bwMode="auto">
                <a:xfrm>
                  <a:off x="6869" y="8783"/>
                  <a:ext cx="1019" cy="12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Oval 10"/>
                <p:cNvSpPr>
                  <a:spLocks noChangeArrowheads="1"/>
                </p:cNvSpPr>
                <p:nvPr/>
              </p:nvSpPr>
              <p:spPr bwMode="auto">
                <a:xfrm>
                  <a:off x="6890" y="8698"/>
                  <a:ext cx="1019" cy="127"/>
                </a:xfrm>
                <a:prstGeom prst="ellipse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Line 11"/>
                <p:cNvSpPr>
                  <a:spLocks noChangeShapeType="1"/>
                </p:cNvSpPr>
                <p:nvPr/>
              </p:nvSpPr>
              <p:spPr bwMode="auto">
                <a:xfrm>
                  <a:off x="6527" y="8928"/>
                  <a:ext cx="175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7384" y="8289"/>
                  <a:ext cx="0" cy="96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3"/>
                <p:cNvSpPr/>
                <p:nvPr/>
              </p:nvSpPr>
              <p:spPr bwMode="auto">
                <a:xfrm>
                  <a:off x="7384" y="8480"/>
                  <a:ext cx="743" cy="448"/>
                </a:xfrm>
                <a:custGeom>
                  <a:avLst/>
                  <a:gdLst>
                    <a:gd name="T0" fmla="*/ 0 w 1170"/>
                    <a:gd name="T1" fmla="*/ 0 h 706"/>
                    <a:gd name="T2" fmla="*/ 540 w 1170"/>
                    <a:gd name="T3" fmla="*/ 256 h 706"/>
                    <a:gd name="T4" fmla="*/ 810 w 1170"/>
                    <a:gd name="T5" fmla="*/ 496 h 706"/>
                    <a:gd name="T6" fmla="*/ 1170 w 1170"/>
                    <a:gd name="T7" fmla="*/ 706 h 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70" h="706">
                      <a:moveTo>
                        <a:pt x="0" y="0"/>
                      </a:moveTo>
                      <a:cubicBezTo>
                        <a:pt x="202" y="86"/>
                        <a:pt x="405" y="173"/>
                        <a:pt x="540" y="256"/>
                      </a:cubicBezTo>
                      <a:cubicBezTo>
                        <a:pt x="675" y="339"/>
                        <a:pt x="705" y="421"/>
                        <a:pt x="810" y="496"/>
                      </a:cubicBezTo>
                      <a:cubicBezTo>
                        <a:pt x="915" y="571"/>
                        <a:pt x="1042" y="638"/>
                        <a:pt x="1170" y="7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 flipH="1">
                  <a:off x="6621" y="8480"/>
                  <a:ext cx="744" cy="447"/>
                </a:xfrm>
                <a:custGeom>
                  <a:avLst/>
                  <a:gdLst>
                    <a:gd name="T0" fmla="*/ 0 w 1170"/>
                    <a:gd name="T1" fmla="*/ 0 h 706"/>
                    <a:gd name="T2" fmla="*/ 540 w 1170"/>
                    <a:gd name="T3" fmla="*/ 256 h 706"/>
                    <a:gd name="T4" fmla="*/ 810 w 1170"/>
                    <a:gd name="T5" fmla="*/ 496 h 706"/>
                    <a:gd name="T6" fmla="*/ 1170 w 1170"/>
                    <a:gd name="T7" fmla="*/ 706 h 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70" h="706">
                      <a:moveTo>
                        <a:pt x="0" y="0"/>
                      </a:moveTo>
                      <a:cubicBezTo>
                        <a:pt x="202" y="86"/>
                        <a:pt x="405" y="173"/>
                        <a:pt x="540" y="256"/>
                      </a:cubicBezTo>
                      <a:cubicBezTo>
                        <a:pt x="675" y="339"/>
                        <a:pt x="705" y="421"/>
                        <a:pt x="810" y="496"/>
                      </a:cubicBezTo>
                      <a:cubicBezTo>
                        <a:pt x="915" y="571"/>
                        <a:pt x="1042" y="638"/>
                        <a:pt x="1170" y="7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Rectangle 15"/>
                <p:cNvSpPr>
                  <a:spLocks noChangeArrowheads="1"/>
                </p:cNvSpPr>
                <p:nvPr/>
              </p:nvSpPr>
              <p:spPr bwMode="auto">
                <a:xfrm>
                  <a:off x="7384" y="8765"/>
                  <a:ext cx="533" cy="7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6870" y="8757"/>
                  <a:ext cx="9" cy="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7" name="对象 16"/>
              <p:cNvGraphicFramePr>
                <a:graphicFrameLocks noChangeAspect="1"/>
              </p:cNvGraphicFramePr>
              <p:nvPr/>
            </p:nvGraphicFramePr>
            <p:xfrm>
              <a:off x="7839" y="1625"/>
              <a:ext cx="162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7" name="Equation" r:id="rId5" imgW="3352800" imgH="3962400" progId="Equation.DSMT4">
                      <p:embed/>
                    </p:oleObj>
                  </mc:Choice>
                  <mc:Fallback>
                    <p:oleObj name="Equation" r:id="rId5" imgW="3352800" imgH="3962400" progId="Equation.DSMT4">
                      <p:embed/>
                      <p:pic>
                        <p:nvPicPr>
                          <p:cNvPr id="0" name="图片 2662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839" y="1625"/>
                            <a:ext cx="162" cy="19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/>
              <p:cNvGraphicFramePr>
                <a:graphicFrameLocks noChangeAspect="1"/>
              </p:cNvGraphicFramePr>
              <p:nvPr/>
            </p:nvGraphicFramePr>
            <p:xfrm>
              <a:off x="7777" y="2363"/>
              <a:ext cx="177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8" name="Equation" r:id="rId7" imgW="3657600" imgH="4267200" progId="Equation.DSMT4">
                      <p:embed/>
                    </p:oleObj>
                  </mc:Choice>
                  <mc:Fallback>
                    <p:oleObj name="Equation" r:id="rId7" imgW="3657600" imgH="4267200" progId="Equation.DSMT4">
                      <p:embed/>
                      <p:pic>
                        <p:nvPicPr>
                          <p:cNvPr id="0" name="图片 2662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777" y="2363"/>
                            <a:ext cx="177" cy="20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/>
              <p:cNvGraphicFramePr>
                <a:graphicFrameLocks noChangeAspect="1"/>
              </p:cNvGraphicFramePr>
              <p:nvPr/>
            </p:nvGraphicFramePr>
            <p:xfrm>
              <a:off x="8524" y="2365"/>
              <a:ext cx="160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9" name="Equation" r:id="rId9" imgW="3048000" imgH="3352800" progId="Equation.DSMT4">
                      <p:embed/>
                    </p:oleObj>
                  </mc:Choice>
                  <mc:Fallback>
                    <p:oleObj name="Equation" r:id="rId9" imgW="3048000" imgH="3352800" progId="Equation.DSMT4">
                      <p:embed/>
                      <p:pic>
                        <p:nvPicPr>
                          <p:cNvPr id="0" name="图片 2662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8524" y="2365"/>
                            <a:ext cx="160" cy="17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0665" y="14423"/>
            <a:ext cx="2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0" name="Equation" r:id="rId11" imgW="3048000" imgH="3352800" progId="Equation.DSMT4">
                    <p:embed/>
                  </p:oleObj>
                </mc:Choice>
                <mc:Fallback>
                  <p:oleObj name="Equation" r:id="rId11" imgW="3048000" imgH="3352800" progId="Equation.DSMT4">
                    <p:embed/>
                    <p:pic>
                      <p:nvPicPr>
                        <p:cNvPr id="0" name="图片 266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65" y="14423"/>
                          <a:ext cx="200" cy="2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9995" y="13808"/>
            <a:ext cx="4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1" name="Equation" r:id="rId13" imgW="7924800" imgH="4876800" progId="Equation.DSMT4">
                    <p:embed/>
                  </p:oleObj>
                </mc:Choice>
                <mc:Fallback>
                  <p:oleObj name="Equation" r:id="rId13" imgW="7924800" imgH="4876800" progId="Equation.DSMT4">
                    <p:embed/>
                    <p:pic>
                      <p:nvPicPr>
                        <p:cNvPr id="0" name="图片 266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995" y="13808"/>
                          <a:ext cx="440" cy="2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/>
          <p:nvPr/>
        </p:nvGrpSpPr>
        <p:grpSpPr>
          <a:xfrm>
            <a:off x="8840693" y="994569"/>
            <a:ext cx="1995772" cy="1513943"/>
            <a:chOff x="6804248" y="1124744"/>
            <a:chExt cx="1995772" cy="1513943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6846613" y="2633099"/>
              <a:ext cx="1800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6888037" y="1124744"/>
              <a:ext cx="0" cy="15121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804248" y="2132856"/>
              <a:ext cx="1995772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任意多边形 36"/>
            <p:cNvSpPr/>
            <p:nvPr/>
          </p:nvSpPr>
          <p:spPr>
            <a:xfrm>
              <a:off x="7150813" y="1650301"/>
              <a:ext cx="1191803" cy="312063"/>
            </a:xfrm>
            <a:custGeom>
              <a:avLst/>
              <a:gdLst>
                <a:gd name="connsiteX0" fmla="*/ 0 w 1191803"/>
                <a:gd name="connsiteY0" fmla="*/ 312063 h 312063"/>
                <a:gd name="connsiteX1" fmla="*/ 390418 w 1191803"/>
                <a:gd name="connsiteY1" fmla="*/ 3838 h 312063"/>
                <a:gd name="connsiteX2" fmla="*/ 801385 w 1191803"/>
                <a:gd name="connsiteY2" fmla="*/ 147677 h 312063"/>
                <a:gd name="connsiteX3" fmla="*/ 1191803 w 1191803"/>
                <a:gd name="connsiteY3" fmla="*/ 270966 h 312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803" h="312063">
                  <a:moveTo>
                    <a:pt x="0" y="312063"/>
                  </a:moveTo>
                  <a:cubicBezTo>
                    <a:pt x="128427" y="171649"/>
                    <a:pt x="256854" y="31236"/>
                    <a:pt x="390418" y="3838"/>
                  </a:cubicBezTo>
                  <a:cubicBezTo>
                    <a:pt x="523982" y="-23560"/>
                    <a:pt x="667821" y="103156"/>
                    <a:pt x="801385" y="147677"/>
                  </a:cubicBezTo>
                  <a:cubicBezTo>
                    <a:pt x="934949" y="192198"/>
                    <a:pt x="1063376" y="231582"/>
                    <a:pt x="1191803" y="270966"/>
                  </a:cubicBezTo>
                </a:path>
              </a:pathLst>
            </a:cu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>
              <a:stCxn id="37" idx="0"/>
            </p:cNvCxnSpPr>
            <p:nvPr/>
          </p:nvCxnSpPr>
          <p:spPr>
            <a:xfrm>
              <a:off x="7150813" y="1962364"/>
              <a:ext cx="0" cy="5305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37" idx="3"/>
            </p:cNvCxnSpPr>
            <p:nvPr/>
          </p:nvCxnSpPr>
          <p:spPr>
            <a:xfrm>
              <a:off x="8342616" y="1921267"/>
              <a:ext cx="0" cy="4996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任意多边形 41"/>
            <p:cNvSpPr/>
            <p:nvPr/>
          </p:nvSpPr>
          <p:spPr>
            <a:xfrm flipV="1">
              <a:off x="7150812" y="2326624"/>
              <a:ext cx="1191803" cy="312063"/>
            </a:xfrm>
            <a:custGeom>
              <a:avLst/>
              <a:gdLst>
                <a:gd name="connsiteX0" fmla="*/ 0 w 1191803"/>
                <a:gd name="connsiteY0" fmla="*/ 312063 h 312063"/>
                <a:gd name="connsiteX1" fmla="*/ 390418 w 1191803"/>
                <a:gd name="connsiteY1" fmla="*/ 3838 h 312063"/>
                <a:gd name="connsiteX2" fmla="*/ 801385 w 1191803"/>
                <a:gd name="connsiteY2" fmla="*/ 147677 h 312063"/>
                <a:gd name="connsiteX3" fmla="*/ 1191803 w 1191803"/>
                <a:gd name="connsiteY3" fmla="*/ 270966 h 312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803" h="312063">
                  <a:moveTo>
                    <a:pt x="0" y="312063"/>
                  </a:moveTo>
                  <a:cubicBezTo>
                    <a:pt x="128427" y="171649"/>
                    <a:pt x="256854" y="31236"/>
                    <a:pt x="390418" y="3838"/>
                  </a:cubicBezTo>
                  <a:cubicBezTo>
                    <a:pt x="523982" y="-23560"/>
                    <a:pt x="667821" y="103156"/>
                    <a:pt x="801385" y="147677"/>
                  </a:cubicBezTo>
                  <a:cubicBezTo>
                    <a:pt x="934949" y="192198"/>
                    <a:pt x="1063376" y="231582"/>
                    <a:pt x="1191803" y="270966"/>
                  </a:cubicBezTo>
                </a:path>
              </a:pathLst>
            </a:cu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0766866" y="1768756"/>
            <a:ext cx="721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775515" y="362501"/>
            <a:ext cx="568843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*3.用薄壳法求旋转体的体积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891592"/>
            <a:ext cx="2851770" cy="16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51584" y="1124744"/>
            <a:ext cx="4839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如果旋转体是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5520" y="1647964"/>
            <a:ext cx="55854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由连续曲线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，直线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5520" y="2171184"/>
            <a:ext cx="58813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轴所围成的曲边梯形绕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轴旋转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5520" y="2694404"/>
            <a:ext cx="81768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一周而成的立体，则在点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处的体积微元可以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5520" y="3217624"/>
            <a:ext cx="8147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看作是截面积为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)d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的矩形（以旋转半径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）绕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75520" y="3740844"/>
            <a:ext cx="4680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轴旋转而成的“环形柱体”.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56040" y="3740844"/>
            <a:ext cx="3580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这种算法称为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薄壳法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199255" y="4480560"/>
          <a:ext cx="533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2" imgW="12801600" imgH="11277600" progId="Equation.DSMT4">
                  <p:embed/>
                </p:oleObj>
              </mc:Choice>
              <mc:Fallback>
                <p:oleObj name="Equation" r:id="rId2" imgW="12801600" imgH="112776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9255" y="4480560"/>
                        <a:ext cx="53340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819968" y="4480560"/>
          <a:ext cx="2057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4" imgW="49377600" imgH="9448800" progId="Equation.DSMT4">
                  <p:embed/>
                </p:oleObj>
              </mc:Choice>
              <mc:Fallback>
                <p:oleObj name="Equation" r:id="rId4" imgW="49377600" imgH="94488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9968" y="4480560"/>
                        <a:ext cx="20574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365015" y="5013176"/>
          <a:ext cx="26082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6" imgW="62788800" imgH="16459200" progId="Equation.DSMT4">
                  <p:embed/>
                </p:oleObj>
              </mc:Choice>
              <mc:Fallback>
                <p:oleObj name="Equation" r:id="rId6" imgW="62788800" imgH="164592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65015" y="5013176"/>
                        <a:ext cx="260826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 bwMode="auto">
          <a:xfrm>
            <a:off x="6744072" y="332655"/>
            <a:ext cx="3712769" cy="2736305"/>
            <a:chOff x="2026" y="9969"/>
            <a:chExt cx="3122" cy="2175"/>
          </a:xfrm>
        </p:grpSpPr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456" y="10998"/>
              <a:ext cx="1660" cy="93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11" name="Group 11"/>
            <p:cNvGrpSpPr/>
            <p:nvPr/>
          </p:nvGrpSpPr>
          <p:grpSpPr bwMode="auto">
            <a:xfrm>
              <a:off x="2026" y="9969"/>
              <a:ext cx="3122" cy="2175"/>
              <a:chOff x="2026" y="9969"/>
              <a:chExt cx="3122" cy="2175"/>
            </a:xfrm>
          </p:grpSpPr>
          <p:graphicFrame>
            <p:nvGraphicFramePr>
              <p:cNvPr id="12" name="对象 11"/>
              <p:cNvGraphicFramePr>
                <a:graphicFrameLocks noChangeAspect="1"/>
              </p:cNvGraphicFramePr>
              <p:nvPr/>
            </p:nvGraphicFramePr>
            <p:xfrm>
              <a:off x="3774" y="11484"/>
              <a:ext cx="25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673" name="Equation" r:id="rId1" imgW="3048000" imgH="3352800" progId="Equation.DSMT4">
                      <p:embed/>
                    </p:oleObj>
                  </mc:Choice>
                  <mc:Fallback>
                    <p:oleObj name="Equation" r:id="rId1" imgW="3048000" imgH="3352800" progId="Equation.DSMT4">
                      <p:embed/>
                      <p:pic>
                        <p:nvPicPr>
                          <p:cNvPr id="0" name="图片 2867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774" y="11484"/>
                            <a:ext cx="25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 flipH="1">
                <a:off x="2528" y="10533"/>
                <a:ext cx="4" cy="10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6" name="Group 16"/>
              <p:cNvGrpSpPr/>
              <p:nvPr/>
            </p:nvGrpSpPr>
            <p:grpSpPr bwMode="auto">
              <a:xfrm>
                <a:off x="2026" y="9969"/>
                <a:ext cx="3122" cy="2175"/>
                <a:chOff x="2026" y="9969"/>
                <a:chExt cx="3122" cy="2175"/>
              </a:xfrm>
            </p:grpSpPr>
            <p:graphicFrame>
              <p:nvGraphicFramePr>
                <p:cNvPr id="17" name="对象 16"/>
                <p:cNvGraphicFramePr>
                  <a:graphicFrameLocks noChangeAspect="1"/>
                </p:cNvGraphicFramePr>
                <p:nvPr/>
              </p:nvGraphicFramePr>
              <p:xfrm>
                <a:off x="4662" y="11088"/>
                <a:ext cx="200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4" name="Equation" r:id="rId3" imgW="3048000" imgH="3352800" progId="Equation.DSMT4">
                        <p:embed/>
                      </p:oleObj>
                    </mc:Choice>
                    <mc:Fallback>
                      <p:oleObj name="Equation" r:id="rId3" imgW="3048000" imgH="3352800" progId="Equation.DSMT4">
                        <p:embed/>
                        <p:pic>
                          <p:nvPicPr>
                            <p:cNvPr id="0" name="图片 28673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662" y="11088"/>
                              <a:ext cx="200" cy="21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8" name="Group 18"/>
                <p:cNvGrpSpPr/>
                <p:nvPr/>
              </p:nvGrpSpPr>
              <p:grpSpPr bwMode="auto">
                <a:xfrm>
                  <a:off x="2060" y="9969"/>
                  <a:ext cx="2684" cy="2175"/>
                  <a:chOff x="2060" y="9969"/>
                  <a:chExt cx="2684" cy="2175"/>
                </a:xfrm>
              </p:grpSpPr>
              <p:grpSp>
                <p:nvGrpSpPr>
                  <p:cNvPr id="29" name="Group 19"/>
                  <p:cNvGrpSpPr/>
                  <p:nvPr/>
                </p:nvGrpSpPr>
                <p:grpSpPr bwMode="auto">
                  <a:xfrm>
                    <a:off x="2060" y="9969"/>
                    <a:ext cx="2684" cy="2175"/>
                    <a:chOff x="2060" y="9969"/>
                    <a:chExt cx="2684" cy="2175"/>
                  </a:xfrm>
                </p:grpSpPr>
                <p:grpSp>
                  <p:nvGrpSpPr>
                    <p:cNvPr id="31" name="Group 20"/>
                    <p:cNvGrpSpPr/>
                    <p:nvPr/>
                  </p:nvGrpSpPr>
                  <p:grpSpPr bwMode="auto">
                    <a:xfrm>
                      <a:off x="2060" y="9969"/>
                      <a:ext cx="2684" cy="2175"/>
                      <a:chOff x="2060" y="9969"/>
                      <a:chExt cx="2684" cy="2175"/>
                    </a:xfrm>
                  </p:grpSpPr>
                  <p:sp>
                    <p:nvSpPr>
                      <p:cNvPr id="33" name="Oval 21"/>
                      <p:cNvSpPr>
                        <a:spLocks noChangeArrowheads="1"/>
                      </p:cNvSpPr>
                      <p:nvPr/>
                    </p:nvSpPr>
                    <p:spPr bwMode="auto">
                      <a:xfrm rot="-5400000">
                        <a:off x="3588" y="10614"/>
                        <a:ext cx="876" cy="873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34" name="Group 22"/>
                      <p:cNvGrpSpPr/>
                      <p:nvPr/>
                    </p:nvGrpSpPr>
                    <p:grpSpPr bwMode="auto">
                      <a:xfrm>
                        <a:off x="2120" y="9969"/>
                        <a:ext cx="2624" cy="2175"/>
                        <a:chOff x="2120" y="9969"/>
                        <a:chExt cx="2624" cy="2175"/>
                      </a:xfrm>
                    </p:grpSpPr>
                    <p:sp>
                      <p:nvSpPr>
                        <p:cNvPr id="42" name="Line 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20" y="11046"/>
                          <a:ext cx="2624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43" name="Line 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4026" y="9969"/>
                          <a:ext cx="0" cy="2175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44" name="Line 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292" y="10143"/>
                          <a:ext cx="0" cy="177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Dot"/>
                          <a:rou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35" name="Oval 26"/>
                      <p:cNvSpPr>
                        <a:spLocks noChangeArrowheads="1"/>
                      </p:cNvSpPr>
                      <p:nvPr/>
                    </p:nvSpPr>
                    <p:spPr bwMode="auto">
                      <a:xfrm rot="-5400000">
                        <a:off x="2095" y="10600"/>
                        <a:ext cx="876" cy="873"/>
                      </a:xfrm>
                      <a:prstGeom prst="ellipse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" name="Oval 27" descr="浅色上对角线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88" y="10710"/>
                        <a:ext cx="2184" cy="150"/>
                      </a:xfrm>
                      <a:prstGeom prst="ellipse">
                        <a:avLst/>
                      </a:prstGeom>
                      <a:blipFill dpi="0" rotWithShape="0">
                        <a:blip r:embed="rId4" cstate="print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000000"/>
                        </a:solidFill>
                        <a:round/>
                      </a:ln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" name="Oval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08" y="11010"/>
                        <a:ext cx="1560" cy="63"/>
                      </a:xfrm>
                      <a:prstGeom prst="ellips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66" y="10740"/>
                        <a:ext cx="1660" cy="93"/>
                      </a:xfrm>
                      <a:prstGeom prst="ellips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" name="Rectangle 30" descr="浅色下对角线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70" y="10782"/>
                        <a:ext cx="40" cy="252"/>
                      </a:xfrm>
                      <a:prstGeom prst="rect">
                        <a:avLst/>
                      </a:prstGeom>
                      <a:blipFill dpi="0" rotWithShape="0">
                        <a:blip r:embed="rId5" cstate="print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" name="Rectangle 31" descr="浅色下对角线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56" y="10782"/>
                        <a:ext cx="40" cy="252"/>
                      </a:xfrm>
                      <a:prstGeom prst="rect">
                        <a:avLst/>
                      </a:prstGeom>
                      <a:blipFill dpi="0" rotWithShape="0">
                        <a:blip r:embed="rId5" cstate="print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1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60" y="11046"/>
                        <a:ext cx="8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2" name="Oval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0" y="10770"/>
                      <a:ext cx="798" cy="3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2492" y="10752"/>
                    <a:ext cx="1582" cy="72"/>
                  </a:xfrm>
                  <a:prstGeom prst="ellips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9" name="对象 18"/>
                <p:cNvGraphicFramePr>
                  <a:graphicFrameLocks noChangeAspect="1"/>
                </p:cNvGraphicFramePr>
                <p:nvPr/>
              </p:nvGraphicFramePr>
              <p:xfrm>
                <a:off x="4076" y="9999"/>
                <a:ext cx="220" cy="2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5" name="Equation" r:id="rId6" imgW="3352800" imgH="3962400" progId="Equation.DSMT4">
                        <p:embed/>
                      </p:oleObj>
                    </mc:Choice>
                    <mc:Fallback>
                      <p:oleObj name="Equation" r:id="rId6" imgW="3352800" imgH="3962400" progId="Equation.DSMT4">
                        <p:embed/>
                        <p:pic>
                          <p:nvPicPr>
                            <p:cNvPr id="0" name="图片 28674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76" y="9999"/>
                              <a:ext cx="220" cy="25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" name="对象 19"/>
                <p:cNvGraphicFramePr>
                  <a:graphicFrameLocks noChangeAspect="1"/>
                </p:cNvGraphicFramePr>
                <p:nvPr/>
              </p:nvGraphicFramePr>
              <p:xfrm>
                <a:off x="3836" y="11034"/>
                <a:ext cx="240" cy="2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6" name="Equation" r:id="rId8" imgW="3657600" imgH="4267200" progId="Equation.DSMT4">
                        <p:embed/>
                      </p:oleObj>
                    </mc:Choice>
                    <mc:Fallback>
                      <p:oleObj name="Equation" r:id="rId8" imgW="3657600" imgH="4267200" progId="Equation.DSMT4">
                        <p:embed/>
                        <p:pic>
                          <p:nvPicPr>
                            <p:cNvPr id="0" name="图片 28675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836" y="11034"/>
                              <a:ext cx="240" cy="2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" name="对象 20"/>
                <p:cNvGraphicFramePr>
                  <a:graphicFrameLocks noChangeAspect="1"/>
                </p:cNvGraphicFramePr>
                <p:nvPr/>
              </p:nvGraphicFramePr>
              <p:xfrm>
                <a:off x="3012" y="11778"/>
                <a:ext cx="700" cy="2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7" name="Equation" r:id="rId10" imgW="10668000" imgH="4267200" progId="Equation.DSMT4">
                        <p:embed/>
                      </p:oleObj>
                    </mc:Choice>
                    <mc:Fallback>
                      <p:oleObj name="Equation" r:id="rId10" imgW="10668000" imgH="4267200" progId="Equation.DSMT4">
                        <p:embed/>
                        <p:pic>
                          <p:nvPicPr>
                            <p:cNvPr id="0" name="图片 28676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12" y="11778"/>
                              <a:ext cx="700" cy="2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对象 21"/>
                <p:cNvGraphicFramePr>
                  <a:graphicFrameLocks noChangeAspect="1"/>
                </p:cNvGraphicFramePr>
                <p:nvPr/>
              </p:nvGraphicFramePr>
              <p:xfrm>
                <a:off x="3378" y="11118"/>
                <a:ext cx="340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8" name="Equation" r:id="rId12" imgW="5181600" imgH="3352800" progId="Equation.DSMT4">
                        <p:embed/>
                      </p:oleObj>
                    </mc:Choice>
                    <mc:Fallback>
                      <p:oleObj name="Equation" r:id="rId12" imgW="5181600" imgH="3352800" progId="Equation.DSMT4">
                        <p:embed/>
                        <p:pic>
                          <p:nvPicPr>
                            <p:cNvPr id="0" name="图片 28677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78" y="11118"/>
                              <a:ext cx="340" cy="21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对象 22"/>
                <p:cNvGraphicFramePr>
                  <a:graphicFrameLocks noChangeAspect="1"/>
                </p:cNvGraphicFramePr>
                <p:nvPr/>
              </p:nvGraphicFramePr>
              <p:xfrm>
                <a:off x="4422" y="11019"/>
                <a:ext cx="200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79" name="Equation" r:id="rId14" imgW="3048000" imgH="3352800" progId="Equation.DSMT4">
                        <p:embed/>
                      </p:oleObj>
                    </mc:Choice>
                    <mc:Fallback>
                      <p:oleObj name="Equation" r:id="rId14" imgW="3048000" imgH="3352800" progId="Equation.DSMT4">
                        <p:embed/>
                        <p:pic>
                          <p:nvPicPr>
                            <p:cNvPr id="0" name="图片 28678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22" y="11019"/>
                              <a:ext cx="200" cy="21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" name="对象 23"/>
                <p:cNvGraphicFramePr>
                  <a:graphicFrameLocks noChangeAspect="1"/>
                </p:cNvGraphicFramePr>
                <p:nvPr/>
              </p:nvGraphicFramePr>
              <p:xfrm>
                <a:off x="4054" y="11043"/>
                <a:ext cx="200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80" name="Equation" r:id="rId16" imgW="3048000" imgH="3352800" progId="Equation.DSMT4">
                        <p:embed/>
                      </p:oleObj>
                    </mc:Choice>
                    <mc:Fallback>
                      <p:oleObj name="Equation" r:id="rId16" imgW="3048000" imgH="3352800" progId="Equation.DSMT4">
                        <p:embed/>
                        <p:pic>
                          <p:nvPicPr>
                            <p:cNvPr id="0" name="图片 28679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54" y="11043"/>
                              <a:ext cx="200" cy="21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" name="对象 24"/>
                <p:cNvGraphicFramePr>
                  <a:graphicFrameLocks noChangeAspect="1"/>
                </p:cNvGraphicFramePr>
                <p:nvPr/>
              </p:nvGraphicFramePr>
              <p:xfrm>
                <a:off x="3882" y="10809"/>
                <a:ext cx="163" cy="1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81" name="Equation" r:id="rId18" imgW="3352800" imgH="3962400" progId="Equation.DSMT4">
                        <p:embed/>
                      </p:oleObj>
                    </mc:Choice>
                    <mc:Fallback>
                      <p:oleObj name="Equation" r:id="rId18" imgW="3352800" imgH="3962400" progId="Equation.DSMT4">
                        <p:embed/>
                        <p:pic>
                          <p:nvPicPr>
                            <p:cNvPr id="0" name="图片 28680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882" y="10809"/>
                              <a:ext cx="163" cy="189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" name="对象 25"/>
                <p:cNvGraphicFramePr>
                  <a:graphicFrameLocks noChangeAspect="1"/>
                </p:cNvGraphicFramePr>
                <p:nvPr/>
              </p:nvGraphicFramePr>
              <p:xfrm>
                <a:off x="3876" y="10488"/>
                <a:ext cx="186" cy="2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82" name="Equation" r:id="rId19" imgW="3048000" imgH="3352800" progId="Equation.DSMT4">
                        <p:embed/>
                      </p:oleObj>
                    </mc:Choice>
                    <mc:Fallback>
                      <p:oleObj name="Equation" r:id="rId19" imgW="3048000" imgH="3352800" progId="Equation.DSMT4">
                        <p:embed/>
                        <p:pic>
                          <p:nvPicPr>
                            <p:cNvPr id="0" name="图片 28681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876" y="10488"/>
                              <a:ext cx="186" cy="201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对象 26"/>
                <p:cNvGraphicFramePr>
                  <a:graphicFrameLocks noChangeAspect="1"/>
                </p:cNvGraphicFramePr>
                <p:nvPr/>
              </p:nvGraphicFramePr>
              <p:xfrm>
                <a:off x="4150" y="10368"/>
                <a:ext cx="998" cy="2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683" name="Equation" r:id="rId21" imgW="18288000" imgH="5486400" progId="Equation.DSMT4">
                        <p:embed/>
                      </p:oleObj>
                    </mc:Choice>
                    <mc:Fallback>
                      <p:oleObj name="Equation" r:id="rId21" imgW="18288000" imgH="5486400" progId="Equation.DSMT4">
                        <p:embed/>
                        <p:pic>
                          <p:nvPicPr>
                            <p:cNvPr id="0" name="图片 28682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50" y="10368"/>
                              <a:ext cx="998" cy="29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8" name="Line 44"/>
                <p:cNvSpPr>
                  <a:spLocks noChangeShapeType="1"/>
                </p:cNvSpPr>
                <p:nvPr/>
              </p:nvSpPr>
              <p:spPr bwMode="auto">
                <a:xfrm>
                  <a:off x="2026" y="10776"/>
                  <a:ext cx="2630" cy="1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5" name="Rectangle 6"/>
          <p:cNvSpPr txBox="1">
            <a:spLocks noChangeArrowheads="1"/>
          </p:cNvSpPr>
          <p:nvPr/>
        </p:nvSpPr>
        <p:spPr>
          <a:xfrm>
            <a:off x="2038141" y="197644"/>
            <a:ext cx="2113643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charset="-122"/>
              </a:rPr>
              <a:t>11.</a:t>
            </a:r>
            <a:r>
              <a:rPr lang="zh-CN" altLang="en-US" sz="2800" dirty="0">
                <a:ea typeface="楷体_GB2312" charset="-122"/>
              </a:rPr>
              <a:t>求圆盘</a:t>
            </a:r>
            <a:endParaRPr lang="en-US" altLang="zh-CN" sz="2800" dirty="0">
              <a:ea typeface="楷体_GB2312" charset="-122"/>
            </a:endParaRP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4079776" y="270669"/>
          <a:ext cx="1708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40843200" imgH="10972800" progId="Equation.DSMT4">
                  <p:embed/>
                </p:oleObj>
              </mc:Choice>
              <mc:Fallback>
                <p:oleObj name="Equation" r:id="rId23" imgW="40843200" imgH="109728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79776" y="270669"/>
                        <a:ext cx="170815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1919536" y="807244"/>
            <a:ext cx="432047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绕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&gt;0)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旋转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47528" y="1355467"/>
            <a:ext cx="3937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一周所成旋转体的体积.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67753" y="1965071"/>
            <a:ext cx="37084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解法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推广薄壳法）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6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2543926" y="4581128"/>
          <a:ext cx="6578601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25" imgW="157886400" imgH="22555200" progId="Equation.DSMT4">
                  <p:embed/>
                </p:oleObj>
              </mc:Choice>
              <mc:Fallback>
                <p:oleObj name="Equation" r:id="rId25" imgW="157886400" imgH="22555200" progId="Equation.DSMT4">
                  <p:embed/>
                  <p:pic>
                    <p:nvPicPr>
                      <p:cNvPr id="0" name="图片 286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43926" y="4581128"/>
                        <a:ext cx="6578601" cy="947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2845819" y="5589240"/>
          <a:ext cx="2882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27" imgW="69189600" imgH="16459200" progId="Equation.DSMT4">
                  <p:embed/>
                </p:oleObj>
              </mc:Choice>
              <mc:Fallback>
                <p:oleObj name="Equation" r:id="rId27" imgW="69189600" imgH="16459200" progId="Equation.DSMT4">
                  <p:embed/>
                  <p:pic>
                    <p:nvPicPr>
                      <p:cNvPr id="0" name="图片 286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845819" y="5589240"/>
                        <a:ext cx="2882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6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2512372" y="2564904"/>
          <a:ext cx="44196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29" imgW="106070400" imgH="16459200" progId="Equation.DSMT4">
                  <p:embed/>
                </p:oleObj>
              </mc:Choice>
              <mc:Fallback>
                <p:oleObj name="Equation" r:id="rId29" imgW="106070400" imgH="16459200" progId="Equation.DSMT4">
                  <p:embed/>
                  <p:pic>
                    <p:nvPicPr>
                      <p:cNvPr id="0" name="图片 2868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512372" y="2564904"/>
                        <a:ext cx="4419600" cy="677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2723034" y="3284984"/>
          <a:ext cx="2857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31" imgW="68580000" imgH="16459200" progId="Equation.DSMT4">
                  <p:embed/>
                </p:oleObj>
              </mc:Choice>
              <mc:Fallback>
                <p:oleObj name="Equation" r:id="rId31" imgW="68580000" imgH="16459200" progId="Equation.DSMT4">
                  <p:embed/>
                  <p:pic>
                    <p:nvPicPr>
                      <p:cNvPr id="0" name="图片 2868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23034" y="3284984"/>
                        <a:ext cx="2857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直接连接符 57"/>
          <p:cNvCxnSpPr/>
          <p:nvPr/>
        </p:nvCxnSpPr>
        <p:spPr>
          <a:xfrm>
            <a:off x="4511824" y="3212976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65" idx="1"/>
          </p:cNvCxnSpPr>
          <p:nvPr/>
        </p:nvCxnSpPr>
        <p:spPr>
          <a:xfrm rot="10800000" flipV="1">
            <a:off x="5015881" y="2950730"/>
            <a:ext cx="4024750" cy="195131"/>
          </a:xfrm>
          <a:prstGeom prst="bentConnector3">
            <a:avLst/>
          </a:prstGeom>
          <a:ln w="158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040631" y="2689756"/>
            <a:ext cx="16052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旋转半径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7" name="对象 66"/>
          <p:cNvGraphicFramePr>
            <a:graphicFrameLocks noChangeAspect="1"/>
          </p:cNvGraphicFramePr>
          <p:nvPr/>
        </p:nvGraphicFramePr>
        <p:xfrm>
          <a:off x="5636392" y="3142300"/>
          <a:ext cx="29670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33" imgW="71018400" imgH="21031200" progId="Equation.DSMT4">
                  <p:embed/>
                </p:oleObj>
              </mc:Choice>
              <mc:Fallback>
                <p:oleObj name="Equation" r:id="rId33" imgW="71018400" imgH="21031200" progId="Equation.DSMT4">
                  <p:embed/>
                  <p:pic>
                    <p:nvPicPr>
                      <p:cNvPr id="0" name="图片 2868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36392" y="3142300"/>
                        <a:ext cx="2967037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1919536" y="3933056"/>
            <a:ext cx="29972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解法二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切片法）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216816" y="3933056"/>
          <a:ext cx="53848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5" imgW="129235200" imgH="17068800" progId="Equation.DSMT4">
                  <p:embed/>
                </p:oleObj>
              </mc:Choice>
              <mc:Fallback>
                <p:oleObj name="Equation" r:id="rId35" imgW="129235200" imgH="17068800" progId="Equation.DSMT4">
                  <p:embed/>
                  <p:pic>
                    <p:nvPicPr>
                      <p:cNvPr id="0" name="图片 2868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216816" y="3933056"/>
                        <a:ext cx="5384800" cy="7175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600055" y="5661248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一般化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5" grpId="0" bldLvl="0" animBg="1"/>
      <p:bldP spid="69" grpId="0"/>
      <p:bldP spid="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38288" y="1881188"/>
            <a:ext cx="91154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2594512" y="332656"/>
          <a:ext cx="4365584" cy="54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2" imgW="41757600" imgH="5181600" progId="Equation.DSMT4">
                  <p:embed/>
                </p:oleObj>
              </mc:Choice>
              <mc:Fallback>
                <p:oleObj name="Equation" r:id="rId2" imgW="41757600" imgH="51816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94512" y="332656"/>
                        <a:ext cx="4365584" cy="548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847528" y="962189"/>
            <a:ext cx="7884368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分别绕</a:t>
            </a:r>
            <a:r>
              <a:rPr kumimoji="0" lang="en-US" altLang="zh-CN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轴旋转所得旋转体体积。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19536" y="333281"/>
            <a:ext cx="108012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例： 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818690" y="307132"/>
            <a:ext cx="55039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平面曲线的弧长的计算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3"/>
          <p:cNvGrpSpPr/>
          <p:nvPr/>
        </p:nvGrpSpPr>
        <p:grpSpPr bwMode="auto">
          <a:xfrm>
            <a:off x="2063750" y="890588"/>
            <a:ext cx="6019800" cy="522288"/>
            <a:chOff x="340" y="624"/>
            <a:chExt cx="3792" cy="329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40" y="624"/>
              <a:ext cx="379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定义</a:t>
              </a:r>
              <a:r>
                <a:rPr kumimoji="1" lang="en-US" altLang="zh-CN" sz="28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: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charset="-122"/>
                </a:rPr>
                <a:t> </a:t>
              </a:r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若在弧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charset="-122"/>
                </a:rPr>
                <a:t>AB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charset="-122"/>
                </a:rPr>
                <a:t> </a:t>
              </a:r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上任意作内接折线,</a:t>
              </a:r>
              <a:endParaRPr kumimoji="1" lang="en-US" altLang="zh-CN" sz="2800" dirty="0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6" name="Arc 5"/>
            <p:cNvSpPr/>
            <p:nvPr/>
          </p:nvSpPr>
          <p:spPr bwMode="auto">
            <a:xfrm>
              <a:off x="1740" y="626"/>
              <a:ext cx="280" cy="161"/>
            </a:xfrm>
            <a:custGeom>
              <a:avLst/>
              <a:gdLst>
                <a:gd name="G0" fmla="+- 18981 0 0"/>
                <a:gd name="G1" fmla="+- 21600 0 0"/>
                <a:gd name="G2" fmla="+- 21600 0 0"/>
                <a:gd name="T0" fmla="*/ 0 w 37448"/>
                <a:gd name="T1" fmla="*/ 11291 h 21600"/>
                <a:gd name="T2" fmla="*/ 37448 w 37448"/>
                <a:gd name="T3" fmla="*/ 10396 h 21600"/>
                <a:gd name="T4" fmla="*/ 18981 w 374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48" h="21600" fill="none" extrusionOk="0">
                  <a:moveTo>
                    <a:pt x="-1" y="11290"/>
                  </a:moveTo>
                  <a:cubicBezTo>
                    <a:pt x="3779" y="4332"/>
                    <a:pt x="11062" y="-1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</a:path>
                <a:path w="37448" h="21600" stroke="0" extrusionOk="0">
                  <a:moveTo>
                    <a:pt x="-1" y="11290"/>
                  </a:moveTo>
                  <a:cubicBezTo>
                    <a:pt x="3779" y="4332"/>
                    <a:pt x="11062" y="-1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  <a:lnTo>
                    <a:pt x="1898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Freeform 6"/>
          <p:cNvSpPr/>
          <p:nvPr/>
        </p:nvSpPr>
        <p:spPr bwMode="auto">
          <a:xfrm>
            <a:off x="7620000" y="2730501"/>
            <a:ext cx="2112963" cy="1187450"/>
          </a:xfrm>
          <a:custGeom>
            <a:avLst/>
            <a:gdLst>
              <a:gd name="T0" fmla="*/ 0 w 1344"/>
              <a:gd name="T1" fmla="*/ 768 h 768"/>
              <a:gd name="T2" fmla="*/ 96 w 1344"/>
              <a:gd name="T3" fmla="*/ 480 h 768"/>
              <a:gd name="T4" fmla="*/ 240 w 1344"/>
              <a:gd name="T5" fmla="*/ 192 h 768"/>
              <a:gd name="T6" fmla="*/ 528 w 1344"/>
              <a:gd name="T7" fmla="*/ 0 h 768"/>
              <a:gd name="T8" fmla="*/ 864 w 1344"/>
              <a:gd name="T9" fmla="*/ 0 h 768"/>
              <a:gd name="T10" fmla="*/ 1104 w 1344"/>
              <a:gd name="T11" fmla="*/ 144 h 768"/>
              <a:gd name="T12" fmla="*/ 1248 w 1344"/>
              <a:gd name="T13" fmla="*/ 336 h 768"/>
              <a:gd name="T14" fmla="*/ 1344 w 1344"/>
              <a:gd name="T15" fmla="*/ 480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44" h="768">
                <a:moveTo>
                  <a:pt x="0" y="768"/>
                </a:moveTo>
                <a:lnTo>
                  <a:pt x="96" y="480"/>
                </a:lnTo>
                <a:lnTo>
                  <a:pt x="240" y="192"/>
                </a:lnTo>
                <a:lnTo>
                  <a:pt x="528" y="0"/>
                </a:lnTo>
                <a:lnTo>
                  <a:pt x="864" y="0"/>
                </a:lnTo>
                <a:lnTo>
                  <a:pt x="1104" y="144"/>
                </a:lnTo>
                <a:lnTo>
                  <a:pt x="1248" y="336"/>
                </a:lnTo>
                <a:lnTo>
                  <a:pt x="1344" y="480"/>
                </a:lnTo>
              </a:path>
            </a:pathLst>
          </a:custGeom>
          <a:noFill/>
          <a:ln w="1905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907338" y="3748088"/>
          <a:ext cx="7604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19202400" imgH="10363200" progId="Equation.DSMT4">
                  <p:embed/>
                </p:oleObj>
              </mc:Choice>
              <mc:Fallback>
                <p:oleObj name="Equation" r:id="rId1" imgW="19202400" imgH="103632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07338" y="3748088"/>
                        <a:ext cx="760412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843838" y="2344738"/>
          <a:ext cx="6381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3" name="Equation" r:id="rId3" imgW="16154400" imgH="10363200" progId="Equation.DSMT4">
                  <p:embed/>
                </p:oleObj>
              </mc:Choice>
              <mc:Fallback>
                <p:oleObj name="Equation" r:id="rId3" imgW="16154400" imgH="10363200" progId="Equation.DSMT4">
                  <p:embed/>
                  <p:pic>
                    <p:nvPicPr>
                      <p:cNvPr id="0" name="图片 308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3838" y="2344738"/>
                        <a:ext cx="638175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058275" y="2420938"/>
          <a:ext cx="4587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name="Equation" r:id="rId5" imgW="11582400" imgH="10363200" progId="Equation.DSMT4">
                  <p:embed/>
                </p:oleObj>
              </mc:Choice>
              <mc:Fallback>
                <p:oleObj name="Equation" r:id="rId5" imgW="11582400" imgH="10363200" progId="Equation.DSMT4">
                  <p:embed/>
                  <p:pic>
                    <p:nvPicPr>
                      <p:cNvPr id="0" name="图片 308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58275" y="2420938"/>
                        <a:ext cx="458788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9674225" y="3367088"/>
          <a:ext cx="7588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Equation" r:id="rId7" imgW="19202400" imgH="10363200" progId="Equation.DSMT4">
                  <p:embed/>
                </p:oleObj>
              </mc:Choice>
              <mc:Fallback>
                <p:oleObj name="Equation" r:id="rId7" imgW="19202400" imgH="10363200" progId="Equation.DSMT4">
                  <p:embed/>
                  <p:pic>
                    <p:nvPicPr>
                      <p:cNvPr id="0" name="图片 308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74225" y="3367088"/>
                        <a:ext cx="758825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 bwMode="auto">
          <a:xfrm>
            <a:off x="7086600" y="2503488"/>
            <a:ext cx="3105150" cy="2438400"/>
            <a:chOff x="3648" y="1872"/>
            <a:chExt cx="1956" cy="1536"/>
          </a:xfrm>
        </p:grpSpPr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888" y="3120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3888" y="1920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3984" y="1936"/>
              <a:ext cx="1344" cy="848"/>
            </a:xfrm>
            <a:custGeom>
              <a:avLst/>
              <a:gdLst>
                <a:gd name="T0" fmla="*/ 0 w 1344"/>
                <a:gd name="T1" fmla="*/ 848 h 848"/>
                <a:gd name="T2" fmla="*/ 192 w 1344"/>
                <a:gd name="T3" fmla="*/ 320 h 848"/>
                <a:gd name="T4" fmla="*/ 624 w 1344"/>
                <a:gd name="T5" fmla="*/ 32 h 848"/>
                <a:gd name="T6" fmla="*/ 960 w 1344"/>
                <a:gd name="T7" fmla="*/ 128 h 848"/>
                <a:gd name="T8" fmla="*/ 1200 w 1344"/>
                <a:gd name="T9" fmla="*/ 320 h 848"/>
                <a:gd name="T10" fmla="*/ 1344 w 1344"/>
                <a:gd name="T11" fmla="*/ 560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4" h="848">
                  <a:moveTo>
                    <a:pt x="0" y="848"/>
                  </a:moveTo>
                  <a:cubicBezTo>
                    <a:pt x="44" y="652"/>
                    <a:pt x="88" y="456"/>
                    <a:pt x="192" y="320"/>
                  </a:cubicBezTo>
                  <a:cubicBezTo>
                    <a:pt x="296" y="184"/>
                    <a:pt x="496" y="64"/>
                    <a:pt x="624" y="32"/>
                  </a:cubicBezTo>
                  <a:cubicBezTo>
                    <a:pt x="752" y="0"/>
                    <a:pt x="864" y="80"/>
                    <a:pt x="960" y="128"/>
                  </a:cubicBezTo>
                  <a:cubicBezTo>
                    <a:pt x="1056" y="176"/>
                    <a:pt x="1136" y="248"/>
                    <a:pt x="1200" y="320"/>
                  </a:cubicBezTo>
                  <a:cubicBezTo>
                    <a:pt x="1264" y="392"/>
                    <a:pt x="1320" y="520"/>
                    <a:pt x="1344" y="56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3936" y="2640"/>
            <a:ext cx="25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6" name="Equation" r:id="rId9" imgW="178435" imgH="189865" progId="">
                    <p:embed/>
                  </p:oleObj>
                </mc:Choice>
                <mc:Fallback>
                  <p:oleObj name="Equation" r:id="rId9" imgW="178435" imgH="189865" progId="">
                    <p:embed/>
                    <p:pic>
                      <p:nvPicPr>
                        <p:cNvPr id="0" name="图片 308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36" y="2640"/>
                          <a:ext cx="256" cy="278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5040" y="2400"/>
            <a:ext cx="25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7" name="Equation" r:id="rId11" imgW="178435" imgH="189865" progId="Equation.3">
                    <p:embed/>
                  </p:oleObj>
                </mc:Choice>
                <mc:Fallback>
                  <p:oleObj name="Equation" r:id="rId11" imgW="178435" imgH="189865" progId="Equation.3">
                    <p:embed/>
                    <p:pic>
                      <p:nvPicPr>
                        <p:cNvPr id="0" name="图片 308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40" y="2400"/>
                          <a:ext cx="256" cy="288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3648" y="1872"/>
            <a:ext cx="24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8" name="Equation" r:id="rId13" imgW="167005" imgH="189865" progId="">
                    <p:embed/>
                  </p:oleObj>
                </mc:Choice>
                <mc:Fallback>
                  <p:oleObj name="Equation" r:id="rId13" imgW="167005" imgH="189865" progId="">
                    <p:embed/>
                    <p:pic>
                      <p:nvPicPr>
                        <p:cNvPr id="0" name="图片 308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648" y="1872"/>
                          <a:ext cx="240" cy="281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3656" y="2999"/>
            <a:ext cx="20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9" name="Equation" r:id="rId15" imgW="144780" imgH="167005" progId="Equation.DSMT4">
                    <p:embed/>
                  </p:oleObj>
                </mc:Choice>
                <mc:Fallback>
                  <p:oleObj name="Equation" r:id="rId15" imgW="144780" imgH="167005" progId="Equation.DSMT4">
                    <p:embed/>
                    <p:pic>
                      <p:nvPicPr>
                        <p:cNvPr id="0" name="图片 308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656" y="2999"/>
                          <a:ext cx="208" cy="240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/>
          </p:nvGraphicFramePr>
          <p:xfrm>
            <a:off x="5388" y="316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0" name="Equation" r:id="rId17" imgW="144780" imgH="167005" progId="">
                    <p:embed/>
                  </p:oleObj>
                </mc:Choice>
                <mc:Fallback>
                  <p:oleObj name="Equation" r:id="rId17" imgW="144780" imgH="167005" progId="">
                    <p:embed/>
                    <p:pic>
                      <p:nvPicPr>
                        <p:cNvPr id="0" name="图片 308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88" y="3168"/>
                          <a:ext cx="216" cy="240"/>
                        </a:xfrm>
                        <a:prstGeom prst="rect">
                          <a:avLst/>
                        </a:prstGeom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7772400" y="890588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当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折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线段的最大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1752600" y="1500188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边长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i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→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0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时,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3962400" y="1500188"/>
            <a:ext cx="579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折线的长度趋向于一个确定的极限 ,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" name="Group 23"/>
          <p:cNvGrpSpPr/>
          <p:nvPr/>
        </p:nvGrpSpPr>
        <p:grpSpPr bwMode="auto">
          <a:xfrm>
            <a:off x="1752600" y="2109788"/>
            <a:ext cx="4724400" cy="536575"/>
            <a:chOff x="144" y="1392"/>
            <a:chExt cx="2976" cy="338"/>
          </a:xfrm>
        </p:grpSpPr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44" y="1401"/>
              <a:ext cx="297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此极限为曲线弧</a:t>
              </a:r>
              <a:r>
                <a:rPr kumimoji="1" lang="en-US" altLang="zh-CN" sz="2800" i="1">
                  <a:latin typeface="Times New Roman" panose="02020603050405020304" pitchFamily="18" charset="0"/>
                  <a:ea typeface="楷体_GB2312" charset="-122"/>
                </a:rPr>
                <a:t>AB</a:t>
              </a:r>
              <a:r>
                <a:rPr kumimoji="1" lang="en-US" altLang="zh-CN" sz="2800">
                  <a:latin typeface="Times New Roman" panose="02020603050405020304" pitchFamily="18" charset="0"/>
                  <a:ea typeface="楷体_GB2312" charset="-122"/>
                </a:rPr>
                <a:t> </a:t>
              </a: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的弧长,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Arc 25"/>
            <p:cNvSpPr/>
            <p:nvPr/>
          </p:nvSpPr>
          <p:spPr bwMode="auto">
            <a:xfrm>
              <a:off x="1832" y="1392"/>
              <a:ext cx="280" cy="161"/>
            </a:xfrm>
            <a:custGeom>
              <a:avLst/>
              <a:gdLst>
                <a:gd name="G0" fmla="+- 18981 0 0"/>
                <a:gd name="G1" fmla="+- 21600 0 0"/>
                <a:gd name="G2" fmla="+- 21600 0 0"/>
                <a:gd name="T0" fmla="*/ 0 w 37448"/>
                <a:gd name="T1" fmla="*/ 11291 h 21600"/>
                <a:gd name="T2" fmla="*/ 37448 w 37448"/>
                <a:gd name="T3" fmla="*/ 10396 h 21600"/>
                <a:gd name="T4" fmla="*/ 18981 w 3744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48" h="21600" fill="none" extrusionOk="0">
                  <a:moveTo>
                    <a:pt x="-1" y="11290"/>
                  </a:moveTo>
                  <a:cubicBezTo>
                    <a:pt x="3779" y="4332"/>
                    <a:pt x="11062" y="-1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</a:path>
                <a:path w="37448" h="21600" stroke="0" extrusionOk="0">
                  <a:moveTo>
                    <a:pt x="-1" y="11290"/>
                  </a:moveTo>
                  <a:cubicBezTo>
                    <a:pt x="3779" y="4332"/>
                    <a:pt x="11062" y="-1"/>
                    <a:pt x="18981" y="0"/>
                  </a:cubicBezTo>
                  <a:cubicBezTo>
                    <a:pt x="26530" y="0"/>
                    <a:pt x="33532" y="3941"/>
                    <a:pt x="37448" y="10395"/>
                  </a:cubicBezTo>
                  <a:lnTo>
                    <a:pt x="1898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6172200" y="2138363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1752600" y="4029076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并称此曲线弧为可求长的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4349750" y="3081338"/>
          <a:ext cx="119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1" name="Equation" r:id="rId19" imgW="28651200" imgH="11582400" progId="Equation.DSMT4">
                  <p:embed/>
                </p:oleObj>
              </mc:Choice>
              <mc:Fallback>
                <p:oleObj name="Equation" r:id="rId19" imgW="28651200" imgH="11582400" progId="Equation.DSMT4">
                  <p:embed/>
                  <p:pic>
                    <p:nvPicPr>
                      <p:cNvPr id="0" name="图片 3085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49750" y="3081338"/>
                        <a:ext cx="1193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2063750" y="4849996"/>
            <a:ext cx="6623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可以证明：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任意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光滑曲线弧都是可求长的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3810000" y="2846388"/>
          <a:ext cx="52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2" name="Equation" r:id="rId21" imgW="12496800" imgH="21945600" progId="Equation.DSMT4">
                  <p:embed/>
                </p:oleObj>
              </mc:Choice>
              <mc:Fallback>
                <p:oleObj name="Equation" r:id="rId21" imgW="12496800" imgH="21945600" progId="Equation.DSMT4">
                  <p:embed/>
                  <p:pic>
                    <p:nvPicPr>
                      <p:cNvPr id="0" name="图片 3085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10000" y="2846388"/>
                        <a:ext cx="520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2705100" y="3055938"/>
          <a:ext cx="1028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3" name="Equation" r:id="rId23" imgW="24688800" imgH="13106400" progId="Equation.DSMT4">
                  <p:embed/>
                </p:oleObj>
              </mc:Choice>
              <mc:Fallback>
                <p:oleObj name="Equation" r:id="rId23" imgW="24688800" imgH="13106400" progId="Equation.DSMT4">
                  <p:embed/>
                  <p:pic>
                    <p:nvPicPr>
                      <p:cNvPr id="0" name="图片 3085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05100" y="3055938"/>
                        <a:ext cx="10287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9618980" y="146843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endParaRPr kumimoji="1" lang="zh-CN" altLang="en-US" sz="2800">
              <a:latin typeface="Times New Roman" panose="02020603050405020304" pitchFamily="18" charset="0"/>
              <a:ea typeface="楷体_GB231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1" grpId="0" autoUpdateAnimBg="0"/>
      <p:bldP spid="22" grpId="0" autoUpdateAnimBg="0"/>
      <p:bldP spid="23" grpId="0" autoUpdateAnimBg="0"/>
      <p:bldP spid="27" grpId="0" autoUpdateAnimBg="0"/>
      <p:bldP spid="28" grpId="0" autoUpdateAnimBg="0"/>
      <p:bldP spid="30" grpId="0" autoUpdateAnimBg="0"/>
      <p:bldP spid="33" grpId="0" autoUpdateAnimBg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60648"/>
            <a:ext cx="532839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1.直角坐标系中的弧长计算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727947" y="1018056"/>
          <a:ext cx="3289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78943200" imgH="24384000" progId="Equation.DSMT4">
                  <p:embed/>
                </p:oleObj>
              </mc:Choice>
              <mc:Fallback>
                <p:oleObj name="Equation" r:id="rId1" imgW="78943200" imgH="243840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7947" y="1018056"/>
                        <a:ext cx="3289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52600" y="2033588"/>
            <a:ext cx="41273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则弧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长元素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弧微分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 :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52600" y="3983990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因此所求弧长</a:t>
            </a:r>
            <a:endParaRPr kumimoji="1"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498850" y="4578350"/>
          <a:ext cx="355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5" name="Equation" r:id="rId3" imgW="85344000" imgH="17678400" progId="Equation.DSMT4">
                  <p:embed/>
                </p:oleObj>
              </mc:Choice>
              <mc:Fallback>
                <p:oleObj name="Equation" r:id="rId3" imgW="85344000" imgH="17678400" progId="Equation.DSMT4">
                  <p:embed/>
                  <p:pic>
                    <p:nvPicPr>
                      <p:cNvPr id="0" name="图片 317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8850" y="4578350"/>
                        <a:ext cx="3556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689350" y="3340100"/>
          <a:ext cx="2870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6" name="Equation" r:id="rId5" imgW="68884800" imgH="13716000" progId="Equation.DSMT4">
                  <p:embed/>
                </p:oleObj>
              </mc:Choice>
              <mc:Fallback>
                <p:oleObj name="Equation" r:id="rId5" imgW="68884800" imgH="13716000" progId="Equation.DSMT4">
                  <p:embed/>
                  <p:pic>
                    <p:nvPicPr>
                      <p:cNvPr id="0" name="图片 317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9350" y="3340100"/>
                        <a:ext cx="28702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287688" y="2510681"/>
          <a:ext cx="3091990" cy="70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" name="Equation" r:id="rId7" imgW="29565600" imgH="6705600" progId="Equation.DSMT4">
                  <p:embed/>
                </p:oleObj>
              </mc:Choice>
              <mc:Fallback>
                <p:oleObj name="Equation" r:id="rId7" imgW="29565600" imgH="6705600" progId="Equation.DSMT4">
                  <p:embed/>
                  <p:pic>
                    <p:nvPicPr>
                      <p:cNvPr id="0" name="图片 317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7688" y="2510681"/>
                        <a:ext cx="3091990" cy="702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175500" y="2492375"/>
            <a:ext cx="3200400" cy="82994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注意</a:t>
            </a: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求弧长时积分上下限必须</a:t>
            </a:r>
            <a:r>
              <a:rPr kumimoji="1" lang="zh-CN" altLang="en-US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上大下小</a:t>
            </a:r>
            <a:endParaRPr kumimoji="1" lang="zh-CN" altLang="en-US" sz="24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635" y="1256030"/>
            <a:ext cx="2440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设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光滑曲线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9" grpId="0" bldLvl="0" animBg="1" autoUpdateAnimBg="0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540750" y="2646363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9144000" imgH="9448800" progId="Equation.DSMT4">
                  <p:embed/>
                </p:oleObj>
              </mc:Choice>
              <mc:Fallback>
                <p:oleObj name="Equation" r:id="rId1" imgW="9144000" imgH="94488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40750" y="2646363"/>
                        <a:ext cx="38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 bwMode="auto">
          <a:xfrm>
            <a:off x="7539039" y="2559051"/>
            <a:ext cx="2871788" cy="2451101"/>
            <a:chOff x="3789" y="1612"/>
            <a:chExt cx="1809" cy="1544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3984" y="2908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3984" y="1612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4176" y="23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5280" y="175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4176" y="1732"/>
              <a:ext cx="1104" cy="648"/>
            </a:xfrm>
            <a:custGeom>
              <a:avLst/>
              <a:gdLst>
                <a:gd name="T0" fmla="*/ 0 w 1104"/>
                <a:gd name="T1" fmla="*/ 648 h 648"/>
                <a:gd name="T2" fmla="*/ 192 w 1104"/>
                <a:gd name="T3" fmla="*/ 360 h 648"/>
                <a:gd name="T4" fmla="*/ 432 w 1104"/>
                <a:gd name="T5" fmla="*/ 168 h 648"/>
                <a:gd name="T6" fmla="*/ 768 w 1104"/>
                <a:gd name="T7" fmla="*/ 24 h 648"/>
                <a:gd name="T8" fmla="*/ 1104 w 1104"/>
                <a:gd name="T9" fmla="*/ 24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48">
                  <a:moveTo>
                    <a:pt x="0" y="648"/>
                  </a:moveTo>
                  <a:cubicBezTo>
                    <a:pt x="60" y="544"/>
                    <a:pt x="120" y="440"/>
                    <a:pt x="192" y="360"/>
                  </a:cubicBezTo>
                  <a:cubicBezTo>
                    <a:pt x="264" y="280"/>
                    <a:pt x="336" y="224"/>
                    <a:pt x="432" y="168"/>
                  </a:cubicBezTo>
                  <a:cubicBezTo>
                    <a:pt x="528" y="112"/>
                    <a:pt x="656" y="48"/>
                    <a:pt x="768" y="24"/>
                  </a:cubicBezTo>
                  <a:cubicBezTo>
                    <a:pt x="880" y="0"/>
                    <a:pt x="1048" y="24"/>
                    <a:pt x="1104" y="24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3789" y="1629"/>
            <a:ext cx="15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4" name="Equation" r:id="rId3" imgW="6096000" imgH="7315200" progId="Equation.DSMT4">
                    <p:embed/>
                  </p:oleObj>
                </mc:Choice>
                <mc:Fallback>
                  <p:oleObj name="Equation" r:id="rId3" imgW="6096000" imgH="7315200" progId="Equation.DSMT4">
                    <p:embed/>
                    <p:pic>
                      <p:nvPicPr>
                        <p:cNvPr id="0" name="图片 329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89" y="1629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5462" y="2965"/>
            <a:ext cx="136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5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329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62" y="2965"/>
                          <a:ext cx="136" cy="1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4071" y="2931"/>
            <a:ext cx="170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6" name="Equation" r:id="rId7" imgW="3048000" imgH="3352800" progId="Equation.DSMT4">
                    <p:embed/>
                  </p:oleObj>
                </mc:Choice>
                <mc:Fallback>
                  <p:oleObj name="Equation" r:id="rId7" imgW="3048000" imgH="3352800" progId="Equation.DSMT4">
                    <p:embed/>
                    <p:pic>
                      <p:nvPicPr>
                        <p:cNvPr id="0" name="图片 329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71" y="2931"/>
                          <a:ext cx="170" cy="1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5231" y="2886"/>
            <a:ext cx="1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7" name="Equation" r:id="rId9" imgW="3048000" imgH="4267200" progId="Equation.DSMT4">
                    <p:embed/>
                  </p:oleObj>
                </mc:Choice>
                <mc:Fallback>
                  <p:oleObj name="Equation" r:id="rId9" imgW="3048000" imgH="4267200" progId="Equation.DSMT4">
                    <p:embed/>
                    <p:pic>
                      <p:nvPicPr>
                        <p:cNvPr id="0" name="图片 329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31" y="2886"/>
                          <a:ext cx="189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/>
          </p:nvGraphicFramePr>
          <p:xfrm>
            <a:off x="3822" y="2907"/>
            <a:ext cx="176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8" name="Equation" r:id="rId11" imgW="7010400" imgH="7620000" progId="Equation.DSMT4">
                    <p:embed/>
                  </p:oleObj>
                </mc:Choice>
                <mc:Fallback>
                  <p:oleObj name="Equation" r:id="rId11" imgW="7010400" imgH="7620000" progId="Equation.DSMT4">
                    <p:embed/>
                    <p:pic>
                      <p:nvPicPr>
                        <p:cNvPr id="0" name="图片 329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22" y="2907"/>
                          <a:ext cx="176" cy="1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183063" y="469900"/>
          <a:ext cx="31194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9" name="Equation" r:id="rId13" imgW="74980800" imgH="9448800" progId="Equation.DSMT4">
                  <p:embed/>
                </p:oleObj>
              </mc:Choice>
              <mc:Fallback>
                <p:oleObj name="Equation" r:id="rId13" imgW="74980800" imgH="9448800" progId="Equation.DSMT4">
                  <p:embed/>
                  <p:pic>
                    <p:nvPicPr>
                      <p:cNvPr id="0" name="图片 3291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83063" y="469900"/>
                        <a:ext cx="3119437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8686800" y="2817813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9120336" y="2291234"/>
          <a:ext cx="1188799" cy="417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0" name="Equation" r:id="rId15" imgW="14020800" imgH="4876800" progId="Equation.DSMT4">
                  <p:embed/>
                </p:oleObj>
              </mc:Choice>
              <mc:Fallback>
                <p:oleObj name="Equation" r:id="rId15" imgW="14020800" imgH="4876800" progId="Equation.DSMT4">
                  <p:embed/>
                  <p:pic>
                    <p:nvPicPr>
                      <p:cNvPr id="0" name="图片 329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120336" y="2291234"/>
                        <a:ext cx="1188799" cy="4176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1847528" y="1196752"/>
            <a:ext cx="4320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则弧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长元素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弧微分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 :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0" name="Group 19"/>
          <p:cNvGrpSpPr/>
          <p:nvPr/>
        </p:nvGrpSpPr>
        <p:grpSpPr bwMode="auto">
          <a:xfrm>
            <a:off x="8610600" y="3122612"/>
            <a:ext cx="214313" cy="1860549"/>
            <a:chOff x="4464" y="1967"/>
            <a:chExt cx="135" cy="1172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509" y="1967"/>
              <a:ext cx="0" cy="93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4464" y="2955"/>
            <a:ext cx="13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1" name="Equation" r:id="rId17" imgW="5486400" imgH="7315200" progId="Equation.DSMT4">
                    <p:embed/>
                  </p:oleObj>
                </mc:Choice>
                <mc:Fallback>
                  <p:oleObj name="Equation" r:id="rId17" imgW="5486400" imgH="7315200" progId="Equation.DSMT4">
                    <p:embed/>
                    <p:pic>
                      <p:nvPicPr>
                        <p:cNvPr id="0" name="图片 329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64" y="2955"/>
                          <a:ext cx="135" cy="1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/>
          <p:cNvGrpSpPr/>
          <p:nvPr/>
        </p:nvGrpSpPr>
        <p:grpSpPr bwMode="auto">
          <a:xfrm>
            <a:off x="8853484" y="2852737"/>
            <a:ext cx="911225" cy="2130424"/>
            <a:chOff x="4617" y="1797"/>
            <a:chExt cx="574" cy="1342"/>
          </a:xfrm>
        </p:grpSpPr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V="1">
              <a:off x="4801" y="1797"/>
              <a:ext cx="0" cy="110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4617" y="2902"/>
            <a:ext cx="574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2" name="Equation" r:id="rId19" imgW="22860000" imgH="9448800" progId="Equation.DSMT4">
                    <p:embed/>
                  </p:oleObj>
                </mc:Choice>
                <mc:Fallback>
                  <p:oleObj name="Equation" r:id="rId19" imgW="22860000" imgH="9448800" progId="Equation.DSMT4">
                    <p:embed/>
                    <p:pic>
                      <p:nvPicPr>
                        <p:cNvPr id="0" name="图片 329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17" y="2902"/>
                          <a:ext cx="574" cy="2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3832225" y="2532063"/>
          <a:ext cx="1854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3" name="Equation" r:id="rId21" imgW="44500800" imgH="13716000" progId="Equation.DSMT4">
                  <p:embed/>
                </p:oleObj>
              </mc:Choice>
              <mc:Fallback>
                <p:oleObj name="Equation" r:id="rId21" imgW="44500800" imgH="13716000" progId="Equation.DSMT4">
                  <p:embed/>
                  <p:pic>
                    <p:nvPicPr>
                      <p:cNvPr id="0" name="图片 329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32225" y="2532063"/>
                        <a:ext cx="18542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1879374" y="3119961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因此所求弧长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3408363" y="3749675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4" name="Equation" r:id="rId23" imgW="59740800" imgH="17678400" progId="Equation.DSMT4">
                  <p:embed/>
                </p:oleObj>
              </mc:Choice>
              <mc:Fallback>
                <p:oleObj name="Equation" r:id="rId23" imgW="59740800" imgH="17678400" progId="Equation.DSMT4">
                  <p:embed/>
                  <p:pic>
                    <p:nvPicPr>
                      <p:cNvPr id="0" name="图片 329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08363" y="3749675"/>
                        <a:ext cx="2489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8686800" y="3122613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V="1">
            <a:off x="9144000" y="2817813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3431704" y="1778402"/>
          <a:ext cx="2761858" cy="642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5" name="Equation" r:id="rId25" imgW="29565600" imgH="6705600" progId="Equation.DSMT4">
                  <p:embed/>
                </p:oleObj>
              </mc:Choice>
              <mc:Fallback>
                <p:oleObj name="Equation" r:id="rId25" imgW="29565600" imgH="6705600" progId="Equation.DSMT4">
                  <p:embed/>
                  <p:pic>
                    <p:nvPicPr>
                      <p:cNvPr id="0" name="图片 3292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431704" y="1778402"/>
                        <a:ext cx="2761858" cy="6424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423592" y="404664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若曲线为：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9" grpId="0" autoUpdateAnimBg="0"/>
      <p:bldP spid="27" grpId="0" autoUpdateAnimBg="0"/>
      <p:bldP spid="30" grpId="0" bldLvl="0" animBg="1"/>
      <p:bldP spid="3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457200"/>
            <a:ext cx="2895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charset="-122"/>
              </a:rPr>
              <a:t>12</a:t>
            </a:r>
            <a:r>
              <a:rPr lang="en-US" altLang="zh-CN" sz="2800" b="1" dirty="0" smtClean="0">
                <a:ea typeface="楷体_GB2312" charset="-122"/>
              </a:rPr>
              <a:t>. </a:t>
            </a:r>
            <a:r>
              <a:rPr lang="zh-CN" altLang="en-US" sz="2800" b="1" dirty="0" smtClean="0">
                <a:ea typeface="楷体_GB2312" charset="-122"/>
              </a:rPr>
              <a:t>计算摆线</a:t>
            </a:r>
            <a:endParaRPr lang="zh-CN" altLang="en-US" sz="2800" b="1" dirty="0">
              <a:ea typeface="楷体_GB2312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597400" y="336550"/>
          <a:ext cx="2311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55473600" imgH="24384000" progId="Equation.DSMT4">
                  <p:embed/>
                </p:oleObj>
              </mc:Choice>
              <mc:Fallback>
                <p:oleObj name="Equation" r:id="rId1" imgW="55473600" imgH="243840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97400" y="336550"/>
                        <a:ext cx="23114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023100" y="61595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1" name="Equation" r:id="rId3" imgW="24079200" imgH="9448800" progId="Equation.DSMT4">
                  <p:embed/>
                </p:oleObj>
              </mc:Choice>
              <mc:Fallback>
                <p:oleObj name="Equation" r:id="rId3" imgW="24079200" imgH="9448800" progId="Equation.DSMT4">
                  <p:embed/>
                  <p:pic>
                    <p:nvPicPr>
                      <p:cNvPr id="0" name="图片 34000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23100" y="615950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001000" y="47148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一拱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877300" y="535940"/>
          <a:ext cx="163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2" name="Equation" r:id="rId5" imgW="39319200" imgH="9448800" progId="Equation.DSMT4">
                  <p:embed/>
                </p:oleObj>
              </mc:Choice>
              <mc:Fallback>
                <p:oleObj name="Equation" r:id="rId5" imgW="39319200" imgH="9448800" progId="Equation.DSMT4">
                  <p:embed/>
                  <p:pic>
                    <p:nvPicPr>
                      <p:cNvPr id="0" name="图片 34001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77300" y="535940"/>
                        <a:ext cx="1638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52600" y="1295400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的弧长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63750" y="198120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787650" y="1778000"/>
          <a:ext cx="3365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3" name="Equation" r:id="rId7" imgW="80772000" imgH="22860000" progId="Equation.DSMT4">
                  <p:embed/>
                </p:oleObj>
              </mc:Choice>
              <mc:Fallback>
                <p:oleObj name="Equation" r:id="rId7" imgW="80772000" imgH="22860000" progId="Equation.DSMT4">
                  <p:embed/>
                  <p:pic>
                    <p:nvPicPr>
                      <p:cNvPr id="0" name="图片 3400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7650" y="1778000"/>
                        <a:ext cx="33655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314700" y="2730500"/>
          <a:ext cx="3911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4" name="Equation" r:id="rId9" imgW="93878400" imgH="13716000" progId="Equation.DSMT4">
                  <p:embed/>
                </p:oleObj>
              </mc:Choice>
              <mc:Fallback>
                <p:oleObj name="Equation" r:id="rId9" imgW="93878400" imgH="13716000" progId="Equation.DSMT4">
                  <p:embed/>
                  <p:pic>
                    <p:nvPicPr>
                      <p:cNvPr id="0" name="图片 3400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14700" y="2730500"/>
                        <a:ext cx="39116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708650" y="2755900"/>
          <a:ext cx="134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5" name="Equation" r:id="rId11" imgW="32308800" imgH="10972800" progId="Equation.DSMT4">
                  <p:embed/>
                </p:oleObj>
              </mc:Choice>
              <mc:Fallback>
                <p:oleObj name="Equation" r:id="rId11" imgW="32308800" imgH="10972800" progId="Equation.DSMT4">
                  <p:embed/>
                  <p:pic>
                    <p:nvPicPr>
                      <p:cNvPr id="0" name="图片 3400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08650" y="2755900"/>
                        <a:ext cx="1346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7239000" y="287655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6" name="Equation" r:id="rId13" imgW="9448800" imgH="9448800" progId="Equation.DSMT4">
                  <p:embed/>
                </p:oleObj>
              </mc:Choice>
              <mc:Fallback>
                <p:oleObj name="Equation" r:id="rId13" imgW="9448800" imgH="9448800" progId="Equation.DSMT4">
                  <p:embed/>
                  <p:pic>
                    <p:nvPicPr>
                      <p:cNvPr id="0" name="图片 3400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39000" y="2876550"/>
                        <a:ext cx="39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282950" y="3556000"/>
          <a:ext cx="264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7" name="Equation" r:id="rId15" imgW="63398400" imgH="12496800" progId="Equation.DSMT4">
                  <p:embed/>
                </p:oleObj>
              </mc:Choice>
              <mc:Fallback>
                <p:oleObj name="Equation" r:id="rId15" imgW="63398400" imgH="12496800" progId="Equation.DSMT4">
                  <p:embed/>
                  <p:pic>
                    <p:nvPicPr>
                      <p:cNvPr id="0" name="图片 3400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2950" y="3556000"/>
                        <a:ext cx="26416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282950" y="4051300"/>
          <a:ext cx="173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8" name="Equation" r:id="rId17" imgW="41757600" imgH="19812000" progId="Equation.DSMT4">
                  <p:embed/>
                </p:oleObj>
              </mc:Choice>
              <mc:Fallback>
                <p:oleObj name="Equation" r:id="rId17" imgW="41757600" imgH="19812000" progId="Equation.DSMT4">
                  <p:embed/>
                  <p:pic>
                    <p:nvPicPr>
                      <p:cNvPr id="0" name="图片 3400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82950" y="4051300"/>
                        <a:ext cx="1739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247900" y="5041900"/>
          <a:ext cx="3022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9" name="Equation" r:id="rId19" imgW="72542400" imgH="19812000" progId="Equation.DSMT4">
                  <p:embed/>
                </p:oleObj>
              </mc:Choice>
              <mc:Fallback>
                <p:oleObj name="Equation" r:id="rId19" imgW="72542400" imgH="19812000" progId="Equation.DSMT4">
                  <p:embed/>
                  <p:pic>
                    <p:nvPicPr>
                      <p:cNvPr id="0" name="图片 3400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47900" y="5041900"/>
                        <a:ext cx="3022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257800" y="4978400"/>
          <a:ext cx="247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0" name="Equation" r:id="rId21" imgW="59436000" imgH="24384000" progId="Equation.DSMT4">
                  <p:embed/>
                </p:oleObj>
              </mc:Choice>
              <mc:Fallback>
                <p:oleObj name="Equation" r:id="rId21" imgW="59436000" imgH="24384000" progId="Equation.DSMT4">
                  <p:embed/>
                  <p:pic>
                    <p:nvPicPr>
                      <p:cNvPr id="0" name="图片 3400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57800" y="4978400"/>
                        <a:ext cx="24765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824192" y="5353818"/>
          <a:ext cx="659223" cy="3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" name="Equation" r:id="rId23" imgW="7620000" imgH="4267200" progId="Equation.DSMT4">
                  <p:embed/>
                </p:oleObj>
              </mc:Choice>
              <mc:Fallback>
                <p:oleObj name="Equation" r:id="rId23" imgW="7620000" imgH="4267200" progId="Equation.DSMT4">
                  <p:embed/>
                  <p:pic>
                    <p:nvPicPr>
                      <p:cNvPr id="0" name="图片 3401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24192" y="5353818"/>
                        <a:ext cx="659223" cy="379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9"/>
          <p:cNvGrpSpPr/>
          <p:nvPr/>
        </p:nvGrpSpPr>
        <p:grpSpPr bwMode="auto">
          <a:xfrm>
            <a:off x="7552212" y="1431925"/>
            <a:ext cx="2887188" cy="1235075"/>
            <a:chOff x="3685" y="816"/>
            <a:chExt cx="2020" cy="864"/>
          </a:xfrm>
        </p:grpSpPr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3876" y="920"/>
            <a:ext cx="1536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2" name="BMP 图象" r:id="rId25" imgW="2438400" imgH="866775" progId="PBrush">
                    <p:embed/>
                  </p:oleObj>
                </mc:Choice>
                <mc:Fallback>
                  <p:oleObj name="BMP 图象" r:id="rId25" imgW="2438400" imgH="866775" progId="PBrush">
                    <p:embed/>
                    <p:pic>
                      <p:nvPicPr>
                        <p:cNvPr id="0" name="图片 340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76" y="920"/>
                          <a:ext cx="1536" cy="546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5568" y="1469"/>
            <a:ext cx="13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3" name="Equation" r:id="rId27" imgW="5486400" imgH="7315200" progId="Equation.DSMT4">
                    <p:embed/>
                  </p:oleObj>
                </mc:Choice>
                <mc:Fallback>
                  <p:oleObj name="Equation" r:id="rId27" imgW="5486400" imgH="7315200" progId="Equation.DSMT4">
                    <p:embed/>
                    <p:pic>
                      <p:nvPicPr>
                        <p:cNvPr id="0" name="图片 340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568" y="1469"/>
                          <a:ext cx="137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3685" y="819"/>
            <a:ext cx="15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4" name="Equation" r:id="rId29" imgW="6096000" imgH="7315200" progId="Equation.DSMT4">
                    <p:embed/>
                  </p:oleObj>
                </mc:Choice>
                <mc:Fallback>
                  <p:oleObj name="Equation" r:id="rId29" imgW="6096000" imgH="7315200" progId="Equation.DSMT4">
                    <p:embed/>
                    <p:pic>
                      <p:nvPicPr>
                        <p:cNvPr id="0" name="图片 340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685" y="819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3711" y="1451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5" name="Equation" r:id="rId31" imgW="7010400" imgH="7620000" progId="Equation.DSMT4">
                    <p:embed/>
                  </p:oleObj>
                </mc:Choice>
                <mc:Fallback>
                  <p:oleObj name="Equation" r:id="rId31" imgW="7010400" imgH="7620000" progId="Equation.DSMT4">
                    <p:embed/>
                    <p:pic>
                      <p:nvPicPr>
                        <p:cNvPr id="0" name="图片 340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711" y="1451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5146" y="1446"/>
            <a:ext cx="35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6" name="Equation" r:id="rId33" imgW="14325600" imgH="9448800" progId="Equation.DSMT4">
                    <p:embed/>
                  </p:oleObj>
                </mc:Choice>
                <mc:Fallback>
                  <p:oleObj name="Equation" r:id="rId33" imgW="14325600" imgH="9448800" progId="Equation.DSMT4">
                    <p:embed/>
                    <p:pic>
                      <p:nvPicPr>
                        <p:cNvPr id="0" name="图片 340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146" y="1446"/>
                          <a:ext cx="357" cy="2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3788" y="1443"/>
              <a:ext cx="18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V="1">
              <a:off x="3884" y="816"/>
              <a:ext cx="0" cy="7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46935" y="587375"/>
            <a:ext cx="22320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13</a:t>
            </a:r>
            <a:r>
              <a:rPr lang="en-US" altLang="zh-CN" sz="2800" dirty="0" smtClean="0">
                <a:ea typeface="楷体_GB2312" charset="-122"/>
              </a:rPr>
              <a:t>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求曲线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95800" y="455771"/>
          <a:ext cx="22034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52730400" imgH="20116800" progId="Equation.DSMT4">
                  <p:embed/>
                </p:oleObj>
              </mc:Choice>
              <mc:Fallback>
                <p:oleObj name="Equation" r:id="rId1" imgW="52730400" imgH="201168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5800" y="455771"/>
                        <a:ext cx="2203450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9344" y="582930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的长度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279576" y="1303432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1664" y="1302162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该函数的定义域为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114370" y="1167448"/>
          <a:ext cx="13557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32308800" imgH="22555200" progId="Equation.DSMT4">
                  <p:embed/>
                </p:oleObj>
              </mc:Choice>
              <mc:Fallback>
                <p:oleObj name="Equation" r:id="rId3" imgW="32308800" imgH="22555200" progId="Equation.DSMT4">
                  <p:embed/>
                  <p:pic>
                    <p:nvPicPr>
                      <p:cNvPr id="0" name="图片 348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4370" y="1167448"/>
                        <a:ext cx="1355725" cy="947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639958" y="1330008"/>
          <a:ext cx="16970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40538400" imgH="11887200" progId="Equation.DSMT4">
                  <p:embed/>
                </p:oleObj>
              </mc:Choice>
              <mc:Fallback>
                <p:oleObj name="Equation" r:id="rId5" imgW="40538400" imgH="11887200" progId="Equation.DSMT4">
                  <p:embed/>
                  <p:pic>
                    <p:nvPicPr>
                      <p:cNvPr id="0" name="图片 348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39958" y="1330008"/>
                        <a:ext cx="1697037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79775" y="2178136"/>
          <a:ext cx="31146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7" imgW="74676000" imgH="23774400" progId="Equation.DSMT4">
                  <p:embed/>
                </p:oleObj>
              </mc:Choice>
              <mc:Fallback>
                <p:oleObj name="Equation" r:id="rId7" imgW="74676000" imgH="23774400" progId="Equation.DSMT4">
                  <p:embed/>
                  <p:pic>
                    <p:nvPicPr>
                      <p:cNvPr id="0" name="图片 348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9775" y="2178136"/>
                        <a:ext cx="3114675" cy="984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338720" y="232245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故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422576" y="3140968"/>
          <a:ext cx="243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9" imgW="58521600" imgH="21336000" progId="Equation.DSMT4">
                  <p:embed/>
                </p:oleObj>
              </mc:Choice>
              <mc:Fallback>
                <p:oleObj name="Equation" r:id="rId9" imgW="58521600" imgH="21336000" progId="Equation.DSMT4">
                  <p:embed/>
                  <p:pic>
                    <p:nvPicPr>
                      <p:cNvPr id="0" name="图片 348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2576" y="3140968"/>
                        <a:ext cx="2438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312024" y="2178303"/>
          <a:ext cx="2578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11" imgW="61874400" imgH="19507200" progId="Equation.DSMT4">
                  <p:embed/>
                </p:oleObj>
              </mc:Choice>
              <mc:Fallback>
                <p:oleObj name="Equation" r:id="rId11" imgW="61874400" imgH="19507200" progId="Equation.DSMT4">
                  <p:embed/>
                  <p:pic>
                    <p:nvPicPr>
                      <p:cNvPr id="0" name="图片 348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2024" y="2178303"/>
                        <a:ext cx="257810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894085" y="3501008"/>
          <a:ext cx="495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13" imgW="11887200" imgH="7315200" progId="Equation.DSMT4">
                  <p:embed/>
                </p:oleObj>
              </mc:Choice>
              <mc:Fallback>
                <p:oleObj name="Equation" r:id="rId13" imgW="11887200" imgH="7315200" progId="Equation.DSMT4">
                  <p:embed/>
                  <p:pic>
                    <p:nvPicPr>
                      <p:cNvPr id="0" name="图片 348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94085" y="3501008"/>
                        <a:ext cx="4953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07870" y="408603"/>
            <a:ext cx="532839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2.极坐标下的弧长计算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67608" y="1645161"/>
          <a:ext cx="33019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79248000" imgH="9448800" progId="Equation.DSMT4">
                  <p:embed/>
                </p:oleObj>
              </mc:Choice>
              <mc:Fallback>
                <p:oleObj name="Equation" r:id="rId1" imgW="79248000" imgH="94488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7608" y="1645161"/>
                        <a:ext cx="33019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266122" y="2167930"/>
          <a:ext cx="463536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3" imgW="111252000" imgH="10668000" progId="Equation.DSMT4">
                  <p:embed/>
                </p:oleObj>
              </mc:Choice>
              <mc:Fallback>
                <p:oleObj name="Equation" r:id="rId3" imgW="111252000" imgH="10668000" progId="Equation.DSMT4">
                  <p:embed/>
                  <p:pic>
                    <p:nvPicPr>
                      <p:cNvPr id="0" name="图片 358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6122" y="2167930"/>
                        <a:ext cx="4635360" cy="444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89137" y="4737140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因此所求弧长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304478" y="4996696"/>
          <a:ext cx="37461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89916000" imgH="17678400" progId="Equation.DSMT4">
                  <p:embed/>
                </p:oleObj>
              </mc:Choice>
              <mc:Fallback>
                <p:oleObj name="Equation" r:id="rId5" imgW="89916000" imgH="17678400" progId="Equation.DSMT4">
                  <p:embed/>
                  <p:pic>
                    <p:nvPicPr>
                      <p:cNvPr id="0" name="图片 358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4478" y="4996696"/>
                        <a:ext cx="3746160" cy="736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989388" y="3414752"/>
          <a:ext cx="32496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77419200" imgH="13716000" progId="Equation.DSMT4">
                  <p:embed/>
                </p:oleObj>
              </mc:Choice>
              <mc:Fallback>
                <p:oleObj name="Equation" r:id="rId7" imgW="77419200" imgH="13716000" progId="Equation.DSMT4">
                  <p:embed/>
                  <p:pic>
                    <p:nvPicPr>
                      <p:cNvPr id="0" name="图片 358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9388" y="3414752"/>
                        <a:ext cx="3249612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945017" y="4132392"/>
          <a:ext cx="3073320" cy="57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9" imgW="73761600" imgH="13716000" progId="Equation.DSMT4">
                  <p:embed/>
                </p:oleObj>
              </mc:Choice>
              <mc:Fallback>
                <p:oleObj name="Equation" r:id="rId9" imgW="73761600" imgH="13716000" progId="Equation.DSMT4">
                  <p:embed/>
                  <p:pic>
                    <p:nvPicPr>
                      <p:cNvPr id="0" name="图片 358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45017" y="4132392"/>
                        <a:ext cx="3073320" cy="57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018097" y="2096894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则得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238500" y="3530640"/>
          <a:ext cx="66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11" imgW="15849600" imgH="9448800" progId="Equation.DSMT4">
                  <p:embed/>
                </p:oleObj>
              </mc:Choice>
              <mc:Fallback>
                <p:oleObj name="Equation" r:id="rId11" imgW="15849600" imgH="9448800" progId="Equation.DSMT4">
                  <p:embed/>
                  <p:pic>
                    <p:nvPicPr>
                      <p:cNvPr id="0" name="图片 358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8500" y="3530640"/>
                        <a:ext cx="660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89137" y="2741652"/>
            <a:ext cx="4038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弧长元素(弧微分) :</a:t>
            </a:r>
            <a:endParaRPr kumimoji="1" lang="en-US" altLang="zh-CN" sz="280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018337" y="4189452"/>
            <a:ext cx="167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自己验证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2008047" y="1004895"/>
            <a:ext cx="5638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若曲线弧由极坐标方程给出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utoUpdateAnimBg="0"/>
      <p:bldP spid="11" grpId="0" autoUpdateAnimBg="0"/>
      <p:bldP spid="12" grpId="0" autoUpdateAnimBg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448050" y="2355850"/>
          <a:ext cx="24225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58216800" imgH="13106400" progId="Equation.DSMT4">
                  <p:embed/>
                </p:oleObj>
              </mc:Choice>
              <mc:Fallback>
                <p:oleObj name="Equation" r:id="rId1" imgW="58216800" imgH="131064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48050" y="2355850"/>
                        <a:ext cx="2422525" cy="541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03388" y="365125"/>
            <a:ext cx="4343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charset="-122"/>
              </a:rPr>
              <a:t>14. </a:t>
            </a:r>
            <a:r>
              <a:rPr lang="zh-CN" altLang="en-US" sz="2800" dirty="0" smtClean="0">
                <a:ea typeface="楷体_GB2312" charset="-122"/>
              </a:rPr>
              <a:t>求阿基米德螺线</a:t>
            </a:r>
            <a:endParaRPr lang="zh-CN" altLang="en-US" sz="2800" dirty="0">
              <a:ea typeface="楷体_GB231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20000" y="398463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相应于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0≤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≤2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</a:t>
            </a:r>
            <a:endParaRPr kumimoji="1" lang="en-US" altLang="zh-CN" sz="2800" i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76400" y="928688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一段的弧长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.   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63750" y="16906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解</a:t>
            </a:r>
            <a:r>
              <a:rPr kumimoji="1"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dirty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435940" y="461279"/>
          <a:ext cx="21459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51511200" imgH="9448800" progId="Equation.DSMT4">
                  <p:embed/>
                </p:oleObj>
              </mc:Choice>
              <mc:Fallback>
                <p:oleObj name="Equation" r:id="rId3" imgW="51511200" imgH="9448800" progId="Equation.DSMT4">
                  <p:embed/>
                  <p:pic>
                    <p:nvPicPr>
                      <p:cNvPr id="0" name="图片 368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5940" y="461279"/>
                        <a:ext cx="21459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8"/>
          <p:cNvGrpSpPr/>
          <p:nvPr/>
        </p:nvGrpSpPr>
        <p:grpSpPr bwMode="auto">
          <a:xfrm>
            <a:off x="7467600" y="1676400"/>
            <a:ext cx="2692400" cy="1644650"/>
            <a:chOff x="3912" y="864"/>
            <a:chExt cx="1696" cy="1036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912" y="864"/>
            <a:ext cx="1576" cy="1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7" name="BMP 图象" r:id="rId5" imgW="2781300" imgH="1828800" progId="PBrush">
                    <p:embed/>
                  </p:oleObj>
                </mc:Choice>
                <mc:Fallback>
                  <p:oleObj name="BMP 图象" r:id="rId5" imgW="2781300" imgH="1828800" progId="PBrush">
                    <p:embed/>
                    <p:pic>
                      <p:nvPicPr>
                        <p:cNvPr id="0" name="图片 368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12" y="864"/>
                          <a:ext cx="1576" cy="1036"/>
                        </a:xfrm>
                        <a:prstGeom prst="rect">
                          <a:avLst/>
                        </a:prstGeom>
                        <a:noFill/>
                        <a:ln w="190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5472" y="1085"/>
            <a:ext cx="136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8" name="Equation" r:id="rId7" imgW="5486400" imgH="7315200" progId="Equation.DSMT4">
                    <p:embed/>
                  </p:oleObj>
                </mc:Choice>
                <mc:Fallback>
                  <p:oleObj name="Equation" r:id="rId7" imgW="5486400" imgH="7315200" progId="Equation.DSMT4">
                    <p:embed/>
                    <p:pic>
                      <p:nvPicPr>
                        <p:cNvPr id="0" name="图片 368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72" y="1085"/>
                          <a:ext cx="136" cy="1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5093" y="966"/>
            <a:ext cx="37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9" name="Equation" r:id="rId9" imgW="747395" imgH="457200" progId="Equation.3">
                    <p:embed/>
                  </p:oleObj>
                </mc:Choice>
                <mc:Fallback>
                  <p:oleObj name="Equation" r:id="rId9" imgW="747395" imgH="457200" progId="Equation.3">
                    <p:embed/>
                    <p:pic>
                      <p:nvPicPr>
                        <p:cNvPr id="0" name="图片 368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93" y="966"/>
                          <a:ext cx="379" cy="2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4342" y="1200"/>
            <a:ext cx="129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0" name="Equation" r:id="rId11" imgW="256540" imgH="278765" progId="Equation.3">
                    <p:embed/>
                  </p:oleObj>
                </mc:Choice>
                <mc:Fallback>
                  <p:oleObj name="Equation" r:id="rId11" imgW="256540" imgH="278765" progId="Equation.3">
                    <p:embed/>
                    <p:pic>
                      <p:nvPicPr>
                        <p:cNvPr id="0" name="图片 368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42" y="1200"/>
                          <a:ext cx="129" cy="1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4573" y="1652"/>
            <a:ext cx="68" cy="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1" name="Equation" r:id="rId13" imgW="133985" imgH="212090" progId="Equation.DSMT4">
                    <p:embed/>
                  </p:oleObj>
                </mc:Choice>
                <mc:Fallback>
                  <p:oleObj name="Equation" r:id="rId13" imgW="133985" imgH="212090" progId="Equation.DSMT4">
                    <p:embed/>
                    <p:pic>
                      <p:nvPicPr>
                        <p:cNvPr id="0" name="图片 368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73" y="1652"/>
                          <a:ext cx="68" cy="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855640" y="1664584"/>
          <a:ext cx="3466800" cy="57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15" imgW="83210400" imgH="13716000" progId="Equation.DSMT4">
                  <p:embed/>
                </p:oleObj>
              </mc:Choice>
              <mc:Fallback>
                <p:oleObj name="Equation" r:id="rId15" imgW="83210400" imgH="13716000" progId="Equation.DSMT4">
                  <p:embed/>
                  <p:pic>
                    <p:nvPicPr>
                      <p:cNvPr id="0" name="图片 368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55640" y="1664584"/>
                        <a:ext cx="3466800" cy="57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02013" y="2997200"/>
          <a:ext cx="2019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17" imgW="48463200" imgH="13106400" progId="Equation.DSMT4">
                  <p:embed/>
                </p:oleObj>
              </mc:Choice>
              <mc:Fallback>
                <p:oleObj name="Equation" r:id="rId17" imgW="48463200" imgH="13106400" progId="Equation.DSMT4">
                  <p:embed/>
                  <p:pic>
                    <p:nvPicPr>
                      <p:cNvPr id="0" name="图片 368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02013" y="2997200"/>
                        <a:ext cx="20193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667000" y="3676650"/>
          <a:ext cx="325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19" imgW="78028800" imgH="17678400" progId="Equation.DSMT4">
                  <p:embed/>
                </p:oleObj>
              </mc:Choice>
              <mc:Fallback>
                <p:oleObj name="Equation" r:id="rId19" imgW="78028800" imgH="17678400" progId="Equation.DSMT4">
                  <p:embed/>
                  <p:pic>
                    <p:nvPicPr>
                      <p:cNvPr id="0" name="图片 368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67000" y="3676650"/>
                        <a:ext cx="3251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477989" y="4483100"/>
          <a:ext cx="2044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21" imgW="49072800" imgH="22555200" progId="Equation.DSMT4">
                  <p:embed/>
                </p:oleObj>
              </mc:Choice>
              <mc:Fallback>
                <p:oleObj name="Equation" r:id="rId21" imgW="49072800" imgH="22555200" progId="Equation.DSMT4">
                  <p:embed/>
                  <p:pic>
                    <p:nvPicPr>
                      <p:cNvPr id="0" name="图片 368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77989" y="4483100"/>
                        <a:ext cx="20447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409976" y="4441825"/>
          <a:ext cx="30622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23" imgW="73152000" imgH="24384000" progId="Equation.DSMT4">
                  <p:embed/>
                </p:oleObj>
              </mc:Choice>
              <mc:Fallback>
                <p:oleObj name="Equation" r:id="rId23" imgW="73152000" imgH="24384000" progId="Equation.DSMT4">
                  <p:embed/>
                  <p:pic>
                    <p:nvPicPr>
                      <p:cNvPr id="0" name="图片 368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09976" y="4441825"/>
                        <a:ext cx="3062288" cy="1019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455764" y="5499100"/>
          <a:ext cx="501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Equation" r:id="rId25" imgW="120396000" imgH="19812000" progId="Equation.DSMT4">
                  <p:embed/>
                </p:oleObj>
              </mc:Choice>
              <mc:Fallback>
                <p:oleObj name="Equation" r:id="rId25" imgW="120396000" imgH="19812000" progId="Equation.DSMT4">
                  <p:embed/>
                  <p:pic>
                    <p:nvPicPr>
                      <p:cNvPr id="0" name="图片 3687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55764" y="5499100"/>
                        <a:ext cx="5016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84032" y="3789040"/>
            <a:ext cx="419354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积分方法见书上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P214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L5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3575720" y="4312260"/>
            <a:ext cx="2808312" cy="628908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7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13890" y="39476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练习5.4.2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259632"/>
            <a:ext cx="6939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曲线                 与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轴所围图形的面积．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75720" y="1339641"/>
          <a:ext cx="132715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31699200" imgH="10972800" progId="Equation.DSMT4">
                  <p:embed/>
                </p:oleObj>
              </mc:Choice>
              <mc:Fallback>
                <p:oleObj name="Equation" r:id="rId1" imgW="31699200" imgH="109728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5720" y="1339641"/>
                        <a:ext cx="1327151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81200" y="2852936"/>
            <a:ext cx="7966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曲线            在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和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之间部分绕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轴旋转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503712" y="2885946"/>
          <a:ext cx="90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6" name="Equation" r:id="rId3" imgW="21640800" imgH="10972800" progId="Equation.DSMT4">
                  <p:embed/>
                </p:oleObj>
              </mc:Choice>
              <mc:Fallback>
                <p:oleObj name="Equation" r:id="rId3" imgW="21640800" imgH="10972800" progId="Equation.DSMT4">
                  <p:embed/>
                  <p:pic>
                    <p:nvPicPr>
                      <p:cNvPr id="0" name="图片 3793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712" y="2885946"/>
                        <a:ext cx="901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81200" y="3376156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一周所围图形的体积．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3552" y="198884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18578" y="389937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67125" y="1835150"/>
          <a:ext cx="2667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7" name="Equation" r:id="rId5" imgW="6400800" imgH="20116800" progId="Equation.DSMT4">
                  <p:embed/>
                </p:oleObj>
              </mc:Choice>
              <mc:Fallback>
                <p:oleObj name="Equation" r:id="rId5" imgW="6400800" imgH="20116800" progId="Equation.DSMT4">
                  <p:embed/>
                  <p:pic>
                    <p:nvPicPr>
                      <p:cNvPr id="0" name="图片 3793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7125" y="1835150"/>
                        <a:ext cx="2667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876911" y="3878780"/>
          <a:ext cx="279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Equation" r:id="rId7" imgW="6705600" imgH="20116800" progId="Equation.DSMT4">
                  <p:embed/>
                </p:oleObj>
              </mc:Choice>
              <mc:Fallback>
                <p:oleObj name="Equation" r:id="rId7" imgW="6705600" imgH="20116800" progId="Equation.DSMT4">
                  <p:embed/>
                  <p:pic>
                    <p:nvPicPr>
                      <p:cNvPr id="0" name="图片 379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6911" y="3878780"/>
                        <a:ext cx="2794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821240" y="1222038"/>
            <a:ext cx="8064896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§5.5   反常积分             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一元微积分总回顾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8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282446" y="3099108"/>
            <a:ext cx="643226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5.5.1  反常积分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40865" y="4002271"/>
            <a:ext cx="77019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5.5.2  一元微积分总回顾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663755" y="338882"/>
            <a:ext cx="86042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无穷限积分——无穷区间上的反常积分  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1024071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引例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曲线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492500" y="903288"/>
          <a:ext cx="99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23774400" imgH="20116800" progId="Equation.DSMT4">
                  <p:embed/>
                </p:oleObj>
              </mc:Choice>
              <mc:Fallback>
                <p:oleObj name="Equation" r:id="rId1" imgW="23774400" imgH="20116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903288"/>
                        <a:ext cx="990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406900" y="1024071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和直线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676265" y="1132523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" name="Equation" r:id="rId3" imgW="16764000" imgH="9448800" progId="Equation.DSMT4">
                  <p:embed/>
                </p:oleObj>
              </mc:Choice>
              <mc:Fallback>
                <p:oleObj name="Equation" r:id="rId3" imgW="16764000" imgH="9448800" progId="Equation.DSMT4">
                  <p:embed/>
                  <p:pic>
                    <p:nvPicPr>
                      <p:cNvPr id="0" name="图片 119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76265" y="1132523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374765" y="1024071"/>
            <a:ext cx="381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及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轴所围成的开口曲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52600" y="1736859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边梯形的面积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9" name="Group 9"/>
          <p:cNvGrpSpPr/>
          <p:nvPr/>
        </p:nvGrpSpPr>
        <p:grpSpPr bwMode="auto">
          <a:xfrm>
            <a:off x="7239000" y="1874971"/>
            <a:ext cx="3028950" cy="2676525"/>
            <a:chOff x="3456" y="1392"/>
            <a:chExt cx="1908" cy="1686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3456" y="1392"/>
            <a:ext cx="1908" cy="1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6" name="BMP 图象" r:id="rId5" imgW="3028950" imgH="2676525" progId="PBrush">
                    <p:embed/>
                  </p:oleObj>
                </mc:Choice>
                <mc:Fallback>
                  <p:oleObj name="BMP 图象" r:id="rId5" imgW="3028950" imgH="2676525" progId="PBrush">
                    <p:embed/>
                    <p:pic>
                      <p:nvPicPr>
                        <p:cNvPr id="0" name="图片 11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56" y="1392"/>
                          <a:ext cx="1908" cy="16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4244" y="2128"/>
            <a:ext cx="44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7" name="Equation" r:id="rId7" imgW="457200" imgH="393700" progId="Equation.3">
                    <p:embed/>
                  </p:oleObj>
                </mc:Choice>
                <mc:Fallback>
                  <p:oleObj name="Equation" r:id="rId7" imgW="457200" imgH="393700" progId="Equation.3">
                    <p:embed/>
                    <p:pic>
                      <p:nvPicPr>
                        <p:cNvPr id="0" name="图片 11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44" y="2128"/>
                          <a:ext cx="440" cy="3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936" y="2592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" name="Equation" r:id="rId9" imgW="323215" imgH="356870" progId="Equation.3">
                    <p:embed/>
                  </p:oleObj>
                </mc:Choice>
                <mc:Fallback>
                  <p:oleObj name="Equation" r:id="rId9" imgW="323215" imgH="356870" progId="Equation.3">
                    <p:embed/>
                    <p:pic>
                      <p:nvPicPr>
                        <p:cNvPr id="0" name="图片 1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36" y="2592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3792" y="288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9" name="Equation" r:id="rId11" imgW="178435" imgH="356870" progId="Equation.3">
                    <p:embed/>
                  </p:oleObj>
                </mc:Choice>
                <mc:Fallback>
                  <p:oleObj name="Equation" r:id="rId11" imgW="178435" imgH="356870" progId="Equation.3">
                    <p:embed/>
                    <p:pic>
                      <p:nvPicPr>
                        <p:cNvPr id="0" name="图片 11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92" y="288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3886835" y="1736859"/>
            <a:ext cx="24257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，可记作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92500" y="2389188"/>
          <a:ext cx="153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" name="Equation" r:id="rId13" imgW="36880800" imgH="20116800" progId="Equation.DSMT4">
                  <p:embed/>
                </p:oleObj>
              </mc:Choice>
              <mc:Fallback>
                <p:oleObj name="Equation" r:id="rId13" imgW="36880800" imgH="20116800" progId="Equation.DSMT4">
                  <p:embed/>
                  <p:pic>
                    <p:nvPicPr>
                      <p:cNvPr id="0" name="图片 119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2500" y="2389188"/>
                        <a:ext cx="153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752600" y="3290386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可理解为 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673350" y="3875088"/>
          <a:ext cx="207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" name="Equation" r:id="rId15" imgW="49682400" imgH="20116800" progId="Equation.DSMT4">
                  <p:embed/>
                </p:oleObj>
              </mc:Choice>
              <mc:Fallback>
                <p:oleObj name="Equation" r:id="rId15" imgW="49682400" imgH="20116800" progId="Equation.DSMT4">
                  <p:embed/>
                  <p:pic>
                    <p:nvPicPr>
                      <p:cNvPr id="0" name="图片 120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3350" y="3875088"/>
                        <a:ext cx="2070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8"/>
          <p:cNvGrpSpPr/>
          <p:nvPr/>
        </p:nvGrpSpPr>
        <p:grpSpPr bwMode="auto">
          <a:xfrm>
            <a:off x="8686800" y="3930466"/>
            <a:ext cx="327025" cy="687388"/>
            <a:chOff x="4368" y="2784"/>
            <a:chExt cx="206" cy="433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464" y="2784"/>
              <a:ext cx="0" cy="199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4368" y="2928"/>
            <a:ext cx="20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" name="Equation" r:id="rId17" imgW="144780" imgH="212090" progId="Equation.3">
                    <p:embed/>
                  </p:oleObj>
                </mc:Choice>
                <mc:Fallback>
                  <p:oleObj name="Equation" r:id="rId17" imgW="144780" imgH="212090" progId="Equation.3">
                    <p:embed/>
                    <p:pic>
                      <p:nvPicPr>
                        <p:cNvPr id="0" name="图片 1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68" y="2928"/>
                          <a:ext cx="206" cy="2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921250" y="3741738"/>
          <a:ext cx="1993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" name="Equation" r:id="rId19" imgW="47853600" imgH="24384000" progId="Equation.DSMT4">
                  <p:embed/>
                </p:oleObj>
              </mc:Choice>
              <mc:Fallback>
                <p:oleObj name="Equation" r:id="rId19" imgW="47853600" imgH="24384000" progId="Equation.DSMT4">
                  <p:embed/>
                  <p:pic>
                    <p:nvPicPr>
                      <p:cNvPr id="0" name="图片 120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21250" y="3741738"/>
                        <a:ext cx="19939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2940050" y="4986338"/>
          <a:ext cx="2006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" name="Equation" r:id="rId21" imgW="48158400" imgH="22555200" progId="Equation.DSMT4">
                  <p:embed/>
                </p:oleObj>
              </mc:Choice>
              <mc:Fallback>
                <p:oleObj name="Equation" r:id="rId21" imgW="48158400" imgH="22555200" progId="Equation.DSMT4">
                  <p:embed/>
                  <p:pic>
                    <p:nvPicPr>
                      <p:cNvPr id="0" name="图片 120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40050" y="4986338"/>
                        <a:ext cx="20066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5029200" y="5259388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" name="Equation" r:id="rId23" imgW="10363200" imgH="9448800" progId="Equation.DSMT4">
                  <p:embed/>
                </p:oleObj>
              </mc:Choice>
              <mc:Fallback>
                <p:oleObj name="Equation" r:id="rId23" imgW="10363200" imgH="9448800" progId="Equation.DSMT4">
                  <p:embed/>
                  <p:pic>
                    <p:nvPicPr>
                      <p:cNvPr id="0" name="图片 120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29200" y="5259388"/>
                        <a:ext cx="43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8" grpId="0" autoUpdateAnimBg="0"/>
      <p:bldP spid="14" grpId="0" autoUpdateAnimBg="0"/>
      <p:bldP spid="1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48440" y="230982"/>
            <a:ext cx="7705030" cy="8509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charset="-122"/>
              </a:rPr>
              <a:t>5.5.1.</a:t>
            </a:r>
            <a:r>
              <a:rPr lang="en-US" altLang="zh-CN" sz="2800" b="1" dirty="0" smtClean="0">
                <a:ea typeface="楷体_GB2312" charset="-122"/>
              </a:rPr>
              <a:t> </a:t>
            </a:r>
            <a:r>
              <a:rPr lang="zh-CN" altLang="en-US" sz="2800" b="1" dirty="0" smtClean="0">
                <a:ea typeface="楷体_GB2312" charset="-122"/>
              </a:rPr>
              <a:t>设</a:t>
            </a:r>
            <a:endParaRPr lang="zh-CN" altLang="en-US" sz="2800" b="1" dirty="0">
              <a:ea typeface="楷体_GB2312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899337" y="284669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62179200" imgH="9448800" progId="Equation.DSMT4">
                  <p:embed/>
                </p:oleObj>
              </mc:Choice>
              <mc:Fallback>
                <p:oleObj name="Equation" r:id="rId1" imgW="621792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9337" y="284669"/>
                        <a:ext cx="259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585387" y="265619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Equation" r:id="rId3" imgW="31699200" imgH="10363200" progId="Equation.DSMT4">
                  <p:embed/>
                </p:oleObj>
              </mc:Choice>
              <mc:Fallback>
                <p:oleObj name="Equation" r:id="rId3" imgW="31699200" imgH="10363200" progId="Equation.DSMT4">
                  <p:embed/>
                  <p:pic>
                    <p:nvPicPr>
                      <p:cNvPr id="0" name="图片 21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5387" y="265619"/>
                        <a:ext cx="1320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933174" y="168623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470400" y="908720"/>
          <a:ext cx="215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Equation" r:id="rId5" imgW="51816000" imgH="17678400" progId="Equation.DSMT4">
                  <p:embed/>
                </p:oleObj>
              </mc:Choice>
              <mc:Fallback>
                <p:oleObj name="Equation" r:id="rId5" imgW="51816000" imgH="17678400" progId="Equation.DSMT4">
                  <p:embed/>
                  <p:pic>
                    <p:nvPicPr>
                      <p:cNvPr id="0" name="图片 21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70400" y="908720"/>
                        <a:ext cx="2159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19106" y="1678265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存在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709706" y="1678265"/>
            <a:ext cx="617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则称此极限为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(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的无穷限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反常积分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729506" y="1663977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546418" y="2400081"/>
          <a:ext cx="16254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8" name="Equation" r:id="rId7" imgW="39014400" imgH="17678400" progId="Equation.DSMT4">
                  <p:embed/>
                </p:oleObj>
              </mc:Choice>
              <mc:Fallback>
                <p:oleObj name="Equation" r:id="rId7" imgW="39014400" imgH="17678400" progId="Equation.DSMT4">
                  <p:embed/>
                  <p:pic>
                    <p:nvPicPr>
                      <p:cNvPr id="0" name="图片 218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46418" y="2400081"/>
                        <a:ext cx="1625400" cy="736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19106" y="3187977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这时称反常积分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379756" y="3118127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Equation" r:id="rId9" imgW="39014400" imgH="17678400" progId="Equation.DSMT4">
                  <p:embed/>
                </p:oleObj>
              </mc:Choice>
              <mc:Fallback>
                <p:oleObj name="Equation" r:id="rId9" imgW="39014400" imgH="17678400" progId="Equation.DSMT4">
                  <p:embed/>
                  <p:pic>
                    <p:nvPicPr>
                      <p:cNvPr id="0" name="图片 21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79756" y="3118127"/>
                        <a:ext cx="1625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986306" y="3219727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收敛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995328" y="3212976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如果上述极限不存在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719106" y="4026177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就称反常积分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062256" y="3969027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11" imgW="39014400" imgH="17678400" progId="Equation.DSMT4">
                  <p:embed/>
                </p:oleObj>
              </mc:Choice>
              <mc:Fallback>
                <p:oleObj name="Equation" r:id="rId11" imgW="39014400" imgH="17678400" progId="Equation.DSMT4">
                  <p:embed/>
                  <p:pic>
                    <p:nvPicPr>
                      <p:cNvPr id="0" name="图片 218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62256" y="3969027"/>
                        <a:ext cx="1625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5681506" y="408682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发散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100106" y="4742140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类似地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975896" y="4838660"/>
          <a:ext cx="251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Equation" r:id="rId13" imgW="60350400" imgH="9448800" progId="Equation.DSMT4">
                  <p:embed/>
                </p:oleObj>
              </mc:Choice>
              <mc:Fallback>
                <p:oleObj name="Equation" r:id="rId13" imgW="60350400" imgH="9448800" progId="Equation.DSMT4">
                  <p:embed/>
                  <p:pic>
                    <p:nvPicPr>
                      <p:cNvPr id="0" name="图片 21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75896" y="4838660"/>
                        <a:ext cx="2514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585746" y="476246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则定义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916206" y="5366027"/>
          <a:ext cx="400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Equation" r:id="rId15" imgW="96012000" imgH="17678400" progId="Equation.DSMT4">
                  <p:embed/>
                </p:oleObj>
              </mc:Choice>
              <mc:Fallback>
                <p:oleObj name="Equation" r:id="rId15" imgW="96012000" imgH="17678400" progId="Equation.DSMT4">
                  <p:embed/>
                  <p:pic>
                    <p:nvPicPr>
                      <p:cNvPr id="0" name="图片 2191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16206" y="5366027"/>
                        <a:ext cx="4000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5202602" y="2400081"/>
          <a:ext cx="24382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Equation" r:id="rId17" imgW="58521600" imgH="17678400" progId="Equation.DSMT4">
                  <p:embed/>
                </p:oleObj>
              </mc:Choice>
              <mc:Fallback>
                <p:oleObj name="Equation" r:id="rId17" imgW="58521600" imgH="17678400" progId="Equation.DSMT4">
                  <p:embed/>
                  <p:pic>
                    <p:nvPicPr>
                      <p:cNvPr id="0" name="图片 21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02602" y="2400081"/>
                        <a:ext cx="2438280" cy="736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8" grpId="0" autoUpdateAnimBg="0"/>
      <p:bldP spid="9" grpId="0" autoUpdateAnimBg="0"/>
      <p:bldP spid="11" grpId="0" autoUpdateAnimBg="0"/>
      <p:bldP spid="13" grpId="0" autoUpdateAnimBg="0"/>
      <p:bldP spid="14" grpId="0" autoUpdateAnimBg="0"/>
      <p:bldP spid="15" grpId="0" autoUpdateAnimBg="0"/>
      <p:bldP spid="17" grpId="0" autoUpdateAnimBg="0"/>
      <p:bldP spid="18" grpId="0" autoUpdateAnimBg="0"/>
      <p:bldP spid="2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330450" y="469900"/>
          <a:ext cx="325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78028800" imgH="10363200" progId="Equation.DSMT4">
                  <p:embed/>
                </p:oleObj>
              </mc:Choice>
              <mc:Fallback>
                <p:oleObj name="Equation" r:id="rId1" imgW="78028800" imgH="10363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0450" y="469900"/>
                        <a:ext cx="3251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648598" y="388564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则定义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854325" y="1155700"/>
          <a:ext cx="190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3" imgW="45720000" imgH="17678400" progId="Equation.DSMT4">
                  <p:embed/>
                </p:oleObj>
              </mc:Choice>
              <mc:Fallback>
                <p:oleObj name="Equation" r:id="rId3" imgW="45720000" imgH="17678400" progId="Equation.DSMT4">
                  <p:embed/>
                  <p:pic>
                    <p:nvPicPr>
                      <p:cNvPr id="0" name="图片 314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54325" y="1155700"/>
                        <a:ext cx="1905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822825" y="1181100"/>
          <a:ext cx="212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Equation" r:id="rId5" imgW="50901600" imgH="17678400" progId="Equation.DSMT4">
                  <p:embed/>
                </p:oleObj>
              </mc:Choice>
              <mc:Fallback>
                <p:oleObj name="Equation" r:id="rId5" imgW="50901600" imgH="17678400" progId="Equation.DSMT4">
                  <p:embed/>
                  <p:pic>
                    <p:nvPicPr>
                      <p:cNvPr id="0" name="图片 31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2825" y="1181100"/>
                        <a:ext cx="2120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146925" y="1181100"/>
          <a:ext cx="241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Equation" r:id="rId7" imgW="57912000" imgH="17678400" progId="Equation.DSMT4">
                  <p:embed/>
                </p:oleObj>
              </mc:Choice>
              <mc:Fallback>
                <p:oleObj name="Equation" r:id="rId7" imgW="57912000" imgH="17678400" progId="Equation.DSMT4">
                  <p:embed/>
                  <p:pic>
                    <p:nvPicPr>
                      <p:cNvPr id="0" name="图片 31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46925" y="1181100"/>
                        <a:ext cx="2413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743598" y="2250701"/>
            <a:ext cx="3962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为任意取定的常数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62398" y="3269876"/>
            <a:ext cx="487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u="sng">
                <a:latin typeface="Times New Roman" panose="02020603050405020304" pitchFamily="18" charset="0"/>
                <a:ea typeface="楷体_GB2312" charset="-122"/>
              </a:rPr>
              <a:t>只要</a:t>
            </a:r>
            <a:r>
              <a:rPr kumimoji="1" lang="zh-CN" altLang="en-US" sz="2800" b="1" u="sng">
                <a:latin typeface="Times New Roman" panose="02020603050405020304" pitchFamily="18" charset="0"/>
                <a:ea typeface="楷体_GB2312" charset="-122"/>
              </a:rPr>
              <a:t>有一个极限不存在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就称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511925" y="3200400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Equation" r:id="rId9" imgW="39014400" imgH="17678400" progId="Equation.DSMT4">
                  <p:embed/>
                </p:oleObj>
              </mc:Choice>
              <mc:Fallback>
                <p:oleObj name="Equation" r:id="rId9" imgW="39014400" imgH="17678400" progId="Equation.DSMT4">
                  <p:embed/>
                  <p:pic>
                    <p:nvPicPr>
                      <p:cNvPr id="0" name="图片 3147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11925" y="3200400"/>
                        <a:ext cx="1625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163198" y="3284164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发散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 autoUpdateAnimBg="0"/>
      <p:bldP spid="8" grpId="0" autoUpdateAnimBg="0"/>
      <p:bldP spid="1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362324" y="738535"/>
          <a:ext cx="384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92354400" imgH="10668000" progId="Equation.DSMT4">
                  <p:embed/>
                </p:oleObj>
              </mc:Choice>
              <mc:Fallback>
                <p:oleObj name="Equation" r:id="rId1" imgW="92354400" imgH="10668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62324" y="738535"/>
                        <a:ext cx="3848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315255" y="711854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引入记号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927474" y="1334165"/>
          <a:ext cx="2882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69189600" imgH="14020800" progId="Equation.DSMT4">
                  <p:embed/>
                </p:oleObj>
              </mc:Choice>
              <mc:Fallback>
                <p:oleObj name="Equation" r:id="rId3" imgW="69189600" imgH="14020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7474" y="1334165"/>
                        <a:ext cx="2882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210424" y="1334165"/>
          <a:ext cx="2717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65227200" imgH="14020800" progId="Equation.DSMT4">
                  <p:embed/>
                </p:oleObj>
              </mc:Choice>
              <mc:Fallback>
                <p:oleObj name="Equation" r:id="rId5" imgW="65227200" imgH="14020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10424" y="1334165"/>
                        <a:ext cx="2717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33960" y="1982068"/>
            <a:ext cx="784735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则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charset="-122"/>
              </a:rPr>
              <a:t>有广义牛顿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charset="-122"/>
              </a:rPr>
              <a:t>–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charset="-122"/>
              </a:rPr>
              <a:t>莱布尼茨公式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的计算表达式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842259" y="2566640"/>
          <a:ext cx="1567965" cy="766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7678400" imgH="8534400" progId="Equation.DSMT4">
                  <p:embed/>
                </p:oleObj>
              </mc:Choice>
              <mc:Fallback>
                <p:oleObj name="Equation" r:id="rId7" imgW="17678400" imgH="85344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2259" y="2566640"/>
                        <a:ext cx="1567965" cy="7661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45149" y="278641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4688800" imgH="9448800" progId="Equation.DSMT4">
                  <p:embed/>
                </p:oleObj>
              </mc:Choice>
              <mc:Fallback>
                <p:oleObj name="Equation" r:id="rId9" imgW="24688800" imgH="9448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5149" y="2786410"/>
                        <a:ext cx="102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510398" y="2494632"/>
          <a:ext cx="520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12496800" imgH="18288000" progId="Equation.DSMT4">
                  <p:embed/>
                </p:oleObj>
              </mc:Choice>
              <mc:Fallback>
                <p:oleObj name="Equation" r:id="rId11" imgW="12496800" imgH="182880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0398" y="2494632"/>
                        <a:ext cx="5207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6001714" y="2782664"/>
          <a:ext cx="232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55778400" imgH="9448800" progId="Equation.DSMT4">
                  <p:embed/>
                </p:oleObj>
              </mc:Choice>
              <mc:Fallback>
                <p:oleObj name="Equation" r:id="rId13" imgW="55778400" imgH="9448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01714" y="2782664"/>
                        <a:ext cx="2324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2861319" y="3455641"/>
          <a:ext cx="1520330" cy="766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7068800" imgH="8534400" progId="Equation.DSMT4">
                  <p:embed/>
                </p:oleObj>
              </mc:Choice>
              <mc:Fallback>
                <p:oleObj name="Equation" r:id="rId15" imgW="17068800" imgH="8534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1319" y="3455641"/>
                        <a:ext cx="1520330" cy="7661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673724" y="3664297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24688800" imgH="9448800" progId="Equation.DSMT4">
                  <p:embed/>
                </p:oleObj>
              </mc:Choice>
              <mc:Fallback>
                <p:oleObj name="Equation" r:id="rId17" imgW="24688800" imgH="94488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73724" y="3664297"/>
                        <a:ext cx="102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/>
        </p:nvGraphicFramePr>
        <p:xfrm>
          <a:off x="6008064" y="3646760"/>
          <a:ext cx="231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55473600" imgH="9448800" progId="Equation.DSMT4">
                  <p:embed/>
                </p:oleObj>
              </mc:Choice>
              <mc:Fallback>
                <p:oleObj name="Equation" r:id="rId19" imgW="55473600" imgH="9448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08064" y="3646760"/>
                        <a:ext cx="2311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2816860" y="4509740"/>
          <a:ext cx="1575901" cy="766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17678400" imgH="8534400" progId="Equation.DSMT4">
                  <p:embed/>
                </p:oleObj>
              </mc:Choice>
              <mc:Fallback>
                <p:oleObj name="Equation" r:id="rId21" imgW="17678400" imgH="8534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16860" y="4509740"/>
                        <a:ext cx="1575901" cy="7661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4673724" y="4731097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24688800" imgH="9448800" progId="Equation.DSMT4">
                  <p:embed/>
                </p:oleObj>
              </mc:Choice>
              <mc:Fallback>
                <p:oleObj name="Equation" r:id="rId23" imgW="24688800" imgH="94488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73724" y="4731097"/>
                        <a:ext cx="102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/>
          <p:cNvGraphicFramePr>
            <a:graphicFrameLocks noChangeAspect="1"/>
          </p:cNvGraphicFramePr>
          <p:nvPr/>
        </p:nvGraphicFramePr>
        <p:xfrm>
          <a:off x="6124755" y="4654872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5" imgW="62179200" imgH="9448800" progId="Equation.DSMT4">
                  <p:embed/>
                </p:oleObj>
              </mc:Choice>
              <mc:Fallback>
                <p:oleObj name="Equation" r:id="rId25" imgW="62179200" imgH="94488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124755" y="4654872"/>
                        <a:ext cx="259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08697" y="3430736"/>
          <a:ext cx="520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7" imgW="12496800" imgH="18288000" progId="Equation.DSMT4">
                  <p:embed/>
                </p:oleObj>
              </mc:Choice>
              <mc:Fallback>
                <p:oleObj name="Equation" r:id="rId27" imgW="12496800" imgH="182880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08697" y="3430736"/>
                        <a:ext cx="5207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530585" y="4438848"/>
          <a:ext cx="520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29" imgW="12496800" imgH="18288000" progId="Equation.DSMT4">
                  <p:embed/>
                </p:oleObj>
              </mc:Choice>
              <mc:Fallback>
                <p:oleObj name="Equation" r:id="rId29" imgW="12496800" imgH="18288000" progId="Equation.DSMT4">
                  <p:embed/>
                  <p:pic>
                    <p:nvPicPr>
                      <p:cNvPr id="0" name="图片 4110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30585" y="4438848"/>
                        <a:ext cx="5207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188640"/>
            <a:ext cx="4896346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讨论反常积分的敛散性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01900" y="798195"/>
          <a:ext cx="2197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52730400" imgH="16459200" progId="Equation.DSMT4">
                  <p:embed/>
                </p:oleObj>
              </mc:Choice>
              <mc:Fallback>
                <p:oleObj name="Equation" r:id="rId1" imgW="52730400" imgH="16459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01900" y="798195"/>
                        <a:ext cx="2197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3750" y="16002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63706" y="1619563"/>
          <a:ext cx="4597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10337600" imgH="16764000" progId="Equation.DSMT4">
                  <p:embed/>
                </p:oleObj>
              </mc:Choice>
              <mc:Fallback>
                <p:oleObj name="Equation" r:id="rId3" imgW="110337600" imgH="167640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706" y="1619563"/>
                        <a:ext cx="45974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231904" y="798195"/>
          <a:ext cx="2324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55778400" imgH="16459200" progId="Equation.DSMT4">
                  <p:embed/>
                </p:oleObj>
              </mc:Choice>
              <mc:Fallback>
                <p:oleObj name="Equation" r:id="rId5" imgW="55778400" imgH="164592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31904" y="798195"/>
                        <a:ext cx="2324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472827" y="1763395"/>
            <a:ext cx="10756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548063" y="2565400"/>
          <a:ext cx="2933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70408800" imgH="22555200" progId="Equation.DSMT4">
                  <p:embed/>
                </p:oleObj>
              </mc:Choice>
              <mc:Fallback>
                <p:oleObj name="Equation" r:id="rId7" imgW="70408800" imgH="225552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48063" y="2565400"/>
                        <a:ext cx="29337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83632" y="3573016"/>
            <a:ext cx="402463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故积分收敛，且收敛于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67608" y="4221088"/>
            <a:ext cx="10756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503712" y="4095338"/>
          <a:ext cx="40687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97840800" imgH="16764000" progId="Equation.DSMT4">
                  <p:embed/>
                </p:oleObj>
              </mc:Choice>
              <mc:Fallback>
                <p:oleObj name="Equation" r:id="rId9" imgW="97840800" imgH="167640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3712" y="4095338"/>
                        <a:ext cx="4068762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08168" y="4120452"/>
            <a:ext cx="16129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不存在，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3592" y="4978184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977743" y="4896894"/>
          <a:ext cx="1498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35966400" imgH="16459200" progId="Equation.DSMT4">
                  <p:embed/>
                </p:oleObj>
              </mc:Choice>
              <mc:Fallback>
                <p:oleObj name="Equation" r:id="rId11" imgW="35966400" imgH="164592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7743" y="4896894"/>
                        <a:ext cx="1498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485152" y="4978184"/>
            <a:ext cx="197040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发散，从而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482006" y="4896894"/>
          <a:ext cx="1549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37185600" imgH="16459200" progId="Equation.DSMT4">
                  <p:embed/>
                </p:oleObj>
              </mc:Choice>
              <mc:Fallback>
                <p:oleObj name="Equation" r:id="rId13" imgW="37185600" imgH="164592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82006" y="4896894"/>
                        <a:ext cx="1549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40216" y="4978184"/>
            <a:ext cx="13442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也发散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7897813" y="797878"/>
          <a:ext cx="2260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54254400" imgH="16459200" progId="Equation.DSMT4">
                  <p:embed/>
                </p:oleObj>
              </mc:Choice>
              <mc:Fallback>
                <p:oleObj name="Equation" r:id="rId15" imgW="54254400" imgH="16459200" progId="Equation.DSMT4">
                  <p:embed/>
                  <p:pic>
                    <p:nvPicPr>
                      <p:cNvPr id="0" name="Object 13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897813" y="797878"/>
                        <a:ext cx="2260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5" grpId="0"/>
      <p:bldP spid="17" grpId="0"/>
      <p:bldP spid="18" grpId="0"/>
      <p:bldP spid="21" grpId="0"/>
      <p:bldP spid="22" grpId="0"/>
      <p:bldP spid="24" grpId="0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525463"/>
            <a:ext cx="3117850" cy="6096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r>
              <a:rPr lang="zh-CN" altLang="en-US" sz="28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计算反常积分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4997450" y="377825"/>
          <a:ext cx="1511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36271200" imgH="21336000" progId="Equation.3">
                  <p:embed/>
                </p:oleObj>
              </mc:Choice>
              <mc:Fallback>
                <p:oleObj name="Equation" r:id="rId1" imgW="36271200" imgH="213360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97450" y="377825"/>
                        <a:ext cx="1511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2063750" y="1423988"/>
            <a:ext cx="99695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40325" name="Object 5"/>
          <p:cNvGraphicFramePr>
            <a:graphicFrameLocks noChangeAspect="1"/>
          </p:cNvGraphicFramePr>
          <p:nvPr/>
        </p:nvGraphicFramePr>
        <p:xfrm>
          <a:off x="2800350" y="1289050"/>
          <a:ext cx="142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4137600" imgH="21336000" progId="Equation.3">
                  <p:embed/>
                </p:oleObj>
              </mc:Choice>
              <mc:Fallback>
                <p:oleObj name="Equation" r:id="rId3" imgW="34137600" imgH="213360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00350" y="1289050"/>
                        <a:ext cx="1422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6" name="Object 6"/>
          <p:cNvGraphicFramePr>
            <a:graphicFrameLocks noChangeAspect="1"/>
          </p:cNvGraphicFramePr>
          <p:nvPr/>
        </p:nvGraphicFramePr>
        <p:xfrm>
          <a:off x="4267200" y="1333500"/>
          <a:ext cx="2171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52120800" imgH="16459200" progId="Equation.3">
                  <p:embed/>
                </p:oleObj>
              </mc:Choice>
              <mc:Fallback>
                <p:oleObj name="Equation" r:id="rId5" imgW="52120800" imgH="164592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7200" y="1333500"/>
                        <a:ext cx="2171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7" name="Object 7"/>
          <p:cNvGraphicFramePr>
            <a:graphicFrameLocks noChangeAspect="1"/>
          </p:cNvGraphicFramePr>
          <p:nvPr/>
        </p:nvGraphicFramePr>
        <p:xfrm>
          <a:off x="4889500" y="2057400"/>
          <a:ext cx="105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25298400" imgH="20421600" progId="Equation.3">
                  <p:embed/>
                </p:oleObj>
              </mc:Choice>
              <mc:Fallback>
                <p:oleObj name="Equation" r:id="rId7" imgW="25298400" imgH="204216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89500" y="2057400"/>
                        <a:ext cx="10541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8" name="Object 8"/>
          <p:cNvGraphicFramePr>
            <a:graphicFrameLocks noChangeAspect="1"/>
          </p:cNvGraphicFramePr>
          <p:nvPr/>
        </p:nvGraphicFramePr>
        <p:xfrm>
          <a:off x="4267200" y="2062163"/>
          <a:ext cx="571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13716000" imgH="20421600" progId="Equation.3">
                  <p:embed/>
                </p:oleObj>
              </mc:Choice>
              <mc:Fallback>
                <p:oleObj name="Equation" r:id="rId9" imgW="13716000" imgH="204216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7200" y="2062163"/>
                        <a:ext cx="5715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9" name="Object 9"/>
          <p:cNvGraphicFramePr>
            <a:graphicFrameLocks noChangeAspect="1"/>
          </p:cNvGraphicFramePr>
          <p:nvPr/>
        </p:nvGraphicFramePr>
        <p:xfrm>
          <a:off x="6019800" y="2386013"/>
          <a:ext cx="546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13106400" imgH="5791200" progId="Equation.3">
                  <p:embed/>
                </p:oleObj>
              </mc:Choice>
              <mc:Fallback>
                <p:oleObj name="Equation" r:id="rId11" imgW="13106400" imgH="57912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9800" y="2386013"/>
                        <a:ext cx="5461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 bwMode="auto">
          <a:xfrm>
            <a:off x="7264400" y="1295400"/>
            <a:ext cx="2946400" cy="1447800"/>
            <a:chOff x="3744" y="1104"/>
            <a:chExt cx="1856" cy="912"/>
          </a:xfrm>
        </p:grpSpPr>
        <p:graphicFrame>
          <p:nvGraphicFramePr>
            <p:cNvPr id="5130" name="Object 18"/>
            <p:cNvGraphicFramePr>
              <a:graphicFrameLocks noChangeAspect="1"/>
            </p:cNvGraphicFramePr>
            <p:nvPr/>
          </p:nvGraphicFramePr>
          <p:xfrm>
            <a:off x="3744" y="1104"/>
            <a:ext cx="1836" cy="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BMP 图象" r:id="rId13" imgW="2914650" imgH="1381125" progId="PBrush">
                    <p:embed/>
                  </p:oleObj>
                </mc:Choice>
                <mc:Fallback>
                  <p:oleObj name="BMP 图象" r:id="rId13" imgW="2914650" imgH="1381125" progId="PBrush">
                    <p:embed/>
                    <p:pic>
                      <p:nvPicPr>
                        <p:cNvPr id="0" name="Object 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44" y="1104"/>
                          <a:ext cx="1836" cy="8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" name="Object 19"/>
            <p:cNvGraphicFramePr>
              <a:graphicFrameLocks noChangeAspect="1"/>
            </p:cNvGraphicFramePr>
            <p:nvPr/>
          </p:nvGraphicFramePr>
          <p:xfrm>
            <a:off x="5456" y="186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Equation" r:id="rId15" imgW="5486400" imgH="5791200" progId="Equation.3">
                    <p:embed/>
                  </p:oleObj>
                </mc:Choice>
                <mc:Fallback>
                  <p:oleObj name="Equation" r:id="rId15" imgW="5486400" imgH="5791200" progId="Equation.3">
                    <p:embed/>
                    <p:pic>
                      <p:nvPicPr>
                        <p:cNvPr id="0" name="Object 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56" y="186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2" name="Object 20"/>
            <p:cNvGraphicFramePr>
              <a:graphicFrameLocks noChangeAspect="1"/>
            </p:cNvGraphicFramePr>
            <p:nvPr/>
          </p:nvGraphicFramePr>
          <p:xfrm>
            <a:off x="4416" y="186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Equation" r:id="rId17" imgW="5181600" imgH="5791200" progId="Equation.3">
                    <p:embed/>
                  </p:oleObj>
                </mc:Choice>
                <mc:Fallback>
                  <p:oleObj name="Equation" r:id="rId17" imgW="5181600" imgH="5791200" progId="Equation.3">
                    <p:embed/>
                    <p:pic>
                      <p:nvPicPr>
                        <p:cNvPr id="0" name="Object 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16" y="186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3" name="Object 21"/>
            <p:cNvGraphicFramePr>
              <a:graphicFrameLocks noChangeAspect="1"/>
            </p:cNvGraphicFramePr>
            <p:nvPr/>
          </p:nvGraphicFramePr>
          <p:xfrm>
            <a:off x="4409" y="110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name="Equation" r:id="rId19" imgW="5791200" imgH="7620000" progId="Equation.3">
                    <p:embed/>
                  </p:oleObj>
                </mc:Choice>
                <mc:Fallback>
                  <p:oleObj name="Equation" r:id="rId19" imgW="5791200" imgH="7620000" progId="Equation.3">
                    <p:embed/>
                    <p:pic>
                      <p:nvPicPr>
                        <p:cNvPr id="0" name="Object 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09" y="110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4" name="Object 22"/>
            <p:cNvGraphicFramePr>
              <a:graphicFrameLocks noChangeAspect="1"/>
            </p:cNvGraphicFramePr>
            <p:nvPr/>
          </p:nvGraphicFramePr>
          <p:xfrm>
            <a:off x="5049" y="1341"/>
            <a:ext cx="13" cy="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name="Equation" r:id="rId21" imgW="495300" imgH="254000" progId="Equation.3">
                    <p:embed/>
                  </p:oleObj>
                </mc:Choice>
                <mc:Fallback>
                  <p:oleObj name="Equation" r:id="rId21" imgW="495300" imgH="254000" progId="Equation.3">
                    <p:embed/>
                    <p:pic>
                      <p:nvPicPr>
                        <p:cNvPr id="0" name="Object 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49" y="1341"/>
                          <a:ext cx="13" cy="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7" name="Line 23"/>
            <p:cNvSpPr>
              <a:spLocks noChangeShapeType="1"/>
            </p:cNvSpPr>
            <p:nvPr/>
          </p:nvSpPr>
          <p:spPr bwMode="auto">
            <a:xfrm>
              <a:off x="3744" y="182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8" name="Line 24"/>
            <p:cNvSpPr>
              <a:spLocks noChangeShapeType="1"/>
            </p:cNvSpPr>
            <p:nvPr/>
          </p:nvSpPr>
          <p:spPr bwMode="auto">
            <a:xfrm flipV="1">
              <a:off x="4586" y="110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45" name="Text Box 25"/>
          <p:cNvSpPr txBox="1">
            <a:spLocks noChangeArrowheads="1"/>
          </p:cNvSpPr>
          <p:nvPr/>
        </p:nvSpPr>
        <p:spPr bwMode="auto">
          <a:xfrm>
            <a:off x="2063750" y="3152775"/>
            <a:ext cx="116649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思考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40346" name="Object 26"/>
          <p:cNvGraphicFramePr>
            <a:graphicFrameLocks noChangeAspect="1"/>
          </p:cNvGraphicFramePr>
          <p:nvPr/>
        </p:nvGraphicFramePr>
        <p:xfrm>
          <a:off x="3162300" y="2965450"/>
          <a:ext cx="303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23" imgW="72847200" imgH="21336000" progId="Equation.3">
                  <p:embed/>
                </p:oleObj>
              </mc:Choice>
              <mc:Fallback>
                <p:oleObj name="Equation" r:id="rId23" imgW="72847200" imgH="21336000" progId="Equation.3">
                  <p:embed/>
                  <p:pic>
                    <p:nvPicPr>
                      <p:cNvPr id="0" name="Object 26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62300" y="2965450"/>
                        <a:ext cx="3035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7" name="Text Box 27"/>
          <p:cNvSpPr txBox="1">
            <a:spLocks noChangeArrowheads="1"/>
          </p:cNvSpPr>
          <p:nvPr/>
        </p:nvSpPr>
        <p:spPr bwMode="auto">
          <a:xfrm>
            <a:off x="2063750" y="4129088"/>
            <a:ext cx="107759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分析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40348" name="Object 28"/>
          <p:cNvGraphicFramePr>
            <a:graphicFrameLocks noChangeAspect="1"/>
          </p:cNvGraphicFramePr>
          <p:nvPr/>
        </p:nvGraphicFramePr>
        <p:xfrm>
          <a:off x="3136900" y="3867150"/>
          <a:ext cx="3937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25" imgW="94488000" imgH="26517600" progId="Equation.3">
                  <p:embed/>
                </p:oleObj>
              </mc:Choice>
              <mc:Fallback>
                <p:oleObj name="Equation" r:id="rId25" imgW="94488000" imgH="26517600" progId="Equation.3">
                  <p:embed/>
                  <p:pic>
                    <p:nvPicPr>
                      <p:cNvPr id="0" name="Object 28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36900" y="3867150"/>
                        <a:ext cx="3937000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9" name="Text Box 29"/>
          <p:cNvSpPr txBox="1">
            <a:spLocks noChangeArrowheads="1"/>
          </p:cNvSpPr>
          <p:nvPr/>
        </p:nvSpPr>
        <p:spPr bwMode="auto">
          <a:xfrm>
            <a:off x="7162800" y="4129088"/>
            <a:ext cx="216789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楷体_GB2312" charset="-122"/>
              </a:rPr>
              <a:t>原积分发散 </a:t>
            </a:r>
            <a:r>
              <a:rPr kumimoji="1" lang="en-US" altLang="zh-CN" sz="2800">
                <a:latin typeface="Times New Roman" panose="02020603050405020304" pitchFamily="18" charset="0"/>
                <a:ea typeface="楷体_GB2312" charset="-122"/>
              </a:rPr>
              <a:t>!</a:t>
            </a:r>
            <a:endParaRPr kumimoji="1" lang="en-US" altLang="zh-CN" sz="2800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3" name="Group 30"/>
          <p:cNvGrpSpPr/>
          <p:nvPr/>
        </p:nvGrpSpPr>
        <p:grpSpPr bwMode="auto">
          <a:xfrm>
            <a:off x="4572000" y="3124200"/>
            <a:ext cx="304800" cy="533400"/>
            <a:chOff x="3312" y="2016"/>
            <a:chExt cx="192" cy="336"/>
          </a:xfrm>
        </p:grpSpPr>
        <p:sp>
          <p:nvSpPr>
            <p:cNvPr id="5145" name="Line 31"/>
            <p:cNvSpPr>
              <a:spLocks noChangeShapeType="1"/>
            </p:cNvSpPr>
            <p:nvPr/>
          </p:nvSpPr>
          <p:spPr bwMode="auto">
            <a:xfrm flipH="1">
              <a:off x="3312" y="2016"/>
              <a:ext cx="192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Line 32"/>
            <p:cNvSpPr>
              <a:spLocks noChangeShapeType="1"/>
            </p:cNvSpPr>
            <p:nvPr/>
          </p:nvSpPr>
          <p:spPr bwMode="auto">
            <a:xfrm>
              <a:off x="3312" y="2016"/>
              <a:ext cx="192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53" name="Text Box 33"/>
          <p:cNvSpPr txBox="1">
            <a:spLocks noChangeArrowheads="1"/>
          </p:cNvSpPr>
          <p:nvPr/>
        </p:nvSpPr>
        <p:spPr bwMode="auto">
          <a:xfrm>
            <a:off x="2057400" y="5029200"/>
            <a:ext cx="787019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注意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对反常积分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只有在收敛的条件下才能使用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40354" name="Text Box 34"/>
          <p:cNvSpPr txBox="1">
            <a:spLocks noChangeArrowheads="1"/>
          </p:cNvSpPr>
          <p:nvPr/>
        </p:nvSpPr>
        <p:spPr bwMode="auto">
          <a:xfrm>
            <a:off x="2844800" y="5576888"/>
            <a:ext cx="375983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 eaLnBrk="0" hangingPunct="0">
              <a:buClrTx/>
              <a:buSzTx/>
              <a:buFontTx/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“偶倍奇零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的性质, 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40355" name="Text Box 35"/>
          <p:cNvSpPr txBox="1">
            <a:spLocks noChangeArrowheads="1"/>
          </p:cNvSpPr>
          <p:nvPr/>
        </p:nvSpPr>
        <p:spPr bwMode="auto">
          <a:xfrm>
            <a:off x="6285865" y="5572443"/>
            <a:ext cx="30448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否则会出现错误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40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40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4" grpId="0" autoUpdateAnimBg="0"/>
      <p:bldP spid="440345" grpId="0" autoUpdateAnimBg="0" build="p"/>
      <p:bldP spid="440347" grpId="0" autoUpdateAnimBg="0" build="p"/>
      <p:bldP spid="440349" grpId="0" autoUpdateAnimBg="0" build="p"/>
      <p:bldP spid="440353" grpId="0" autoUpdateAnimBg="0" build="p"/>
      <p:bldP spid="440354" grpId="0" advAuto="0" autoUpdateAnimBg="0" build="p"/>
      <p:bldP spid="440355" grpId="0" autoUpdateAnimBg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07963"/>
            <a:ext cx="39560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7030A0"/>
                </a:solidFill>
                <a:ea typeface="楷体_GB2312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charset="-122"/>
              </a:rPr>
              <a:t>2.</a:t>
            </a:r>
            <a:r>
              <a:rPr lang="en-US" altLang="zh-CN" sz="3200" b="1" dirty="0" smtClean="0">
                <a:ea typeface="楷体_GB2312" charset="-122"/>
              </a:rPr>
              <a:t>  </a:t>
            </a:r>
            <a:r>
              <a:rPr lang="zh-CN" altLang="en-US" sz="3200" b="1" dirty="0" smtClean="0">
                <a:ea typeface="楷体_GB2312" charset="-122"/>
              </a:rPr>
              <a:t>证明反常积分</a:t>
            </a:r>
            <a:endParaRPr lang="zh-CN" altLang="en-US" sz="3200" b="1" dirty="0">
              <a:ea typeface="楷体_GB2312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792788" y="77788"/>
          <a:ext cx="95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2860000" imgH="20116800" progId="Equation.DSMT4">
                  <p:embed/>
                </p:oleObj>
              </mc:Choice>
              <mc:Fallback>
                <p:oleObj name="Equation" r:id="rId1" imgW="22860000" imgH="2011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92788" y="77788"/>
                        <a:ext cx="952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3750" y="1430338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证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 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p =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时有 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95650" y="1957388"/>
          <a:ext cx="93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2555200" imgH="20116800" progId="Equation.DSMT4">
                  <p:embed/>
                </p:oleObj>
              </mc:Choice>
              <mc:Fallback>
                <p:oleObj name="Equation" r:id="rId3" imgW="22555200" imgH="20116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95650" y="1957388"/>
                        <a:ext cx="939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343400" y="2065338"/>
          <a:ext cx="1739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41757600" imgH="16154400" progId="Equation.DSMT4">
                  <p:embed/>
                </p:oleObj>
              </mc:Choice>
              <mc:Fallback>
                <p:oleObj name="Equation" r:id="rId5" imgW="41757600" imgH="16154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43400" y="2065338"/>
                        <a:ext cx="17399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153150" y="2224088"/>
          <a:ext cx="774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18592800" imgH="7924800" progId="Equation.DSMT4">
                  <p:embed/>
                </p:oleObj>
              </mc:Choice>
              <mc:Fallback>
                <p:oleObj name="Equation" r:id="rId7" imgW="18592800" imgH="7924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53150" y="2224088"/>
                        <a:ext cx="7747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340100" y="3443288"/>
          <a:ext cx="97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3469600" imgH="20116800" progId="Equation.DSMT4">
                  <p:embed/>
                </p:oleObj>
              </mc:Choice>
              <mc:Fallback>
                <p:oleObj name="Equation" r:id="rId9" imgW="23469600" imgH="2011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0100" y="3443288"/>
                        <a:ext cx="977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432300" y="3303588"/>
          <a:ext cx="1917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46024800" imgH="27432000" progId="Equation.DSMT4">
                  <p:embed/>
                </p:oleObj>
              </mc:Choice>
              <mc:Fallback>
                <p:oleObj name="Equation" r:id="rId11" imgW="46024800" imgH="274320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2300" y="3303588"/>
                        <a:ext cx="19177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384032" y="3397251"/>
          <a:ext cx="672840" cy="10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6154400" imgH="24384000" progId="Equation.DSMT4">
                  <p:embed/>
                </p:oleObj>
              </mc:Choice>
              <mc:Fallback>
                <p:oleObj name="Equation" r:id="rId13" imgW="16154400" imgH="243840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84032" y="3397251"/>
                        <a:ext cx="672840" cy="1015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063750" y="2878138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p ≠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时有 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8558213" y="325913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58213" y="325913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8534400" y="4033838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17983200" imgH="9448800" progId="Equation.DSMT4">
                  <p:embed/>
                </p:oleObj>
              </mc:Choice>
              <mc:Fallback>
                <p:oleObj name="Equation" r:id="rId17" imgW="17983200" imgH="94488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34400" y="4033838"/>
                        <a:ext cx="749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086600" y="3760788"/>
          <a:ext cx="876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21031200" imgH="22860000" progId="Equation.DSMT4">
                  <p:embed/>
                </p:oleObj>
              </mc:Choice>
              <mc:Fallback>
                <p:oleObj name="Equation" r:id="rId19" imgW="21031200" imgH="228600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86600" y="3760788"/>
                        <a:ext cx="8763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858000" y="207963"/>
            <a:ext cx="3657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p &gt;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时收敛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; 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p≤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1 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676400" y="896938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时发散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 i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7156450" y="3271838"/>
          <a:ext cx="660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15849600" imgH="7924800" progId="Equation.DSMT4">
                  <p:embed/>
                </p:oleObj>
              </mc:Choice>
              <mc:Fallback>
                <p:oleObj name="Equation" r:id="rId21" imgW="15849600" imgH="7924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56450" y="3271838"/>
                        <a:ext cx="6604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2063750" y="5011738"/>
            <a:ext cx="640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因此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p &gt;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反常积分收敛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其值为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8401050" y="4789488"/>
          <a:ext cx="876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3" imgW="21031200" imgH="22860000" progId="Equation.DSMT4">
                  <p:embed/>
                </p:oleObj>
              </mc:Choice>
              <mc:Fallback>
                <p:oleObj name="Equation" r:id="rId23" imgW="21031200" imgH="228600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01050" y="4789488"/>
                        <a:ext cx="8763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3009900" y="5621338"/>
            <a:ext cx="4267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当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p≤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反常积分发散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. 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360" y="806133"/>
            <a:ext cx="2708943" cy="23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1" grpId="0" autoUpdateAnimBg="0"/>
      <p:bldP spid="18" grpId="0" autoUpdateAnimBg="0"/>
      <p:bldP spid="2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676584" y="276652"/>
            <a:ext cx="679210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瑕积分——无界函数的积分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1010444"/>
            <a:ext cx="2127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引例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: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曲线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854450" y="830263"/>
          <a:ext cx="111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26822400" imgH="21336000" progId="Equation.DSMT4">
                  <p:embed/>
                </p:oleObj>
              </mc:Choice>
              <mc:Fallback>
                <p:oleObj name="Equation" r:id="rId1" imgW="26822400" imgH="213360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54450" y="830263"/>
                        <a:ext cx="1117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763000" y="996156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所围成的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001000" y="1109663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6764000" imgH="9448800" progId="Equation.DSMT4">
                  <p:embed/>
                </p:oleObj>
              </mc:Choice>
              <mc:Fallback>
                <p:oleObj name="Equation" r:id="rId3" imgW="16764000" imgH="9448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01000" y="1109663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953000" y="1010444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与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轴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轴和直线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676400" y="1681956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开口曲边梯形的面积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876800" y="1688306"/>
            <a:ext cx="23717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，可记作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359150" y="2252663"/>
          <a:ext cx="1473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35356800" imgH="21336000" progId="Equation.DSMT4">
                  <p:embed/>
                </p:oleObj>
              </mc:Choice>
              <mc:Fallback>
                <p:oleObj name="Equation" r:id="rId5" imgW="35356800" imgH="213360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59150" y="2252663"/>
                        <a:ext cx="14732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676400" y="3220244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可理解为 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756160" y="3739356"/>
          <a:ext cx="204444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49072800" imgH="21336000" progId="Equation.DSMT4">
                  <p:embed/>
                </p:oleObj>
              </mc:Choice>
              <mc:Fallback>
                <p:oleObj name="Equation" r:id="rId7" imgW="49072800" imgH="213360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6160" y="3739356"/>
                        <a:ext cx="204444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849656" y="3739356"/>
          <a:ext cx="1765080" cy="10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42367200" imgH="24384000" progId="Equation.DSMT4">
                  <p:embed/>
                </p:oleObj>
              </mc:Choice>
              <mc:Fallback>
                <p:oleObj name="Equation" r:id="rId9" imgW="42367200" imgH="243840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9656" y="3739356"/>
                        <a:ext cx="1765080" cy="1015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819640" y="4653136"/>
          <a:ext cx="21333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51206400" imgH="16459200" progId="Equation.DSMT4">
                  <p:embed/>
                </p:oleObj>
              </mc:Choice>
              <mc:Fallback>
                <p:oleObj name="Equation" r:id="rId11" imgW="51206400" imgH="16459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19640" y="4653136"/>
                        <a:ext cx="213336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044614" y="4797152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2192000" imgH="9448800" progId="Equation.DSMT4">
                  <p:embed/>
                </p:oleObj>
              </mc:Choice>
              <mc:Fallback>
                <p:oleObj name="Equation" r:id="rId13" imgW="12192000" imgH="9448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44614" y="4797152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6"/>
          <p:cNvGrpSpPr/>
          <p:nvPr/>
        </p:nvGrpSpPr>
        <p:grpSpPr bwMode="auto">
          <a:xfrm>
            <a:off x="7751764" y="1681956"/>
            <a:ext cx="2738438" cy="3159125"/>
            <a:chOff x="3923" y="1344"/>
            <a:chExt cx="1725" cy="1990"/>
          </a:xfrm>
        </p:grpSpPr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944" y="1344"/>
            <a:ext cx="1692" cy="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name="BMP 图象" r:id="rId15" imgW="2686050" imgH="3048000" progId="PBrush">
                    <p:embed/>
                  </p:oleObj>
                </mc:Choice>
                <mc:Fallback>
                  <p:oleObj name="BMP 图象" r:id="rId15" imgW="2686050" imgH="3048000" progId="PBrush">
                    <p:embed/>
                    <p:pic>
                      <p:nvPicPr>
                        <p:cNvPr id="0" name="图片 81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44" y="1344"/>
                          <a:ext cx="1692" cy="19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408" y="1784"/>
            <a:ext cx="680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Equation" r:id="rId17" imgW="1259840" imgH="1014730" progId="Equation.3">
                    <p:embed/>
                  </p:oleObj>
                </mc:Choice>
                <mc:Fallback>
                  <p:oleObj name="Equation" r:id="rId17" imgW="1259840" imgH="1014730" progId="Equation.3">
                    <p:embed/>
                    <p:pic>
                      <p:nvPicPr>
                        <p:cNvPr id="0" name="图片 82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08" y="1784"/>
                          <a:ext cx="680" cy="5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3924" y="3134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Equation" r:id="rId19" imgW="256540" imgH="368300" progId="Equation.3">
                    <p:embed/>
                  </p:oleObj>
                </mc:Choice>
                <mc:Fallback>
                  <p:oleObj name="Equation" r:id="rId19" imgW="256540" imgH="368300" progId="Equation.3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24" y="3134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4384" y="2592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Equation" r:id="rId21" imgW="323215" imgH="356870" progId="Equation.3">
                    <p:embed/>
                  </p:oleObj>
                </mc:Choice>
                <mc:Fallback>
                  <p:oleObj name="Equation" r:id="rId21" imgW="323215" imgH="356870" progId="Equation.3">
                    <p:embed/>
                    <p:pic>
                      <p:nvPicPr>
                        <p:cNvPr id="0" name="图片 82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84" y="2592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992" y="3120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23" imgW="178435" imgH="356870" progId="Equation.3">
                    <p:embed/>
                  </p:oleObj>
                </mc:Choice>
                <mc:Fallback>
                  <p:oleObj name="Equation" r:id="rId23" imgW="178435" imgH="356870" progId="Equation.3">
                    <p:embed/>
                    <p:pic>
                      <p:nvPicPr>
                        <p:cNvPr id="0" name="图片 82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92" y="3120"/>
                          <a:ext cx="96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5504" y="3137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" name="Equation" r:id="rId25" imgW="267335" imgH="278765" progId="Equation.3">
                    <p:embed/>
                  </p:oleObj>
                </mc:Choice>
                <mc:Fallback>
                  <p:oleObj name="Equation" r:id="rId25" imgW="267335" imgH="278765" progId="Equation.3">
                    <p:embed/>
                    <p:pic>
                      <p:nvPicPr>
                        <p:cNvPr id="0" name="图片 82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504" y="3137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3923" y="134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Equation" r:id="rId27" imgW="278765" imgH="368300" progId="Equation.3">
                    <p:embed/>
                  </p:oleObj>
                </mc:Choice>
                <mc:Fallback>
                  <p:oleObj name="Equation" r:id="rId27" imgW="278765" imgH="368300" progId="Equation.3">
                    <p:embed/>
                    <p:pic>
                      <p:nvPicPr>
                        <p:cNvPr id="0" name="图片 82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923" y="134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34"/>
          <p:cNvGrpSpPr/>
          <p:nvPr/>
        </p:nvGrpSpPr>
        <p:grpSpPr bwMode="auto">
          <a:xfrm>
            <a:off x="8101013" y="2210594"/>
            <a:ext cx="185737" cy="2581275"/>
            <a:chOff x="4143" y="1677"/>
            <a:chExt cx="117" cy="1626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4176" y="1677"/>
              <a:ext cx="0" cy="1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143" y="3099"/>
            <a:ext cx="11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name="Equation" r:id="rId29" imgW="100330" imgH="178435" progId="Equation.DSMT4">
                    <p:embed/>
                  </p:oleObj>
                </mc:Choice>
                <mc:Fallback>
                  <p:oleObj name="Equation" r:id="rId29" imgW="100330" imgH="178435" progId="Equation.DSMT4">
                    <p:embed/>
                    <p:pic>
                      <p:nvPicPr>
                        <p:cNvPr id="0" name="图片 82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143" y="3099"/>
                          <a:ext cx="117" cy="2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8" grpId="0" autoUpdateAnimBg="0"/>
      <p:bldP spid="9" grpId="0" autoUpdateAnimBg="0"/>
      <p:bldP spid="1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24025" y="266700"/>
            <a:ext cx="2305211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charset="-122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charset="-122"/>
              </a:rPr>
              <a:t>5.5.2. </a:t>
            </a:r>
            <a:r>
              <a:rPr lang="zh-CN" altLang="en-US" sz="2800" b="1" dirty="0" smtClean="0">
                <a:ea typeface="楷体_GB2312" charset="-122"/>
              </a:rPr>
              <a:t>设</a:t>
            </a:r>
            <a:endParaRPr lang="zh-CN" altLang="en-US" sz="2800" b="1" dirty="0">
              <a:ea typeface="楷体_GB2312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807460" y="322580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3949600" imgH="9448800" progId="Equation.DSMT4">
                  <p:embed/>
                </p:oleObj>
              </mc:Choice>
              <mc:Fallback>
                <p:oleObj name="Equation" r:id="rId1" imgW="53949600" imgH="9448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7460" y="322580"/>
                        <a:ext cx="224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967730" y="247650"/>
            <a:ext cx="487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而在点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的右邻域内无界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629400" y="92075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存在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083120" y="2276872"/>
          <a:ext cx="14349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34442400" imgH="17678400" progId="Equation.DSMT4">
                  <p:embed/>
                </p:oleObj>
              </mc:Choice>
              <mc:Fallback>
                <p:oleObj name="Equation" r:id="rId3" imgW="34442400" imgH="176784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83120" y="2276872"/>
                        <a:ext cx="1434960" cy="736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676400" y="3187700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这时称反常积分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4337050" y="3105150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34747200" imgH="17678400" progId="Equation.DSMT4">
                  <p:embed/>
                </p:oleObj>
              </mc:Choice>
              <mc:Fallback>
                <p:oleObj name="Equation" r:id="rId5" imgW="34747200" imgH="176784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37050" y="3105150"/>
                        <a:ext cx="1447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784850" y="3216275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收敛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;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6781800" y="3216275"/>
            <a:ext cx="350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如果上述极限不存在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676400" y="3921125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就称反常积分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3949700" y="3867150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34747200" imgH="17678400" progId="Equation.DSMT4">
                  <p:embed/>
                </p:oleObj>
              </mc:Choice>
              <mc:Fallback>
                <p:oleObj name="Equation" r:id="rId7" imgW="34747200" imgH="176784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49700" y="3867150"/>
                        <a:ext cx="1447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410200" y="3937000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发散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057400" y="4614863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类似地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3968750" y="4657725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53949600" imgH="9448800" progId="Equation.DSMT4">
                  <p:embed/>
                </p:oleObj>
              </mc:Choice>
              <mc:Fallback>
                <p:oleObj name="Equation" r:id="rId9" imgW="53949600" imgH="9448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68750" y="4657725"/>
                        <a:ext cx="224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6248400" y="4548188"/>
            <a:ext cx="4038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而在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的左邻域内无界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3719736" y="5286375"/>
          <a:ext cx="369540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88696800" imgH="18288000" progId="Equation.DSMT4">
                  <p:embed/>
                </p:oleObj>
              </mc:Choice>
              <mc:Fallback>
                <p:oleObj name="Equation" r:id="rId11" imgW="88696800" imgH="182880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19736" y="5286375"/>
                        <a:ext cx="3695400" cy="761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3127375" y="87630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若极限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4524430" y="785813"/>
          <a:ext cx="1968480" cy="71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47244000" imgH="17068800" progId="Equation.DSMT4">
                  <p:embed/>
                </p:oleObj>
              </mc:Choice>
              <mc:Fallback>
                <p:oleObj name="Equation" r:id="rId13" imgW="47244000" imgH="17068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24430" y="785813"/>
                        <a:ext cx="1968480" cy="71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1657350" y="1625283"/>
            <a:ext cx="594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数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[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 ,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charset="-122"/>
              </a:rPr>
              <a:t> 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]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上的反常积分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charset="-122"/>
              </a:rPr>
              <a:t>记作</a:t>
            </a:r>
            <a:endParaRPr kumimoji="1" lang="zh-CN" altLang="en-US" sz="2800" b="1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676400" y="5286375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则定义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7600950" y="920750"/>
            <a:ext cx="27743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则称此极限为函 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pSp>
        <p:nvGrpSpPr>
          <p:cNvPr id="23" name="Group 38"/>
          <p:cNvGrpSpPr/>
          <p:nvPr/>
        </p:nvGrpSpPr>
        <p:grpSpPr bwMode="auto">
          <a:xfrm>
            <a:off x="1676401" y="875972"/>
            <a:ext cx="1352551" cy="522288"/>
            <a:chOff x="62" y="524"/>
            <a:chExt cx="852" cy="329"/>
          </a:xfrm>
        </p:grpSpPr>
        <p:graphicFrame>
          <p:nvGraphicFramePr>
            <p:cNvPr id="24" name="Object 33"/>
            <p:cNvGraphicFramePr>
              <a:graphicFrameLocks noChangeAspect="1"/>
            </p:cNvGraphicFramePr>
            <p:nvPr/>
          </p:nvGraphicFramePr>
          <p:xfrm>
            <a:off x="370" y="610"/>
            <a:ext cx="54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name="Equation" r:id="rId15" imgW="20726400" imgH="8229600" progId="Equation.DSMT4">
                    <p:embed/>
                  </p:oleObj>
                </mc:Choice>
                <mc:Fallback>
                  <p:oleObj name="Equation" r:id="rId15" imgW="20726400" imgH="8229600" progId="Equation.DSMT4">
                    <p:embed/>
                    <p:pic>
                      <p:nvPicPr>
                        <p:cNvPr id="0" name="图片 92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0" y="610"/>
                          <a:ext cx="544" cy="2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62" y="524"/>
              <a:ext cx="521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ea typeface="楷体_GB2312" charset="-122"/>
                </a:rPr>
                <a:t>取</a:t>
              </a:r>
              <a:endParaRPr lang="zh-CN" altLang="en-US" sz="2800" b="1" dirty="0">
                <a:ea typeface="楷体_GB2312" charset="-122"/>
              </a:endParaRPr>
            </a:p>
          </p:txBody>
        </p:sp>
      </p:grpSp>
      <p:graphicFrame>
        <p:nvGraphicFramePr>
          <p:cNvPr id="26" name="Object 41"/>
          <p:cNvGraphicFramePr>
            <a:graphicFrameLocks noChangeAspect="1"/>
          </p:cNvGraphicFramePr>
          <p:nvPr/>
        </p:nvGraphicFramePr>
        <p:xfrm>
          <a:off x="5594460" y="2276872"/>
          <a:ext cx="2222280" cy="71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53340000" imgH="17068800" progId="Equation.DSMT4">
                  <p:embed/>
                </p:oleObj>
              </mc:Choice>
              <mc:Fallback>
                <p:oleObj name="Equation" r:id="rId17" imgW="53340000" imgH="170688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94460" y="2276872"/>
                        <a:ext cx="2222280" cy="71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autoUpdateAnimBg="0"/>
      <p:bldP spid="9" grpId="0" autoUpdateAnimBg="0"/>
      <p:bldP spid="10" grpId="0" autoUpdateAnimBg="0"/>
      <p:bldP spid="11" grpId="0" autoUpdateAnimBg="0"/>
      <p:bldP spid="13" grpId="0" autoUpdateAnimBg="0"/>
      <p:bldP spid="14" grpId="0" autoUpdateAnimBg="0"/>
      <p:bldP spid="16" grpId="0" autoUpdateAnimBg="0"/>
      <p:bldP spid="18" grpId="0" autoUpdateAnimBg="0"/>
      <p:bldP spid="20" grpId="0" autoUpdateAnimBg="0"/>
      <p:bldP spid="21" grpId="0" autoUpdateAnimBg="0"/>
      <p:bldP spid="22" grpId="0" autoUpdateAnimBg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211388" y="350838"/>
          <a:ext cx="621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149047200" imgH="10668000" progId="Equation.DSMT4">
                  <p:embed/>
                </p:oleObj>
              </mc:Choice>
              <mc:Fallback>
                <p:oleObj name="Equation" r:id="rId1" imgW="149047200" imgH="106680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11388" y="350838"/>
                        <a:ext cx="6210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536319" y="282799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而在点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charset="-122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的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994232" y="4972274"/>
            <a:ext cx="6470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无界函数的积分又称作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瑕积分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678319" y="1052736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邻域内无界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2366963" y="1762125"/>
          <a:ext cx="19923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41452800" imgH="17678400" progId="Equation.DSMT4">
                  <p:embed/>
                </p:oleObj>
              </mc:Choice>
              <mc:Fallback>
                <p:oleObj name="Equation" r:id="rId3" imgW="41452800" imgH="17678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66963" y="1762125"/>
                        <a:ext cx="1992312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4518025" y="1749425"/>
          <a:ext cx="16684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34747200" imgH="17678400" progId="Equation.DSMT4">
                  <p:embed/>
                </p:oleObj>
              </mc:Choice>
              <mc:Fallback>
                <p:oleObj name="Equation" r:id="rId5" imgW="34747200" imgH="17678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8025" y="1749425"/>
                        <a:ext cx="1668463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6381750" y="1749425"/>
          <a:ext cx="19177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39928800" imgH="17678400" progId="Equation.DSMT4">
                  <p:embed/>
                </p:oleObj>
              </mc:Choice>
              <mc:Fallback>
                <p:oleObj name="Equation" r:id="rId7" imgW="39928800" imgH="176784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1750" y="1749425"/>
                        <a:ext cx="1917700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2"/>
          <p:cNvGrpSpPr/>
          <p:nvPr/>
        </p:nvGrpSpPr>
        <p:grpSpPr bwMode="auto">
          <a:xfrm>
            <a:off x="1994232" y="4108674"/>
            <a:ext cx="4391025" cy="522287"/>
            <a:chOff x="295" y="2659"/>
            <a:chExt cx="2766" cy="329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95" y="2659"/>
              <a:ext cx="129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charset="-122"/>
                </a:rPr>
                <a:t>无界点常称</a:t>
              </a:r>
              <a:endParaRPr kumimoji="1" lang="zh-CN" altLang="en-US" sz="2800" b="1">
                <a:latin typeface="Times New Roman" panose="02020603050405020304" pitchFamily="18" charset="0"/>
                <a:ea typeface="楷体_GB2312" charset="-122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1429" y="2659"/>
              <a:ext cx="16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charset="-122"/>
                </a:rPr>
                <a:t>为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charset="-122"/>
                </a:rPr>
                <a:t>瑕点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charset="-122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楷体_GB2312" charset="-122"/>
              </a:endParaRPr>
            </a:p>
          </p:txBody>
        </p:sp>
      </p:grp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3735719" y="1052736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则定义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3" name="Object 30"/>
          <p:cNvGraphicFramePr>
            <a:graphicFrameLocks noChangeAspect="1"/>
          </p:cNvGraphicFramePr>
          <p:nvPr/>
        </p:nvGraphicFramePr>
        <p:xfrm>
          <a:off x="3985017" y="2924944"/>
          <a:ext cx="220968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53035200" imgH="18288000" progId="Equation.DSMT4">
                  <p:embed/>
                </p:oleObj>
              </mc:Choice>
              <mc:Fallback>
                <p:oleObj name="Equation" r:id="rId9" imgW="53035200" imgH="182880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85017" y="2924944"/>
                        <a:ext cx="2209680" cy="761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1"/>
          <p:cNvGraphicFramePr>
            <a:graphicFrameLocks noChangeAspect="1"/>
          </p:cNvGraphicFramePr>
          <p:nvPr/>
        </p:nvGraphicFramePr>
        <p:xfrm>
          <a:off x="6318467" y="2924944"/>
          <a:ext cx="2171520" cy="71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52120800" imgH="17068800" progId="Equation.DSMT4">
                  <p:embed/>
                </p:oleObj>
              </mc:Choice>
              <mc:Fallback>
                <p:oleObj name="Equation" r:id="rId11" imgW="52120800" imgH="170688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18467" y="2924944"/>
                        <a:ext cx="2171520" cy="71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12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74862" y="3987800"/>
            <a:ext cx="235585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ea typeface="楷体_GB2312" charset="-122"/>
              </a:rPr>
              <a:t>注意</a:t>
            </a:r>
            <a:r>
              <a:rPr lang="en-US" altLang="zh-CN" sz="2800" b="1" smtClean="0">
                <a:ea typeface="楷体_GB2312" charset="-122"/>
              </a:rPr>
              <a:t>: </a:t>
            </a:r>
            <a:r>
              <a:rPr lang="zh-CN" altLang="en-US" sz="2800" b="1" smtClean="0">
                <a:ea typeface="楷体_GB2312" charset="-122"/>
              </a:rPr>
              <a:t>若瑕点</a:t>
            </a:r>
            <a:endParaRPr lang="zh-CN" altLang="en-US" sz="2800" b="1">
              <a:ea typeface="楷体_GB231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753149" y="980728"/>
          <a:ext cx="1574155" cy="85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5849600" imgH="8534400" progId="Equation.DSMT4">
                  <p:embed/>
                </p:oleObj>
              </mc:Choice>
              <mc:Fallback>
                <p:oleObj name="Equation" r:id="rId1" imgW="15849600" imgH="85344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53149" y="980728"/>
                        <a:ext cx="1574155" cy="8513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380163" y="1143000"/>
          <a:ext cx="219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52730400" imgH="10972800" progId="Equation.DSMT4">
                  <p:embed/>
                </p:oleObj>
              </mc:Choice>
              <mc:Fallback>
                <p:oleObj name="Equation" r:id="rId3" imgW="52730400" imgH="10972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0163" y="1143000"/>
                        <a:ext cx="2197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740449" y="1814497"/>
          <a:ext cx="1574155" cy="85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5849600" imgH="8534400" progId="Equation.DSMT4">
                  <p:embed/>
                </p:oleObj>
              </mc:Choice>
              <mc:Fallback>
                <p:oleObj name="Equation" r:id="rId5" imgW="15849600" imgH="85344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0449" y="1814497"/>
                        <a:ext cx="1574155" cy="8558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380163" y="1955800"/>
          <a:ext cx="219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52730400" imgH="10972800" progId="Equation.DSMT4">
                  <p:embed/>
                </p:oleObj>
              </mc:Choice>
              <mc:Fallback>
                <p:oleObj name="Equation" r:id="rId7" imgW="52730400" imgH="109728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0163" y="1955800"/>
                        <a:ext cx="2197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445049" y="3122597"/>
          <a:ext cx="1574155" cy="85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15849600" imgH="8534400" progId="Equation.DSMT4">
                  <p:embed/>
                </p:oleObj>
              </mc:Choice>
              <mc:Fallback>
                <p:oleObj name="Equation" r:id="rId9" imgW="15849600" imgH="85344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5049" y="3122597"/>
                        <a:ext cx="1574155" cy="8558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099050" y="3292475"/>
          <a:ext cx="2360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56692800" imgH="10972800" progId="Equation.DSMT4">
                  <p:embed/>
                </p:oleObj>
              </mc:Choice>
              <mc:Fallback>
                <p:oleObj name="Equation" r:id="rId11" imgW="56692800" imgH="10972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99050" y="3292475"/>
                        <a:ext cx="23606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074826" y="345500"/>
            <a:ext cx="705678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对于瑕积分 ，也有广义牛顿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-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莱布尼茨公式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</a:rPr>
              <a:t>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068512" y="1168400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为瑕点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068512" y="1944688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为瑕点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68512" y="2616200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若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 , </a:t>
            </a:r>
            <a:r>
              <a:rPr kumimoji="1" lang="en-US" altLang="zh-CN" sz="2800" b="1" i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都为瑕点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188413" y="4016918"/>
          <a:ext cx="1547547" cy="492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15544800" imgH="4876800" progId="Equation.DSMT4">
                  <p:embed/>
                </p:oleObj>
              </mc:Choice>
              <mc:Fallback>
                <p:oleObj name="Equation" r:id="rId13" imgW="15544800" imgH="48768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88413" y="4016918"/>
                        <a:ext cx="1547547" cy="4922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5649912" y="398780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711624" y="4557697"/>
          <a:ext cx="1880116" cy="85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8897600" imgH="8534400" progId="Equation.DSMT4">
                  <p:embed/>
                </p:oleObj>
              </mc:Choice>
              <mc:Fallback>
                <p:oleObj name="Equation" r:id="rId15" imgW="18897600" imgH="85344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11624" y="4557697"/>
                        <a:ext cx="1880116" cy="8558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557713" y="4724400"/>
          <a:ext cx="189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45415200" imgH="10972800" progId="Equation.DSMT4">
                  <p:embed/>
                </p:oleObj>
              </mc:Choice>
              <mc:Fallback>
                <p:oleObj name="Equation" r:id="rId17" imgW="45415200" imgH="10972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57713" y="4724400"/>
                        <a:ext cx="1892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584950" y="4724400"/>
          <a:ext cx="2119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50901600" imgH="10972800" progId="Equation.DSMT4">
                  <p:embed/>
                </p:oleObj>
              </mc:Choice>
              <mc:Fallback>
                <p:oleObj name="Equation" r:id="rId19" imgW="50901600" imgH="10972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84950" y="4724400"/>
                        <a:ext cx="21193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5345112" y="5207000"/>
            <a:ext cx="2362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573712" y="5207000"/>
            <a:ext cx="182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可相消吗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</a:rPr>
              <a:t>?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  <p:bldP spid="12" grpId="0" autoUpdateAnimBg="0"/>
      <p:bldP spid="13" grpId="0" autoUpdateAnimBg="0"/>
      <p:bldP spid="14" grpId="0" autoUpdateAnimBg="0"/>
      <p:bldP spid="16" grpId="0" autoUpdateAnimBg="0"/>
      <p:bldP spid="20" grpId="0" bldLvl="0" animBg="1"/>
      <p:bldP spid="21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9913" y="318686"/>
            <a:ext cx="697357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下列积分哪些是瑕积分，瑕点是什么？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03128" y="1052736"/>
          <a:ext cx="22209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53949600" imgH="22250400" progId="Equation.DSMT4">
                  <p:embed/>
                </p:oleObj>
              </mc:Choice>
              <mc:Fallback>
                <p:oleObj name="Equation" r:id="rId1" imgW="53949600" imgH="222504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3128" y="1052736"/>
                        <a:ext cx="2220913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947209" y="1096393"/>
          <a:ext cx="18542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45415200" imgH="20116800" progId="Equation.DSMT4">
                  <p:embed/>
                </p:oleObj>
              </mc:Choice>
              <mc:Fallback>
                <p:oleObj name="Equation" r:id="rId3" imgW="45415200" imgH="20116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7209" y="1096393"/>
                        <a:ext cx="1854200" cy="852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536160" y="1097186"/>
          <a:ext cx="18764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45720000" imgH="20116800" progId="Equation.DSMT4">
                  <p:embed/>
                </p:oleObj>
              </mc:Choice>
              <mc:Fallback>
                <p:oleObj name="Equation" r:id="rId5" imgW="45720000" imgH="20116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6160" y="1097186"/>
                        <a:ext cx="187642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966" y="2204864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6983" y="2204864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）因为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865688" y="1989138"/>
          <a:ext cx="2541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61874400" imgH="22250400" progId="Equation.DSMT4">
                  <p:embed/>
                </p:oleObj>
              </mc:Choice>
              <mc:Fallback>
                <p:oleObj name="Equation" r:id="rId7" imgW="61874400" imgH="222504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5688" y="1989138"/>
                        <a:ext cx="2541587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915098" y="3546599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010525" y="2305050"/>
          <a:ext cx="6715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16459200" imgH="7620000" progId="Equation.DSMT4">
                  <p:embed/>
                </p:oleObj>
              </mc:Choice>
              <mc:Fallback>
                <p:oleObj name="Equation" r:id="rId9" imgW="16459200" imgH="76200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10525" y="2305050"/>
                        <a:ext cx="671513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32304" y="2204864"/>
            <a:ext cx="16129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是瑕点，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91544" y="2728084"/>
          <a:ext cx="177006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42976800" imgH="22250400" progId="Equation.DSMT4">
                  <p:embed/>
                </p:oleObj>
              </mc:Choice>
              <mc:Fallback>
                <p:oleObj name="Equation" r:id="rId11" imgW="42976800" imgH="222504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91544" y="2728084"/>
                        <a:ext cx="1770062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63752" y="2852936"/>
            <a:ext cx="17018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是瑕积分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3592" y="3645024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注意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255625" y="3744709"/>
          <a:ext cx="67151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16459200" imgH="7620000" progId="Equation.DSMT4">
                  <p:embed/>
                </p:oleObj>
              </mc:Choice>
              <mc:Fallback>
                <p:oleObj name="Equation" r:id="rId13" imgW="16459200" imgH="76200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55625" y="3744709"/>
                        <a:ext cx="671513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882919" y="3645024"/>
            <a:ext cx="170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不是瑕点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665347" y="3347720"/>
          <a:ext cx="2166937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52730400" imgH="20116800" progId="Equation.DSMT4">
                  <p:embed/>
                </p:oleObj>
              </mc:Choice>
              <mc:Fallback>
                <p:oleObj name="Equation" r:id="rId15" imgW="52730400" imgH="2011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65347" y="3347720"/>
                        <a:ext cx="2166937" cy="852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415889" y="2204864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539039" y="3611563"/>
          <a:ext cx="7334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17983200" imgH="7620000" progId="Equation.DSMT4">
                  <p:embed/>
                </p:oleObj>
              </mc:Choice>
              <mc:Fallback>
                <p:oleObj name="Equation" r:id="rId17" imgW="17983200" imgH="76200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539039" y="3611563"/>
                        <a:ext cx="733425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003356" y="4364851"/>
            <a:ext cx="16129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是瑕点，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559275" y="4200470"/>
          <a:ext cx="13446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19" imgW="32918400" imgH="20116800" progId="Equation.DSMT4">
                  <p:embed/>
                </p:oleObj>
              </mc:Choice>
              <mc:Fallback>
                <p:oleObj name="Equation" r:id="rId19" imgW="32918400" imgH="20116800" progId="Equation.DSMT4">
                  <p:embed/>
                  <p:pic>
                    <p:nvPicPr>
                      <p:cNvPr id="0" name="图片 1229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59275" y="4200470"/>
                        <a:ext cx="1344613" cy="852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925292" y="4365104"/>
            <a:ext cx="17018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是瑕积分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51584" y="5085184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）注意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181185" y="4932363"/>
          <a:ext cx="18542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21" imgW="44500800" imgH="20116800" progId="Equation.DSMT4">
                  <p:embed/>
                </p:oleObj>
              </mc:Choice>
              <mc:Fallback>
                <p:oleObj name="Equation" r:id="rId21" imgW="44500800" imgH="20116800" progId="Equation.DSMT4">
                  <p:embed/>
                  <p:pic>
                    <p:nvPicPr>
                      <p:cNvPr id="0" name="图片 1229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81185" y="4932363"/>
                        <a:ext cx="18542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636984" y="4952776"/>
          <a:ext cx="7302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23" imgW="17678400" imgH="20116800" progId="Equation.DSMT4">
                  <p:embed/>
                </p:oleObj>
              </mc:Choice>
              <mc:Fallback>
                <p:oleObj name="Equation" r:id="rId23" imgW="17678400" imgH="20116800" progId="Equation.DSMT4">
                  <p:embed/>
                  <p:pic>
                    <p:nvPicPr>
                      <p:cNvPr id="0" name="图片 1229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36984" y="4952776"/>
                        <a:ext cx="730250" cy="852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328467" y="5085184"/>
            <a:ext cx="289052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在（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0,1]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上有界，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170542" y="5608404"/>
          <a:ext cx="13763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25" imgW="33528000" imgH="20116800" progId="Equation.DSMT4">
                  <p:embed/>
                </p:oleObj>
              </mc:Choice>
              <mc:Fallback>
                <p:oleObj name="Equation" r:id="rId25" imgW="33528000" imgH="20116800" progId="Equation.DSMT4">
                  <p:embed/>
                  <p:pic>
                    <p:nvPicPr>
                      <p:cNvPr id="0" name="图片 1230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70542" y="5608404"/>
                        <a:ext cx="1376363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553628" y="5805264"/>
            <a:ext cx="205930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不是瑕积分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91642" y="5085184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7" grpId="0"/>
      <p:bldP spid="19" grpId="0"/>
      <p:bldP spid="20" grpId="0"/>
      <p:bldP spid="22" grpId="0" bldLvl="0" animBg="1"/>
      <p:bldP spid="25" grpId="0"/>
      <p:bldP spid="27" grpId="0"/>
      <p:bldP spid="29" grpId="0"/>
      <p:bldP spid="30" grpId="0"/>
      <p:bldP spid="36" grpId="0"/>
      <p:bldP spid="38" grpId="0"/>
      <p:bldP spid="3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950" y="227375"/>
            <a:ext cx="799269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讨论反常积分的敛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散性，如果收敛试求其值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75520" y="798240"/>
          <a:ext cx="35036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84429600" imgH="22250400" progId="Equation.DSMT4">
                  <p:embed/>
                </p:oleObj>
              </mc:Choice>
              <mc:Fallback>
                <p:oleObj name="Equation" r:id="rId1" imgW="84429600" imgH="222504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5520" y="798240"/>
                        <a:ext cx="3503613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17581" y="843484"/>
          <a:ext cx="164941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39319200" imgH="20116800" progId="Equation.DSMT4">
                  <p:embed/>
                </p:oleObj>
              </mc:Choice>
              <mc:Fallback>
                <p:oleObj name="Equation" r:id="rId3" imgW="39319200" imgH="20116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7581" y="843484"/>
                        <a:ext cx="1649412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405440" y="912540"/>
          <a:ext cx="1651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39624000" imgH="16459200" progId="Equation.DSMT4">
                  <p:embed/>
                </p:oleObj>
              </mc:Choice>
              <mc:Fallback>
                <p:oleObj name="Equation" r:id="rId5" imgW="39624000" imgH="164592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05440" y="912540"/>
                        <a:ext cx="16510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90966" y="1943254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24413" y="1744663"/>
          <a:ext cx="42672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102412800" imgH="22250400" progId="Equation.DSMT4">
                  <p:embed/>
                </p:oleObj>
              </mc:Choice>
              <mc:Fallback>
                <p:oleObj name="Equation" r:id="rId7" imgW="102412800" imgH="222504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4413" y="1744663"/>
                        <a:ext cx="4267200" cy="919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27648" y="1925732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）因为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290763" y="2584450"/>
          <a:ext cx="24828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59436000" imgH="24384000" progId="Equation.DSMT4">
                  <p:embed/>
                </p:oleObj>
              </mc:Choice>
              <mc:Fallback>
                <p:oleObj name="Equation" r:id="rId9" imgW="59436000" imgH="243840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90763" y="2584450"/>
                        <a:ext cx="2482850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51400" y="2705100"/>
          <a:ext cx="20383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48768000" imgH="20116800" progId="Equation.DSMT4">
                  <p:embed/>
                </p:oleObj>
              </mc:Choice>
              <mc:Fallback>
                <p:oleObj name="Equation" r:id="rId11" imgW="48768000" imgH="201168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1400" y="2705100"/>
                        <a:ext cx="203835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989763" y="2708275"/>
          <a:ext cx="6397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15544800" imgH="19812000" progId="Equation.DSMT4">
                  <p:embed/>
                </p:oleObj>
              </mc:Choice>
              <mc:Fallback>
                <p:oleObj name="Equation" r:id="rId13" imgW="15544800" imgH="198120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89763" y="2708275"/>
                        <a:ext cx="639762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52872" y="3645024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）因为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617293" y="4199138"/>
          <a:ext cx="26479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63703200" imgH="20116800" progId="Equation.DSMT4">
                  <p:embed/>
                </p:oleObj>
              </mc:Choice>
              <mc:Fallback>
                <p:oleObj name="Equation" r:id="rId15" imgW="63703200" imgH="201168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17293" y="4199138"/>
                        <a:ext cx="26479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375920" y="4077072"/>
          <a:ext cx="4046538" cy="102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96926400" imgH="24384000" progId="Equation.DSMT4">
                  <p:embed/>
                </p:oleObj>
              </mc:Choice>
              <mc:Fallback>
                <p:oleObj name="Equation" r:id="rId17" imgW="96926400" imgH="243840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75920" y="4077072"/>
                        <a:ext cx="4046538" cy="1022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719736" y="5157192"/>
          <a:ext cx="755651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18288000" imgH="5791200" progId="Equation.DSMT4">
                  <p:embed/>
                </p:oleObj>
              </mc:Choice>
              <mc:Fallback>
                <p:oleObj name="Equation" r:id="rId19" imgW="18288000" imgH="57912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19736" y="5157192"/>
                        <a:ext cx="755651" cy="24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371303" y="5398690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911130" y="5244375"/>
          <a:ext cx="10255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24688800" imgH="20116800" progId="Equation.DSMT4">
                  <p:embed/>
                </p:oleObj>
              </mc:Choice>
              <mc:Fallback>
                <p:oleObj name="Equation" r:id="rId21" imgW="24688800" imgH="20116800" progId="Equation.DSMT4">
                  <p:embed/>
                  <p:pic>
                    <p:nvPicPr>
                      <p:cNvPr id="0" name="图片 133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11130" y="5244375"/>
                        <a:ext cx="10255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931140" y="5398690"/>
            <a:ext cx="197040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发散，从而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913670" y="5245169"/>
          <a:ext cx="11239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26822400" imgH="20116800" progId="Equation.DSMT4">
                  <p:embed/>
                </p:oleObj>
              </mc:Choice>
              <mc:Fallback>
                <p:oleObj name="Equation" r:id="rId23" imgW="26822400" imgH="201168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913670" y="5245169"/>
                        <a:ext cx="112395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032104" y="5398690"/>
            <a:ext cx="9867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发散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9" grpId="0"/>
      <p:bldP spid="26" grpId="0"/>
      <p:bldP spid="28" grpId="0"/>
      <p:bldP spid="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608" y="548680"/>
            <a:ext cx="17907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）因为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67608" y="1071900"/>
          <a:ext cx="44878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107899200" imgH="18897600" progId="Equation.DSMT4">
                  <p:embed/>
                </p:oleObj>
              </mc:Choice>
              <mc:Fallback>
                <p:oleObj name="Equation" r:id="rId1" imgW="107899200" imgH="188976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7608" y="1071900"/>
                        <a:ext cx="4487863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63752" y="2204864"/>
          <a:ext cx="33591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80467200" imgH="14935200" progId="Equation.DSMT4">
                  <p:embed/>
                </p:oleObj>
              </mc:Choice>
              <mc:Fallback>
                <p:oleObj name="Equation" r:id="rId3" imgW="80467200" imgH="149352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3752" y="2204864"/>
                        <a:ext cx="335915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35760" y="3140968"/>
          <a:ext cx="660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15849600" imgH="7315200" progId="Equation.DSMT4">
                  <p:embed/>
                </p:oleObj>
              </mc:Choice>
              <mc:Fallback>
                <p:oleObj name="Equation" r:id="rId5" imgW="15849600" imgH="73152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35760" y="3140968"/>
                        <a:ext cx="6604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63552" y="3717032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所以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99560" y="3608240"/>
          <a:ext cx="1143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27432000" imgH="16459200" progId="Equation.DSMT4">
                  <p:embed/>
                </p:oleObj>
              </mc:Choice>
              <mc:Fallback>
                <p:oleObj name="Equation" r:id="rId7" imgW="27432000" imgH="164592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9560" y="3608240"/>
                        <a:ext cx="11430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51784" y="3717032"/>
            <a:ext cx="9867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收敛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1700808"/>
            <a:ext cx="2754283" cy="241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188640"/>
            <a:ext cx="8496746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5 (</a:t>
            </a:r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函数）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讨论                          的敛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散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性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59896" y="67196"/>
          <a:ext cx="2089151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0596800" imgH="20116800" progId="Equation.DSMT4">
                  <p:embed/>
                </p:oleObj>
              </mc:Choice>
              <mc:Fallback>
                <p:oleObj name="Equation" r:id="rId1" imgW="50596800" imgH="2011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9896" y="67196"/>
                        <a:ext cx="2089151" cy="852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79238" y="1052736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85255" y="1052736"/>
            <a:ext cx="48221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是瑕点，对任意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  <a:sym typeface="Symbol" panose="05050102010706020507"/>
              </a:rPr>
              <a:t>(0,1),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70200" y="2062163"/>
          <a:ext cx="4271963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04546400" imgH="25603200" progId="Equation.DSMT4">
                  <p:embed/>
                </p:oleObj>
              </mc:Choice>
              <mc:Fallback>
                <p:oleObj name="Equation" r:id="rId3" imgW="104546400" imgH="256032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0200" y="2062163"/>
                        <a:ext cx="4271963" cy="1082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153123" y="1844824"/>
          <a:ext cx="215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51816000" imgH="21640800" progId="Equation.DSMT4">
                  <p:embed/>
                </p:oleObj>
              </mc:Choice>
              <mc:Fallback>
                <p:oleObj name="Equation" r:id="rId5" imgW="51816000" imgH="21640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3123" y="1844824"/>
                        <a:ext cx="21590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67808" y="2780928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20421600" imgH="8839200" progId="Equation.DSMT4">
                  <p:embed/>
                </p:oleObj>
              </mc:Choice>
              <mc:Fallback>
                <p:oleObj name="Equation" r:id="rId7" imgW="20421600" imgH="8839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808" y="2780928"/>
                        <a:ext cx="8509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79576" y="3356992"/>
            <a:ext cx="5403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87650" y="3424238"/>
          <a:ext cx="11350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27432000" imgH="9448800" progId="Equation.DSMT4">
                  <p:embed/>
                </p:oleObj>
              </mc:Choice>
              <mc:Fallback>
                <p:oleObj name="Equation" r:id="rId9" imgW="27432000" imgH="94488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7650" y="3424238"/>
                        <a:ext cx="11350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079776" y="3356992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得到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698750" y="4005263"/>
          <a:ext cx="5121275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125272800" imgH="35966400" progId="Equation.DSMT4">
                  <p:embed/>
                </p:oleObj>
              </mc:Choice>
              <mc:Fallback>
                <p:oleObj name="Equation" r:id="rId11" imgW="125272800" imgH="359664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8750" y="4005263"/>
                        <a:ext cx="5121275" cy="1519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8" name="Picture 1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69" y="1575078"/>
            <a:ext cx="2959241" cy="264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159896" y="4341681"/>
          <a:ext cx="81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4" imgW="19507200" imgH="10058400" progId="Equation.DSMT4">
                  <p:embed/>
                </p:oleObj>
              </mc:Choice>
              <mc:Fallback>
                <p:oleObj name="Equation" r:id="rId14" imgW="19507200" imgH="100584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59896" y="4341681"/>
                        <a:ext cx="8128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159896" y="5013176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6" imgW="19812000" imgH="9753600" progId="Equation.DSMT4">
                  <p:embed/>
                </p:oleObj>
              </mc:Choice>
              <mc:Fallback>
                <p:oleObj name="Equation" r:id="rId16" imgW="19812000" imgH="97536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59896" y="5013176"/>
                        <a:ext cx="825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332656"/>
            <a:ext cx="1655986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6 .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95441" y="158031"/>
          <a:ext cx="27241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65532000" imgH="22860000" progId="Equation.DSMT4">
                  <p:embed/>
                </p:oleObj>
              </mc:Choice>
              <mc:Fallback>
                <p:oleObj name="Equation" r:id="rId1" imgW="65532000" imgH="228600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95441" y="158031"/>
                        <a:ext cx="272415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312024" y="158031"/>
          <a:ext cx="25082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60350400" imgH="22860000" progId="Equation.DSMT4">
                  <p:embed/>
                </p:oleObj>
              </mc:Choice>
              <mc:Fallback>
                <p:oleObj name="Equation" r:id="rId3" imgW="60350400" imgH="228600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2024" y="158031"/>
                        <a:ext cx="250825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79576" y="1052736"/>
            <a:ext cx="464693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下列结论正确的是（          ）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7568" y="1628800"/>
            <a:ext cx="309245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都收敛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0017" y="1628800"/>
            <a:ext cx="307340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都发散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16660" y="2276872"/>
            <a:ext cx="344995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发散，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收敛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5734" y="2276872"/>
            <a:ext cx="344995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收敛，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发散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056" y="3119997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42062" y="2905357"/>
          <a:ext cx="26638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64008000" imgH="22860000" progId="Equation.DSMT4">
                  <p:embed/>
                </p:oleObj>
              </mc:Choice>
              <mc:Fallback>
                <p:oleObj name="Equation" r:id="rId5" imgW="64008000" imgH="228600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2062" y="2905357"/>
                        <a:ext cx="2663825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710896" y="2873607"/>
          <a:ext cx="2781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66751200" imgH="24384000" progId="Equation.DSMT4">
                  <p:embed/>
                </p:oleObj>
              </mc:Choice>
              <mc:Fallback>
                <p:oleObj name="Equation" r:id="rId7" imgW="66751200" imgH="243840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0896" y="2873607"/>
                        <a:ext cx="2781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169378" y="3915399"/>
          <a:ext cx="523716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125882400" imgH="25298400" progId="Equation.DSMT4">
                  <p:embed/>
                </p:oleObj>
              </mc:Choice>
              <mc:Fallback>
                <p:oleObj name="Equation" r:id="rId9" imgW="125882400" imgH="252984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9378" y="3915399"/>
                        <a:ext cx="5237162" cy="1054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481681" y="5207548"/>
            <a:ext cx="267335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所以（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）正确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1512" y="291381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注意：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91512" y="847621"/>
            <a:ext cx="6617970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对反常积分用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“分部积分法”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时要谨慎！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23592" y="1405168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例如，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78213" y="1379538"/>
          <a:ext cx="1963737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46939200" imgH="16459200" progId="Equation.DSMT4">
                  <p:embed/>
                </p:oleObj>
              </mc:Choice>
              <mc:Fallback>
                <p:oleObj name="Equation" r:id="rId1" imgW="46939200" imgH="164592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8213" y="1379538"/>
                        <a:ext cx="1963737" cy="693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45420" y="2060848"/>
          <a:ext cx="62420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149656800" imgH="20116800" progId="Equation.DSMT4">
                  <p:embed/>
                </p:oleObj>
              </mc:Choice>
              <mc:Fallback>
                <p:oleObj name="Equation" r:id="rId3" imgW="149656800" imgH="20116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5420" y="2060848"/>
                        <a:ext cx="62420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4384535" y="1772816"/>
            <a:ext cx="2304256" cy="14401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376192" y="1628800"/>
            <a:ext cx="2295872" cy="14964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16080" y="2977788"/>
            <a:ext cx="304292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这两项都是无穷大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62915" y="3092972"/>
            <a:ext cx="197040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处理方法：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62915" y="3616192"/>
            <a:ext cx="429323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）改变“凑的函数”：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631504" y="4139412"/>
          <a:ext cx="735806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176784000" imgH="20116800" progId="Equation.DSMT4">
                  <p:embed/>
                </p:oleObj>
              </mc:Choice>
              <mc:Fallback>
                <p:oleObj name="Equation" r:id="rId5" imgW="176784000" imgH="201168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1504" y="4139412"/>
                        <a:ext cx="7358063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9015321" y="4365104"/>
          <a:ext cx="16129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38709600" imgH="7620000" progId="Equation.DSMT4">
                  <p:embed/>
                </p:oleObj>
              </mc:Choice>
              <mc:Fallback>
                <p:oleObj name="Equation" r:id="rId7" imgW="38709600" imgH="76200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15321" y="4365104"/>
                        <a:ext cx="161290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125041" y="4941168"/>
            <a:ext cx="393573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）先算出不定积分：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927648" y="5436599"/>
          <a:ext cx="6121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146913600" imgH="17068800" progId="Equation.DSMT4">
                  <p:embed/>
                </p:oleObj>
              </mc:Choice>
              <mc:Fallback>
                <p:oleObj name="Equation" r:id="rId9" imgW="146913600" imgH="17068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7648" y="5436599"/>
                        <a:ext cx="6121400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16" grpId="0" bldLvl="0" animBg="1"/>
      <p:bldP spid="18" grpId="0" bldLvl="0" animBg="1"/>
      <p:bldP spid="19" grpId="0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631623" y="189910"/>
            <a:ext cx="496835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广</a:t>
            </a:r>
            <a:r>
              <a:rPr lang="zh-CN" altLang="en-US" sz="32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义的换元法</a:t>
            </a:r>
            <a:endParaRPr lang="zh-CN" altLang="en-US" sz="32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1623" y="774050"/>
            <a:ext cx="84054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当积分上下限为无穷大或瑕点时，可以像定积分那样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31504" y="1296635"/>
            <a:ext cx="9867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换元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02714" y="1763975"/>
            <a:ext cx="2165093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7 .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计算</a:t>
            </a:r>
            <a:endParaRPr lang="zh-CN" altLang="en-US" sz="2800" b="1" dirty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63752" y="1558245"/>
          <a:ext cx="29972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71932800" imgH="26517600" progId="Equation.DSMT4">
                  <p:embed/>
                </p:oleObj>
              </mc:Choice>
              <mc:Fallback>
                <p:oleObj name="Equation" r:id="rId1" imgW="71932800" imgH="265176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63752" y="1558245"/>
                        <a:ext cx="2997200" cy="1096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29641" y="2689338"/>
            <a:ext cx="8978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50368" y="2689338"/>
          <a:ext cx="6291263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150876000" imgH="33223200" progId="Equation.DSMT4">
                  <p:embed/>
                </p:oleObj>
              </mc:Choice>
              <mc:Fallback>
                <p:oleObj name="Equation" r:id="rId3" imgW="150876000" imgH="3322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0368" y="2689338"/>
                        <a:ext cx="6291263" cy="1390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85260" y="4077072"/>
          <a:ext cx="3530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84734400" imgH="29260800" progId="Equation.DSMT4">
                  <p:embed/>
                </p:oleObj>
              </mc:Choice>
              <mc:Fallback>
                <p:oleObj name="Equation" r:id="rId5" imgW="84734400" imgH="29260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5260" y="4077072"/>
                        <a:ext cx="3530600" cy="1219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816080" y="4077072"/>
          <a:ext cx="35496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85344000" imgH="21640800" progId="Equation.DSMT4">
                  <p:embed/>
                </p:oleObj>
              </mc:Choice>
              <mc:Fallback>
                <p:oleObj name="Equation" r:id="rId7" imgW="85344000" imgH="21640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16080" y="4077072"/>
                        <a:ext cx="35496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277037" y="5301208"/>
          <a:ext cx="24574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58826400" imgH="19507200" progId="Equation.DSMT4">
                  <p:embed/>
                </p:oleObj>
              </mc:Choice>
              <mc:Fallback>
                <p:oleObj name="Equation" r:id="rId9" imgW="58826400" imgH="19507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7037" y="5301208"/>
                        <a:ext cx="245745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864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练习5.5.1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9536" y="980728"/>
            <a:ext cx="79571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判别下列反常积分的收敛性，如果收敛计算其值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79576" y="1503948"/>
          <a:ext cx="15081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35966400" imgH="21336000" progId="Equation.DSMT4">
                  <p:embed/>
                </p:oleObj>
              </mc:Choice>
              <mc:Fallback>
                <p:oleObj name="Equation" r:id="rId1" imgW="35966400" imgH="213360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1503948"/>
                        <a:ext cx="15081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78797" y="1503948"/>
          <a:ext cx="14382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4747200" imgH="20116800" progId="Equation.DSMT4">
                  <p:embed/>
                </p:oleObj>
              </mc:Choice>
              <mc:Fallback>
                <p:oleObj name="Equation" r:id="rId3" imgW="34747200" imgH="20116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8797" y="1503948"/>
                        <a:ext cx="14382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608168" y="1503948"/>
          <a:ext cx="1854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44500800" imgH="20116800" progId="Equation.DSMT4">
                  <p:embed/>
                </p:oleObj>
              </mc:Choice>
              <mc:Fallback>
                <p:oleObj name="Equation" r:id="rId5" imgW="44500800" imgH="20116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08168" y="1503948"/>
                        <a:ext cx="18542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81200" y="2564904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52775" y="2584450"/>
          <a:ext cx="12017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28651200" imgH="11582400" progId="Equation.DSMT4">
                  <p:embed/>
                </p:oleObj>
              </mc:Choice>
              <mc:Fallback>
                <p:oleObj name="Equation" r:id="rId7" imgW="28651200" imgH="115824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52775" y="2584450"/>
                        <a:ext cx="1201738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73291" y="2537686"/>
          <a:ext cx="1816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43891200" imgH="11582400" progId="Equation.DSMT4">
                  <p:embed/>
                </p:oleObj>
              </mc:Choice>
              <mc:Fallback>
                <p:oleObj name="Equation" r:id="rId9" imgW="43891200" imgH="115824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3291" y="2537686"/>
                        <a:ext cx="181610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608168" y="2416145"/>
          <a:ext cx="20574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49377600" imgH="19812000" progId="Equation.DSMT4">
                  <p:embed/>
                </p:oleObj>
              </mc:Choice>
              <mc:Fallback>
                <p:oleObj name="Equation" r:id="rId11" imgW="49377600" imgH="198120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08168" y="2416145"/>
                        <a:ext cx="20574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081920" y="3212976"/>
            <a:ext cx="795718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判别下列反常积分的收敛性，如果收敛计算其值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351584" y="3789040"/>
          <a:ext cx="12842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31089600" imgH="21336000" progId="Equation.DSMT4">
                  <p:embed/>
                </p:oleObj>
              </mc:Choice>
              <mc:Fallback>
                <p:oleObj name="Equation" r:id="rId13" imgW="31089600" imgH="213360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51584" y="3789040"/>
                        <a:ext cx="1284287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071727" y="3760412"/>
          <a:ext cx="1244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29870400" imgH="20116800" progId="Equation.DSMT4">
                  <p:embed/>
                </p:oleObj>
              </mc:Choice>
              <mc:Fallback>
                <p:oleObj name="Equation" r:id="rId15" imgW="29870400" imgH="201168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71727" y="3760412"/>
                        <a:ext cx="1244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752184" y="3757353"/>
          <a:ext cx="1546225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36880800" imgH="20116800" progId="Equation.DSMT4">
                  <p:embed/>
                </p:oleObj>
              </mc:Choice>
              <mc:Fallback>
                <p:oleObj name="Equation" r:id="rId17" imgW="36880800" imgH="201168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52184" y="3757353"/>
                        <a:ext cx="1546225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227894" y="4729887"/>
            <a:ext cx="1255395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楷体_GB2312" charset="-122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ea typeface="楷体_GB231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247893" y="4770507"/>
          <a:ext cx="1905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45415200" imgH="11582400" progId="Equation.DSMT4">
                  <p:embed/>
                </p:oleObj>
              </mc:Choice>
              <mc:Fallback>
                <p:oleObj name="Equation" r:id="rId19" imgW="45415200" imgH="11582400" progId="Equation.DSMT4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47893" y="4770507"/>
                        <a:ext cx="19050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726113" y="4729163"/>
          <a:ext cx="12604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30480000" imgH="11582400" progId="Equation.DSMT4">
                  <p:embed/>
                </p:oleObj>
              </mc:Choice>
              <mc:Fallback>
                <p:oleObj name="Equation" r:id="rId21" imgW="30480000" imgH="11582400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26113" y="4729163"/>
                        <a:ext cx="1260475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896200" y="4751784"/>
          <a:ext cx="1244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23" imgW="29870400" imgH="11582400" progId="Equation.DSMT4">
                  <p:embed/>
                </p:oleObj>
              </mc:Choice>
              <mc:Fallback>
                <p:oleObj name="Equation" r:id="rId23" imgW="29870400" imgH="115824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96200" y="4751784"/>
                        <a:ext cx="124460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58dda394-356a-4022-9cba-cf4b3014d36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3567</Words>
  <Application>WPS 演示</Application>
  <PresentationFormat>宽屏</PresentationFormat>
  <Paragraphs>785</Paragraphs>
  <Slides>60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616</vt:i4>
      </vt:variant>
      <vt:variant>
        <vt:lpstr>幻灯片标题</vt:lpstr>
      </vt:variant>
      <vt:variant>
        <vt:i4>60</vt:i4>
      </vt:variant>
    </vt:vector>
  </HeadingPairs>
  <TitlesOfParts>
    <vt:vector size="696" baseType="lpstr">
      <vt:lpstr>Arial</vt:lpstr>
      <vt:lpstr>宋体</vt:lpstr>
      <vt:lpstr>Wingdings</vt:lpstr>
      <vt:lpstr>Wingdings</vt:lpstr>
      <vt:lpstr>黑体</vt:lpstr>
      <vt:lpstr>Times New Roman</vt:lpstr>
      <vt:lpstr>楷体_GB2312</vt:lpstr>
      <vt:lpstr>新宋体</vt:lpstr>
      <vt:lpstr>Cambria Math</vt:lpstr>
      <vt:lpstr>隶书</vt:lpstr>
      <vt:lpstr>华文隶书</vt:lpstr>
      <vt:lpstr>微软雅黑</vt:lpstr>
      <vt:lpstr>楷体</vt:lpstr>
      <vt:lpstr>Symbol</vt:lpstr>
      <vt:lpstr>Arial Unicode MS</vt:lpstr>
      <vt:lpstr>Calibri</vt:lpstr>
      <vt:lpstr>Arial</vt:lpstr>
      <vt:lpstr>Symbol</vt:lpstr>
      <vt:lpstr>Office 主题​​</vt:lpstr>
      <vt:lpstr>1_Office 主题​​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Equation.3</vt:lpstr>
      <vt:lpstr>Equation.DSMT4</vt:lpstr>
      <vt:lpstr>Equation.DSMT4</vt:lpstr>
      <vt:lpstr>PBrush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PBrush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PBrush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PBrush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PBrush</vt:lpstr>
      <vt:lpstr>PBrush</vt:lpstr>
      <vt:lpstr>PBrush</vt:lpstr>
      <vt:lpstr>PBrush</vt:lpstr>
      <vt:lpstr>Equation.DSMT4</vt:lpstr>
      <vt:lpstr>PBrush</vt:lpstr>
      <vt:lpstr>PBrush</vt:lpstr>
      <vt:lpstr>Word.Document.8</vt:lpstr>
      <vt:lpstr>Equation.3</vt:lpstr>
      <vt:lpstr>Word.Document.8</vt:lpstr>
      <vt:lpstr>Equation.DSMT4</vt:lpstr>
      <vt:lpstr>Equation.3</vt:lpstr>
      <vt:lpstr>Equation.3</vt:lpstr>
      <vt:lpstr>Equation.DSMT4</vt:lpstr>
      <vt:lpstr>Equation.3</vt:lpstr>
      <vt:lpstr>Equation.DSMT4</vt:lpstr>
      <vt:lpstr>Paint.Picture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Equation.DSMT4</vt:lpstr>
      <vt:lpstr>PBrush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Equation.3</vt:lpstr>
      <vt:lpstr>PBrush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PBrush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例:计算心形线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例.计算反常积分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188</cp:revision>
  <dcterms:created xsi:type="dcterms:W3CDTF">2019-06-19T02:08:00Z</dcterms:created>
  <dcterms:modified xsi:type="dcterms:W3CDTF">2022-12-16T08:31:28Z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157C745EDBA6467CBD2C0B1C6516E552</vt:lpwstr>
  </property>
</Properties>
</file>