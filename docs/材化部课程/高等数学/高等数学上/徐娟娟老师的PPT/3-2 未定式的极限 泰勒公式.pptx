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8"/>
  </p:notesMasterIdLst>
  <p:sldIdLst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</p:sldIdLst>
  <p:sldSz cx="12192000" cy="6858000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yan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30A0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50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gs" Target="tags/tag125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image" Target="../media/image32.wmf"/><Relationship Id="rId7" Type="http://schemas.openxmlformats.org/officeDocument/2006/relationships/image" Target="../media/image31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0" Type="http://schemas.openxmlformats.org/officeDocument/2006/relationships/image" Target="../media/image34.wmf"/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0" Type="http://schemas.openxmlformats.org/officeDocument/2006/relationships/image" Target="../media/image45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image" Target="../media/image75.w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1" Type="http://schemas.openxmlformats.org/officeDocument/2006/relationships/image" Target="../media/image78.wmf"/><Relationship Id="rId10" Type="http://schemas.openxmlformats.org/officeDocument/2006/relationships/image" Target="../media/image77.wmf"/><Relationship Id="rId1" Type="http://schemas.openxmlformats.org/officeDocument/2006/relationships/image" Target="../media/image68.w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3.wmf"/><Relationship Id="rId8" Type="http://schemas.openxmlformats.org/officeDocument/2006/relationships/image" Target="../media/image92.wmf"/><Relationship Id="rId7" Type="http://schemas.openxmlformats.org/officeDocument/2006/relationships/image" Target="../media/image91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8" Type="http://schemas.openxmlformats.org/officeDocument/2006/relationships/image" Target="../media/image102.wmf"/><Relationship Id="rId17" Type="http://schemas.openxmlformats.org/officeDocument/2006/relationships/image" Target="../media/image101.wmf"/><Relationship Id="rId16" Type="http://schemas.openxmlformats.org/officeDocument/2006/relationships/image" Target="../media/image100.wmf"/><Relationship Id="rId15" Type="http://schemas.openxmlformats.org/officeDocument/2006/relationships/image" Target="../media/image99.wmf"/><Relationship Id="rId14" Type="http://schemas.openxmlformats.org/officeDocument/2006/relationships/image" Target="../media/image98.wmf"/><Relationship Id="rId13" Type="http://schemas.openxmlformats.org/officeDocument/2006/relationships/image" Target="../media/image97.wmf"/><Relationship Id="rId12" Type="http://schemas.openxmlformats.org/officeDocument/2006/relationships/image" Target="../media/image96.wmf"/><Relationship Id="rId11" Type="http://schemas.openxmlformats.org/officeDocument/2006/relationships/image" Target="../media/image95.wmf"/><Relationship Id="rId10" Type="http://schemas.openxmlformats.org/officeDocument/2006/relationships/image" Target="../media/image94.wmf"/><Relationship Id="rId1" Type="http://schemas.openxmlformats.org/officeDocument/2006/relationships/image" Target="../media/image85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wmf"/><Relationship Id="rId8" Type="http://schemas.openxmlformats.org/officeDocument/2006/relationships/image" Target="../media/image110.emf"/><Relationship Id="rId7" Type="http://schemas.openxmlformats.org/officeDocument/2006/relationships/image" Target="../media/image109.e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8" Type="http://schemas.openxmlformats.org/officeDocument/2006/relationships/image" Target="../media/image120.wmf"/><Relationship Id="rId17" Type="http://schemas.openxmlformats.org/officeDocument/2006/relationships/image" Target="../media/image119.wmf"/><Relationship Id="rId16" Type="http://schemas.openxmlformats.org/officeDocument/2006/relationships/image" Target="../media/image118.wmf"/><Relationship Id="rId15" Type="http://schemas.openxmlformats.org/officeDocument/2006/relationships/image" Target="../media/image117.wmf"/><Relationship Id="rId14" Type="http://schemas.openxmlformats.org/officeDocument/2006/relationships/image" Target="../media/image116.wmf"/><Relationship Id="rId13" Type="http://schemas.openxmlformats.org/officeDocument/2006/relationships/image" Target="../media/image115.wmf"/><Relationship Id="rId12" Type="http://schemas.openxmlformats.org/officeDocument/2006/relationships/image" Target="../media/image114.wmf"/><Relationship Id="rId11" Type="http://schemas.openxmlformats.org/officeDocument/2006/relationships/image" Target="../media/image113.wmf"/><Relationship Id="rId10" Type="http://schemas.openxmlformats.org/officeDocument/2006/relationships/image" Target="../media/image112.wmf"/><Relationship Id="rId1" Type="http://schemas.openxmlformats.org/officeDocument/2006/relationships/image" Target="../media/image103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wmf"/><Relationship Id="rId8" Type="http://schemas.openxmlformats.org/officeDocument/2006/relationships/image" Target="../media/image128.wmf"/><Relationship Id="rId7" Type="http://schemas.openxmlformats.org/officeDocument/2006/relationships/image" Target="../media/image127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2" Type="http://schemas.openxmlformats.org/officeDocument/2006/relationships/image" Target="../media/image132.wmf"/><Relationship Id="rId11" Type="http://schemas.openxmlformats.org/officeDocument/2006/relationships/image" Target="../media/image131.wmf"/><Relationship Id="rId10" Type="http://schemas.openxmlformats.org/officeDocument/2006/relationships/image" Target="../media/image130.wmf"/><Relationship Id="rId1" Type="http://schemas.openxmlformats.org/officeDocument/2006/relationships/image" Target="../media/image12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7" Type="http://schemas.openxmlformats.org/officeDocument/2006/relationships/image" Target="../media/image139.wmf"/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9.wmf"/><Relationship Id="rId8" Type="http://schemas.openxmlformats.org/officeDocument/2006/relationships/image" Target="../media/image148.wmf"/><Relationship Id="rId7" Type="http://schemas.openxmlformats.org/officeDocument/2006/relationships/image" Target="../media/image147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Relationship Id="rId3" Type="http://schemas.openxmlformats.org/officeDocument/2006/relationships/image" Target="../media/image143.wmf"/><Relationship Id="rId2" Type="http://schemas.openxmlformats.org/officeDocument/2006/relationships/image" Target="../media/image142.wmf"/><Relationship Id="rId13" Type="http://schemas.openxmlformats.org/officeDocument/2006/relationships/image" Target="../media/image153.wmf"/><Relationship Id="rId12" Type="http://schemas.openxmlformats.org/officeDocument/2006/relationships/image" Target="../media/image152.wmf"/><Relationship Id="rId11" Type="http://schemas.openxmlformats.org/officeDocument/2006/relationships/image" Target="../media/image151.wmf"/><Relationship Id="rId10" Type="http://schemas.openxmlformats.org/officeDocument/2006/relationships/image" Target="../media/image150.wmf"/><Relationship Id="rId1" Type="http://schemas.openxmlformats.org/officeDocument/2006/relationships/image" Target="../media/image141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7.wmf"/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1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64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7" Type="http://schemas.openxmlformats.org/officeDocument/2006/relationships/image" Target="../media/image171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Relationship Id="rId3" Type="http://schemas.openxmlformats.org/officeDocument/2006/relationships/image" Target="../media/image167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7" Type="http://schemas.openxmlformats.org/officeDocument/2006/relationships/image" Target="../media/image179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7" Type="http://schemas.openxmlformats.org/officeDocument/2006/relationships/image" Target="../media/image187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/Relationships>
</file>

<file path=ppt/drawings/_rels/vmlDrawing2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3.wmf"/><Relationship Id="rId4" Type="http://schemas.openxmlformats.org/officeDocument/2006/relationships/image" Target="../media/image192.wmf"/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2.wmf"/><Relationship Id="rId8" Type="http://schemas.openxmlformats.org/officeDocument/2006/relationships/image" Target="../media/image201.wmf"/><Relationship Id="rId7" Type="http://schemas.openxmlformats.org/officeDocument/2006/relationships/image" Target="../media/image200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2" Type="http://schemas.openxmlformats.org/officeDocument/2006/relationships/image" Target="../media/image205.wmf"/><Relationship Id="rId11" Type="http://schemas.openxmlformats.org/officeDocument/2006/relationships/image" Target="../media/image204.wmf"/><Relationship Id="rId10" Type="http://schemas.openxmlformats.org/officeDocument/2006/relationships/image" Target="../media/image203.wmf"/><Relationship Id="rId1" Type="http://schemas.openxmlformats.org/officeDocument/2006/relationships/image" Target="../media/image194.wmf"/></Relationships>
</file>

<file path=ppt/drawings/_rels/vmlDrawing2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1.wmf"/><Relationship Id="rId4" Type="http://schemas.openxmlformats.org/officeDocument/2006/relationships/image" Target="../media/image210.wmf"/><Relationship Id="rId3" Type="http://schemas.openxmlformats.org/officeDocument/2006/relationships/image" Target="../media/image209.wmf"/><Relationship Id="rId2" Type="http://schemas.openxmlformats.org/officeDocument/2006/relationships/image" Target="../media/image208.wmf"/><Relationship Id="rId1" Type="http://schemas.openxmlformats.org/officeDocument/2006/relationships/image" Target="../media/image206.wmf"/></Relationships>
</file>

<file path=ppt/drawings/_rels/vmlDrawing2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8.wmf"/><Relationship Id="rId5" Type="http://schemas.openxmlformats.org/officeDocument/2006/relationships/image" Target="../media/image216.wmf"/><Relationship Id="rId4" Type="http://schemas.openxmlformats.org/officeDocument/2006/relationships/image" Target="../media/image215.wmf"/><Relationship Id="rId3" Type="http://schemas.openxmlformats.org/officeDocument/2006/relationships/image" Target="../media/image214.wmf"/><Relationship Id="rId2" Type="http://schemas.openxmlformats.org/officeDocument/2006/relationships/image" Target="../media/image213.wmf"/><Relationship Id="rId1" Type="http://schemas.openxmlformats.org/officeDocument/2006/relationships/image" Target="../media/image212.wmf"/></Relationships>
</file>

<file path=ppt/drawings/_rels/vmlDrawing2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4.wmf"/><Relationship Id="rId4" Type="http://schemas.openxmlformats.org/officeDocument/2006/relationships/image" Target="../media/image222.wmf"/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9.wmf"/><Relationship Id="rId4" Type="http://schemas.openxmlformats.org/officeDocument/2006/relationships/image" Target="../media/image228.wmf"/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wmf"/><Relationship Id="rId8" Type="http://schemas.openxmlformats.org/officeDocument/2006/relationships/image" Target="../media/image237.wmf"/><Relationship Id="rId7" Type="http://schemas.openxmlformats.org/officeDocument/2006/relationships/image" Target="../media/image236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Relationship Id="rId3" Type="http://schemas.openxmlformats.org/officeDocument/2006/relationships/image" Target="../media/image232.wmf"/><Relationship Id="rId2" Type="http://schemas.openxmlformats.org/officeDocument/2006/relationships/image" Target="../media/image231.wmf"/><Relationship Id="rId10" Type="http://schemas.openxmlformats.org/officeDocument/2006/relationships/image" Target="../media/image96.wmf"/><Relationship Id="rId1" Type="http://schemas.openxmlformats.org/officeDocument/2006/relationships/image" Target="../media/image230.wmf"/></Relationships>
</file>

<file path=ppt/drawings/_rels/vmlDrawing28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1.wmf"/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/Relationships>
</file>

<file path=ppt/drawings/_rels/vmlDrawing2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46.wmf"/><Relationship Id="rId4" Type="http://schemas.openxmlformats.org/officeDocument/2006/relationships/image" Target="../media/image245.wmf"/><Relationship Id="rId3" Type="http://schemas.openxmlformats.org/officeDocument/2006/relationships/image" Target="../media/image244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/Relationships>
</file>

<file path=ppt/drawings/_rels/vmlDrawing3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0.wmf"/><Relationship Id="rId3" Type="http://schemas.openxmlformats.org/officeDocument/2006/relationships/image" Target="../media/image249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9.wmf"/><Relationship Id="rId8" Type="http://schemas.openxmlformats.org/officeDocument/2006/relationships/image" Target="../media/image258.wmf"/><Relationship Id="rId7" Type="http://schemas.openxmlformats.org/officeDocument/2006/relationships/image" Target="../media/image257.w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4" Type="http://schemas.openxmlformats.org/officeDocument/2006/relationships/image" Target="../media/image264.wmf"/><Relationship Id="rId13" Type="http://schemas.openxmlformats.org/officeDocument/2006/relationships/image" Target="../media/image263.wmf"/><Relationship Id="rId12" Type="http://schemas.openxmlformats.org/officeDocument/2006/relationships/image" Target="../media/image262.wmf"/><Relationship Id="rId11" Type="http://schemas.openxmlformats.org/officeDocument/2006/relationships/image" Target="../media/image261.wmf"/><Relationship Id="rId10" Type="http://schemas.openxmlformats.org/officeDocument/2006/relationships/image" Target="../media/image260.wmf"/><Relationship Id="rId1" Type="http://schemas.openxmlformats.org/officeDocument/2006/relationships/image" Target="../media/image251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3.wmf"/><Relationship Id="rId8" Type="http://schemas.openxmlformats.org/officeDocument/2006/relationships/image" Target="../media/image272.wmf"/><Relationship Id="rId7" Type="http://schemas.openxmlformats.org/officeDocument/2006/relationships/image" Target="../media/image271.w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Relationship Id="rId3" Type="http://schemas.openxmlformats.org/officeDocument/2006/relationships/image" Target="../media/image267.wmf"/><Relationship Id="rId2" Type="http://schemas.openxmlformats.org/officeDocument/2006/relationships/image" Target="../media/image266.wmf"/><Relationship Id="rId15" Type="http://schemas.openxmlformats.org/officeDocument/2006/relationships/image" Target="../media/image279.wmf"/><Relationship Id="rId14" Type="http://schemas.openxmlformats.org/officeDocument/2006/relationships/image" Target="../media/image278.wmf"/><Relationship Id="rId13" Type="http://schemas.openxmlformats.org/officeDocument/2006/relationships/image" Target="../media/image277.wmf"/><Relationship Id="rId12" Type="http://schemas.openxmlformats.org/officeDocument/2006/relationships/image" Target="../media/image276.wmf"/><Relationship Id="rId11" Type="http://schemas.openxmlformats.org/officeDocument/2006/relationships/image" Target="../media/image275.wmf"/><Relationship Id="rId10" Type="http://schemas.openxmlformats.org/officeDocument/2006/relationships/image" Target="../media/image274.wmf"/><Relationship Id="rId1" Type="http://schemas.openxmlformats.org/officeDocument/2006/relationships/image" Target="../media/image265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7" Type="http://schemas.openxmlformats.org/officeDocument/2006/relationships/image" Target="../media/image286.wmf"/><Relationship Id="rId6" Type="http://schemas.openxmlformats.org/officeDocument/2006/relationships/image" Target="../media/image285.w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/Relationships>
</file>

<file path=ppt/drawings/_rels/vmlDrawing3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91.wmf"/><Relationship Id="rId3" Type="http://schemas.openxmlformats.org/officeDocument/2006/relationships/image" Target="../media/image290.wmf"/><Relationship Id="rId2" Type="http://schemas.openxmlformats.org/officeDocument/2006/relationships/image" Target="../media/image289.wmf"/><Relationship Id="rId1" Type="http://schemas.openxmlformats.org/officeDocument/2006/relationships/image" Target="../media/image288.wmf"/></Relationships>
</file>

<file path=ppt/drawings/_rels/vmlDrawing35.vml.rels><?xml version="1.0" encoding="UTF-8" standalone="yes"?>
<Relationships xmlns="http://schemas.openxmlformats.org/package/2006/relationships"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4" Type="http://schemas.openxmlformats.org/officeDocument/2006/relationships/image" Target="../media/image295.wmf"/><Relationship Id="rId3" Type="http://schemas.openxmlformats.org/officeDocument/2006/relationships/image" Target="../media/image294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/Relationships>
</file>

<file path=ppt/drawings/_rels/vmlDrawing3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02.wmf"/><Relationship Id="rId4" Type="http://schemas.openxmlformats.org/officeDocument/2006/relationships/image" Target="../media/image301.wmf"/><Relationship Id="rId3" Type="http://schemas.openxmlformats.org/officeDocument/2006/relationships/image" Target="../media/image300.wmf"/><Relationship Id="rId2" Type="http://schemas.openxmlformats.org/officeDocument/2006/relationships/image" Target="../media/image299.wmf"/><Relationship Id="rId1" Type="http://schemas.openxmlformats.org/officeDocument/2006/relationships/image" Target="../media/image298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wmf"/><Relationship Id="rId2" Type="http://schemas.openxmlformats.org/officeDocument/2006/relationships/image" Target="../media/image304.wmf"/><Relationship Id="rId1" Type="http://schemas.openxmlformats.org/officeDocument/2006/relationships/image" Target="../media/image303.w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4.wmf"/><Relationship Id="rId8" Type="http://schemas.openxmlformats.org/officeDocument/2006/relationships/image" Target="../media/image313.wmf"/><Relationship Id="rId7" Type="http://schemas.openxmlformats.org/officeDocument/2006/relationships/image" Target="../media/image312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Relationship Id="rId3" Type="http://schemas.openxmlformats.org/officeDocument/2006/relationships/image" Target="../media/image308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/Relationships>
</file>

<file path=ppt/drawings/_rels/vmlDrawing39.vml.rels><?xml version="1.0" encoding="UTF-8" standalone="yes"?>
<Relationships xmlns="http://schemas.openxmlformats.org/package/2006/relationships"><Relationship Id="rId5" Type="http://schemas.openxmlformats.org/officeDocument/2006/relationships/image" Target="../media/image319.wmf"/><Relationship Id="rId4" Type="http://schemas.openxmlformats.org/officeDocument/2006/relationships/image" Target="../media/image318.wmf"/><Relationship Id="rId3" Type="http://schemas.openxmlformats.org/officeDocument/2006/relationships/image" Target="../media/image317.wmf"/><Relationship Id="rId2" Type="http://schemas.openxmlformats.org/officeDocument/2006/relationships/image" Target="../media/image316.wmf"/><Relationship Id="rId1" Type="http://schemas.openxmlformats.org/officeDocument/2006/relationships/image" Target="../media/image315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wmf"/><Relationship Id="rId1" Type="http://schemas.openxmlformats.org/officeDocument/2006/relationships/image" Target="../media/image320.wmf"/></Relationships>
</file>

<file path=ppt/drawings/_rels/vmlDrawing41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6.wmf"/><Relationship Id="rId4" Type="http://schemas.openxmlformats.org/officeDocument/2006/relationships/image" Target="../media/image325.wmf"/><Relationship Id="rId3" Type="http://schemas.openxmlformats.org/officeDocument/2006/relationships/image" Target="../media/image324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/Relationships>
</file>

<file path=ppt/drawings/_rels/vmlDrawing42.vml.rels><?xml version="1.0" encoding="UTF-8" standalone="yes"?>
<Relationships xmlns="http://schemas.openxmlformats.org/package/2006/relationships"><Relationship Id="rId7" Type="http://schemas.openxmlformats.org/officeDocument/2006/relationships/image" Target="../media/image333.wmf"/><Relationship Id="rId6" Type="http://schemas.openxmlformats.org/officeDocument/2006/relationships/image" Target="../media/image332.wmf"/><Relationship Id="rId5" Type="http://schemas.openxmlformats.org/officeDocument/2006/relationships/image" Target="../media/image331.wmf"/><Relationship Id="rId4" Type="http://schemas.openxmlformats.org/officeDocument/2006/relationships/image" Target="../media/image330.wmf"/><Relationship Id="rId3" Type="http://schemas.openxmlformats.org/officeDocument/2006/relationships/image" Target="../media/image329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/Relationships>
</file>

<file path=ppt/drawings/_rels/vmlDrawing4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2.wmf"/><Relationship Id="rId8" Type="http://schemas.openxmlformats.org/officeDocument/2006/relationships/image" Target="../media/image341.wmf"/><Relationship Id="rId7" Type="http://schemas.openxmlformats.org/officeDocument/2006/relationships/image" Target="../media/image340.wmf"/><Relationship Id="rId6" Type="http://schemas.openxmlformats.org/officeDocument/2006/relationships/image" Target="../media/image339.wmf"/><Relationship Id="rId5" Type="http://schemas.openxmlformats.org/officeDocument/2006/relationships/image" Target="../media/image338.wmf"/><Relationship Id="rId4" Type="http://schemas.openxmlformats.org/officeDocument/2006/relationships/image" Target="../media/image337.wmf"/><Relationship Id="rId3" Type="http://schemas.openxmlformats.org/officeDocument/2006/relationships/image" Target="../media/image336.wmf"/><Relationship Id="rId2" Type="http://schemas.openxmlformats.org/officeDocument/2006/relationships/image" Target="../media/image335.wmf"/><Relationship Id="rId11" Type="http://schemas.openxmlformats.org/officeDocument/2006/relationships/image" Target="../media/image344.wmf"/><Relationship Id="rId10" Type="http://schemas.openxmlformats.org/officeDocument/2006/relationships/image" Target="../media/image343.wmf"/><Relationship Id="rId1" Type="http://schemas.openxmlformats.org/officeDocument/2006/relationships/image" Target="../media/image334.wmf"/></Relationships>
</file>

<file path=ppt/drawings/_rels/vmlDrawing4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49.wmf"/><Relationship Id="rId4" Type="http://schemas.openxmlformats.org/officeDocument/2006/relationships/image" Target="../media/image348.wmf"/><Relationship Id="rId3" Type="http://schemas.openxmlformats.org/officeDocument/2006/relationships/image" Target="../media/image347.wmf"/><Relationship Id="rId2" Type="http://schemas.openxmlformats.org/officeDocument/2006/relationships/image" Target="../media/image346.wmf"/><Relationship Id="rId1" Type="http://schemas.openxmlformats.org/officeDocument/2006/relationships/image" Target="../media/image3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slide" Target="slide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6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0.png"/><Relationship Id="rId13" Type="http://schemas.openxmlformats.org/officeDocument/2006/relationships/image" Target="../media/image9.w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8.wmf"/><Relationship Id="rId10" Type="http://schemas.openxmlformats.org/officeDocument/2006/relationships/oleObject" Target="../embeddings/oleObject5.bin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13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11.wmf"/><Relationship Id="rId2" Type="http://schemas.openxmlformats.org/officeDocument/2006/relationships/oleObject" Target="../embeddings/oleObject7.bin"/><Relationship Id="rId19" Type="http://schemas.openxmlformats.org/officeDocument/2006/relationships/vmlDrawing" Target="../drawings/vmlDrawing2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18.wmf"/><Relationship Id="rId16" Type="http://schemas.openxmlformats.org/officeDocument/2006/relationships/oleObject" Target="../embeddings/oleObject14.bin"/><Relationship Id="rId15" Type="http://schemas.openxmlformats.org/officeDocument/2006/relationships/image" Target="../media/image17.wmf"/><Relationship Id="rId14" Type="http://schemas.openxmlformats.org/officeDocument/2006/relationships/oleObject" Target="../embeddings/oleObject13.bin"/><Relationship Id="rId13" Type="http://schemas.openxmlformats.org/officeDocument/2006/relationships/image" Target="../media/image16.wmf"/><Relationship Id="rId12" Type="http://schemas.openxmlformats.org/officeDocument/2006/relationships/oleObject" Target="../embeddings/oleObject12.bin"/><Relationship Id="rId11" Type="http://schemas.openxmlformats.org/officeDocument/2006/relationships/image" Target="../media/image15.wmf"/><Relationship Id="rId10" Type="http://schemas.openxmlformats.org/officeDocument/2006/relationships/oleObject" Target="../embeddings/oleObject11.bin"/><Relationship Id="rId1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9.w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0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4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2.bin"/><Relationship Id="rId23" Type="http://schemas.openxmlformats.org/officeDocument/2006/relationships/vmlDrawing" Target="../drawings/vmlDrawing4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35.png"/><Relationship Id="rId20" Type="http://schemas.openxmlformats.org/officeDocument/2006/relationships/image" Target="../media/image34.wmf"/><Relationship Id="rId2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18" Type="http://schemas.openxmlformats.org/officeDocument/2006/relationships/image" Target="../media/image33.wmf"/><Relationship Id="rId17" Type="http://schemas.openxmlformats.org/officeDocument/2006/relationships/oleObject" Target="../embeddings/oleObject29.bin"/><Relationship Id="rId16" Type="http://schemas.openxmlformats.org/officeDocument/2006/relationships/image" Target="../media/image32.wmf"/><Relationship Id="rId15" Type="http://schemas.openxmlformats.org/officeDocument/2006/relationships/oleObject" Target="../embeddings/oleObject28.bin"/><Relationship Id="rId14" Type="http://schemas.openxmlformats.org/officeDocument/2006/relationships/image" Target="../media/image31.wmf"/><Relationship Id="rId13" Type="http://schemas.openxmlformats.org/officeDocument/2006/relationships/oleObject" Target="../embeddings/oleObject27.bin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26.bin"/><Relationship Id="rId10" Type="http://schemas.openxmlformats.org/officeDocument/2006/relationships/image" Target="../media/image29.wmf"/><Relationship Id="rId1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2.bin"/><Relationship Id="rId22" Type="http://schemas.openxmlformats.org/officeDocument/2006/relationships/vmlDrawing" Target="../drawings/vmlDrawing5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45.w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40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39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38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37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1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6.wmf"/><Relationship Id="rId18" Type="http://schemas.openxmlformats.org/officeDocument/2006/relationships/vmlDrawing" Target="../drawings/vmlDrawing6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48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47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4.wmf"/><Relationship Id="rId16" Type="http://schemas.openxmlformats.org/officeDocument/2006/relationships/vmlDrawing" Target="../drawings/vmlDrawing7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49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62.w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7.w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66.wmf"/><Relationship Id="rId1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5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62.bin"/><Relationship Id="rId25" Type="http://schemas.openxmlformats.org/officeDocument/2006/relationships/vmlDrawing" Target="../drawings/vmlDrawing9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79.png"/><Relationship Id="rId22" Type="http://schemas.openxmlformats.org/officeDocument/2006/relationships/image" Target="../media/image78.wmf"/><Relationship Id="rId21" Type="http://schemas.openxmlformats.org/officeDocument/2006/relationships/oleObject" Target="../embeddings/oleObject71.bin"/><Relationship Id="rId20" Type="http://schemas.openxmlformats.org/officeDocument/2006/relationships/image" Target="../media/image77.wmf"/><Relationship Id="rId2" Type="http://schemas.openxmlformats.org/officeDocument/2006/relationships/image" Target="../media/image68.wmf"/><Relationship Id="rId19" Type="http://schemas.openxmlformats.org/officeDocument/2006/relationships/oleObject" Target="../embeddings/oleObject70.bin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69.bin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68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67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66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6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75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80.w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7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8.wmf"/><Relationship Id="rId7" Type="http://schemas.openxmlformats.org/officeDocument/2006/relationships/oleObject" Target="../embeddings/oleObject80.bin"/><Relationship Id="rId6" Type="http://schemas.openxmlformats.org/officeDocument/2006/relationships/image" Target="../media/image87.wmf"/><Relationship Id="rId5" Type="http://schemas.openxmlformats.org/officeDocument/2006/relationships/oleObject" Target="../embeddings/oleObject79.bin"/><Relationship Id="rId40" Type="http://schemas.openxmlformats.org/officeDocument/2006/relationships/vmlDrawing" Target="../drawings/vmlDrawing11.vml"/><Relationship Id="rId4" Type="http://schemas.openxmlformats.org/officeDocument/2006/relationships/image" Target="../media/image86.wmf"/><Relationship Id="rId39" Type="http://schemas.openxmlformats.org/officeDocument/2006/relationships/slideLayout" Target="../slideLayouts/slideLayout18.xml"/><Relationship Id="rId38" Type="http://schemas.openxmlformats.org/officeDocument/2006/relationships/oleObject" Target="../embeddings/oleObject96.bin"/><Relationship Id="rId37" Type="http://schemas.openxmlformats.org/officeDocument/2006/relationships/oleObject" Target="../embeddings/oleObject95.bin"/><Relationship Id="rId36" Type="http://schemas.openxmlformats.org/officeDocument/2006/relationships/image" Target="../media/image102.wmf"/><Relationship Id="rId35" Type="http://schemas.openxmlformats.org/officeDocument/2006/relationships/oleObject" Target="../embeddings/oleObject94.bin"/><Relationship Id="rId34" Type="http://schemas.openxmlformats.org/officeDocument/2006/relationships/image" Target="../media/image101.wmf"/><Relationship Id="rId33" Type="http://schemas.openxmlformats.org/officeDocument/2006/relationships/oleObject" Target="../embeddings/oleObject93.bin"/><Relationship Id="rId32" Type="http://schemas.openxmlformats.org/officeDocument/2006/relationships/image" Target="../media/image100.wmf"/><Relationship Id="rId31" Type="http://schemas.openxmlformats.org/officeDocument/2006/relationships/oleObject" Target="../embeddings/oleObject92.bin"/><Relationship Id="rId30" Type="http://schemas.openxmlformats.org/officeDocument/2006/relationships/image" Target="../media/image99.wmf"/><Relationship Id="rId3" Type="http://schemas.openxmlformats.org/officeDocument/2006/relationships/oleObject" Target="../embeddings/oleObject78.bin"/><Relationship Id="rId29" Type="http://schemas.openxmlformats.org/officeDocument/2006/relationships/oleObject" Target="../embeddings/oleObject91.bin"/><Relationship Id="rId28" Type="http://schemas.openxmlformats.org/officeDocument/2006/relationships/image" Target="../media/image98.wmf"/><Relationship Id="rId27" Type="http://schemas.openxmlformats.org/officeDocument/2006/relationships/oleObject" Target="../embeddings/oleObject90.bin"/><Relationship Id="rId26" Type="http://schemas.openxmlformats.org/officeDocument/2006/relationships/image" Target="../media/image97.wmf"/><Relationship Id="rId25" Type="http://schemas.openxmlformats.org/officeDocument/2006/relationships/oleObject" Target="../embeddings/oleObject89.bin"/><Relationship Id="rId24" Type="http://schemas.openxmlformats.org/officeDocument/2006/relationships/image" Target="../media/image96.wmf"/><Relationship Id="rId23" Type="http://schemas.openxmlformats.org/officeDocument/2006/relationships/oleObject" Target="../embeddings/oleObject88.bin"/><Relationship Id="rId22" Type="http://schemas.openxmlformats.org/officeDocument/2006/relationships/image" Target="../media/image95.wmf"/><Relationship Id="rId21" Type="http://schemas.openxmlformats.org/officeDocument/2006/relationships/oleObject" Target="../embeddings/oleObject87.bin"/><Relationship Id="rId20" Type="http://schemas.openxmlformats.org/officeDocument/2006/relationships/image" Target="../media/image94.wmf"/><Relationship Id="rId2" Type="http://schemas.openxmlformats.org/officeDocument/2006/relationships/image" Target="../media/image85.wmf"/><Relationship Id="rId19" Type="http://schemas.openxmlformats.org/officeDocument/2006/relationships/oleObject" Target="../embeddings/oleObject86.bin"/><Relationship Id="rId18" Type="http://schemas.openxmlformats.org/officeDocument/2006/relationships/image" Target="../media/image93.wmf"/><Relationship Id="rId17" Type="http://schemas.openxmlformats.org/officeDocument/2006/relationships/oleObject" Target="../embeddings/oleObject85.bin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84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83.bin"/><Relationship Id="rId12" Type="http://schemas.openxmlformats.org/officeDocument/2006/relationships/image" Target="../media/image90.wmf"/><Relationship Id="rId11" Type="http://schemas.openxmlformats.org/officeDocument/2006/relationships/oleObject" Target="../embeddings/oleObject82.bin"/><Relationship Id="rId10" Type="http://schemas.openxmlformats.org/officeDocument/2006/relationships/image" Target="../media/image89.wmf"/><Relationship Id="rId1" Type="http://schemas.openxmlformats.org/officeDocument/2006/relationships/oleObject" Target="../embeddings/oleObject77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104.wmf"/><Relationship Id="rId39" Type="http://schemas.openxmlformats.org/officeDocument/2006/relationships/notesSlide" Target="../notesSlides/notesSlide1.xml"/><Relationship Id="rId38" Type="http://schemas.openxmlformats.org/officeDocument/2006/relationships/vmlDrawing" Target="../drawings/vmlDrawing12.vml"/><Relationship Id="rId37" Type="http://schemas.openxmlformats.org/officeDocument/2006/relationships/slideLayout" Target="../slideLayouts/slideLayout18.xml"/><Relationship Id="rId36" Type="http://schemas.openxmlformats.org/officeDocument/2006/relationships/image" Target="../media/image120.wmf"/><Relationship Id="rId35" Type="http://schemas.openxmlformats.org/officeDocument/2006/relationships/oleObject" Target="../embeddings/oleObject114.bin"/><Relationship Id="rId34" Type="http://schemas.openxmlformats.org/officeDocument/2006/relationships/image" Target="../media/image119.wmf"/><Relationship Id="rId33" Type="http://schemas.openxmlformats.org/officeDocument/2006/relationships/oleObject" Target="../embeddings/oleObject113.bin"/><Relationship Id="rId32" Type="http://schemas.openxmlformats.org/officeDocument/2006/relationships/image" Target="../media/image118.wmf"/><Relationship Id="rId31" Type="http://schemas.openxmlformats.org/officeDocument/2006/relationships/oleObject" Target="../embeddings/oleObject112.bin"/><Relationship Id="rId30" Type="http://schemas.openxmlformats.org/officeDocument/2006/relationships/image" Target="../media/image117.wmf"/><Relationship Id="rId3" Type="http://schemas.openxmlformats.org/officeDocument/2006/relationships/oleObject" Target="../embeddings/oleObject98.bin"/><Relationship Id="rId29" Type="http://schemas.openxmlformats.org/officeDocument/2006/relationships/oleObject" Target="../embeddings/oleObject111.bin"/><Relationship Id="rId28" Type="http://schemas.openxmlformats.org/officeDocument/2006/relationships/image" Target="../media/image116.wmf"/><Relationship Id="rId27" Type="http://schemas.openxmlformats.org/officeDocument/2006/relationships/oleObject" Target="../embeddings/oleObject110.bin"/><Relationship Id="rId26" Type="http://schemas.openxmlformats.org/officeDocument/2006/relationships/image" Target="../media/image115.wmf"/><Relationship Id="rId25" Type="http://schemas.openxmlformats.org/officeDocument/2006/relationships/oleObject" Target="../embeddings/oleObject109.bin"/><Relationship Id="rId24" Type="http://schemas.openxmlformats.org/officeDocument/2006/relationships/image" Target="../media/image114.wmf"/><Relationship Id="rId23" Type="http://schemas.openxmlformats.org/officeDocument/2006/relationships/oleObject" Target="../embeddings/oleObject108.bin"/><Relationship Id="rId22" Type="http://schemas.openxmlformats.org/officeDocument/2006/relationships/image" Target="../media/image113.wmf"/><Relationship Id="rId21" Type="http://schemas.openxmlformats.org/officeDocument/2006/relationships/oleObject" Target="../embeddings/oleObject107.bin"/><Relationship Id="rId20" Type="http://schemas.openxmlformats.org/officeDocument/2006/relationships/image" Target="../media/image112.wmf"/><Relationship Id="rId2" Type="http://schemas.openxmlformats.org/officeDocument/2006/relationships/image" Target="../media/image103.wmf"/><Relationship Id="rId19" Type="http://schemas.openxmlformats.org/officeDocument/2006/relationships/oleObject" Target="../embeddings/oleObject106.bin"/><Relationship Id="rId18" Type="http://schemas.openxmlformats.org/officeDocument/2006/relationships/image" Target="../media/image111.wmf"/><Relationship Id="rId17" Type="http://schemas.openxmlformats.org/officeDocument/2006/relationships/oleObject" Target="../embeddings/oleObject105.bin"/><Relationship Id="rId16" Type="http://schemas.openxmlformats.org/officeDocument/2006/relationships/image" Target="../media/image110.emf"/><Relationship Id="rId15" Type="http://schemas.openxmlformats.org/officeDocument/2006/relationships/oleObject" Target="../embeddings/oleObject104.bin"/><Relationship Id="rId14" Type="http://schemas.openxmlformats.org/officeDocument/2006/relationships/image" Target="../media/image109.e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108.w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107.wmf"/><Relationship Id="rId1" Type="http://schemas.openxmlformats.org/officeDocument/2006/relationships/oleObject" Target="../embeddings/oleObject97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124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23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22.wmf"/><Relationship Id="rId3" Type="http://schemas.openxmlformats.org/officeDocument/2006/relationships/oleObject" Target="../embeddings/oleObject116.bin"/><Relationship Id="rId27" Type="http://schemas.openxmlformats.org/officeDocument/2006/relationships/vmlDrawing" Target="../drawings/vmlDrawing13.vml"/><Relationship Id="rId26" Type="http://schemas.openxmlformats.org/officeDocument/2006/relationships/slideLayout" Target="../slideLayouts/slideLayout18.xml"/><Relationship Id="rId25" Type="http://schemas.openxmlformats.org/officeDocument/2006/relationships/slide" Target="slide14.xml"/><Relationship Id="rId24" Type="http://schemas.openxmlformats.org/officeDocument/2006/relationships/image" Target="../media/image132.wmf"/><Relationship Id="rId23" Type="http://schemas.openxmlformats.org/officeDocument/2006/relationships/oleObject" Target="../embeddings/oleObject126.bin"/><Relationship Id="rId22" Type="http://schemas.openxmlformats.org/officeDocument/2006/relationships/image" Target="../media/image131.wmf"/><Relationship Id="rId21" Type="http://schemas.openxmlformats.org/officeDocument/2006/relationships/oleObject" Target="../embeddings/oleObject125.bin"/><Relationship Id="rId20" Type="http://schemas.openxmlformats.org/officeDocument/2006/relationships/image" Target="../media/image130.wmf"/><Relationship Id="rId2" Type="http://schemas.openxmlformats.org/officeDocument/2006/relationships/image" Target="../media/image121.wmf"/><Relationship Id="rId19" Type="http://schemas.openxmlformats.org/officeDocument/2006/relationships/oleObject" Target="../embeddings/oleObject124.bin"/><Relationship Id="rId18" Type="http://schemas.openxmlformats.org/officeDocument/2006/relationships/image" Target="../media/image129.wmf"/><Relationship Id="rId17" Type="http://schemas.openxmlformats.org/officeDocument/2006/relationships/oleObject" Target="../embeddings/oleObject123.bin"/><Relationship Id="rId16" Type="http://schemas.openxmlformats.org/officeDocument/2006/relationships/image" Target="../media/image128.wmf"/><Relationship Id="rId15" Type="http://schemas.openxmlformats.org/officeDocument/2006/relationships/oleObject" Target="../embeddings/oleObject122.bin"/><Relationship Id="rId14" Type="http://schemas.openxmlformats.org/officeDocument/2006/relationships/image" Target="../media/image127.wmf"/><Relationship Id="rId13" Type="http://schemas.openxmlformats.org/officeDocument/2006/relationships/oleObject" Target="../embeddings/oleObject121.bin"/><Relationship Id="rId12" Type="http://schemas.openxmlformats.org/officeDocument/2006/relationships/image" Target="../media/image126.wmf"/><Relationship Id="rId11" Type="http://schemas.openxmlformats.org/officeDocument/2006/relationships/oleObject" Target="../embeddings/oleObject120.bin"/><Relationship Id="rId10" Type="http://schemas.openxmlformats.org/officeDocument/2006/relationships/image" Target="../media/image125.wmf"/><Relationship Id="rId1" Type="http://schemas.openxmlformats.org/officeDocument/2006/relationships/oleObject" Target="../embeddings/oleObject115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1.bin"/><Relationship Id="rId8" Type="http://schemas.openxmlformats.org/officeDocument/2006/relationships/image" Target="../media/image136.wmf"/><Relationship Id="rId7" Type="http://schemas.openxmlformats.org/officeDocument/2006/relationships/oleObject" Target="../embeddings/oleObject130.bin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28.bin"/><Relationship Id="rId2" Type="http://schemas.openxmlformats.org/officeDocument/2006/relationships/image" Target="../media/image133.wmf"/><Relationship Id="rId18" Type="http://schemas.openxmlformats.org/officeDocument/2006/relationships/vmlDrawing" Target="../drawings/vmlDrawing14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40.wmf"/><Relationship Id="rId15" Type="http://schemas.openxmlformats.org/officeDocument/2006/relationships/oleObject" Target="../embeddings/oleObject134.bin"/><Relationship Id="rId14" Type="http://schemas.openxmlformats.org/officeDocument/2006/relationships/image" Target="../media/image139.wmf"/><Relationship Id="rId13" Type="http://schemas.openxmlformats.org/officeDocument/2006/relationships/oleObject" Target="../embeddings/oleObject133.bin"/><Relationship Id="rId12" Type="http://schemas.openxmlformats.org/officeDocument/2006/relationships/image" Target="../media/image138.wmf"/><Relationship Id="rId11" Type="http://schemas.openxmlformats.org/officeDocument/2006/relationships/oleObject" Target="../embeddings/oleObject132.bin"/><Relationship Id="rId10" Type="http://schemas.openxmlformats.org/officeDocument/2006/relationships/image" Target="../media/image137.wmf"/><Relationship Id="rId1" Type="http://schemas.openxmlformats.org/officeDocument/2006/relationships/oleObject" Target="../embeddings/oleObject12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9.bin"/><Relationship Id="rId8" Type="http://schemas.openxmlformats.org/officeDocument/2006/relationships/image" Target="../media/image144.wmf"/><Relationship Id="rId7" Type="http://schemas.openxmlformats.org/officeDocument/2006/relationships/oleObject" Target="../embeddings/oleObject138.bin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2.wmf"/><Relationship Id="rId3" Type="http://schemas.openxmlformats.org/officeDocument/2006/relationships/oleObject" Target="../embeddings/oleObject136.bin"/><Relationship Id="rId28" Type="http://schemas.openxmlformats.org/officeDocument/2006/relationships/vmlDrawing" Target="../drawings/vmlDrawing15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53.wmf"/><Relationship Id="rId25" Type="http://schemas.openxmlformats.org/officeDocument/2006/relationships/oleObject" Target="../embeddings/oleObject147.bin"/><Relationship Id="rId24" Type="http://schemas.openxmlformats.org/officeDocument/2006/relationships/image" Target="../media/image152.wmf"/><Relationship Id="rId23" Type="http://schemas.openxmlformats.org/officeDocument/2006/relationships/oleObject" Target="../embeddings/oleObject146.bin"/><Relationship Id="rId22" Type="http://schemas.openxmlformats.org/officeDocument/2006/relationships/image" Target="../media/image151.wmf"/><Relationship Id="rId21" Type="http://schemas.openxmlformats.org/officeDocument/2006/relationships/oleObject" Target="../embeddings/oleObject145.bin"/><Relationship Id="rId20" Type="http://schemas.openxmlformats.org/officeDocument/2006/relationships/image" Target="../media/image150.wmf"/><Relationship Id="rId2" Type="http://schemas.openxmlformats.org/officeDocument/2006/relationships/image" Target="../media/image141.wmf"/><Relationship Id="rId19" Type="http://schemas.openxmlformats.org/officeDocument/2006/relationships/oleObject" Target="../embeddings/oleObject144.bin"/><Relationship Id="rId18" Type="http://schemas.openxmlformats.org/officeDocument/2006/relationships/image" Target="../media/image149.wmf"/><Relationship Id="rId17" Type="http://schemas.openxmlformats.org/officeDocument/2006/relationships/oleObject" Target="../embeddings/oleObject143.bin"/><Relationship Id="rId16" Type="http://schemas.openxmlformats.org/officeDocument/2006/relationships/image" Target="../media/image148.wmf"/><Relationship Id="rId15" Type="http://schemas.openxmlformats.org/officeDocument/2006/relationships/oleObject" Target="../embeddings/oleObject142.bin"/><Relationship Id="rId14" Type="http://schemas.openxmlformats.org/officeDocument/2006/relationships/image" Target="../media/image147.wmf"/><Relationship Id="rId13" Type="http://schemas.openxmlformats.org/officeDocument/2006/relationships/oleObject" Target="../embeddings/oleObject141.bin"/><Relationship Id="rId12" Type="http://schemas.openxmlformats.org/officeDocument/2006/relationships/image" Target="../media/image146.wmf"/><Relationship Id="rId11" Type="http://schemas.openxmlformats.org/officeDocument/2006/relationships/oleObject" Target="../embeddings/oleObject140.bin"/><Relationship Id="rId10" Type="http://schemas.openxmlformats.org/officeDocument/2006/relationships/image" Target="../media/image145.wmf"/><Relationship Id="rId1" Type="http://schemas.openxmlformats.org/officeDocument/2006/relationships/oleObject" Target="../embeddings/oleObject13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57.wmf"/><Relationship Id="rId7" Type="http://schemas.openxmlformats.org/officeDocument/2006/relationships/oleObject" Target="../embeddings/oleObject151.bin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0.bin"/><Relationship Id="rId4" Type="http://schemas.openxmlformats.org/officeDocument/2006/relationships/image" Target="../media/image155.wmf"/><Relationship Id="rId3" Type="http://schemas.openxmlformats.org/officeDocument/2006/relationships/oleObject" Target="../embeddings/oleObject149.bin"/><Relationship Id="rId2" Type="http://schemas.openxmlformats.org/officeDocument/2006/relationships/image" Target="../media/image154.wmf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14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59.wmf"/><Relationship Id="rId3" Type="http://schemas.openxmlformats.org/officeDocument/2006/relationships/oleObject" Target="../embeddings/oleObject153.bin"/><Relationship Id="rId2" Type="http://schemas.openxmlformats.org/officeDocument/2006/relationships/image" Target="../media/image158.wmf"/><Relationship Id="rId16" Type="http://schemas.openxmlformats.org/officeDocument/2006/relationships/vmlDrawing" Target="../drawings/vmlDrawing17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64.wmf"/><Relationship Id="rId13" Type="http://schemas.openxmlformats.org/officeDocument/2006/relationships/oleObject" Target="../embeddings/oleObject158.bin"/><Relationship Id="rId12" Type="http://schemas.openxmlformats.org/officeDocument/2006/relationships/image" Target="../media/image163.wmf"/><Relationship Id="rId11" Type="http://schemas.openxmlformats.org/officeDocument/2006/relationships/oleObject" Target="../embeddings/oleObject157.bin"/><Relationship Id="rId10" Type="http://schemas.openxmlformats.org/officeDocument/2006/relationships/image" Target="../media/image162.wmf"/><Relationship Id="rId1" Type="http://schemas.openxmlformats.org/officeDocument/2006/relationships/oleObject" Target="../embeddings/oleObject15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68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67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66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65.wmf"/><Relationship Id="rId18" Type="http://schemas.openxmlformats.org/officeDocument/2006/relationships/vmlDrawing" Target="../drawings/vmlDrawing18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72.wmf"/><Relationship Id="rId15" Type="http://schemas.openxmlformats.org/officeDocument/2006/relationships/oleObject" Target="../embeddings/oleObject166.bin"/><Relationship Id="rId14" Type="http://schemas.openxmlformats.org/officeDocument/2006/relationships/image" Target="../media/image171.wmf"/><Relationship Id="rId13" Type="http://schemas.openxmlformats.org/officeDocument/2006/relationships/oleObject" Target="../embeddings/oleObject165.bin"/><Relationship Id="rId12" Type="http://schemas.openxmlformats.org/officeDocument/2006/relationships/image" Target="../media/image170.wmf"/><Relationship Id="rId11" Type="http://schemas.openxmlformats.org/officeDocument/2006/relationships/oleObject" Target="../embeddings/oleObject164.bin"/><Relationship Id="rId10" Type="http://schemas.openxmlformats.org/officeDocument/2006/relationships/image" Target="../media/image169.wmf"/><Relationship Id="rId1" Type="http://schemas.openxmlformats.org/officeDocument/2006/relationships/oleObject" Target="../embeddings/oleObject159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1.bin"/><Relationship Id="rId8" Type="http://schemas.openxmlformats.org/officeDocument/2006/relationships/image" Target="../media/image176.wmf"/><Relationship Id="rId7" Type="http://schemas.openxmlformats.org/officeDocument/2006/relationships/oleObject" Target="../embeddings/oleObject170.bin"/><Relationship Id="rId6" Type="http://schemas.openxmlformats.org/officeDocument/2006/relationships/image" Target="../media/image175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174.wmf"/><Relationship Id="rId3" Type="http://schemas.openxmlformats.org/officeDocument/2006/relationships/oleObject" Target="../embeddings/oleObject168.bin"/><Relationship Id="rId2" Type="http://schemas.openxmlformats.org/officeDocument/2006/relationships/image" Target="../media/image173.wmf"/><Relationship Id="rId18" Type="http://schemas.openxmlformats.org/officeDocument/2006/relationships/vmlDrawing" Target="../drawings/vmlDrawing19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80.wmf"/><Relationship Id="rId15" Type="http://schemas.openxmlformats.org/officeDocument/2006/relationships/oleObject" Target="../embeddings/oleObject174.bin"/><Relationship Id="rId14" Type="http://schemas.openxmlformats.org/officeDocument/2006/relationships/image" Target="../media/image179.wmf"/><Relationship Id="rId13" Type="http://schemas.openxmlformats.org/officeDocument/2006/relationships/oleObject" Target="../embeddings/oleObject173.bin"/><Relationship Id="rId12" Type="http://schemas.openxmlformats.org/officeDocument/2006/relationships/image" Target="../media/image178.wmf"/><Relationship Id="rId11" Type="http://schemas.openxmlformats.org/officeDocument/2006/relationships/oleObject" Target="../embeddings/oleObject172.bin"/><Relationship Id="rId10" Type="http://schemas.openxmlformats.org/officeDocument/2006/relationships/image" Target="../media/image177.wmf"/><Relationship Id="rId1" Type="http://schemas.openxmlformats.org/officeDocument/2006/relationships/oleObject" Target="../embeddings/oleObject16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9.bin"/><Relationship Id="rId8" Type="http://schemas.openxmlformats.org/officeDocument/2006/relationships/image" Target="../media/image184.wmf"/><Relationship Id="rId7" Type="http://schemas.openxmlformats.org/officeDocument/2006/relationships/oleObject" Target="../embeddings/oleObject178.bin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82.wmf"/><Relationship Id="rId3" Type="http://schemas.openxmlformats.org/officeDocument/2006/relationships/oleObject" Target="../embeddings/oleObject176.bin"/><Relationship Id="rId2" Type="http://schemas.openxmlformats.org/officeDocument/2006/relationships/image" Target="../media/image181.wmf"/><Relationship Id="rId18" Type="http://schemas.openxmlformats.org/officeDocument/2006/relationships/vmlDrawing" Target="../drawings/vmlDrawing20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88.wmf"/><Relationship Id="rId15" Type="http://schemas.openxmlformats.org/officeDocument/2006/relationships/oleObject" Target="../embeddings/oleObject182.bin"/><Relationship Id="rId14" Type="http://schemas.openxmlformats.org/officeDocument/2006/relationships/image" Target="../media/image187.wmf"/><Relationship Id="rId13" Type="http://schemas.openxmlformats.org/officeDocument/2006/relationships/oleObject" Target="../embeddings/oleObject181.bin"/><Relationship Id="rId12" Type="http://schemas.openxmlformats.org/officeDocument/2006/relationships/image" Target="../media/image186.wmf"/><Relationship Id="rId11" Type="http://schemas.openxmlformats.org/officeDocument/2006/relationships/oleObject" Target="../embeddings/oleObject180.bin"/><Relationship Id="rId10" Type="http://schemas.openxmlformats.org/officeDocument/2006/relationships/image" Target="../media/image185.wmf"/><Relationship Id="rId1" Type="http://schemas.openxmlformats.org/officeDocument/2006/relationships/oleObject" Target="../embeddings/oleObject17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7.bin"/><Relationship Id="rId8" Type="http://schemas.openxmlformats.org/officeDocument/2006/relationships/image" Target="../media/image192.wmf"/><Relationship Id="rId7" Type="http://schemas.openxmlformats.org/officeDocument/2006/relationships/oleObject" Target="../embeddings/oleObject186.bin"/><Relationship Id="rId6" Type="http://schemas.openxmlformats.org/officeDocument/2006/relationships/image" Target="../media/image191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90.wmf"/><Relationship Id="rId3" Type="http://schemas.openxmlformats.org/officeDocument/2006/relationships/oleObject" Target="../embeddings/oleObject184.bin"/><Relationship Id="rId2" Type="http://schemas.openxmlformats.org/officeDocument/2006/relationships/image" Target="../media/image189.wmf"/><Relationship Id="rId12" Type="http://schemas.openxmlformats.org/officeDocument/2006/relationships/vmlDrawing" Target="../drawings/vmlDrawing2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93.wmf"/><Relationship Id="rId1" Type="http://schemas.openxmlformats.org/officeDocument/2006/relationships/oleObject" Target="../embeddings/oleObject183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2.bin"/><Relationship Id="rId8" Type="http://schemas.openxmlformats.org/officeDocument/2006/relationships/image" Target="../media/image197.wmf"/><Relationship Id="rId7" Type="http://schemas.openxmlformats.org/officeDocument/2006/relationships/oleObject" Target="../embeddings/oleObject191.bin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190.bin"/><Relationship Id="rId4" Type="http://schemas.openxmlformats.org/officeDocument/2006/relationships/image" Target="../media/image195.wmf"/><Relationship Id="rId3" Type="http://schemas.openxmlformats.org/officeDocument/2006/relationships/oleObject" Target="../embeddings/oleObject189.bin"/><Relationship Id="rId26" Type="http://schemas.openxmlformats.org/officeDocument/2006/relationships/vmlDrawing" Target="../drawings/vmlDrawing22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05.wmf"/><Relationship Id="rId23" Type="http://schemas.openxmlformats.org/officeDocument/2006/relationships/oleObject" Target="../embeddings/oleObject199.bin"/><Relationship Id="rId22" Type="http://schemas.openxmlformats.org/officeDocument/2006/relationships/image" Target="../media/image204.wmf"/><Relationship Id="rId21" Type="http://schemas.openxmlformats.org/officeDocument/2006/relationships/oleObject" Target="../embeddings/oleObject198.bin"/><Relationship Id="rId20" Type="http://schemas.openxmlformats.org/officeDocument/2006/relationships/image" Target="../media/image203.wmf"/><Relationship Id="rId2" Type="http://schemas.openxmlformats.org/officeDocument/2006/relationships/image" Target="../media/image194.wmf"/><Relationship Id="rId19" Type="http://schemas.openxmlformats.org/officeDocument/2006/relationships/oleObject" Target="../embeddings/oleObject197.bin"/><Relationship Id="rId18" Type="http://schemas.openxmlformats.org/officeDocument/2006/relationships/image" Target="../media/image202.wmf"/><Relationship Id="rId17" Type="http://schemas.openxmlformats.org/officeDocument/2006/relationships/oleObject" Target="../embeddings/oleObject196.bin"/><Relationship Id="rId16" Type="http://schemas.openxmlformats.org/officeDocument/2006/relationships/image" Target="../media/image201.wmf"/><Relationship Id="rId15" Type="http://schemas.openxmlformats.org/officeDocument/2006/relationships/oleObject" Target="../embeddings/oleObject195.bin"/><Relationship Id="rId14" Type="http://schemas.openxmlformats.org/officeDocument/2006/relationships/image" Target="../media/image200.wmf"/><Relationship Id="rId13" Type="http://schemas.openxmlformats.org/officeDocument/2006/relationships/oleObject" Target="../embeddings/oleObject194.bin"/><Relationship Id="rId12" Type="http://schemas.openxmlformats.org/officeDocument/2006/relationships/image" Target="../media/image199.wmf"/><Relationship Id="rId11" Type="http://schemas.openxmlformats.org/officeDocument/2006/relationships/oleObject" Target="../embeddings/oleObject193.bin"/><Relationship Id="rId10" Type="http://schemas.openxmlformats.org/officeDocument/2006/relationships/image" Target="../media/image198.wmf"/><Relationship Id="rId1" Type="http://schemas.openxmlformats.org/officeDocument/2006/relationships/oleObject" Target="../embeddings/oleObject188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0.wmf"/><Relationship Id="rId8" Type="http://schemas.openxmlformats.org/officeDocument/2006/relationships/oleObject" Target="../embeddings/oleObject203.bin"/><Relationship Id="rId7" Type="http://schemas.openxmlformats.org/officeDocument/2006/relationships/image" Target="../media/image209.wmf"/><Relationship Id="rId6" Type="http://schemas.openxmlformats.org/officeDocument/2006/relationships/oleObject" Target="../embeddings/oleObject202.bin"/><Relationship Id="rId5" Type="http://schemas.openxmlformats.org/officeDocument/2006/relationships/image" Target="../media/image208.wmf"/><Relationship Id="rId4" Type="http://schemas.openxmlformats.org/officeDocument/2006/relationships/oleObject" Target="../embeddings/oleObject201.bin"/><Relationship Id="rId3" Type="http://schemas.openxmlformats.org/officeDocument/2006/relationships/image" Target="../media/image207.png"/><Relationship Id="rId2" Type="http://schemas.openxmlformats.org/officeDocument/2006/relationships/image" Target="../media/image206.wmf"/><Relationship Id="rId13" Type="http://schemas.openxmlformats.org/officeDocument/2006/relationships/vmlDrawing" Target="../drawings/vmlDrawing23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211.wmf"/><Relationship Id="rId10" Type="http://schemas.openxmlformats.org/officeDocument/2006/relationships/oleObject" Target="../embeddings/oleObject204.bin"/><Relationship Id="rId1" Type="http://schemas.openxmlformats.org/officeDocument/2006/relationships/oleObject" Target="../embeddings/oleObject200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9.bin"/><Relationship Id="rId8" Type="http://schemas.openxmlformats.org/officeDocument/2006/relationships/image" Target="../media/image215.w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13.wmf"/><Relationship Id="rId3" Type="http://schemas.openxmlformats.org/officeDocument/2006/relationships/oleObject" Target="../embeddings/oleObject206.bin"/><Relationship Id="rId2" Type="http://schemas.openxmlformats.org/officeDocument/2006/relationships/image" Target="../media/image212.wmf"/><Relationship Id="rId15" Type="http://schemas.openxmlformats.org/officeDocument/2006/relationships/vmlDrawing" Target="../drawings/vmlDrawing24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218.wmf"/><Relationship Id="rId12" Type="http://schemas.openxmlformats.org/officeDocument/2006/relationships/oleObject" Target="../embeddings/oleObject210.bin"/><Relationship Id="rId11" Type="http://schemas.openxmlformats.org/officeDocument/2006/relationships/image" Target="../media/image217.png"/><Relationship Id="rId10" Type="http://schemas.openxmlformats.org/officeDocument/2006/relationships/image" Target="../media/image216.wmf"/><Relationship Id="rId1" Type="http://schemas.openxmlformats.org/officeDocument/2006/relationships/oleObject" Target="../embeddings/oleObject20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3.png"/><Relationship Id="rId8" Type="http://schemas.openxmlformats.org/officeDocument/2006/relationships/image" Target="../media/image222.wmf"/><Relationship Id="rId7" Type="http://schemas.openxmlformats.org/officeDocument/2006/relationships/oleObject" Target="../embeddings/oleObject214.bin"/><Relationship Id="rId6" Type="http://schemas.openxmlformats.org/officeDocument/2006/relationships/image" Target="../media/image221.wmf"/><Relationship Id="rId5" Type="http://schemas.openxmlformats.org/officeDocument/2006/relationships/oleObject" Target="../embeddings/oleObject213.bin"/><Relationship Id="rId4" Type="http://schemas.openxmlformats.org/officeDocument/2006/relationships/image" Target="../media/image220.wmf"/><Relationship Id="rId3" Type="http://schemas.openxmlformats.org/officeDocument/2006/relationships/oleObject" Target="../embeddings/oleObject212.bin"/><Relationship Id="rId2" Type="http://schemas.openxmlformats.org/officeDocument/2006/relationships/image" Target="../media/image219.wmf"/><Relationship Id="rId13" Type="http://schemas.openxmlformats.org/officeDocument/2006/relationships/vmlDrawing" Target="../drawings/vmlDrawing25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224.wmf"/><Relationship Id="rId10" Type="http://schemas.openxmlformats.org/officeDocument/2006/relationships/oleObject" Target="../embeddings/oleObject215.bin"/><Relationship Id="rId1" Type="http://schemas.openxmlformats.org/officeDocument/2006/relationships/oleObject" Target="../embeddings/oleObject211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0.bin"/><Relationship Id="rId8" Type="http://schemas.openxmlformats.org/officeDocument/2006/relationships/image" Target="../media/image228.wmf"/><Relationship Id="rId7" Type="http://schemas.openxmlformats.org/officeDocument/2006/relationships/oleObject" Target="../embeddings/oleObject219.bin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226.wmf"/><Relationship Id="rId3" Type="http://schemas.openxmlformats.org/officeDocument/2006/relationships/oleObject" Target="../embeddings/oleObject217.bin"/><Relationship Id="rId2" Type="http://schemas.openxmlformats.org/officeDocument/2006/relationships/image" Target="../media/image225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29.wmf"/><Relationship Id="rId1" Type="http://schemas.openxmlformats.org/officeDocument/2006/relationships/oleObject" Target="../embeddings/oleObject216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5.bin"/><Relationship Id="rId8" Type="http://schemas.openxmlformats.org/officeDocument/2006/relationships/image" Target="../media/image233.wmf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31.wmf"/><Relationship Id="rId3" Type="http://schemas.openxmlformats.org/officeDocument/2006/relationships/oleObject" Target="../embeddings/oleObject222.bin"/><Relationship Id="rId22" Type="http://schemas.openxmlformats.org/officeDocument/2006/relationships/vmlDrawing" Target="../drawings/vmlDrawing27.vml"/><Relationship Id="rId21" Type="http://schemas.openxmlformats.org/officeDocument/2006/relationships/slideLayout" Target="../slideLayouts/slideLayout18.xml"/><Relationship Id="rId20" Type="http://schemas.openxmlformats.org/officeDocument/2006/relationships/image" Target="../media/image96.wmf"/><Relationship Id="rId2" Type="http://schemas.openxmlformats.org/officeDocument/2006/relationships/image" Target="../media/image230.wmf"/><Relationship Id="rId19" Type="http://schemas.openxmlformats.org/officeDocument/2006/relationships/oleObject" Target="../embeddings/oleObject230.bin"/><Relationship Id="rId18" Type="http://schemas.openxmlformats.org/officeDocument/2006/relationships/image" Target="../media/image102.wmf"/><Relationship Id="rId17" Type="http://schemas.openxmlformats.org/officeDocument/2006/relationships/oleObject" Target="../embeddings/oleObject229.bin"/><Relationship Id="rId16" Type="http://schemas.openxmlformats.org/officeDocument/2006/relationships/image" Target="../media/image237.wmf"/><Relationship Id="rId15" Type="http://schemas.openxmlformats.org/officeDocument/2006/relationships/oleObject" Target="../embeddings/oleObject228.bin"/><Relationship Id="rId14" Type="http://schemas.openxmlformats.org/officeDocument/2006/relationships/image" Target="../media/image236.wmf"/><Relationship Id="rId13" Type="http://schemas.openxmlformats.org/officeDocument/2006/relationships/oleObject" Target="../embeddings/oleObject227.bin"/><Relationship Id="rId12" Type="http://schemas.openxmlformats.org/officeDocument/2006/relationships/image" Target="../media/image235.wmf"/><Relationship Id="rId11" Type="http://schemas.openxmlformats.org/officeDocument/2006/relationships/oleObject" Target="../embeddings/oleObject226.bin"/><Relationship Id="rId10" Type="http://schemas.openxmlformats.org/officeDocument/2006/relationships/image" Target="../media/image234.wmf"/><Relationship Id="rId1" Type="http://schemas.openxmlformats.org/officeDocument/2006/relationships/oleObject" Target="../embeddings/oleObject22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30.xml"/><Relationship Id="rId1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41.wmf"/><Relationship Id="rId7" Type="http://schemas.openxmlformats.org/officeDocument/2006/relationships/oleObject" Target="../embeddings/oleObject234.bin"/><Relationship Id="rId6" Type="http://schemas.openxmlformats.org/officeDocument/2006/relationships/image" Target="../media/image240.wmf"/><Relationship Id="rId5" Type="http://schemas.openxmlformats.org/officeDocument/2006/relationships/oleObject" Target="../embeddings/oleObject233.bin"/><Relationship Id="rId4" Type="http://schemas.openxmlformats.org/officeDocument/2006/relationships/image" Target="../media/image239.wmf"/><Relationship Id="rId3" Type="http://schemas.openxmlformats.org/officeDocument/2006/relationships/oleObject" Target="../embeddings/oleObject232.bin"/><Relationship Id="rId2" Type="http://schemas.openxmlformats.org/officeDocument/2006/relationships/image" Target="../media/image238.wmf"/><Relationship Id="rId10" Type="http://schemas.openxmlformats.org/officeDocument/2006/relationships/vmlDrawing" Target="../drawings/vmlDrawing28.vml"/><Relationship Id="rId1" Type="http://schemas.openxmlformats.org/officeDocument/2006/relationships/oleObject" Target="../embeddings/oleObject231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9.bin"/><Relationship Id="rId8" Type="http://schemas.openxmlformats.org/officeDocument/2006/relationships/image" Target="../media/image245.wmf"/><Relationship Id="rId7" Type="http://schemas.openxmlformats.org/officeDocument/2006/relationships/oleObject" Target="../embeddings/oleObject238.bin"/><Relationship Id="rId6" Type="http://schemas.openxmlformats.org/officeDocument/2006/relationships/image" Target="../media/image244.wmf"/><Relationship Id="rId5" Type="http://schemas.openxmlformats.org/officeDocument/2006/relationships/oleObject" Target="../embeddings/oleObject237.bin"/><Relationship Id="rId4" Type="http://schemas.openxmlformats.org/officeDocument/2006/relationships/image" Target="../media/image243.wmf"/><Relationship Id="rId3" Type="http://schemas.openxmlformats.org/officeDocument/2006/relationships/oleObject" Target="../embeddings/oleObject236.bin"/><Relationship Id="rId2" Type="http://schemas.openxmlformats.org/officeDocument/2006/relationships/image" Target="../media/image242.wmf"/><Relationship Id="rId12" Type="http://schemas.openxmlformats.org/officeDocument/2006/relationships/vmlDrawing" Target="../drawings/vmlDrawing29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46.wmf"/><Relationship Id="rId1" Type="http://schemas.openxmlformats.org/officeDocument/2006/relationships/oleObject" Target="../embeddings/oleObject23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250.wmf"/><Relationship Id="rId7" Type="http://schemas.openxmlformats.org/officeDocument/2006/relationships/oleObject" Target="../embeddings/oleObject243.bin"/><Relationship Id="rId6" Type="http://schemas.openxmlformats.org/officeDocument/2006/relationships/image" Target="../media/image249.wmf"/><Relationship Id="rId5" Type="http://schemas.openxmlformats.org/officeDocument/2006/relationships/oleObject" Target="../embeddings/oleObject242.bin"/><Relationship Id="rId4" Type="http://schemas.openxmlformats.org/officeDocument/2006/relationships/image" Target="../media/image248.wmf"/><Relationship Id="rId3" Type="http://schemas.openxmlformats.org/officeDocument/2006/relationships/oleObject" Target="../embeddings/oleObject241.bin"/><Relationship Id="rId2" Type="http://schemas.openxmlformats.org/officeDocument/2006/relationships/image" Target="../media/image247.wmf"/><Relationship Id="rId11" Type="http://schemas.openxmlformats.org/officeDocument/2006/relationships/vmlDrawing" Target="../drawings/vmlDrawing30.vml"/><Relationship Id="rId10" Type="http://schemas.openxmlformats.org/officeDocument/2006/relationships/slideLayout" Target="../slideLayouts/slideLayout18.xml"/><Relationship Id="rId1" Type="http://schemas.openxmlformats.org/officeDocument/2006/relationships/oleObject" Target="../embeddings/oleObject240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8.bin"/><Relationship Id="rId8" Type="http://schemas.openxmlformats.org/officeDocument/2006/relationships/image" Target="../media/image254.wmf"/><Relationship Id="rId7" Type="http://schemas.openxmlformats.org/officeDocument/2006/relationships/oleObject" Target="../embeddings/oleObject247.bin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246.bin"/><Relationship Id="rId4" Type="http://schemas.openxmlformats.org/officeDocument/2006/relationships/image" Target="../media/image252.wmf"/><Relationship Id="rId31" Type="http://schemas.openxmlformats.org/officeDocument/2006/relationships/vmlDrawing" Target="../drawings/vmlDrawing31.vml"/><Relationship Id="rId30" Type="http://schemas.openxmlformats.org/officeDocument/2006/relationships/slideLayout" Target="../slideLayouts/slideLayout18.xml"/><Relationship Id="rId3" Type="http://schemas.openxmlformats.org/officeDocument/2006/relationships/oleObject" Target="../embeddings/oleObject245.bin"/><Relationship Id="rId29" Type="http://schemas.openxmlformats.org/officeDocument/2006/relationships/image" Target="../media/image79.png"/><Relationship Id="rId28" Type="http://schemas.openxmlformats.org/officeDocument/2006/relationships/image" Target="../media/image264.wmf"/><Relationship Id="rId27" Type="http://schemas.openxmlformats.org/officeDocument/2006/relationships/oleObject" Target="../embeddings/oleObject257.bin"/><Relationship Id="rId26" Type="http://schemas.openxmlformats.org/officeDocument/2006/relationships/image" Target="../media/image263.wmf"/><Relationship Id="rId25" Type="http://schemas.openxmlformats.org/officeDocument/2006/relationships/oleObject" Target="../embeddings/oleObject256.bin"/><Relationship Id="rId24" Type="http://schemas.openxmlformats.org/officeDocument/2006/relationships/image" Target="../media/image262.wmf"/><Relationship Id="rId23" Type="http://schemas.openxmlformats.org/officeDocument/2006/relationships/oleObject" Target="../embeddings/oleObject255.bin"/><Relationship Id="rId22" Type="http://schemas.openxmlformats.org/officeDocument/2006/relationships/image" Target="../media/image261.wmf"/><Relationship Id="rId21" Type="http://schemas.openxmlformats.org/officeDocument/2006/relationships/oleObject" Target="../embeddings/oleObject254.bin"/><Relationship Id="rId20" Type="http://schemas.openxmlformats.org/officeDocument/2006/relationships/image" Target="../media/image260.wmf"/><Relationship Id="rId2" Type="http://schemas.openxmlformats.org/officeDocument/2006/relationships/image" Target="../media/image251.wmf"/><Relationship Id="rId19" Type="http://schemas.openxmlformats.org/officeDocument/2006/relationships/oleObject" Target="../embeddings/oleObject253.bin"/><Relationship Id="rId18" Type="http://schemas.openxmlformats.org/officeDocument/2006/relationships/image" Target="../media/image259.wmf"/><Relationship Id="rId17" Type="http://schemas.openxmlformats.org/officeDocument/2006/relationships/oleObject" Target="../embeddings/oleObject252.bin"/><Relationship Id="rId16" Type="http://schemas.openxmlformats.org/officeDocument/2006/relationships/image" Target="../media/image258.wmf"/><Relationship Id="rId15" Type="http://schemas.openxmlformats.org/officeDocument/2006/relationships/oleObject" Target="../embeddings/oleObject251.bin"/><Relationship Id="rId14" Type="http://schemas.openxmlformats.org/officeDocument/2006/relationships/image" Target="../media/image257.wmf"/><Relationship Id="rId13" Type="http://schemas.openxmlformats.org/officeDocument/2006/relationships/oleObject" Target="../embeddings/oleObject250.bin"/><Relationship Id="rId12" Type="http://schemas.openxmlformats.org/officeDocument/2006/relationships/image" Target="../media/image256.wmf"/><Relationship Id="rId11" Type="http://schemas.openxmlformats.org/officeDocument/2006/relationships/oleObject" Target="../embeddings/oleObject249.bin"/><Relationship Id="rId10" Type="http://schemas.openxmlformats.org/officeDocument/2006/relationships/image" Target="../media/image255.wmf"/><Relationship Id="rId1" Type="http://schemas.openxmlformats.org/officeDocument/2006/relationships/oleObject" Target="../embeddings/oleObject244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2.bin"/><Relationship Id="rId8" Type="http://schemas.openxmlformats.org/officeDocument/2006/relationships/image" Target="../media/image268.wmf"/><Relationship Id="rId7" Type="http://schemas.openxmlformats.org/officeDocument/2006/relationships/oleObject" Target="../embeddings/oleObject261.bin"/><Relationship Id="rId6" Type="http://schemas.openxmlformats.org/officeDocument/2006/relationships/image" Target="../media/image267.wmf"/><Relationship Id="rId5" Type="http://schemas.openxmlformats.org/officeDocument/2006/relationships/oleObject" Target="../embeddings/oleObject260.bin"/><Relationship Id="rId4" Type="http://schemas.openxmlformats.org/officeDocument/2006/relationships/image" Target="../media/image266.wmf"/><Relationship Id="rId33" Type="http://schemas.openxmlformats.org/officeDocument/2006/relationships/vmlDrawing" Target="../drawings/vmlDrawing32.vml"/><Relationship Id="rId32" Type="http://schemas.openxmlformats.org/officeDocument/2006/relationships/slideLayout" Target="../slideLayouts/slideLayout18.xml"/><Relationship Id="rId31" Type="http://schemas.openxmlformats.org/officeDocument/2006/relationships/image" Target="../media/image79.png"/><Relationship Id="rId30" Type="http://schemas.openxmlformats.org/officeDocument/2006/relationships/image" Target="../media/image279.wmf"/><Relationship Id="rId3" Type="http://schemas.openxmlformats.org/officeDocument/2006/relationships/oleObject" Target="../embeddings/oleObject259.bin"/><Relationship Id="rId29" Type="http://schemas.openxmlformats.org/officeDocument/2006/relationships/oleObject" Target="../embeddings/oleObject272.bin"/><Relationship Id="rId28" Type="http://schemas.openxmlformats.org/officeDocument/2006/relationships/image" Target="../media/image278.wmf"/><Relationship Id="rId27" Type="http://schemas.openxmlformats.org/officeDocument/2006/relationships/oleObject" Target="../embeddings/oleObject271.bin"/><Relationship Id="rId26" Type="http://schemas.openxmlformats.org/officeDocument/2006/relationships/image" Target="../media/image277.wmf"/><Relationship Id="rId25" Type="http://schemas.openxmlformats.org/officeDocument/2006/relationships/oleObject" Target="../embeddings/oleObject270.bin"/><Relationship Id="rId24" Type="http://schemas.openxmlformats.org/officeDocument/2006/relationships/image" Target="../media/image276.wmf"/><Relationship Id="rId23" Type="http://schemas.openxmlformats.org/officeDocument/2006/relationships/oleObject" Target="../embeddings/oleObject269.bin"/><Relationship Id="rId22" Type="http://schemas.openxmlformats.org/officeDocument/2006/relationships/image" Target="../media/image275.wmf"/><Relationship Id="rId21" Type="http://schemas.openxmlformats.org/officeDocument/2006/relationships/oleObject" Target="../embeddings/oleObject268.bin"/><Relationship Id="rId20" Type="http://schemas.openxmlformats.org/officeDocument/2006/relationships/image" Target="../media/image274.wmf"/><Relationship Id="rId2" Type="http://schemas.openxmlformats.org/officeDocument/2006/relationships/image" Target="../media/image265.wmf"/><Relationship Id="rId19" Type="http://schemas.openxmlformats.org/officeDocument/2006/relationships/oleObject" Target="../embeddings/oleObject267.bin"/><Relationship Id="rId18" Type="http://schemas.openxmlformats.org/officeDocument/2006/relationships/image" Target="../media/image273.wmf"/><Relationship Id="rId17" Type="http://schemas.openxmlformats.org/officeDocument/2006/relationships/oleObject" Target="../embeddings/oleObject266.bin"/><Relationship Id="rId16" Type="http://schemas.openxmlformats.org/officeDocument/2006/relationships/image" Target="../media/image272.wmf"/><Relationship Id="rId15" Type="http://schemas.openxmlformats.org/officeDocument/2006/relationships/oleObject" Target="../embeddings/oleObject265.bin"/><Relationship Id="rId14" Type="http://schemas.openxmlformats.org/officeDocument/2006/relationships/image" Target="../media/image271.wmf"/><Relationship Id="rId13" Type="http://schemas.openxmlformats.org/officeDocument/2006/relationships/oleObject" Target="../embeddings/oleObject264.bin"/><Relationship Id="rId12" Type="http://schemas.openxmlformats.org/officeDocument/2006/relationships/image" Target="../media/image270.wmf"/><Relationship Id="rId11" Type="http://schemas.openxmlformats.org/officeDocument/2006/relationships/oleObject" Target="../embeddings/oleObject263.bin"/><Relationship Id="rId10" Type="http://schemas.openxmlformats.org/officeDocument/2006/relationships/image" Target="../media/image269.wmf"/><Relationship Id="rId1" Type="http://schemas.openxmlformats.org/officeDocument/2006/relationships/oleObject" Target="../embeddings/oleObject258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7.bin"/><Relationship Id="rId8" Type="http://schemas.openxmlformats.org/officeDocument/2006/relationships/image" Target="../media/image283.wmf"/><Relationship Id="rId7" Type="http://schemas.openxmlformats.org/officeDocument/2006/relationships/oleObject" Target="../embeddings/oleObject276.bin"/><Relationship Id="rId6" Type="http://schemas.openxmlformats.org/officeDocument/2006/relationships/image" Target="../media/image282.wmf"/><Relationship Id="rId5" Type="http://schemas.openxmlformats.org/officeDocument/2006/relationships/oleObject" Target="../embeddings/oleObject275.bin"/><Relationship Id="rId4" Type="http://schemas.openxmlformats.org/officeDocument/2006/relationships/image" Target="../media/image281.wmf"/><Relationship Id="rId3" Type="http://schemas.openxmlformats.org/officeDocument/2006/relationships/oleObject" Target="../embeddings/oleObject274.bin"/><Relationship Id="rId2" Type="http://schemas.openxmlformats.org/officeDocument/2006/relationships/image" Target="../media/image280.wmf"/><Relationship Id="rId18" Type="http://schemas.openxmlformats.org/officeDocument/2006/relationships/vmlDrawing" Target="../drawings/vmlDrawing33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87.wmf"/><Relationship Id="rId15" Type="http://schemas.openxmlformats.org/officeDocument/2006/relationships/oleObject" Target="../embeddings/oleObject280.bin"/><Relationship Id="rId14" Type="http://schemas.openxmlformats.org/officeDocument/2006/relationships/image" Target="../media/image286.wmf"/><Relationship Id="rId13" Type="http://schemas.openxmlformats.org/officeDocument/2006/relationships/oleObject" Target="../embeddings/oleObject279.bin"/><Relationship Id="rId12" Type="http://schemas.openxmlformats.org/officeDocument/2006/relationships/image" Target="../media/image285.wmf"/><Relationship Id="rId11" Type="http://schemas.openxmlformats.org/officeDocument/2006/relationships/oleObject" Target="../embeddings/oleObject278.bin"/><Relationship Id="rId10" Type="http://schemas.openxmlformats.org/officeDocument/2006/relationships/image" Target="../media/image284.wmf"/><Relationship Id="rId1" Type="http://schemas.openxmlformats.org/officeDocument/2006/relationships/oleObject" Target="../embeddings/oleObject273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1.wmf"/><Relationship Id="rId8" Type="http://schemas.openxmlformats.org/officeDocument/2006/relationships/oleObject" Target="../embeddings/oleObject285.bin"/><Relationship Id="rId7" Type="http://schemas.openxmlformats.org/officeDocument/2006/relationships/image" Target="../media/image290.wmf"/><Relationship Id="rId6" Type="http://schemas.openxmlformats.org/officeDocument/2006/relationships/oleObject" Target="../embeddings/oleObject284.bin"/><Relationship Id="rId5" Type="http://schemas.openxmlformats.org/officeDocument/2006/relationships/image" Target="../media/image289.wmf"/><Relationship Id="rId4" Type="http://schemas.openxmlformats.org/officeDocument/2006/relationships/oleObject" Target="../embeddings/oleObject283.bin"/><Relationship Id="rId3" Type="http://schemas.openxmlformats.org/officeDocument/2006/relationships/oleObject" Target="../embeddings/oleObject282.bin"/><Relationship Id="rId2" Type="http://schemas.openxmlformats.org/officeDocument/2006/relationships/image" Target="../media/image288.wmf"/><Relationship Id="rId11" Type="http://schemas.openxmlformats.org/officeDocument/2006/relationships/vmlDrawing" Target="../drawings/vmlDrawing34.vml"/><Relationship Id="rId10" Type="http://schemas.openxmlformats.org/officeDocument/2006/relationships/slideLayout" Target="../slideLayouts/slideLayout18.xml"/><Relationship Id="rId1" Type="http://schemas.openxmlformats.org/officeDocument/2006/relationships/oleObject" Target="../embeddings/oleObject281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0.bin"/><Relationship Id="rId8" Type="http://schemas.openxmlformats.org/officeDocument/2006/relationships/image" Target="../media/image295.wmf"/><Relationship Id="rId7" Type="http://schemas.openxmlformats.org/officeDocument/2006/relationships/oleObject" Target="../embeddings/oleObject289.bin"/><Relationship Id="rId6" Type="http://schemas.openxmlformats.org/officeDocument/2006/relationships/image" Target="../media/image294.wmf"/><Relationship Id="rId5" Type="http://schemas.openxmlformats.org/officeDocument/2006/relationships/oleObject" Target="../embeddings/oleObject288.bin"/><Relationship Id="rId4" Type="http://schemas.openxmlformats.org/officeDocument/2006/relationships/image" Target="../media/image293.wmf"/><Relationship Id="rId3" Type="http://schemas.openxmlformats.org/officeDocument/2006/relationships/oleObject" Target="../embeddings/oleObject287.bin"/><Relationship Id="rId2" Type="http://schemas.openxmlformats.org/officeDocument/2006/relationships/image" Target="../media/image292.wmf"/><Relationship Id="rId15" Type="http://schemas.openxmlformats.org/officeDocument/2006/relationships/vmlDrawing" Target="../drawings/vmlDrawing35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79.png"/><Relationship Id="rId12" Type="http://schemas.openxmlformats.org/officeDocument/2006/relationships/image" Target="../media/image297.wmf"/><Relationship Id="rId11" Type="http://schemas.openxmlformats.org/officeDocument/2006/relationships/oleObject" Target="../embeddings/oleObject291.bin"/><Relationship Id="rId10" Type="http://schemas.openxmlformats.org/officeDocument/2006/relationships/image" Target="../media/image296.wmf"/><Relationship Id="rId1" Type="http://schemas.openxmlformats.org/officeDocument/2006/relationships/oleObject" Target="../embeddings/oleObject286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6.bin"/><Relationship Id="rId8" Type="http://schemas.openxmlformats.org/officeDocument/2006/relationships/image" Target="../media/image301.wmf"/><Relationship Id="rId7" Type="http://schemas.openxmlformats.org/officeDocument/2006/relationships/oleObject" Target="../embeddings/oleObject295.bin"/><Relationship Id="rId6" Type="http://schemas.openxmlformats.org/officeDocument/2006/relationships/image" Target="../media/image300.wmf"/><Relationship Id="rId5" Type="http://schemas.openxmlformats.org/officeDocument/2006/relationships/oleObject" Target="../embeddings/oleObject294.bin"/><Relationship Id="rId4" Type="http://schemas.openxmlformats.org/officeDocument/2006/relationships/image" Target="../media/image299.wmf"/><Relationship Id="rId3" Type="http://schemas.openxmlformats.org/officeDocument/2006/relationships/oleObject" Target="../embeddings/oleObject293.bin"/><Relationship Id="rId2" Type="http://schemas.openxmlformats.org/officeDocument/2006/relationships/image" Target="../media/image298.wmf"/><Relationship Id="rId13" Type="http://schemas.openxmlformats.org/officeDocument/2006/relationships/vmlDrawing" Target="../drawings/vmlDrawing36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79.png"/><Relationship Id="rId10" Type="http://schemas.openxmlformats.org/officeDocument/2006/relationships/image" Target="../media/image302.wmf"/><Relationship Id="rId1" Type="http://schemas.openxmlformats.org/officeDocument/2006/relationships/oleObject" Target="../embeddings/oleObject292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7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79.png"/><Relationship Id="rId6" Type="http://schemas.openxmlformats.org/officeDocument/2006/relationships/image" Target="../media/image305.wmf"/><Relationship Id="rId5" Type="http://schemas.openxmlformats.org/officeDocument/2006/relationships/oleObject" Target="../embeddings/oleObject299.bin"/><Relationship Id="rId4" Type="http://schemas.openxmlformats.org/officeDocument/2006/relationships/image" Target="../media/image304.wmf"/><Relationship Id="rId3" Type="http://schemas.openxmlformats.org/officeDocument/2006/relationships/oleObject" Target="../embeddings/oleObject298.bin"/><Relationship Id="rId2" Type="http://schemas.openxmlformats.org/officeDocument/2006/relationships/image" Target="../media/image303.wmf"/><Relationship Id="rId1" Type="http://schemas.openxmlformats.org/officeDocument/2006/relationships/oleObject" Target="../embeddings/oleObject297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4.bin"/><Relationship Id="rId8" Type="http://schemas.openxmlformats.org/officeDocument/2006/relationships/image" Target="../media/image309.wmf"/><Relationship Id="rId7" Type="http://schemas.openxmlformats.org/officeDocument/2006/relationships/oleObject" Target="../embeddings/oleObject303.bin"/><Relationship Id="rId6" Type="http://schemas.openxmlformats.org/officeDocument/2006/relationships/image" Target="../media/image308.wmf"/><Relationship Id="rId5" Type="http://schemas.openxmlformats.org/officeDocument/2006/relationships/oleObject" Target="../embeddings/oleObject302.bin"/><Relationship Id="rId4" Type="http://schemas.openxmlformats.org/officeDocument/2006/relationships/image" Target="../media/image307.wmf"/><Relationship Id="rId3" Type="http://schemas.openxmlformats.org/officeDocument/2006/relationships/oleObject" Target="../embeddings/oleObject301.bin"/><Relationship Id="rId21" Type="http://schemas.openxmlformats.org/officeDocument/2006/relationships/vmlDrawing" Target="../drawings/vmlDrawing38.v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306.wmf"/><Relationship Id="rId19" Type="http://schemas.openxmlformats.org/officeDocument/2006/relationships/image" Target="../media/image79.png"/><Relationship Id="rId18" Type="http://schemas.openxmlformats.org/officeDocument/2006/relationships/image" Target="../media/image314.wmf"/><Relationship Id="rId17" Type="http://schemas.openxmlformats.org/officeDocument/2006/relationships/oleObject" Target="../embeddings/oleObject308.bin"/><Relationship Id="rId16" Type="http://schemas.openxmlformats.org/officeDocument/2006/relationships/image" Target="../media/image313.wmf"/><Relationship Id="rId15" Type="http://schemas.openxmlformats.org/officeDocument/2006/relationships/oleObject" Target="../embeddings/oleObject307.bin"/><Relationship Id="rId14" Type="http://schemas.openxmlformats.org/officeDocument/2006/relationships/image" Target="../media/image312.wmf"/><Relationship Id="rId13" Type="http://schemas.openxmlformats.org/officeDocument/2006/relationships/oleObject" Target="../embeddings/oleObject306.bin"/><Relationship Id="rId12" Type="http://schemas.openxmlformats.org/officeDocument/2006/relationships/image" Target="../media/image311.wmf"/><Relationship Id="rId11" Type="http://schemas.openxmlformats.org/officeDocument/2006/relationships/oleObject" Target="../embeddings/oleObject305.bin"/><Relationship Id="rId10" Type="http://schemas.openxmlformats.org/officeDocument/2006/relationships/image" Target="../media/image310.wmf"/><Relationship Id="rId1" Type="http://schemas.openxmlformats.org/officeDocument/2006/relationships/oleObject" Target="../embeddings/oleObject300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3.bin"/><Relationship Id="rId8" Type="http://schemas.openxmlformats.org/officeDocument/2006/relationships/image" Target="../media/image318.wmf"/><Relationship Id="rId7" Type="http://schemas.openxmlformats.org/officeDocument/2006/relationships/oleObject" Target="../embeddings/oleObject312.bin"/><Relationship Id="rId6" Type="http://schemas.openxmlformats.org/officeDocument/2006/relationships/image" Target="../media/image317.wmf"/><Relationship Id="rId5" Type="http://schemas.openxmlformats.org/officeDocument/2006/relationships/oleObject" Target="../embeddings/oleObject311.bin"/><Relationship Id="rId4" Type="http://schemas.openxmlformats.org/officeDocument/2006/relationships/image" Target="../media/image316.wmf"/><Relationship Id="rId3" Type="http://schemas.openxmlformats.org/officeDocument/2006/relationships/oleObject" Target="../embeddings/oleObject310.bin"/><Relationship Id="rId2" Type="http://schemas.openxmlformats.org/officeDocument/2006/relationships/image" Target="../media/image315.wmf"/><Relationship Id="rId13" Type="http://schemas.openxmlformats.org/officeDocument/2006/relationships/vmlDrawing" Target="../drawings/vmlDrawing39.vml"/><Relationship Id="rId12" Type="http://schemas.openxmlformats.org/officeDocument/2006/relationships/slideLayout" Target="../slideLayouts/slideLayout18.xml"/><Relationship Id="rId11" Type="http://schemas.openxmlformats.org/officeDocument/2006/relationships/image" Target="../media/image79.png"/><Relationship Id="rId10" Type="http://schemas.openxmlformats.org/officeDocument/2006/relationships/image" Target="../media/image319.wmf"/><Relationship Id="rId1" Type="http://schemas.openxmlformats.org/officeDocument/2006/relationships/oleObject" Target="../embeddings/oleObject309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0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21.wmf"/><Relationship Id="rId3" Type="http://schemas.openxmlformats.org/officeDocument/2006/relationships/oleObject" Target="../embeddings/oleObject315.bin"/><Relationship Id="rId2" Type="http://schemas.openxmlformats.org/officeDocument/2006/relationships/image" Target="../media/image320.wmf"/><Relationship Id="rId1" Type="http://schemas.openxmlformats.org/officeDocument/2006/relationships/oleObject" Target="../embeddings/oleObject314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0.bin"/><Relationship Id="rId8" Type="http://schemas.openxmlformats.org/officeDocument/2006/relationships/image" Target="../media/image325.wmf"/><Relationship Id="rId7" Type="http://schemas.openxmlformats.org/officeDocument/2006/relationships/oleObject" Target="../embeddings/oleObject319.bin"/><Relationship Id="rId6" Type="http://schemas.openxmlformats.org/officeDocument/2006/relationships/image" Target="../media/image324.wmf"/><Relationship Id="rId5" Type="http://schemas.openxmlformats.org/officeDocument/2006/relationships/oleObject" Target="../embeddings/oleObject318.bin"/><Relationship Id="rId4" Type="http://schemas.openxmlformats.org/officeDocument/2006/relationships/image" Target="../media/image323.wmf"/><Relationship Id="rId3" Type="http://schemas.openxmlformats.org/officeDocument/2006/relationships/oleObject" Target="../embeddings/oleObject317.bin"/><Relationship Id="rId2" Type="http://schemas.openxmlformats.org/officeDocument/2006/relationships/image" Target="../media/image322.wmf"/><Relationship Id="rId12" Type="http://schemas.openxmlformats.org/officeDocument/2006/relationships/vmlDrawing" Target="../drawings/vmlDrawing41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26.wmf"/><Relationship Id="rId1" Type="http://schemas.openxmlformats.org/officeDocument/2006/relationships/oleObject" Target="../embeddings/oleObject316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5.bin"/><Relationship Id="rId8" Type="http://schemas.openxmlformats.org/officeDocument/2006/relationships/image" Target="../media/image330.wmf"/><Relationship Id="rId7" Type="http://schemas.openxmlformats.org/officeDocument/2006/relationships/oleObject" Target="../embeddings/oleObject324.bin"/><Relationship Id="rId6" Type="http://schemas.openxmlformats.org/officeDocument/2006/relationships/image" Target="../media/image329.wmf"/><Relationship Id="rId5" Type="http://schemas.openxmlformats.org/officeDocument/2006/relationships/oleObject" Target="../embeddings/oleObject323.bin"/><Relationship Id="rId4" Type="http://schemas.openxmlformats.org/officeDocument/2006/relationships/image" Target="../media/image328.wmf"/><Relationship Id="rId3" Type="http://schemas.openxmlformats.org/officeDocument/2006/relationships/oleObject" Target="../embeddings/oleObject322.bin"/><Relationship Id="rId2" Type="http://schemas.openxmlformats.org/officeDocument/2006/relationships/image" Target="../media/image327.wmf"/><Relationship Id="rId16" Type="http://schemas.openxmlformats.org/officeDocument/2006/relationships/vmlDrawing" Target="../drawings/vmlDrawing42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33.wmf"/><Relationship Id="rId13" Type="http://schemas.openxmlformats.org/officeDocument/2006/relationships/oleObject" Target="../embeddings/oleObject327.bin"/><Relationship Id="rId12" Type="http://schemas.openxmlformats.org/officeDocument/2006/relationships/image" Target="../media/image332.wmf"/><Relationship Id="rId11" Type="http://schemas.openxmlformats.org/officeDocument/2006/relationships/oleObject" Target="../embeddings/oleObject326.bin"/><Relationship Id="rId10" Type="http://schemas.openxmlformats.org/officeDocument/2006/relationships/image" Target="../media/image331.wmf"/><Relationship Id="rId1" Type="http://schemas.openxmlformats.org/officeDocument/2006/relationships/oleObject" Target="../embeddings/oleObject321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2.bin"/><Relationship Id="rId8" Type="http://schemas.openxmlformats.org/officeDocument/2006/relationships/image" Target="../media/image337.wmf"/><Relationship Id="rId7" Type="http://schemas.openxmlformats.org/officeDocument/2006/relationships/oleObject" Target="../embeddings/oleObject331.bin"/><Relationship Id="rId6" Type="http://schemas.openxmlformats.org/officeDocument/2006/relationships/image" Target="../media/image336.wmf"/><Relationship Id="rId5" Type="http://schemas.openxmlformats.org/officeDocument/2006/relationships/oleObject" Target="../embeddings/oleObject330.bin"/><Relationship Id="rId4" Type="http://schemas.openxmlformats.org/officeDocument/2006/relationships/image" Target="../media/image335.wmf"/><Relationship Id="rId3" Type="http://schemas.openxmlformats.org/officeDocument/2006/relationships/oleObject" Target="../embeddings/oleObject329.bin"/><Relationship Id="rId24" Type="http://schemas.openxmlformats.org/officeDocument/2006/relationships/vmlDrawing" Target="../drawings/vmlDrawing43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344.wmf"/><Relationship Id="rId21" Type="http://schemas.openxmlformats.org/officeDocument/2006/relationships/oleObject" Target="../embeddings/oleObject338.bin"/><Relationship Id="rId20" Type="http://schemas.openxmlformats.org/officeDocument/2006/relationships/image" Target="../media/image343.wmf"/><Relationship Id="rId2" Type="http://schemas.openxmlformats.org/officeDocument/2006/relationships/image" Target="../media/image334.wmf"/><Relationship Id="rId19" Type="http://schemas.openxmlformats.org/officeDocument/2006/relationships/oleObject" Target="../embeddings/oleObject337.bin"/><Relationship Id="rId18" Type="http://schemas.openxmlformats.org/officeDocument/2006/relationships/image" Target="../media/image342.wmf"/><Relationship Id="rId17" Type="http://schemas.openxmlformats.org/officeDocument/2006/relationships/oleObject" Target="../embeddings/oleObject336.bin"/><Relationship Id="rId16" Type="http://schemas.openxmlformats.org/officeDocument/2006/relationships/image" Target="../media/image341.wmf"/><Relationship Id="rId15" Type="http://schemas.openxmlformats.org/officeDocument/2006/relationships/oleObject" Target="../embeddings/oleObject335.bin"/><Relationship Id="rId14" Type="http://schemas.openxmlformats.org/officeDocument/2006/relationships/image" Target="../media/image340.wmf"/><Relationship Id="rId13" Type="http://schemas.openxmlformats.org/officeDocument/2006/relationships/oleObject" Target="../embeddings/oleObject334.bin"/><Relationship Id="rId12" Type="http://schemas.openxmlformats.org/officeDocument/2006/relationships/image" Target="../media/image339.wmf"/><Relationship Id="rId11" Type="http://schemas.openxmlformats.org/officeDocument/2006/relationships/oleObject" Target="../embeddings/oleObject333.bin"/><Relationship Id="rId10" Type="http://schemas.openxmlformats.org/officeDocument/2006/relationships/image" Target="../media/image338.wmf"/><Relationship Id="rId1" Type="http://schemas.openxmlformats.org/officeDocument/2006/relationships/oleObject" Target="../embeddings/oleObject328.bin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3.bin"/><Relationship Id="rId8" Type="http://schemas.openxmlformats.org/officeDocument/2006/relationships/image" Target="../media/image348.wmf"/><Relationship Id="rId7" Type="http://schemas.openxmlformats.org/officeDocument/2006/relationships/oleObject" Target="../embeddings/oleObject342.bin"/><Relationship Id="rId6" Type="http://schemas.openxmlformats.org/officeDocument/2006/relationships/image" Target="../media/image347.wmf"/><Relationship Id="rId5" Type="http://schemas.openxmlformats.org/officeDocument/2006/relationships/oleObject" Target="../embeddings/oleObject341.bin"/><Relationship Id="rId4" Type="http://schemas.openxmlformats.org/officeDocument/2006/relationships/image" Target="../media/image346.wmf"/><Relationship Id="rId3" Type="http://schemas.openxmlformats.org/officeDocument/2006/relationships/oleObject" Target="../embeddings/oleObject340.bin"/><Relationship Id="rId2" Type="http://schemas.openxmlformats.org/officeDocument/2006/relationships/image" Target="../media/image345.wmf"/><Relationship Id="rId12" Type="http://schemas.openxmlformats.org/officeDocument/2006/relationships/vmlDrawing" Target="../drawings/vmlDrawing44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349.wmf"/><Relationship Id="rId1" Type="http://schemas.openxmlformats.org/officeDocument/2006/relationships/oleObject" Target="../embeddings/oleObject3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369974" y="2858916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3.2.1  洛必达法则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Box 11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369974" y="3842172"/>
            <a:ext cx="810352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3.2.2  泰勒公式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955201" y="965835"/>
            <a:ext cx="7128792" cy="17532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§3.2  未定式的极限   泰勒公式</a:t>
            </a:r>
            <a:endParaRPr lang="en-US" altLang="zh-CN" sz="5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677147" y="954504"/>
            <a:ext cx="695140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3.2.1  洛必达法则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95042" y="1689341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6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5"/>
              <p:cNvSpPr txBox="1">
                <a:spLocks noChangeArrowheads="1"/>
              </p:cNvSpPr>
              <p:nvPr/>
            </p:nvSpPr>
            <p:spPr bwMode="auto">
              <a:xfrm>
                <a:off x="3444027" y="2200963"/>
                <a:ext cx="5176192" cy="7918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zh-CN" sz="3200" b="1" dirty="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一．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𝟎</m:t>
                        </m:r>
                      </m:num>
                      <m:den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𝟎</m:t>
                        </m:r>
                      </m:den>
                    </m:f>
                  </m:oMath>
                </a14:m>
                <a:r>
                  <a:rPr lang="zh-CN" altLang="zh-CN" sz="3200" b="1" dirty="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 型极限</a:t>
                </a:r>
                <a:endParaRPr kumimoji="1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4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4027" y="2200963"/>
                <a:ext cx="5176192" cy="791845"/>
              </a:xfrm>
              <a:prstGeom prst="rect">
                <a:avLst/>
              </a:prstGeom>
              <a:blipFill rotWithShape="1">
                <a:blip r:embed="rId1"/>
                <a:stretch>
                  <a:fillRect l="-8" t="-7" r="2" b="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5"/>
              <p:cNvSpPr txBox="1">
                <a:spLocks noChangeArrowheads="1"/>
              </p:cNvSpPr>
              <p:nvPr/>
            </p:nvSpPr>
            <p:spPr bwMode="auto">
              <a:xfrm>
                <a:off x="3444027" y="3006004"/>
                <a:ext cx="5176192" cy="755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zh-CN" sz="3200" b="1" dirty="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二．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∞</m:t>
                        </m:r>
                      </m:num>
                      <m:den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∞</m:t>
                        </m:r>
                      </m:den>
                    </m:f>
                  </m:oMath>
                </a14:m>
                <a:r>
                  <a:rPr lang="zh-CN" altLang="zh-CN" sz="3200" b="1" dirty="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 型极限</a:t>
                </a:r>
                <a:endParaRPr lang="zh-CN" altLang="zh-CN" sz="32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4027" y="3006004"/>
                <a:ext cx="5176192" cy="755650"/>
              </a:xfrm>
              <a:prstGeom prst="rect">
                <a:avLst/>
              </a:prstGeom>
              <a:blipFill rotWithShape="1">
                <a:blip r:embed="rId2"/>
                <a:stretch>
                  <a:fillRect l="-8" t="-73" r="2" b="7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444027" y="3775295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三．其它类型的未定式的极限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444027" y="4434367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四．关于洛必达法则用法的注记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444027" y="5063594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五. 极限杂题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Box 5"/>
              <p:cNvSpPr txBox="1">
                <a:spLocks noChangeArrowheads="1"/>
              </p:cNvSpPr>
              <p:nvPr/>
            </p:nvSpPr>
            <p:spPr bwMode="auto">
              <a:xfrm>
                <a:off x="2003425" y="353060"/>
                <a:ext cx="1920875" cy="79184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𝟎</m:t>
                        </m:r>
                      </m:num>
                      <m:den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𝟎</m:t>
                        </m:r>
                      </m:den>
                    </m:f>
                  </m:oMath>
                </a14:m>
                <a:r>
                  <a:rPr lang="zh-CN" altLang="zh-CN" sz="3200" b="1" dirty="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 型极限</a:t>
                </a:r>
                <a:endParaRPr lang="zh-CN" altLang="zh-CN" sz="32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2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3425" y="353060"/>
                <a:ext cx="1920875" cy="79184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960688" y="2095500"/>
          <a:ext cx="379412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2" imgW="91135200" imgH="14325600" progId="Equation.DSMT4">
                  <p:embed/>
                </p:oleObj>
              </mc:Choice>
              <mc:Fallback>
                <p:oleObj name="Equation" r:id="rId2" imgW="91135200" imgH="143256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60688" y="2095500"/>
                        <a:ext cx="3794125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865438" y="3606165"/>
          <a:ext cx="1866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4" imgW="44805600" imgH="21640800" progId="Equation.DSMT4">
                  <p:embed/>
                </p:oleObj>
              </mc:Choice>
              <mc:Fallback>
                <p:oleObj name="Equation" r:id="rId4" imgW="44805600" imgH="21640800" progId="Equation.DSMT4">
                  <p:embed/>
                  <p:pic>
                    <p:nvPicPr>
                      <p:cNvPr id="0" name="图片 1098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65438" y="3606165"/>
                        <a:ext cx="18669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 bwMode="auto">
          <a:xfrm>
            <a:off x="5029200" y="3795393"/>
            <a:ext cx="2590800" cy="522288"/>
            <a:chOff x="1392" y="1593"/>
            <a:chExt cx="1632" cy="329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392" y="1593"/>
              <a:ext cx="16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存在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或为     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)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2528" y="1706"/>
            <a:ext cx="19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0" name="Equation" r:id="rId6" imgW="7315200" imgH="7620000" progId="Equation.DSMT4">
                    <p:embed/>
                  </p:oleObj>
                </mc:Choice>
                <mc:Fallback>
                  <p:oleObj name="Equation" r:id="rId6" imgW="7315200" imgH="7620000" progId="Equation.DSMT4">
                    <p:embed/>
                    <p:pic>
                      <p:nvPicPr>
                        <p:cNvPr id="0" name="图片 10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28" y="1706"/>
                          <a:ext cx="192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167380" y="4789488"/>
          <a:ext cx="3011488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Equation" r:id="rId8" imgW="73152000" imgH="21640800" progId="Equation.DSMT4">
                  <p:embed/>
                </p:oleObj>
              </mc:Choice>
              <mc:Fallback>
                <p:oleObj name="Equation" r:id="rId8" imgW="73152000" imgH="21640800" progId="Equation.DSMT4">
                  <p:embed/>
                  <p:pic>
                    <p:nvPicPr>
                      <p:cNvPr id="0" name="图片 1100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67380" y="4789488"/>
                        <a:ext cx="3011488" cy="8969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865438" y="2743835"/>
          <a:ext cx="46593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Equation" r:id="rId10" imgW="111861600" imgH="15240000" progId="Equation.DSMT4">
                  <p:embed/>
                </p:oleObj>
              </mc:Choice>
              <mc:Fallback>
                <p:oleObj name="Equation" r:id="rId10" imgW="111861600" imgH="15240000" progId="Equation.DSMT4">
                  <p:embed/>
                  <p:pic>
                    <p:nvPicPr>
                      <p:cNvPr id="0" name="图片 1101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65438" y="2743835"/>
                        <a:ext cx="4659312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7620000" y="2907665"/>
          <a:ext cx="1701800" cy="47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Equation" r:id="rId12" imgW="40843200" imgH="10058400" progId="Equation.DSMT4">
                  <p:embed/>
                </p:oleObj>
              </mc:Choice>
              <mc:Fallback>
                <p:oleObj name="Equation" r:id="rId12" imgW="40843200" imgH="10058400" progId="Equation.DSMT4">
                  <p:embed/>
                  <p:pic>
                    <p:nvPicPr>
                      <p:cNvPr id="0" name="图片 1102"/>
                      <p:cNvPicPr>
                        <a:picLocks noChangeAspect="1"/>
                      </p:cNvPicPr>
                      <p:nvPr/>
                    </p:nvPicPr>
                    <p:blipFill>
                      <a:blip r:embed="rId13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620000" y="2907665"/>
                        <a:ext cx="1701800" cy="47117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063750" y="1249363"/>
            <a:ext cx="191389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32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32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3.2.1</a:t>
            </a:r>
            <a:r>
              <a:rPr kumimoji="1"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32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842019" y="1189673"/>
                <a:ext cx="4356100" cy="7029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  <m:t>𝟎</m:t>
                        </m:r>
                      </m:den>
                    </m:f>
                  </m:oMath>
                </a14:m>
                <a:r>
                  <a:rPr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型极限的洛必达法则）</a:t>
                </a:r>
                <a:endParaRPr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019" y="1189673"/>
                <a:ext cx="4356100" cy="702945"/>
              </a:xfrm>
              <a:prstGeom prst="rect">
                <a:avLst/>
              </a:prstGeom>
              <a:blipFill rotWithShape="1">
                <a:blip r:embed="rId14"/>
                <a:stretch>
                  <a:fillRect l="-6" t="-45" r="-16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 bwMode="auto">
          <a:xfrm>
            <a:off x="7947124" y="128044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 bwMode="auto">
          <a:xfrm>
            <a:off x="2325146" y="497795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1970079" y="287318"/>
            <a:ext cx="1224136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912275" y="298748"/>
            <a:ext cx="71075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要么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的连续点，要么是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970083" y="821988"/>
            <a:ext cx="1701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去间断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3660550" y="798473"/>
            <a:ext cx="51879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在可去间断的情况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下，补充定义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19174" y="1389248"/>
          <a:ext cx="3041651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2" imgW="73152000" imgH="14325600" progId="Equation.DSMT4">
                  <p:embed/>
                </p:oleObj>
              </mc:Choice>
              <mc:Fallback>
                <p:oleObj name="Equation" r:id="rId2" imgW="73152000" imgH="143256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19174" y="1389248"/>
                        <a:ext cx="3041651" cy="6048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986919" y="1378228"/>
          <a:ext cx="3005138" cy="603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" name="Equation" r:id="rId4" imgW="71932800" imgH="14325600" progId="Equation.DSMT4">
                  <p:embed/>
                </p:oleObj>
              </mc:Choice>
              <mc:Fallback>
                <p:oleObj name="Equation" r:id="rId4" imgW="71932800" imgH="14325600" progId="Equation.DSMT4">
                  <p:embed/>
                  <p:pic>
                    <p:nvPicPr>
                      <p:cNvPr id="0" name="图片 2159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86919" y="1378228"/>
                        <a:ext cx="3005138" cy="603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2054662" y="1990874"/>
            <a:ext cx="56197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的某邻域上连续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2663427" y="2538859"/>
            <a:ext cx="76244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algn="l"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为端点的区间上用柯西中值定理，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存在介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1967796" y="3055729"/>
            <a:ext cx="36722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l-GR" altLang="zh-CN" sz="2800" b="1" i="1" dirty="0" smtClean="0">
                <a:latin typeface="Times New Roman" panose="02020603050405020304"/>
                <a:ea typeface="黑体" panose="02010609060101010101" pitchFamily="49" charset="-122"/>
                <a:cs typeface="Times New Roman" panose="02020603050405020304"/>
              </a:rPr>
              <a:t>ξ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，使得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94001" y="3672929"/>
          <a:ext cx="29972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" name="Equation" r:id="rId6" imgW="71932800" imgH="22250400" progId="Equation.DSMT4">
                  <p:embed/>
                </p:oleObj>
              </mc:Choice>
              <mc:Fallback>
                <p:oleObj name="Equation" r:id="rId6" imgW="71932800" imgH="22250400" progId="Equation.DSMT4">
                  <p:embed/>
                  <p:pic>
                    <p:nvPicPr>
                      <p:cNvPr id="0" name="图片 216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94001" y="3672929"/>
                        <a:ext cx="2997200" cy="920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286183" y="3682048"/>
          <a:ext cx="1257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" name="Equation" r:id="rId8" imgW="30175200" imgH="21640800" progId="Equation.DSMT4">
                  <p:embed/>
                </p:oleObj>
              </mc:Choice>
              <mc:Fallback>
                <p:oleObj name="Equation" r:id="rId8" imgW="30175200" imgH="21640800" progId="Equation.DSMT4">
                  <p:embed/>
                  <p:pic>
                    <p:nvPicPr>
                      <p:cNvPr id="0" name="图片 2161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286183" y="3682048"/>
                        <a:ext cx="12573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1969572" y="463840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586355" y="4683760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" name="Equation" r:id="rId10" imgW="25908000" imgH="10363200" progId="Equation.DSMT4">
                  <p:embed/>
                </p:oleObj>
              </mc:Choice>
              <mc:Fallback>
                <p:oleObj name="Equation" r:id="rId10" imgW="25908000" imgH="10363200" progId="Equation.DSMT4">
                  <p:embed/>
                  <p:pic>
                    <p:nvPicPr>
                      <p:cNvPr id="0" name="图片 216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86355" y="4683760"/>
                        <a:ext cx="10795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3742214" y="463840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4322177" y="4684047"/>
          <a:ext cx="1084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" name="Equation" r:id="rId12" imgW="26212800" imgH="10363200" progId="Equation.DSMT4">
                  <p:embed/>
                </p:oleObj>
              </mc:Choice>
              <mc:Fallback>
                <p:oleObj name="Equation" r:id="rId12" imgW="26212800" imgH="10363200" progId="Equation.DSMT4">
                  <p:embed/>
                  <p:pic>
                    <p:nvPicPr>
                      <p:cNvPr id="0" name="图片 2163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322177" y="4684047"/>
                        <a:ext cx="108426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5446658" y="463840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885262" y="5205442"/>
          <a:ext cx="30813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5" name="Equation" r:id="rId14" imgW="73761600" imgH="21640800" progId="Equation.DSMT4">
                  <p:embed/>
                </p:oleObj>
              </mc:Choice>
              <mc:Fallback>
                <p:oleObj name="Equation" r:id="rId14" imgW="73761600" imgH="21640800" progId="Equation.DSMT4">
                  <p:embed/>
                  <p:pic>
                    <p:nvPicPr>
                      <p:cNvPr id="0" name="图片 2164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85262" y="5205442"/>
                        <a:ext cx="30813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054179" y="5205442"/>
          <a:ext cx="23447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" name="Equation" r:id="rId16" imgW="56083200" imgH="21640800" progId="Equation.DSMT4">
                  <p:embed/>
                </p:oleObj>
              </mc:Choice>
              <mc:Fallback>
                <p:oleObj name="Equation" r:id="rId16" imgW="56083200" imgH="21640800" progId="Equation.DSMT4">
                  <p:embed/>
                  <p:pic>
                    <p:nvPicPr>
                      <p:cNvPr id="0" name="图片 2165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54179" y="5205442"/>
                        <a:ext cx="2344738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8588049" y="5395813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证毕．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10" grpId="0" bldLvl="0" animBg="1"/>
      <p:bldP spid="11" grpId="0" bldLvl="0" animBg="1"/>
      <p:bldP spid="12" grpId="0" bldLvl="0" animBg="1"/>
      <p:bldP spid="16" grpId="0" bldLvl="0" animBg="1"/>
      <p:bldP spid="19" grpId="0" bldLvl="0" animBg="1"/>
      <p:bldP spid="22" grpId="0" bldLvl="0" animBg="1"/>
      <p:bldP spid="2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416349" y="323260"/>
            <a:ext cx="62953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在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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的某个邻域内可导，且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927395" y="1131858"/>
          <a:ext cx="3365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80772000" imgH="13106400" progId="Equation.DSMT4">
                  <p:embed/>
                </p:oleObj>
              </mc:Choice>
              <mc:Fallback>
                <p:oleObj name="Equation" r:id="rId1" imgW="80772000" imgH="131064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7395" y="1131858"/>
                        <a:ext cx="3365500" cy="539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929396" y="845349"/>
          <a:ext cx="2019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Equation" r:id="rId3" imgW="48463200" imgH="21640800" progId="Equation.DSMT4">
                  <p:embed/>
                </p:oleObj>
              </mc:Choice>
              <mc:Fallback>
                <p:oleObj name="Equation" r:id="rId3" imgW="48463200" imgH="21640800" progId="Equation.DSMT4">
                  <p:embed/>
                  <p:pic>
                    <p:nvPicPr>
                      <p:cNvPr id="0" name="图片 31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29396" y="845349"/>
                        <a:ext cx="20193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2080697" y="1957854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则仍有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04523" y="1767979"/>
          <a:ext cx="1930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Equation" r:id="rId5" imgW="46329600" imgH="21640800" progId="Equation.DSMT4">
                  <p:embed/>
                </p:oleObj>
              </mc:Choice>
              <mc:Fallback>
                <p:oleObj name="Equation" r:id="rId5" imgW="46329600" imgH="21640800" progId="Equation.DSMT4">
                  <p:embed/>
                  <p:pic>
                    <p:nvPicPr>
                      <p:cNvPr id="0" name="图片 31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04523" y="1767979"/>
                        <a:ext cx="1930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834178" y="2920122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事实上，令</a:t>
            </a:r>
            <a:endParaRPr kumimoji="1" lang="zh-CN" altLang="en-US" sz="2800" b="1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804285" y="2766060"/>
          <a:ext cx="8445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Equation" r:id="rId7" imgW="20421600" imgH="20116800" progId="Equation.DSMT4">
                  <p:embed/>
                </p:oleObj>
              </mc:Choice>
              <mc:Fallback>
                <p:oleObj name="Equation" r:id="rId7" imgW="20421600" imgH="20116800" progId="Equation.DSMT4">
                  <p:embed/>
                  <p:pic>
                    <p:nvPicPr>
                      <p:cNvPr id="0" name="图片 31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04285" y="2766060"/>
                        <a:ext cx="84455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833787" y="404089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05153" y="3375154"/>
          <a:ext cx="767715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Equation" r:id="rId9" imgW="184099200" imgH="44500800" progId="Equation.DSMT4">
                  <p:embed/>
                </p:oleObj>
              </mc:Choice>
              <mc:Fallback>
                <p:oleObj name="Equation" r:id="rId9" imgW="184099200" imgH="44500800" progId="Equation.DSMT4">
                  <p:embed/>
                  <p:pic>
                    <p:nvPicPr>
                      <p:cNvPr id="0" name="图片 31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05153" y="3375154"/>
                        <a:ext cx="7677150" cy="185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006634" y="5350485"/>
          <a:ext cx="2286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Equation" r:id="rId11" imgW="54864000" imgH="21640800" progId="Equation.DSMT4">
                  <p:embed/>
                </p:oleObj>
              </mc:Choice>
              <mc:Fallback>
                <p:oleObj name="Equation" r:id="rId11" imgW="54864000" imgH="21640800" progId="Equation.DSMT4">
                  <p:embed/>
                  <p:pic>
                    <p:nvPicPr>
                      <p:cNvPr id="0" name="图片 31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6634" y="5350485"/>
                        <a:ext cx="22860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1915160" y="323215"/>
            <a:ext cx="7726680" cy="244665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0" grpId="0" bldLvl="0" animBg="1"/>
      <p:bldP spid="13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03388" y="1676400"/>
            <a:ext cx="2160587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说明：</a:t>
            </a:r>
            <a:r>
              <a:rPr lang="zh-CN" altLang="en-US" sz="2800" b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①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276600" y="1679575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4752975" y="1739900"/>
          <a:ext cx="9937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23774400" imgH="10363200" progId="Equation.DSMT4">
                  <p:embed/>
                </p:oleObj>
              </mc:Choice>
              <mc:Fallback>
                <p:oleObj name="Equation" r:id="rId1" imgW="23774400" imgH="103632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52975" y="1739900"/>
                        <a:ext cx="993775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715000" y="1690688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换为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079750" y="2247900"/>
          <a:ext cx="127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Equation" r:id="rId3" imgW="30480000" imgH="11277600" progId="Equation.DSMT4">
                  <p:embed/>
                </p:oleObj>
              </mc:Choice>
              <mc:Fallback>
                <p:oleObj name="Equation" r:id="rId3" imgW="30480000" imgH="11277600" progId="Equation.DSMT4">
                  <p:embed/>
                  <p:pic>
                    <p:nvPicPr>
                      <p:cNvPr id="0" name="图片 4230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079750" y="2247900"/>
                        <a:ext cx="12700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4527550" y="2247900"/>
          <a:ext cx="127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" name="Equation" r:id="rId5" imgW="30480000" imgH="11277600" progId="Equation.DSMT4">
                  <p:embed/>
                </p:oleObj>
              </mc:Choice>
              <mc:Fallback>
                <p:oleObj name="Equation" r:id="rId5" imgW="30480000" imgH="11277600" progId="Equation.DSMT4">
                  <p:embed/>
                  <p:pic>
                    <p:nvPicPr>
                      <p:cNvPr id="0" name="图片 423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27550" y="2247900"/>
                        <a:ext cx="12700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975350" y="2419350"/>
          <a:ext cx="1104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" name="Equation" r:id="rId7" imgW="26517600" imgH="7620000" progId="Equation.DSMT4">
                  <p:embed/>
                </p:oleObj>
              </mc:Choice>
              <mc:Fallback>
                <p:oleObj name="Equation" r:id="rId7" imgW="26517600" imgH="7620000" progId="Equation.DSMT4">
                  <p:embed/>
                  <p:pic>
                    <p:nvPicPr>
                      <p:cNvPr id="0" name="图片 4232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975350" y="2419350"/>
                        <a:ext cx="11049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8743950" y="2381250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Equation" r:id="rId9" imgW="28346400" imgH="7620000" progId="Equation.DSMT4">
                  <p:embed/>
                </p:oleObj>
              </mc:Choice>
              <mc:Fallback>
                <p:oleObj name="Equation" r:id="rId9" imgW="28346400" imgH="7620000" progId="Equation.DSMT4">
                  <p:embed/>
                  <p:pic>
                    <p:nvPicPr>
                      <p:cNvPr id="0" name="图片 4233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743950" y="2381250"/>
                        <a:ext cx="11811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981200" y="2827338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之一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830513" y="3595688"/>
            <a:ext cx="10302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328988" y="3581400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340668" y="3459480"/>
          <a:ext cx="471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" name="Equation" r:id="rId11" imgW="113080800" imgH="20116800" progId="Equation.DSMT4">
                  <p:embed/>
                </p:oleObj>
              </mc:Choice>
              <mc:Fallback>
                <p:oleObj name="Equation" r:id="rId11" imgW="113080800" imgH="20116800" progId="Equation.DSMT4">
                  <p:embed/>
                  <p:pic>
                    <p:nvPicPr>
                      <p:cNvPr id="0" name="图片 423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40668" y="3459480"/>
                        <a:ext cx="4711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905000" y="4419600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理条件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352800" y="4419600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447415" y="5092700"/>
          <a:ext cx="29591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" name="Equation" r:id="rId13" imgW="71018400" imgH="21640800" progId="Equation.DSMT4">
                  <p:embed/>
                </p:oleObj>
              </mc:Choice>
              <mc:Fallback>
                <p:oleObj name="Equation" r:id="rId13" imgW="71018400" imgH="21640800" progId="Equation.DSMT4">
                  <p:embed/>
                  <p:pic>
                    <p:nvPicPr>
                      <p:cNvPr id="0" name="图片 4236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47415" y="5092700"/>
                        <a:ext cx="29591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6456680" y="5092700"/>
          <a:ext cx="1676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" name="Equation" r:id="rId15" imgW="40233600" imgH="21640800" progId="Equation.DSMT4">
                  <p:embed/>
                </p:oleObj>
              </mc:Choice>
              <mc:Fallback>
                <p:oleObj name="Equation" r:id="rId15" imgW="40233600" imgH="21640800" progId="Equation.DSMT4">
                  <p:embed/>
                  <p:pic>
                    <p:nvPicPr>
                      <p:cNvPr id="0" name="图片 423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456680" y="5092700"/>
                        <a:ext cx="1676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895600" y="2827338"/>
            <a:ext cx="670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作相应的修改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仍然成立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7251700" y="2413000"/>
          <a:ext cx="1295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" name="Equation" r:id="rId17" imgW="31089600" imgH="7924800" progId="Equation.DSMT4">
                  <p:embed/>
                </p:oleObj>
              </mc:Choice>
              <mc:Fallback>
                <p:oleObj name="Equation" r:id="rId17" imgW="31089600" imgH="7924800" progId="Equation.DSMT4">
                  <p:embed/>
                  <p:pic>
                    <p:nvPicPr>
                      <p:cNvPr id="0" name="图片 423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251700" y="2413000"/>
                        <a:ext cx="12954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976813" y="561975"/>
          <a:ext cx="31559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" name="Equation" r:id="rId19" imgW="75895200" imgH="21640800" progId="Equation.DSMT4">
                  <p:embed/>
                </p:oleObj>
              </mc:Choice>
              <mc:Fallback>
                <p:oleObj name="Equation" r:id="rId19" imgW="75895200" imgH="21640800" progId="Equation.DSMT4">
                  <p:embed/>
                  <p:pic>
                    <p:nvPicPr>
                      <p:cNvPr id="0" name="图片 4239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76813" y="561975"/>
                        <a:ext cx="3155950" cy="8953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1824114" y="748405"/>
            <a:ext cx="3042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因此，洛必达法则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1"/>
          <a:srcRect l="52969" t="-1404"/>
          <a:stretch>
            <a:fillRect/>
          </a:stretch>
        </p:blipFill>
        <p:spPr>
          <a:xfrm>
            <a:off x="3797300" y="3425825"/>
            <a:ext cx="1393190" cy="917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10" grpId="0" autoUpdateAnimBg="0"/>
      <p:bldP spid="11" grpId="0" autoUpdateAnimBg="0"/>
      <p:bldP spid="12" grpId="0" autoUpdateAnimBg="0" build="p"/>
      <p:bldP spid="15" grpId="0" autoUpdateAnimBg="0"/>
      <p:bldP spid="16" grpId="0" autoUpdateAnimBg="0"/>
      <p:bldP spid="1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76450" y="681038"/>
            <a:ext cx="1428750" cy="65087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462236" y="494874"/>
          <a:ext cx="264132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63398400" imgH="21336000" progId="Equation.DSMT4">
                  <p:embed/>
                </p:oleObj>
              </mc:Choice>
              <mc:Fallback>
                <p:oleObj name="Equation" r:id="rId1" imgW="63398400" imgH="213360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62236" y="494874"/>
                        <a:ext cx="2641320" cy="888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33600" y="2013903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09240" y="2014220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719736" y="1862138"/>
          <a:ext cx="286992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3" name="Equation" r:id="rId3" imgW="68884800" imgH="19812000" progId="Equation.DSMT4">
                  <p:embed/>
                </p:oleObj>
              </mc:Choice>
              <mc:Fallback>
                <p:oleObj name="Equation" r:id="rId3" imgW="68884800" imgH="19812000" progId="Equation.DSMT4">
                  <p:embed/>
                  <p:pic>
                    <p:nvPicPr>
                      <p:cNvPr id="0" name="图片 523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9736" y="1862138"/>
                        <a:ext cx="2869920" cy="825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8524875" y="558800"/>
          <a:ext cx="58896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5" imgW="7315200" imgH="9448800" progId="Equation.DSMT4">
                  <p:embed/>
                </p:oleObj>
              </mc:Choice>
              <mc:Fallback>
                <p:oleObj name="Equation" r:id="rId5" imgW="7315200" imgH="9448800" progId="Equation.DSMT4">
                  <p:embed/>
                  <p:pic>
                    <p:nvPicPr>
                      <p:cNvPr id="0" name="图片 523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24875" y="558800"/>
                        <a:ext cx="588963" cy="76041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013220" y="2996952"/>
          <a:ext cx="17398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7" imgW="41757600" imgH="20116800" progId="Equation.DSMT4">
                  <p:embed/>
                </p:oleObj>
              </mc:Choice>
              <mc:Fallback>
                <p:oleObj name="Equation" r:id="rId7" imgW="41757600" imgH="20116800" progId="Equation.DSMT4">
                  <p:embed/>
                  <p:pic>
                    <p:nvPicPr>
                      <p:cNvPr id="0" name="图片 523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13220" y="2996952"/>
                        <a:ext cx="173988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807968" y="2996952"/>
          <a:ext cx="55872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6" name="Equation" r:id="rId9" imgW="13411200" imgH="19812000" progId="Equation.DSMT4">
                  <p:embed/>
                </p:oleObj>
              </mc:Choice>
              <mc:Fallback>
                <p:oleObj name="Equation" r:id="rId9" imgW="13411200" imgH="19812000" progId="Equation.DSMT4">
                  <p:embed/>
                  <p:pic>
                    <p:nvPicPr>
                      <p:cNvPr id="0" name="图片 523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7968" y="2996952"/>
                        <a:ext cx="558720" cy="825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514600" y="4150678"/>
            <a:ext cx="6477000" cy="76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pPr algn="ctr" eaLnBrk="0" hangingPunct="0"/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不是未定式不能用洛必达法则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!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647728" y="5157192"/>
          <a:ext cx="14731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7" name="Equation" r:id="rId11" imgW="35356800" imgH="20116800" progId="Equation.DSMT4">
                  <p:embed/>
                </p:oleObj>
              </mc:Choice>
              <mc:Fallback>
                <p:oleObj name="Equation" r:id="rId11" imgW="35356800" imgH="20116800" progId="Equation.DSMT4">
                  <p:embed/>
                  <p:pic>
                    <p:nvPicPr>
                      <p:cNvPr id="0" name="图片 523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647728" y="5157192"/>
                        <a:ext cx="147312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5753100" y="5157192"/>
          <a:ext cx="124452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8" name="Equation" r:id="rId13" imgW="29870400" imgH="20116800" progId="Equation.DSMT4">
                  <p:embed/>
                </p:oleObj>
              </mc:Choice>
              <mc:Fallback>
                <p:oleObj name="Equation" r:id="rId13" imgW="29870400" imgH="20116800" progId="Equation.DSMT4">
                  <p:embed/>
                  <p:pic>
                    <p:nvPicPr>
                      <p:cNvPr id="0" name="图片 523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53100" y="5157192"/>
                        <a:ext cx="124452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5140325" y="5229225"/>
          <a:ext cx="5651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" name="Equation" r:id="rId15" imgW="3352800" imgH="3352800" progId="Equation.DSMT4">
                  <p:embed/>
                </p:oleObj>
              </mc:Choice>
              <mc:Fallback>
                <p:oleObj name="Equation" r:id="rId15" imgW="3352800" imgH="3352800" progId="Equation.DSMT4">
                  <p:embed/>
                  <p:pic>
                    <p:nvPicPr>
                      <p:cNvPr id="0" name="图片 523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40325" y="5229225"/>
                        <a:ext cx="565150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087888" y="1861435"/>
          <a:ext cx="101592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0" name="Equation" r:id="rId17" imgW="24384000" imgH="10972800" progId="Equation.DSMT4">
                  <p:embed/>
                </p:oleObj>
              </mc:Choice>
              <mc:Fallback>
                <p:oleObj name="Equation" r:id="rId17" imgW="24384000" imgH="10972800" progId="Equation.DSMT4">
                  <p:embed/>
                  <p:pic>
                    <p:nvPicPr>
                      <p:cNvPr id="0" name="图片 523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087888" y="1861435"/>
                        <a:ext cx="101592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4927600" y="2318378"/>
          <a:ext cx="165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1" name="Equation" r:id="rId19" imgW="39624000" imgH="10972800" progId="Equation.DSMT4">
                  <p:embed/>
                </p:oleObj>
              </mc:Choice>
              <mc:Fallback>
                <p:oleObj name="Equation" r:id="rId19" imgW="39624000" imgH="10972800" progId="Equation.DSMT4">
                  <p:embed/>
                  <p:pic>
                    <p:nvPicPr>
                      <p:cNvPr id="0" name="图片 524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27600" y="2318378"/>
                        <a:ext cx="1651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reeform 16"/>
          <p:cNvSpPr/>
          <p:nvPr/>
        </p:nvSpPr>
        <p:spPr bwMode="auto">
          <a:xfrm>
            <a:off x="7010400" y="1433513"/>
            <a:ext cx="1752600" cy="889000"/>
          </a:xfrm>
          <a:custGeom>
            <a:avLst/>
            <a:gdLst>
              <a:gd name="T0" fmla="*/ 0 w 1440"/>
              <a:gd name="T1" fmla="*/ 480 h 560"/>
              <a:gd name="T2" fmla="*/ 912 w 1440"/>
              <a:gd name="T3" fmla="*/ 480 h 560"/>
              <a:gd name="T4" fmla="*/ 1440 w 1440"/>
              <a:gd name="T5" fmla="*/ 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0" h="560">
                <a:moveTo>
                  <a:pt x="0" y="480"/>
                </a:moveTo>
                <a:cubicBezTo>
                  <a:pt x="336" y="520"/>
                  <a:pt x="672" y="560"/>
                  <a:pt x="912" y="480"/>
                </a:cubicBezTo>
                <a:cubicBezTo>
                  <a:pt x="1152" y="400"/>
                  <a:pt x="1352" y="80"/>
                  <a:pt x="1440" y="0"/>
                </a:cubicBezTo>
              </a:path>
            </a:pathLst>
          </a:custGeom>
          <a:noFill/>
          <a:ln w="12700" cmpd="sng">
            <a:solidFill>
              <a:schemeClr val="accent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10" grpId="0" bldLvl="0" animBg="1" autoUpdateAnimBg="0"/>
      <p:bldP spid="1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3935760" y="3789040"/>
            <a:ext cx="1977677" cy="12241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71700" y="715963"/>
            <a:ext cx="14478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649738" y="297656"/>
          <a:ext cx="25400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60960000" imgH="32918400" progId="Equation.DSMT4">
                  <p:embed/>
                </p:oleObj>
              </mc:Choice>
              <mc:Fallback>
                <p:oleObj name="Equation" r:id="rId1" imgW="60960000" imgH="329184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49738" y="297656"/>
                        <a:ext cx="2540000" cy="13700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171700" y="2436813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743200" y="2444750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902930" y="2291566"/>
          <a:ext cx="2133360" cy="825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Equation" r:id="rId3" imgW="51206400" imgH="19812000" progId="Equation.DSMT4">
                  <p:embed/>
                </p:oleObj>
              </mc:Choice>
              <mc:Fallback>
                <p:oleObj name="Equation" r:id="rId3" imgW="51206400" imgH="19812000" progId="Equation.DSMT4">
                  <p:embed/>
                  <p:pic>
                    <p:nvPicPr>
                      <p:cNvPr id="0" name="图片 622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02930" y="2291566"/>
                        <a:ext cx="2133360" cy="825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8561388" y="581025"/>
          <a:ext cx="555625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Equation" r:id="rId5" imgW="7315200" imgH="9448800" progId="Equation.DSMT4">
                  <p:embed/>
                </p:oleObj>
              </mc:Choice>
              <mc:Fallback>
                <p:oleObj name="Equation" r:id="rId5" imgW="7315200" imgH="9448800" progId="Equation.DSMT4">
                  <p:embed/>
                  <p:pic>
                    <p:nvPicPr>
                      <p:cNvPr id="0" name="图片 622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61388" y="581025"/>
                        <a:ext cx="555625" cy="715963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110198" y="3859293"/>
          <a:ext cx="1803240" cy="888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Equation" r:id="rId7" imgW="43281600" imgH="21336000" progId="Equation.DSMT4">
                  <p:embed/>
                </p:oleObj>
              </mc:Choice>
              <mc:Fallback>
                <p:oleObj name="Equation" r:id="rId7" imgW="43281600" imgH="21336000" progId="Equation.DSMT4">
                  <p:embed/>
                  <p:pic>
                    <p:nvPicPr>
                      <p:cNvPr id="0" name="图片 622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10198" y="3859293"/>
                        <a:ext cx="1803240" cy="8888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5951984" y="4178424"/>
          <a:ext cx="43164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Equation" r:id="rId9" imgW="10363200" imgH="9448800" progId="Equation.DSMT4">
                  <p:embed/>
                </p:oleObj>
              </mc:Choice>
              <mc:Fallback>
                <p:oleObj name="Equation" r:id="rId9" imgW="10363200" imgH="9448800" progId="Equation.DSMT4">
                  <p:embed/>
                  <p:pic>
                    <p:nvPicPr>
                      <p:cNvPr id="0" name="图片 622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51984" y="4178424"/>
                        <a:ext cx="431640" cy="3934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851287" y="1858289"/>
          <a:ext cx="11048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name="Equation" r:id="rId11" imgW="26517600" imgH="20116800" progId="Equation.DSMT4">
                  <p:embed/>
                </p:oleObj>
              </mc:Choice>
              <mc:Fallback>
                <p:oleObj name="Equation" r:id="rId11" imgW="26517600" imgH="20116800" progId="Equation.DSMT4">
                  <p:embed/>
                  <p:pic>
                    <p:nvPicPr>
                      <p:cNvPr id="0" name="图片 623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51287" y="1858289"/>
                        <a:ext cx="110484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5087888" y="2780928"/>
          <a:ext cx="67284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Equation" r:id="rId13" imgW="16154400" imgH="20116800" progId="Equation.DSMT4">
                  <p:embed/>
                </p:oleObj>
              </mc:Choice>
              <mc:Fallback>
                <p:oleObj name="Equation" r:id="rId13" imgW="16154400" imgH="20116800" progId="Equation.DSMT4">
                  <p:embed/>
                  <p:pic>
                    <p:nvPicPr>
                      <p:cNvPr id="0" name="图片 623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87888" y="2780928"/>
                        <a:ext cx="672840" cy="838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 18"/>
          <p:cNvSpPr/>
          <p:nvPr/>
        </p:nvSpPr>
        <p:spPr bwMode="auto">
          <a:xfrm>
            <a:off x="5913437" y="3645024"/>
            <a:ext cx="2535237" cy="533400"/>
          </a:xfrm>
          <a:custGeom>
            <a:avLst/>
            <a:gdLst>
              <a:gd name="T0" fmla="*/ 0 w 1536"/>
              <a:gd name="T1" fmla="*/ 336 h 336"/>
              <a:gd name="T2" fmla="*/ 528 w 1536"/>
              <a:gd name="T3" fmla="*/ 48 h 336"/>
              <a:gd name="T4" fmla="*/ 1536 w 1536"/>
              <a:gd name="T5" fmla="*/ 48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6" h="336">
                <a:moveTo>
                  <a:pt x="0" y="336"/>
                </a:moveTo>
                <a:cubicBezTo>
                  <a:pt x="136" y="216"/>
                  <a:pt x="272" y="96"/>
                  <a:pt x="528" y="48"/>
                </a:cubicBezTo>
                <a:cubicBezTo>
                  <a:pt x="784" y="0"/>
                  <a:pt x="1368" y="48"/>
                  <a:pt x="1536" y="48"/>
                </a:cubicBezTo>
              </a:path>
            </a:pathLst>
          </a:custGeom>
          <a:noFill/>
          <a:ln w="9525" cmpd="sng">
            <a:solidFill>
              <a:schemeClr val="accent2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9"/>
          <p:cNvGraphicFramePr>
            <a:graphicFrameLocks noChangeAspect="1"/>
          </p:cNvGraphicFramePr>
          <p:nvPr/>
        </p:nvGraphicFramePr>
        <p:xfrm>
          <a:off x="8537575" y="3270250"/>
          <a:ext cx="742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name="Equation" r:id="rId15" imgW="8229600" imgH="9448800" progId="Equation.DSMT4">
                  <p:embed/>
                </p:oleObj>
              </mc:Choice>
              <mc:Fallback>
                <p:oleObj name="Equation" r:id="rId15" imgW="8229600" imgH="9448800" progId="Equation.DSMT4">
                  <p:embed/>
                  <p:pic>
                    <p:nvPicPr>
                      <p:cNvPr id="0" name="图片 623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537575" y="3270250"/>
                        <a:ext cx="742950" cy="838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4" grpId="0" autoUpdateAnimBg="0"/>
      <p:bldP spid="5" grpId="0" autoUpdateAnimBg="0"/>
      <p:bldP spid="14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898775" y="1893570"/>
          <a:ext cx="41354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99060000" imgH="14935200" progId="Equation.DSMT4">
                  <p:embed/>
                </p:oleObj>
              </mc:Choice>
              <mc:Fallback>
                <p:oleObj name="Equation" r:id="rId1" imgW="99060000" imgH="149352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98775" y="1893570"/>
                        <a:ext cx="4135438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830195" y="3299460"/>
          <a:ext cx="1854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Equation" r:id="rId3" imgW="44500800" imgH="21640800" progId="Equation.DSMT4">
                  <p:embed/>
                </p:oleObj>
              </mc:Choice>
              <mc:Fallback>
                <p:oleObj name="Equation" r:id="rId3" imgW="44500800" imgH="21640800" progId="Equation.DSMT4">
                  <p:embed/>
                  <p:pic>
                    <p:nvPicPr>
                      <p:cNvPr id="0" name="图片 723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0195" y="3299460"/>
                        <a:ext cx="18542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800283" y="3472815"/>
            <a:ext cx="259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或为∞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498850" y="4279900"/>
          <a:ext cx="1333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Equation" r:id="rId5" imgW="32004000" imgH="21640800" progId="Equation.DSMT4">
                  <p:embed/>
                </p:oleObj>
              </mc:Choice>
              <mc:Fallback>
                <p:oleObj name="Equation" r:id="rId5" imgW="32004000" imgH="21640800" progId="Equation.DSMT4">
                  <p:embed/>
                  <p:pic>
                    <p:nvPicPr>
                      <p:cNvPr id="0" name="图片 723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8850" y="4279900"/>
                        <a:ext cx="1333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2057400" y="4649788"/>
            <a:ext cx="1219200" cy="152400"/>
          </a:xfrm>
          <a:prstGeom prst="rightArrow">
            <a:avLst>
              <a:gd name="adj1" fmla="val 50000"/>
              <a:gd name="adj2" fmla="val 200000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063750" y="1233488"/>
            <a:ext cx="252008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 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3.2.2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981200" y="5500688"/>
            <a:ext cx="685110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略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（见阅读材料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，即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P146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二维码）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5"/>
          <p:cNvGraphicFramePr>
            <a:graphicFrameLocks noChangeAspect="1"/>
          </p:cNvGraphicFramePr>
          <p:nvPr/>
        </p:nvGraphicFramePr>
        <p:xfrm>
          <a:off x="5054600" y="4297045"/>
          <a:ext cx="1676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Equation" r:id="rId7" imgW="40233600" imgH="21640800" progId="Equation.DSMT4">
                  <p:embed/>
                </p:oleObj>
              </mc:Choice>
              <mc:Fallback>
                <p:oleObj name="Equation" r:id="rId7" imgW="40233600" imgH="21640800" progId="Equation.DSMT4">
                  <p:embed/>
                  <p:pic>
                    <p:nvPicPr>
                      <p:cNvPr id="0" name="图片 723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54600" y="4297045"/>
                        <a:ext cx="1676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7190740" y="4486910"/>
            <a:ext cx="22066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洛必达法则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24"/>
          <p:cNvGraphicFramePr>
            <a:graphicFrameLocks noChangeAspect="1"/>
          </p:cNvGraphicFramePr>
          <p:nvPr/>
        </p:nvGraphicFramePr>
        <p:xfrm>
          <a:off x="2830195" y="2520315"/>
          <a:ext cx="46466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Equation" r:id="rId9" imgW="111556800" imgH="15240000" progId="Equation.DSMT4">
                  <p:embed/>
                </p:oleObj>
              </mc:Choice>
              <mc:Fallback>
                <p:oleObj name="Equation" r:id="rId9" imgW="111556800" imgH="15240000" progId="Equation.DSMT4">
                  <p:embed/>
                  <p:pic>
                    <p:nvPicPr>
                      <p:cNvPr id="0" name="图片 723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30195" y="2520315"/>
                        <a:ext cx="4646613" cy="635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5"/>
          <p:cNvGraphicFramePr>
            <a:graphicFrameLocks noChangeAspect="1"/>
          </p:cNvGraphicFramePr>
          <p:nvPr/>
        </p:nvGraphicFramePr>
        <p:xfrm>
          <a:off x="7546325" y="2683902"/>
          <a:ext cx="168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Equation" r:id="rId11" imgW="40538400" imgH="10058400" progId="Equation.DSMT4">
                  <p:embed/>
                </p:oleObj>
              </mc:Choice>
              <mc:Fallback>
                <p:oleObj name="Equation" r:id="rId11" imgW="40538400" imgH="10058400" progId="Equation.DSMT4">
                  <p:embed/>
                  <p:pic>
                    <p:nvPicPr>
                      <p:cNvPr id="0" name="图片 7234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546325" y="2683902"/>
                        <a:ext cx="16891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5"/>
              <p:cNvSpPr txBox="1">
                <a:spLocks noChangeArrowheads="1"/>
              </p:cNvSpPr>
              <p:nvPr/>
            </p:nvSpPr>
            <p:spPr bwMode="auto">
              <a:xfrm>
                <a:off x="2057400" y="354330"/>
                <a:ext cx="2120900" cy="75565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∞</m:t>
                        </m:r>
                      </m:num>
                      <m:den>
                        <m:r>
                          <a:rPr lang="zh-CN" altLang="zh-CN" sz="3200" b="1" dirty="0">
                            <a:gradFill>
                              <a:gsLst>
                                <a:gs pos="0">
                                  <a:srgbClr val="007BD3"/>
                                </a:gs>
                                <a:gs pos="100000">
                                  <a:srgbClr val="034373"/>
                                </a:gs>
                              </a:gsLst>
                              <a:lin scaled="0"/>
                            </a:gra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∞</m:t>
                        </m:r>
                      </m:den>
                    </m:f>
                  </m:oMath>
                </a14:m>
                <a:r>
                  <a:rPr lang="zh-CN" altLang="zh-CN" sz="3200" b="1" dirty="0">
                    <a:gradFill>
                      <a:gsLst>
                        <a:gs pos="0">
                          <a:srgbClr val="007BD3"/>
                        </a:gs>
                        <a:gs pos="100000">
                          <a:srgbClr val="034373"/>
                        </a:gs>
                      </a:gsLst>
                      <a:lin scaled="0"/>
                    </a:gradFill>
                    <a:latin typeface="黑体" panose="02010609060101010101" pitchFamily="49" charset="-122"/>
                    <a:ea typeface="黑体" panose="02010609060101010101" pitchFamily="49" charset="-122"/>
                  </a:rPr>
                  <a:t> 型极限</a:t>
                </a:r>
                <a:endParaRPr lang="zh-CN" altLang="zh-CN" sz="3200" b="1" dirty="0">
                  <a:gradFill>
                    <a:gsLst>
                      <a:gs pos="0">
                        <a:srgbClr val="007BD3"/>
                      </a:gs>
                      <a:gs pos="100000">
                        <a:srgbClr val="034373"/>
                      </a:gs>
                    </a:gsLst>
                    <a:lin scaled="0"/>
                  </a:gra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7400" y="354330"/>
                <a:ext cx="2120900" cy="75565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 bwMode="auto">
              <a:xfrm>
                <a:off x="3777392" y="1175068"/>
                <a:ext cx="4420235" cy="6527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>
                <a:spAutoFit/>
              </a:bodyPr>
              <a:lstStyle/>
              <a:p>
                <a:pPr eaLnBrk="0" hangingPunct="0"/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num>
                      <m:den>
                        <m:r>
                          <a:rPr lang="en-US" altLang="zh-CN" sz="2800" b="1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/>
                            <a:ea typeface="Cambria Math" panose="02040503050406030204"/>
                          </a:rPr>
                          <m:t>∞</m:t>
                        </m:r>
                      </m:den>
                    </m:f>
                  </m:oMath>
                </a14:m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型极限的洛必达法则）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7392" y="1175068"/>
                <a:ext cx="4420235" cy="652780"/>
              </a:xfrm>
              <a:prstGeom prst="rect">
                <a:avLst/>
              </a:prstGeom>
              <a:blipFill rotWithShape="1">
                <a:blip r:embed="rId14"/>
                <a:stretch>
                  <a:fillRect l="-9" t="-49" r="-163" b="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 bwMode="auto">
          <a:xfrm>
            <a:off x="7929344" y="1234088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dvAuto="0" autoUpdateAnimBg="0" build="p"/>
      <p:bldP spid="9" grpId="0" bldLvl="0" animBg="1"/>
      <p:bldP spid="11" grpId="0" autoUpdateAnimBg="0"/>
      <p:bldP spid="13" grpId="0" autoUpdateAnimBg="0" uiExpand="1" build="p"/>
      <p:bldP spid="2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317750" y="955675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</a:t>
            </a:r>
            <a:r>
              <a:rPr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定理中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4403725" y="1033463"/>
          <a:ext cx="99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23774400" imgH="10363200" progId="Equation.DSMT4">
                  <p:embed/>
                </p:oleObj>
              </mc:Choice>
              <mc:Fallback>
                <p:oleObj name="Equation" r:id="rId1" imgW="23774400" imgH="103632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03725" y="1033463"/>
                        <a:ext cx="990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356225" y="955675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换为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2398713" y="3948113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之一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389313" y="3933825"/>
            <a:ext cx="601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作相应的修改 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定理仍然成立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3273425" y="1836738"/>
          <a:ext cx="124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name="Equation" r:id="rId3" imgW="29870400" imgH="11277600" progId="Equation.DSMT4">
                  <p:embed/>
                </p:oleObj>
              </mc:Choice>
              <mc:Fallback>
                <p:oleObj name="Equation" r:id="rId3" imgW="29870400" imgH="11277600" progId="Equation.DSMT4">
                  <p:embed/>
                  <p:pic>
                    <p:nvPicPr>
                      <p:cNvPr id="0" name="图片 824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3425" y="1836738"/>
                        <a:ext cx="12446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1"/>
          <p:cNvGraphicFramePr>
            <a:graphicFrameLocks noChangeAspect="1"/>
          </p:cNvGraphicFramePr>
          <p:nvPr/>
        </p:nvGraphicFramePr>
        <p:xfrm>
          <a:off x="5254625" y="1836738"/>
          <a:ext cx="1244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0" name="Equation" r:id="rId5" imgW="29870400" imgH="11277600" progId="Equation.DSMT4">
                  <p:embed/>
                </p:oleObj>
              </mc:Choice>
              <mc:Fallback>
                <p:oleObj name="Equation" r:id="rId5" imgW="29870400" imgH="11277600" progId="Equation.DSMT4">
                  <p:embed/>
                  <p:pic>
                    <p:nvPicPr>
                      <p:cNvPr id="0" name="图片 824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54625" y="1836738"/>
                        <a:ext cx="12446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/>
        </p:nvGraphicFramePr>
        <p:xfrm>
          <a:off x="7118350" y="2033588"/>
          <a:ext cx="1104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" name="Equation" r:id="rId7" imgW="26517600" imgH="7620000" progId="Equation.DSMT4">
                  <p:embed/>
                </p:oleObj>
              </mc:Choice>
              <mc:Fallback>
                <p:oleObj name="Equation" r:id="rId7" imgW="26517600" imgH="7620000" progId="Equation.DSMT4">
                  <p:embed/>
                  <p:pic>
                    <p:nvPicPr>
                      <p:cNvPr id="0" name="图片 825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18350" y="2033588"/>
                        <a:ext cx="11049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5270500" y="2941638"/>
          <a:ext cx="1181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2" name="Equation" r:id="rId9" imgW="28346400" imgH="7620000" progId="Equation.DSMT4">
                  <p:embed/>
                </p:oleObj>
              </mc:Choice>
              <mc:Fallback>
                <p:oleObj name="Equation" r:id="rId9" imgW="28346400" imgH="7620000" progId="Equation.DSMT4">
                  <p:embed/>
                  <p:pic>
                    <p:nvPicPr>
                      <p:cNvPr id="0" name="图片 825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70500" y="2941638"/>
                        <a:ext cx="11811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/>
          <p:cNvGraphicFramePr>
            <a:graphicFrameLocks noChangeAspect="1"/>
          </p:cNvGraphicFramePr>
          <p:nvPr/>
        </p:nvGraphicFramePr>
        <p:xfrm>
          <a:off x="3289300" y="2954338"/>
          <a:ext cx="1295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Equation" r:id="rId11" imgW="31089600" imgH="7924800" progId="Equation.DSMT4">
                  <p:embed/>
                </p:oleObj>
              </mc:Choice>
              <mc:Fallback>
                <p:oleObj name="Equation" r:id="rId11" imgW="31089600" imgH="7924800" progId="Equation.DSMT4">
                  <p:embed/>
                  <p:pic>
                    <p:nvPicPr>
                      <p:cNvPr id="0" name="图片 825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289300" y="2954338"/>
                        <a:ext cx="12954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656908"/>
            <a:ext cx="1752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568700" y="482283"/>
          <a:ext cx="2451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58826400" imgH="20116800" progId="Equation.DSMT4">
                  <p:embed/>
                </p:oleObj>
              </mc:Choice>
              <mc:Fallback>
                <p:oleObj name="Equation" r:id="rId1" imgW="58826400" imgH="201168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68700" y="482283"/>
                        <a:ext cx="2451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63750" y="172243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424863" y="444556"/>
          <a:ext cx="695473" cy="800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" name="Equation" r:id="rId3" imgW="8229600" imgH="9448800" progId="Equation.DSMT4">
                  <p:embed/>
                </p:oleObj>
              </mc:Choice>
              <mc:Fallback>
                <p:oleObj name="Equation" r:id="rId3" imgW="8229600" imgH="9448800" progId="Equation.DSMT4">
                  <p:embed/>
                  <p:pic>
                    <p:nvPicPr>
                      <p:cNvPr id="0" name="图片 93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24863" y="444556"/>
                        <a:ext cx="695473" cy="80016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800350" y="1794193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886200" y="1409700"/>
          <a:ext cx="18161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9" name="Equation" r:id="rId5" imgW="43586400" imgH="28041600" progId="Equation.DSMT4">
                  <p:embed/>
                </p:oleObj>
              </mc:Choice>
              <mc:Fallback>
                <p:oleObj name="Equation" r:id="rId5" imgW="43586400" imgH="28041600" progId="Equation.DSMT4">
                  <p:embed/>
                  <p:pic>
                    <p:nvPicPr>
                      <p:cNvPr id="0" name="图片 93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86200" y="1409700"/>
                        <a:ext cx="1816100" cy="1168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032500" y="1614488"/>
          <a:ext cx="162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" name="Equation" r:id="rId7" imgW="39014400" imgH="21945600" progId="Equation.DSMT4">
                  <p:embed/>
                </p:oleObj>
              </mc:Choice>
              <mc:Fallback>
                <p:oleObj name="Equation" r:id="rId7" imgW="39014400" imgH="21945600" progId="Equation.DSMT4">
                  <p:embed/>
                  <p:pic>
                    <p:nvPicPr>
                      <p:cNvPr id="0" name="图片 93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32500" y="1614488"/>
                        <a:ext cx="16256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848600" y="1790700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1" name="Equation" r:id="rId9" imgW="11887200" imgH="9448800" progId="Equation.DSMT4">
                  <p:embed/>
                </p:oleObj>
              </mc:Choice>
              <mc:Fallback>
                <p:oleObj name="Equation" r:id="rId9" imgW="11887200" imgH="9448800" progId="Equation.DSMT4">
                  <p:embed/>
                  <p:pic>
                    <p:nvPicPr>
                      <p:cNvPr id="0" name="图片 93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48600" y="1790700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063750" y="3032125"/>
            <a:ext cx="1752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063750" y="4271963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890838" y="4264025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6781800" y="5524500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2" name="Equation" r:id="rId11" imgW="11887200" imgH="9448800" progId="Equation.DSMT4">
                  <p:embed/>
                </p:oleObj>
              </mc:Choice>
              <mc:Fallback>
                <p:oleObj name="Equation" r:id="rId11" imgW="11887200" imgH="9448800" progId="Equation.DSMT4">
                  <p:embed/>
                  <p:pic>
                    <p:nvPicPr>
                      <p:cNvPr id="0" name="图片 93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781800" y="5524500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956050" y="4062413"/>
          <a:ext cx="1765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3" name="Equation" r:id="rId13" imgW="42367200" imgH="23164800" progId="Equation.DSMT4">
                  <p:embed/>
                </p:oleObj>
              </mc:Choice>
              <mc:Fallback>
                <p:oleObj name="Equation" r:id="rId13" imgW="42367200" imgH="23164800" progId="Equation.DSMT4">
                  <p:embed/>
                  <p:pic>
                    <p:nvPicPr>
                      <p:cNvPr id="0" name="图片 93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56050" y="4062413"/>
                        <a:ext cx="17653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159500" y="4067175"/>
          <a:ext cx="2667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4" name="Equation" r:id="rId15" imgW="64008000" imgH="23164800" progId="Equation.DSMT4">
                  <p:embed/>
                </p:oleObj>
              </mc:Choice>
              <mc:Fallback>
                <p:oleObj name="Equation" r:id="rId15" imgW="64008000" imgH="23164800" progId="Equation.DSMT4">
                  <p:embed/>
                  <p:pic>
                    <p:nvPicPr>
                      <p:cNvPr id="0" name="图片 93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59500" y="4067175"/>
                        <a:ext cx="26670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006850" y="5343525"/>
          <a:ext cx="2552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5" name="Equation" r:id="rId17" imgW="61264800" imgH="21945600" progId="Equation.DSMT4">
                  <p:embed/>
                </p:oleObj>
              </mc:Choice>
              <mc:Fallback>
                <p:oleObj name="Equation" r:id="rId17" imgW="61264800" imgH="21945600" progId="Equation.DSMT4">
                  <p:embed/>
                  <p:pic>
                    <p:nvPicPr>
                      <p:cNvPr id="0" name="图片 93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06850" y="5343525"/>
                        <a:ext cx="25527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217863" y="2719388"/>
          <a:ext cx="4318000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6" name="Equation" r:id="rId19" imgW="38100000" imgH="10058400" progId="Equation.DSMT4">
                  <p:embed/>
                </p:oleObj>
              </mc:Choice>
              <mc:Fallback>
                <p:oleObj name="Equation" r:id="rId19" imgW="38100000" imgH="10058400" progId="Equation.DSMT4">
                  <p:embed/>
                  <p:pic>
                    <p:nvPicPr>
                      <p:cNvPr id="0" name="图片 93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17863" y="2719388"/>
                        <a:ext cx="4318000" cy="1141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9034463" y="2844856"/>
          <a:ext cx="695473" cy="800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7" name="Equation" r:id="rId21" imgW="8229600" imgH="9448800" progId="Equation.DSMT4">
                  <p:embed/>
                </p:oleObj>
              </mc:Choice>
              <mc:Fallback>
                <p:oleObj name="Equation" r:id="rId21" imgW="8229600" imgH="9448800" progId="Equation.DSMT4">
                  <p:embed/>
                  <p:pic>
                    <p:nvPicPr>
                      <p:cNvPr id="0" name="图片 93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34463" y="2844856"/>
                        <a:ext cx="695473" cy="800168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23"/>
          <a:srcRect l="18519" r="20741" b="4500"/>
          <a:stretch>
            <a:fillRect/>
          </a:stretch>
        </p:blipFill>
        <p:spPr>
          <a:xfrm>
            <a:off x="4265295" y="5554345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10" grpId="0" autoUpdateAnimBg="0" build="p"/>
      <p:bldP spid="11" grpId="0" autoUpdateAnimBg="0"/>
      <p:bldP spid="1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 txBox="1">
            <a:spLocks noChangeArrowheads="1"/>
          </p:cNvSpPr>
          <p:nvPr/>
        </p:nvSpPr>
        <p:spPr>
          <a:xfrm>
            <a:off x="2383155" y="1292225"/>
            <a:ext cx="1600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说明:</a:t>
            </a:r>
            <a:endParaRPr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295650" y="1268730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3 ,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表明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5721610" y="1354311"/>
          <a:ext cx="1210819" cy="350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12801600" imgH="3657600" progId="Equation.DSMT4">
                  <p:embed/>
                </p:oleObj>
              </mc:Choice>
              <mc:Fallback>
                <p:oleObj name="Equation" r:id="rId1" imgW="12801600" imgH="36576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21610" y="1354311"/>
                        <a:ext cx="1210819" cy="35016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932295" y="1267778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141319" y="2011903"/>
          <a:ext cx="725647" cy="468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Equation" r:id="rId3" imgW="7620000" imgH="4876800" progId="Equation.DSMT4">
                  <p:embed/>
                </p:oleObj>
              </mc:Choice>
              <mc:Fallback>
                <p:oleObj name="Equation" r:id="rId3" imgW="7620000" imgH="4876800" progId="Equation.DSMT4">
                  <p:embed/>
                  <p:pic>
                    <p:nvPicPr>
                      <p:cNvPr id="0" name="图片 1030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1319" y="2011903"/>
                        <a:ext cx="725647" cy="46829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286000" y="2621856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后者比前者趋于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940846" y="2705580"/>
          <a:ext cx="552673" cy="333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Equation" r:id="rId5" imgW="5791200" imgH="3352800" progId="Equation.DSMT4">
                  <p:embed/>
                </p:oleObj>
              </mc:Choice>
              <mc:Fallback>
                <p:oleObj name="Equation" r:id="rId5" imgW="5791200" imgH="3352800" progId="Equation.DSMT4">
                  <p:embed/>
                  <p:pic>
                    <p:nvPicPr>
                      <p:cNvPr id="0" name="图片 1030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0846" y="2705580"/>
                        <a:ext cx="552673" cy="33329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410200" y="2621856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更快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6000750" y="1978095"/>
          <a:ext cx="1536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Equation" r:id="rId7" imgW="36880800" imgH="10972800" progId="Equation.DSMT4">
                  <p:embed/>
                </p:oleObj>
              </mc:Choice>
              <mc:Fallback>
                <p:oleObj name="Equation" r:id="rId7" imgW="36880800" imgH="10972800" progId="Equation.DSMT4">
                  <p:embed/>
                  <p:pic>
                    <p:nvPicPr>
                      <p:cNvPr id="0" name="图片 1030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00750" y="1978095"/>
                        <a:ext cx="15367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4146550" y="1975872"/>
          <a:ext cx="1574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Equation" r:id="rId9" imgW="37795200" imgH="10972800" progId="Equation.DSMT4">
                  <p:embed/>
                </p:oleObj>
              </mc:Choice>
              <mc:Fallback>
                <p:oleObj name="Equation" r:id="rId9" imgW="37795200" imgH="10972800" progId="Equation.DSMT4">
                  <p:embed/>
                  <p:pic>
                    <p:nvPicPr>
                      <p:cNvPr id="0" name="图片 10303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46550" y="1975872"/>
                        <a:ext cx="15748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1" grpId="0" autoUpdateAnimBg="0"/>
      <p:bldP spid="13" grpId="0" autoUpdateAnimBg="0"/>
      <p:bldP spid="1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练习3.2.1（1）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76063" y="839084"/>
            <a:ext cx="43821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用洛必达法则计算极限：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47528" y="1333219"/>
          <a:ext cx="21336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51206400" imgH="20116800" progId="Equation.DSMT4">
                  <p:embed/>
                </p:oleObj>
              </mc:Choice>
              <mc:Fallback>
                <p:oleObj name="Equation" r:id="rId1" imgW="51206400" imgH="201168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47528" y="1333219"/>
                        <a:ext cx="213360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911566" y="1333219"/>
          <a:ext cx="207168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49987200" imgH="20116800" progId="Equation.DSMT4">
                  <p:embed/>
                </p:oleObj>
              </mc:Choice>
              <mc:Fallback>
                <p:oleObj name="Equation" r:id="rId3" imgW="49987200" imgH="201168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1566" y="1333219"/>
                        <a:ext cx="207168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896200" y="1333219"/>
          <a:ext cx="24225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57912000" imgH="21336000" progId="Equation.DSMT4">
                  <p:embed/>
                </p:oleObj>
              </mc:Choice>
              <mc:Fallback>
                <p:oleObj name="Equation" r:id="rId5" imgW="57912000" imgH="213360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96200" y="1333219"/>
                        <a:ext cx="24225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47528" y="2419749"/>
          <a:ext cx="2120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50901600" imgH="21336000" progId="Equation.DSMT4">
                  <p:embed/>
                </p:oleObj>
              </mc:Choice>
              <mc:Fallback>
                <p:oleObj name="Equation" r:id="rId7" imgW="50901600" imgH="213360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7528" y="2419749"/>
                        <a:ext cx="2120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911566" y="2419749"/>
          <a:ext cx="29718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71323200" imgH="20116800" progId="Equation.DSMT4">
                  <p:embed/>
                </p:oleObj>
              </mc:Choice>
              <mc:Fallback>
                <p:oleObj name="Equation" r:id="rId9" imgW="71323200" imgH="201168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11566" y="2419749"/>
                        <a:ext cx="29718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7896200" y="2419749"/>
          <a:ext cx="231298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55778400" imgH="21336000" progId="Equation.DSMT4">
                  <p:embed/>
                </p:oleObj>
              </mc:Choice>
              <mc:Fallback>
                <p:oleObj name="Equation" r:id="rId11" imgW="55778400" imgH="213360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96200" y="2419749"/>
                        <a:ext cx="231298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847528" y="3565017"/>
          <a:ext cx="2654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63703200" imgH="20116800" progId="Equation.DSMT4">
                  <p:embed/>
                </p:oleObj>
              </mc:Choice>
              <mc:Fallback>
                <p:oleObj name="Equation" r:id="rId13" imgW="63703200" imgH="201168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47528" y="3565017"/>
                        <a:ext cx="26543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911566" y="3573016"/>
          <a:ext cx="199231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47548800" imgH="20116800" progId="Equation.DSMT4">
                  <p:embed/>
                </p:oleObj>
              </mc:Choice>
              <mc:Fallback>
                <p:oleObj name="Equation" r:id="rId15" imgW="47548800" imgH="201168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11566" y="3573016"/>
                        <a:ext cx="199231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896200" y="3573016"/>
          <a:ext cx="25241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60350400" imgH="21336000" progId="Equation.DSMT4">
                  <p:embed/>
                </p:oleObj>
              </mc:Choice>
              <mc:Fallback>
                <p:oleObj name="Equation" r:id="rId17" imgW="60350400" imgH="213360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96200" y="3573016"/>
                        <a:ext cx="2524125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847528" y="4653136"/>
          <a:ext cx="26781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64008000" imgH="20116800" progId="Equation.DSMT4">
                  <p:embed/>
                </p:oleObj>
              </mc:Choice>
              <mc:Fallback>
                <p:oleObj name="Equation" r:id="rId19" imgW="64008000" imgH="201168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847528" y="4653136"/>
                        <a:ext cx="267811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2063552" y="5445224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3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279576" y="1268760"/>
          <a:ext cx="2667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21" imgW="6400800" imgH="20116800" progId="Equation.DSMT4">
                  <p:embed/>
                </p:oleObj>
              </mc:Choice>
              <mc:Fallback>
                <p:oleObj name="Equation" r:id="rId21" imgW="6400800" imgH="201168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279576" y="1268760"/>
                        <a:ext cx="2667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447928" y="1344844"/>
          <a:ext cx="134938" cy="29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23" imgW="3352800" imgH="7315200" progId="Equation.DSMT4">
                  <p:embed/>
                </p:oleObj>
              </mc:Choice>
              <mc:Fallback>
                <p:oleObj name="Equation" r:id="rId23" imgW="3352800" imgH="7315200" progId="Equation.DSMT4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47928" y="1344844"/>
                        <a:ext cx="134938" cy="298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3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8184232" y="1268760"/>
          <a:ext cx="800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25" imgW="19202400" imgH="10668000" progId="Equation.DSMT4">
                  <p:embed/>
                </p:oleObj>
              </mc:Choice>
              <mc:Fallback>
                <p:oleObj name="Equation" r:id="rId25" imgW="19202400" imgH="10668000" progId="Equation.DSMT4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184232" y="1268760"/>
                        <a:ext cx="8001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207568" y="2420888"/>
          <a:ext cx="381000" cy="29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Equation" r:id="rId27" imgW="9144000" imgH="7315200" progId="Equation.DSMT4">
                  <p:embed/>
                </p:oleObj>
              </mc:Choice>
              <mc:Fallback>
                <p:oleObj name="Equation" r:id="rId27" imgW="9144000" imgH="7315200" progId="Equation.DSMT4">
                  <p:embed/>
                  <p:pic>
                    <p:nvPicPr>
                      <p:cNvPr id="0" name="图片 1127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207568" y="2420888"/>
                        <a:ext cx="381000" cy="298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4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231904" y="2348880"/>
          <a:ext cx="730251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29" imgW="17678400" imgH="5791200" progId="Equation.DSMT4">
                  <p:embed/>
                </p:oleObj>
              </mc:Choice>
              <mc:Fallback>
                <p:oleObj name="Equation" r:id="rId29" imgW="17678400" imgH="5791200" progId="Equation.DSMT4">
                  <p:embed/>
                  <p:pic>
                    <p:nvPicPr>
                      <p:cNvPr id="0" name="图片 1127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231904" y="2348880"/>
                        <a:ext cx="730251" cy="246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4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8184232" y="2132856"/>
          <a:ext cx="590551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Equation" r:id="rId31" imgW="14020800" imgH="19812000" progId="Equation.DSMT4">
                  <p:embed/>
                </p:oleObj>
              </mc:Choice>
              <mc:Fallback>
                <p:oleObj name="Equation" r:id="rId31" imgW="14020800" imgH="19812000" progId="Equation.DSMT4">
                  <p:embed/>
                  <p:pic>
                    <p:nvPicPr>
                      <p:cNvPr id="0" name="图片 1127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184232" y="2132856"/>
                        <a:ext cx="590551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4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2351584" y="3356992"/>
          <a:ext cx="266700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33" imgW="6400800" imgH="20116800" progId="Equation.DSMT4">
                  <p:embed/>
                </p:oleObj>
              </mc:Choice>
              <mc:Fallback>
                <p:oleObj name="Equation" r:id="rId33" imgW="6400800" imgH="20116800" progId="Equation.DSMT4">
                  <p:embed/>
                  <p:pic>
                    <p:nvPicPr>
                      <p:cNvPr id="0" name="图片 1128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351584" y="3356992"/>
                        <a:ext cx="266700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4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5375920" y="3573016"/>
          <a:ext cx="198438" cy="323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35" imgW="4876800" imgH="7620000" progId="Equation.DSMT4">
                  <p:embed/>
                </p:oleObj>
              </mc:Choice>
              <mc:Fallback>
                <p:oleObj name="Equation" r:id="rId35" imgW="4876800" imgH="7620000" progId="Equation.DSMT4">
                  <p:embed/>
                  <p:pic>
                    <p:nvPicPr>
                      <p:cNvPr id="0" name="图片 1128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375920" y="3573016"/>
                        <a:ext cx="198438" cy="323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8328248" y="3645024"/>
          <a:ext cx="1984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Equation" r:id="rId37" imgW="4876800" imgH="7620000" progId="Equation.DSMT4">
                  <p:embed/>
                </p:oleObj>
              </mc:Choice>
              <mc:Fallback>
                <p:oleObj name="Equation" r:id="rId37" imgW="4876800" imgH="7620000" progId="Equation.DSMT4">
                  <p:embed/>
                  <p:pic>
                    <p:nvPicPr>
                      <p:cNvPr id="0" name="图片 11282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328248" y="3645024"/>
                        <a:ext cx="198438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2495600" y="4653136"/>
          <a:ext cx="13493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Equation" r:id="rId38" imgW="3352800" imgH="7315200" progId="Equation.DSMT4">
                  <p:embed/>
                </p:oleObj>
              </mc:Choice>
              <mc:Fallback>
                <p:oleObj name="Equation" r:id="rId38" imgW="3352800" imgH="7315200" progId="Equation.DSMT4">
                  <p:embed/>
                  <p:pic>
                    <p:nvPicPr>
                      <p:cNvPr id="0" name="图片 112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495600" y="4653136"/>
                        <a:ext cx="134938" cy="298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8"/>
          <p:cNvGrpSpPr/>
          <p:nvPr/>
        </p:nvGrpSpPr>
        <p:grpSpPr bwMode="auto">
          <a:xfrm>
            <a:off x="1921670" y="2012950"/>
            <a:ext cx="1028700" cy="533400"/>
            <a:chOff x="238" y="1174"/>
            <a:chExt cx="648" cy="336"/>
          </a:xfrm>
          <a:noFill/>
        </p:grpSpPr>
        <p:graphicFrame>
          <p:nvGraphicFramePr>
            <p:cNvPr id="53" name="Object 59"/>
            <p:cNvGraphicFramePr>
              <a:graphicFrameLocks noChangeAspect="1"/>
            </p:cNvGraphicFramePr>
            <p:nvPr/>
          </p:nvGraphicFramePr>
          <p:xfrm>
            <a:off x="238" y="1250"/>
            <a:ext cx="648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6" name="Equation" r:id="rId1" imgW="9448800" imgH="3048000" progId="Equation.DSMT4">
                    <p:embed/>
                  </p:oleObj>
                </mc:Choice>
                <mc:Fallback>
                  <p:oleObj name="Equation" r:id="rId1" imgW="9448800" imgH="3048000" progId="Equation.DSMT4">
                    <p:embed/>
                    <p:pic>
                      <p:nvPicPr>
                        <p:cNvPr id="0" name="图片 1230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8" y="1250"/>
                          <a:ext cx="648" cy="20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Rectangle 60"/>
            <p:cNvSpPr>
              <a:spLocks noChangeArrowheads="1"/>
            </p:cNvSpPr>
            <p:nvPr/>
          </p:nvSpPr>
          <p:spPr bwMode="auto">
            <a:xfrm>
              <a:off x="240" y="1174"/>
              <a:ext cx="612" cy="336"/>
            </a:xfrm>
            <a:prstGeom prst="rect">
              <a:avLst/>
            </a:prstGeom>
            <a:grpFill/>
            <a:ln w="9525">
              <a:solidFill>
                <a:srgbClr val="0070C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7302183" y="608013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3" imgW="18288000" imgH="9448800" progId="Equation.DSMT4">
                  <p:embed/>
                </p:oleObj>
              </mc:Choice>
              <mc:Fallback>
                <p:oleObj name="Equation" r:id="rId3" imgW="18288000" imgH="94488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02183" y="608013"/>
                        <a:ext cx="762000" cy="3937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121718" y="646113"/>
          <a:ext cx="990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5" imgW="23774400" imgH="7620000" progId="Equation.DSMT4">
                  <p:embed/>
                </p:oleObj>
              </mc:Choice>
              <mc:Fallback>
                <p:oleObj name="Equation" r:id="rId5" imgW="23774400" imgH="76200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21718" y="646113"/>
                        <a:ext cx="990600" cy="3175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192453" y="575628"/>
          <a:ext cx="444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7" imgW="10668000" imgH="10972800" progId="Equation.DSMT4">
                  <p:embed/>
                </p:oleObj>
              </mc:Choice>
              <mc:Fallback>
                <p:oleObj name="Equation" r:id="rId7" imgW="10668000" imgH="109728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192453" y="575628"/>
                        <a:ext cx="4445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8828088" y="576263"/>
          <a:ext cx="43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9" imgW="10363200" imgH="10972800" progId="Equation.DSMT4">
                  <p:embed/>
                </p:oleObj>
              </mc:Choice>
              <mc:Fallback>
                <p:oleObj name="Equation" r:id="rId9" imgW="10363200" imgH="109728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828088" y="576263"/>
                        <a:ext cx="4318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9377998" y="576263"/>
          <a:ext cx="749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11" imgW="17983200" imgH="10972800" progId="Equation.DSMT4">
                  <p:embed/>
                </p:oleObj>
              </mc:Choice>
              <mc:Fallback>
                <p:oleObj name="Equation" r:id="rId11" imgW="17983200" imgH="109728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9377998" y="576263"/>
                        <a:ext cx="749300" cy="4572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847057" y="1154113"/>
            <a:ext cx="19827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解决方法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067844" y="1749425"/>
            <a:ext cx="1143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通分</a:t>
            </a:r>
            <a:endParaRPr kumimoji="1" lang="zh-CN" altLang="en-US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0" name="Group 10"/>
          <p:cNvGrpSpPr/>
          <p:nvPr/>
        </p:nvGrpSpPr>
        <p:grpSpPr bwMode="auto">
          <a:xfrm>
            <a:off x="2991644" y="2282825"/>
            <a:ext cx="1143000" cy="533400"/>
            <a:chOff x="864" y="1248"/>
            <a:chExt cx="720" cy="336"/>
          </a:xfrm>
        </p:grpSpPr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864" y="1248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864" y="1296"/>
              <a:ext cx="672" cy="2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转化</a:t>
              </a:r>
              <a:endPara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Line 13"/>
          <p:cNvSpPr>
            <a:spLocks noChangeShapeType="1"/>
          </p:cNvSpPr>
          <p:nvPr/>
        </p:nvSpPr>
        <p:spPr bwMode="auto">
          <a:xfrm flipV="1">
            <a:off x="4134644" y="1825625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4134644" y="2282825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5" name="Group 15"/>
          <p:cNvGrpSpPr/>
          <p:nvPr/>
        </p:nvGrpSpPr>
        <p:grpSpPr bwMode="auto">
          <a:xfrm>
            <a:off x="4591844" y="1292225"/>
            <a:ext cx="457200" cy="1981200"/>
            <a:chOff x="1920" y="720"/>
            <a:chExt cx="288" cy="1248"/>
          </a:xfrm>
        </p:grpSpPr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1920" y="720"/>
              <a:ext cx="288" cy="576"/>
            </a:xfrm>
            <a:prstGeom prst="rect">
              <a:avLst/>
            </a:prstGeom>
            <a:solidFill>
              <a:srgbClr val="7030A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1994" y="723"/>
            <a:ext cx="152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4" name="Equation" r:id="rId13" imgW="278765" imgH="992505" progId="Equation.3">
                    <p:embed/>
                  </p:oleObj>
                </mc:Choice>
                <mc:Fallback>
                  <p:oleObj name="Equation" r:id="rId13" imgW="278765" imgH="992505" progId="Equation.3">
                    <p:embed/>
                    <p:pic>
                      <p:nvPicPr>
                        <p:cNvPr id="0" name="图片 122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994" y="723"/>
                          <a:ext cx="152" cy="5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920" y="1392"/>
              <a:ext cx="288" cy="576"/>
            </a:xfrm>
            <a:prstGeom prst="rect">
              <a:avLst/>
            </a:prstGeom>
            <a:solidFill>
              <a:srgbClr val="7030A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1979" y="1395"/>
            <a:ext cx="209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5" name="Equation" r:id="rId15" imgW="390525" imgH="992505" progId="Equation.3">
                    <p:embed/>
                  </p:oleObj>
                </mc:Choice>
                <mc:Fallback>
                  <p:oleObj name="Equation" r:id="rId15" imgW="390525" imgH="992505" progId="Equation.3">
                    <p:embed/>
                    <p:pic>
                      <p:nvPicPr>
                        <p:cNvPr id="0" name="图片 122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979" y="1395"/>
                          <a:ext cx="209" cy="53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Group 20"/>
          <p:cNvGrpSpPr/>
          <p:nvPr/>
        </p:nvGrpSpPr>
        <p:grpSpPr bwMode="auto">
          <a:xfrm>
            <a:off x="6801644" y="1978025"/>
            <a:ext cx="914400" cy="533400"/>
            <a:chOff x="3312" y="1152"/>
            <a:chExt cx="576" cy="336"/>
          </a:xfrm>
        </p:grpSpPr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3312" y="1152"/>
              <a:ext cx="576" cy="336"/>
            </a:xfrm>
            <a:prstGeom prst="rect">
              <a:avLst/>
            </a:prstGeom>
            <a:noFill/>
            <a:ln w="9525">
              <a:solidFill>
                <a:srgbClr val="0070C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3366" y="1186"/>
            <a:ext cx="499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6" name="Equation" r:id="rId17" imgW="7315200" imgH="4267200" progId="Equation.DSMT4">
                    <p:embed/>
                  </p:oleObj>
                </mc:Choice>
                <mc:Fallback>
                  <p:oleObj name="Equation" r:id="rId17" imgW="7315200" imgH="4267200" progId="Equation.DSMT4">
                    <p:embed/>
                    <p:pic>
                      <p:nvPicPr>
                        <p:cNvPr id="0" name="图片 1229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66" y="1186"/>
                          <a:ext cx="499" cy="2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5582444" y="1763713"/>
            <a:ext cx="1295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取倒数</a:t>
            </a:r>
            <a:endParaRPr kumimoji="1" lang="zh-CN" altLang="en-US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4" name="Group 24"/>
          <p:cNvGrpSpPr/>
          <p:nvPr/>
        </p:nvGrpSpPr>
        <p:grpSpPr bwMode="auto">
          <a:xfrm>
            <a:off x="5506244" y="2282825"/>
            <a:ext cx="1258888" cy="533400"/>
            <a:chOff x="2448" y="1248"/>
            <a:chExt cx="793" cy="336"/>
          </a:xfrm>
        </p:grpSpPr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448" y="1248"/>
              <a:ext cx="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544" y="1296"/>
              <a:ext cx="672" cy="2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转化</a:t>
              </a:r>
              <a:endPara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Line 27"/>
          <p:cNvSpPr>
            <a:spLocks noChangeShapeType="1"/>
          </p:cNvSpPr>
          <p:nvPr/>
        </p:nvSpPr>
        <p:spPr bwMode="auto">
          <a:xfrm flipV="1">
            <a:off x="5125244" y="2282825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Line 28"/>
          <p:cNvSpPr>
            <a:spLocks noChangeShapeType="1"/>
          </p:cNvSpPr>
          <p:nvPr/>
        </p:nvSpPr>
        <p:spPr bwMode="auto">
          <a:xfrm>
            <a:off x="5125244" y="1825625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9" name="Group 29"/>
          <p:cNvGrpSpPr/>
          <p:nvPr/>
        </p:nvGrpSpPr>
        <p:grpSpPr bwMode="auto">
          <a:xfrm>
            <a:off x="9544844" y="1322388"/>
            <a:ext cx="685800" cy="1844675"/>
            <a:chOff x="5088" y="739"/>
            <a:chExt cx="432" cy="116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5089" y="739"/>
              <a:ext cx="431" cy="31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Object 31"/>
            <p:cNvGraphicFramePr>
              <a:graphicFrameLocks noChangeAspect="1"/>
            </p:cNvGraphicFramePr>
            <p:nvPr/>
          </p:nvGraphicFramePr>
          <p:xfrm>
            <a:off x="5229" y="796"/>
            <a:ext cx="187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7" name="Equation" r:id="rId19" imgW="3962400" imgH="4876800" progId="Equation.DSMT4">
                    <p:embed/>
                  </p:oleObj>
                </mc:Choice>
                <mc:Fallback>
                  <p:oleObj name="Equation" r:id="rId19" imgW="3962400" imgH="4876800" progId="Equation.DSMT4">
                    <p:embed/>
                    <p:pic>
                      <p:nvPicPr>
                        <p:cNvPr id="0" name="图片 1229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229" y="796"/>
                          <a:ext cx="187" cy="22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5089" y="1171"/>
              <a:ext cx="431" cy="31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3" name="Object 33"/>
            <p:cNvGraphicFramePr>
              <a:graphicFrameLocks noChangeAspect="1"/>
            </p:cNvGraphicFramePr>
            <p:nvPr/>
          </p:nvGraphicFramePr>
          <p:xfrm>
            <a:off x="5245" y="1204"/>
            <a:ext cx="21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" name="Equation" r:id="rId21" imgW="3962400" imgH="4572000" progId="Equation.DSMT4">
                    <p:embed/>
                  </p:oleObj>
                </mc:Choice>
                <mc:Fallback>
                  <p:oleObj name="Equation" r:id="rId21" imgW="3962400" imgH="4572000" progId="Equation.DSMT4">
                    <p:embed/>
                    <p:pic>
                      <p:nvPicPr>
                        <p:cNvPr id="0" name="图片 122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245" y="1204"/>
                          <a:ext cx="21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5088" y="1584"/>
              <a:ext cx="431" cy="31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35"/>
            <p:cNvGraphicFramePr>
              <a:graphicFrameLocks noChangeAspect="1"/>
            </p:cNvGraphicFramePr>
            <p:nvPr/>
          </p:nvGraphicFramePr>
          <p:xfrm>
            <a:off x="5183" y="1612"/>
            <a:ext cx="25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9" name="Equation" r:id="rId23" imgW="4876800" imgH="4572000" progId="Equation.DSMT4">
                    <p:embed/>
                  </p:oleObj>
                </mc:Choice>
                <mc:Fallback>
                  <p:oleObj name="Equation" r:id="rId23" imgW="4876800" imgH="4572000" progId="Equation.DSMT4">
                    <p:embed/>
                    <p:pic>
                      <p:nvPicPr>
                        <p:cNvPr id="0" name="图片 122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183" y="1612"/>
                          <a:ext cx="252" cy="24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7792244" y="1749425"/>
            <a:ext cx="1295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取对数</a:t>
            </a:r>
            <a:endParaRPr kumimoji="1" lang="zh-CN" altLang="en-US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7" name="Group 37"/>
          <p:cNvGrpSpPr/>
          <p:nvPr/>
        </p:nvGrpSpPr>
        <p:grpSpPr bwMode="auto">
          <a:xfrm>
            <a:off x="7792244" y="2282825"/>
            <a:ext cx="1143000" cy="533400"/>
            <a:chOff x="3840" y="1248"/>
            <a:chExt cx="793" cy="336"/>
          </a:xfrm>
        </p:grpSpPr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3840" y="1248"/>
              <a:ext cx="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Rectangle 39"/>
            <p:cNvSpPr>
              <a:spLocks noChangeArrowheads="1"/>
            </p:cNvSpPr>
            <p:nvPr/>
          </p:nvSpPr>
          <p:spPr bwMode="auto">
            <a:xfrm>
              <a:off x="3936" y="1296"/>
              <a:ext cx="672" cy="2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algn="ctr"/>
              <a:r>
                <a:rPr kumimoji="1" lang="zh-CN" altLang="en-US" sz="2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转化</a:t>
              </a:r>
              <a:endPara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Group 40"/>
          <p:cNvGrpSpPr/>
          <p:nvPr/>
        </p:nvGrpSpPr>
        <p:grpSpPr bwMode="auto">
          <a:xfrm>
            <a:off x="9011444" y="1749425"/>
            <a:ext cx="457200" cy="1066800"/>
            <a:chOff x="4656" y="912"/>
            <a:chExt cx="288" cy="672"/>
          </a:xfrm>
        </p:grpSpPr>
        <p:sp>
          <p:nvSpPr>
            <p:cNvPr id="41" name="Line 41"/>
            <p:cNvSpPr>
              <a:spLocks noChangeShapeType="1"/>
            </p:cNvSpPr>
            <p:nvPr/>
          </p:nvSpPr>
          <p:spPr bwMode="auto">
            <a:xfrm flipV="1">
              <a:off x="4656" y="912"/>
              <a:ext cx="28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>
              <a:off x="4656" y="1248"/>
              <a:ext cx="28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Line 43"/>
            <p:cNvSpPr>
              <a:spLocks noChangeShapeType="1"/>
            </p:cNvSpPr>
            <p:nvPr/>
          </p:nvSpPr>
          <p:spPr bwMode="auto">
            <a:xfrm>
              <a:off x="4656" y="124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 Box 44"/>
          <p:cNvSpPr txBox="1">
            <a:spLocks noChangeArrowheads="1"/>
          </p:cNvSpPr>
          <p:nvPr/>
        </p:nvSpPr>
        <p:spPr bwMode="auto">
          <a:xfrm>
            <a:off x="1924844" y="3584258"/>
            <a:ext cx="17764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3278188" y="3584575"/>
          <a:ext cx="2692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25" imgW="64617600" imgH="14325600" progId="Equation.DSMT4">
                  <p:embed/>
                </p:oleObj>
              </mc:Choice>
              <mc:Fallback>
                <p:oleObj name="Equation" r:id="rId25" imgW="64617600" imgH="14325600" progId="Equation.DSMT4">
                  <p:embed/>
                  <p:pic>
                    <p:nvPicPr>
                      <p:cNvPr id="0" name="图片 1229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78188" y="3584575"/>
                        <a:ext cx="26924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6"/>
          <p:cNvGraphicFramePr>
            <a:graphicFrameLocks noChangeAspect="1"/>
          </p:cNvGraphicFramePr>
          <p:nvPr/>
        </p:nvGraphicFramePr>
        <p:xfrm>
          <a:off x="8064594" y="3533607"/>
          <a:ext cx="1144091" cy="501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27" imgW="11887200" imgH="5181600" progId="Equation.DSMT4">
                  <p:embed/>
                </p:oleObj>
              </mc:Choice>
              <mc:Fallback>
                <p:oleObj name="Equation" r:id="rId27" imgW="11887200" imgH="5181600" progId="Equation.DSMT4">
                  <p:embed/>
                  <p:pic>
                    <p:nvPicPr>
                      <p:cNvPr id="0" name="图片 12300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064594" y="3533607"/>
                        <a:ext cx="1144091" cy="501342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47"/>
          <p:cNvSpPr txBox="1">
            <a:spLocks noChangeArrowheads="1"/>
          </p:cNvSpPr>
          <p:nvPr/>
        </p:nvSpPr>
        <p:spPr bwMode="auto">
          <a:xfrm>
            <a:off x="2016919" y="4460875"/>
            <a:ext cx="21939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8" name="Object 48"/>
          <p:cNvGraphicFramePr>
            <a:graphicFrameLocks noChangeAspect="1"/>
          </p:cNvGraphicFramePr>
          <p:nvPr/>
        </p:nvGraphicFramePr>
        <p:xfrm>
          <a:off x="3640138" y="4371975"/>
          <a:ext cx="146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29" imgW="35052000" imgH="20116800" progId="Equation.DSMT4">
                  <p:embed/>
                </p:oleObj>
              </mc:Choice>
              <mc:Fallback>
                <p:oleObj name="Equation" r:id="rId29" imgW="35052000" imgH="20116800" progId="Equation.DSMT4">
                  <p:embed/>
                  <p:pic>
                    <p:nvPicPr>
                      <p:cNvPr id="0" name="图片 12301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640138" y="4371975"/>
                        <a:ext cx="14605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9"/>
          <p:cNvGraphicFramePr>
            <a:graphicFrameLocks noChangeAspect="1"/>
          </p:cNvGraphicFramePr>
          <p:nvPr/>
        </p:nvGraphicFramePr>
        <p:xfrm>
          <a:off x="5468938" y="4276725"/>
          <a:ext cx="2032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31" imgW="48768000" imgH="21945600" progId="Equation.DSMT4">
                  <p:embed/>
                </p:oleObj>
              </mc:Choice>
              <mc:Fallback>
                <p:oleObj name="Equation" r:id="rId31" imgW="48768000" imgH="21945600" progId="Equation.DSMT4">
                  <p:embed/>
                  <p:pic>
                    <p:nvPicPr>
                      <p:cNvPr id="0" name="图片 12302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68938" y="4276725"/>
                        <a:ext cx="20320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0"/>
          <p:cNvGraphicFramePr>
            <a:graphicFrameLocks noChangeAspect="1"/>
          </p:cNvGraphicFramePr>
          <p:nvPr/>
        </p:nvGraphicFramePr>
        <p:xfrm>
          <a:off x="5583238" y="5673725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Equation" r:id="rId33" imgW="11887200" imgH="9448800" progId="Equation.DSMT4">
                  <p:embed/>
                </p:oleObj>
              </mc:Choice>
              <mc:Fallback>
                <p:oleObj name="Equation" r:id="rId33" imgW="11887200" imgH="9448800" progId="Equation.DSMT4">
                  <p:embed/>
                  <p:pic>
                    <p:nvPicPr>
                      <p:cNvPr id="0" name="图片 12303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583238" y="5673725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1"/>
          <p:cNvGraphicFramePr>
            <a:graphicFrameLocks noChangeAspect="1"/>
          </p:cNvGraphicFramePr>
          <p:nvPr/>
        </p:nvGraphicFramePr>
        <p:xfrm>
          <a:off x="3652838" y="5381625"/>
          <a:ext cx="173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Equation" r:id="rId35" imgW="41757600" imgH="21336000" progId="Equation.DSMT4">
                  <p:embed/>
                </p:oleObj>
              </mc:Choice>
              <mc:Fallback>
                <p:oleObj name="Equation" r:id="rId35" imgW="41757600" imgH="21336000" progId="Equation.DSMT4">
                  <p:embed/>
                  <p:pic>
                    <p:nvPicPr>
                      <p:cNvPr id="0" name="图片 12304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652838" y="5381625"/>
                        <a:ext cx="1739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1233170" y="513080"/>
            <a:ext cx="473837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其它类型的未定式的极限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3" grpId="0" bldLvl="0" animBg="1"/>
      <p:bldP spid="14" grpId="0" bldLvl="0" animBg="1"/>
      <p:bldP spid="23" grpId="0" autoUpdateAnimBg="0"/>
      <p:bldP spid="27" grpId="0" bldLvl="0" animBg="1"/>
      <p:bldP spid="28" grpId="0" bldLvl="0" animBg="1"/>
      <p:bldP spid="36" grpId="0" autoUpdateAnimBg="0"/>
      <p:bldP spid="44" grpId="0" autoUpdateAnimBg="0"/>
      <p:bldP spid="4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7013560" y="591354"/>
          <a:ext cx="1136359" cy="404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13106400" imgH="4572000" progId="Equation.DSMT4">
                  <p:embed/>
                </p:oleObj>
              </mc:Choice>
              <mc:Fallback>
                <p:oleObj name="Equation" r:id="rId1" imgW="13106400" imgH="457200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013560" y="591354"/>
                        <a:ext cx="1136359" cy="40446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175313" y="591205"/>
          <a:ext cx="25019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60045600" imgH="14935200" progId="Equation.DSMT4">
                  <p:embed/>
                </p:oleObj>
              </mc:Choice>
              <mc:Fallback>
                <p:oleObj name="Equation" r:id="rId3" imgW="60045600" imgH="14935200" progId="Equation.DSMT4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313" y="591205"/>
                        <a:ext cx="25019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23728" y="1683618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524250" y="1524953"/>
          <a:ext cx="2844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68275200" imgH="20116800" progId="Equation.DSMT4">
                  <p:embed/>
                </p:oleObj>
              </mc:Choice>
              <mc:Fallback>
                <p:oleObj name="Equation" r:id="rId5" imgW="68275200" imgH="20116800" progId="Equation.DSMT4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24250" y="1524953"/>
                        <a:ext cx="2844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521450" y="1524953"/>
          <a:ext cx="194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46634400" imgH="20116800" progId="Equation.DSMT4">
                  <p:embed/>
                </p:oleObj>
              </mc:Choice>
              <mc:Fallback>
                <p:oleObj name="Equation" r:id="rId7" imgW="46634400" imgH="20116800" progId="Equation.DSMT4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21450" y="1524953"/>
                        <a:ext cx="1943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524250" y="2751138"/>
          <a:ext cx="180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43281600" imgH="20116800" progId="Equation.DSMT4">
                  <p:embed/>
                </p:oleObj>
              </mc:Choice>
              <mc:Fallback>
                <p:oleObj name="Equation" r:id="rId9" imgW="43281600" imgH="20116800" progId="Equation.DSMT4">
                  <p:embed/>
                  <p:pic>
                    <p:nvPicPr>
                      <p:cNvPr id="0" name="图片 133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24250" y="2751138"/>
                        <a:ext cx="1803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504815" y="2973388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11887200" imgH="9448800" progId="Equation.DSMT4">
                  <p:embed/>
                </p:oleObj>
              </mc:Choice>
              <mc:Fallback>
                <p:oleObj name="Equation" r:id="rId11" imgW="11887200" imgH="9448800" progId="Equation.DSMT4">
                  <p:embed/>
                  <p:pic>
                    <p:nvPicPr>
                      <p:cNvPr id="0" name="图片 1331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04815" y="2973388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 txBox="1">
            <a:spLocks noChangeArrowheads="1"/>
          </p:cNvSpPr>
          <p:nvPr/>
        </p:nvSpPr>
        <p:spPr>
          <a:xfrm>
            <a:off x="1847528" y="591101"/>
            <a:ext cx="1371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923403" y="3731667"/>
            <a:ext cx="1447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7.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/>
        </p:nvGraphicFramePr>
        <p:xfrm>
          <a:off x="3218810" y="3732004"/>
          <a:ext cx="1016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24384000" imgH="14325600" progId="Equation.DSMT4">
                  <p:embed/>
                </p:oleObj>
              </mc:Choice>
              <mc:Fallback>
                <p:oleObj name="Equation" r:id="rId13" imgW="24384000" imgH="14325600" progId="Equation.DSMT4">
                  <p:embed/>
                  <p:pic>
                    <p:nvPicPr>
                      <p:cNvPr id="0" name="图片 133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8810" y="3732004"/>
                        <a:ext cx="10160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7062470" y="3822700"/>
          <a:ext cx="689520" cy="427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7924800" imgH="4876800" progId="Equation.DSMT4">
                  <p:embed/>
                </p:oleObj>
              </mc:Choice>
              <mc:Fallback>
                <p:oleObj name="Equation" r:id="rId15" imgW="7924800" imgH="4876800" progId="Equation.DSMT4">
                  <p:embed/>
                  <p:pic>
                    <p:nvPicPr>
                      <p:cNvPr id="0" name="图片 133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62470" y="3822700"/>
                        <a:ext cx="689520" cy="42758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042783" y="4639717"/>
            <a:ext cx="15732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2933378" y="4673074"/>
          <a:ext cx="952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22860000" imgH="14325600" progId="Equation.DSMT4">
                  <p:embed/>
                </p:oleObj>
              </mc:Choice>
              <mc:Fallback>
                <p:oleObj name="Equation" r:id="rId17" imgW="22860000" imgH="14325600" progId="Equation.DSMT4">
                  <p:embed/>
                  <p:pic>
                    <p:nvPicPr>
                      <p:cNvPr id="0" name="图片 133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33378" y="4673074"/>
                        <a:ext cx="9525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3885560" y="4737209"/>
          <a:ext cx="1473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35356800" imgH="14325600" progId="Equation.DSMT4">
                  <p:embed/>
                </p:oleObj>
              </mc:Choice>
              <mc:Fallback>
                <p:oleObj name="Equation" r:id="rId19" imgW="35356800" imgH="14325600" progId="Equation.DSMT4">
                  <p:embed/>
                  <p:pic>
                    <p:nvPicPr>
                      <p:cNvPr id="0" name="图片 1332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885560" y="4737209"/>
                        <a:ext cx="14732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/>
          <p:cNvGraphicFramePr>
            <a:graphicFrameLocks noChangeAspect="1"/>
          </p:cNvGraphicFramePr>
          <p:nvPr/>
        </p:nvGraphicFramePr>
        <p:xfrm>
          <a:off x="6704831" y="4781005"/>
          <a:ext cx="584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21" imgW="14020800" imgH="9144000" progId="Equation.DSMT4">
                  <p:embed/>
                </p:oleObj>
              </mc:Choice>
              <mc:Fallback>
                <p:oleObj name="Equation" r:id="rId21" imgW="14020800" imgH="9144000" progId="Equation.DSMT4">
                  <p:embed/>
                  <p:pic>
                    <p:nvPicPr>
                      <p:cNvPr id="0" name="图片 1332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704831" y="4781005"/>
                        <a:ext cx="584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7365856" y="4838882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23" imgW="10363200" imgH="9448800" progId="Equation.DSMT4">
                  <p:embed/>
                </p:oleObj>
              </mc:Choice>
              <mc:Fallback>
                <p:oleObj name="Equation" r:id="rId23" imgW="10363200" imgH="9448800" progId="Equation.DSMT4">
                  <p:embed/>
                  <p:pic>
                    <p:nvPicPr>
                      <p:cNvPr id="0" name="图片 1332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65856" y="4838882"/>
                        <a:ext cx="431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10">
            <a:hlinkClick r:id="rId2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872355" y="5334000"/>
            <a:ext cx="1761490" cy="467995"/>
          </a:xfrm>
          <a:prstGeom prst="actionButtonBlank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33CC"/>
            </a:solidFill>
            <a:miter lim="800000"/>
          </a:ln>
        </p:spPr>
        <p:txBody>
          <a:bodyPr wrap="none" anchor="ctr"/>
          <a:lstStyle/>
          <a:p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 例</a:t>
            </a:r>
            <a:r>
              <a:rPr kumimoji="1" lang="en-US" altLang="zh-CN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endParaRPr kumimoji="1" lang="en-US" altLang="zh-CN" sz="24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Line 11"/>
          <p:cNvSpPr>
            <a:spLocks noChangeShapeType="1"/>
          </p:cNvSpPr>
          <p:nvPr/>
        </p:nvSpPr>
        <p:spPr bwMode="auto">
          <a:xfrm>
            <a:off x="4871864" y="5269973"/>
            <a:ext cx="176226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0" grpId="0" autoUpdateAnimBg="0" build="p"/>
      <p:bldP spid="13" grpId="0" autoUpdateAnimBg="0"/>
      <p:bldP spid="18" grpId="0" bldLvl="0" animBg="1" autoUpdateAnimBg="0"/>
      <p:bldP spid="1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1946583" y="236518"/>
            <a:ext cx="23260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063552" y="854845"/>
          <a:ext cx="3517901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84429600" imgH="14325600" progId="Equation.DSMT4">
                  <p:embed/>
                </p:oleObj>
              </mc:Choice>
              <mc:Fallback>
                <p:oleObj name="Equation" r:id="rId1" imgW="84429600" imgH="143256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3552" y="854845"/>
                        <a:ext cx="3517901" cy="604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528048" y="620688"/>
          <a:ext cx="2803526" cy="1073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67056000" imgH="25603200" progId="Equation.DSMT4">
                  <p:embed/>
                </p:oleObj>
              </mc:Choice>
              <mc:Fallback>
                <p:oleObj name="Equation" r:id="rId3" imgW="67056000" imgH="256032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8048" y="620688"/>
                        <a:ext cx="2803526" cy="1073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63552" y="1628800"/>
          <a:ext cx="2936876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70713600" imgH="22555200" progId="Equation.DSMT4">
                  <p:embed/>
                </p:oleObj>
              </mc:Choice>
              <mc:Fallback>
                <p:oleObj name="Equation" r:id="rId5" imgW="70713600" imgH="225552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552" y="1628800"/>
                        <a:ext cx="2936876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528048" y="1685950"/>
          <a:ext cx="3159125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75590400" imgH="19812000" progId="Equation.DSMT4">
                  <p:embed/>
                </p:oleObj>
              </mc:Choice>
              <mc:Fallback>
                <p:oleObj name="Equation" r:id="rId7" imgW="75590400" imgH="198120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28048" y="1685950"/>
                        <a:ext cx="3159125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2038658" y="2792869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2662735" y="2792869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化作除式的极限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1523845" y="3467321"/>
            <a:ext cx="14331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幼圆" panose="02010509060101010101" charset="-122"/>
                <a:ea typeface="幼圆" panose="02010509060101010101" charset="-122"/>
                <a:cs typeface="Times New Roman" panose="02020603050405020304" pitchFamily="18" charset="0"/>
              </a:rPr>
              <a:t>☆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858813" y="3461596"/>
          <a:ext cx="176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42367200" imgH="14325600" progId="Equation.DSMT4">
                  <p:embed/>
                </p:oleObj>
              </mc:Choice>
              <mc:Fallback>
                <p:oleObj name="Equation" r:id="rId9" imgW="42367200" imgH="143256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58813" y="3461596"/>
                        <a:ext cx="17653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 bwMode="auto">
          <a:xfrm>
            <a:off x="2168952" y="4454386"/>
            <a:ext cx="411543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记住上面这个结果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018530" y="2857300"/>
          <a:ext cx="19939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47853600" imgH="29870400" progId="Equation.DSMT4">
                  <p:embed/>
                </p:oleObj>
              </mc:Choice>
              <mc:Fallback>
                <p:oleObj name="Equation" r:id="rId11" imgW="47853600" imgH="298704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18530" y="2857300"/>
                        <a:ext cx="1993900" cy="1244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737226" y="3264111"/>
          <a:ext cx="1168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3" name="Equation" r:id="rId13" imgW="28041600" imgH="20116800" progId="Equation.DSMT4">
                  <p:embed/>
                </p:oleObj>
              </mc:Choice>
              <mc:Fallback>
                <p:oleObj name="Equation" r:id="rId13" imgW="28041600" imgH="20116800" progId="Equation.DSMT4">
                  <p:embed/>
                  <p:pic>
                    <p:nvPicPr>
                      <p:cNvPr id="0" name="图片 143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37226" y="3264111"/>
                        <a:ext cx="1168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8125559" y="3212976"/>
          <a:ext cx="1866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Equation" r:id="rId15" imgW="44805600" imgH="21336000" progId="Equation.DSMT4">
                  <p:embed/>
                </p:oleObj>
              </mc:Choice>
              <mc:Fallback>
                <p:oleObj name="Equation" r:id="rId15" imgW="44805600" imgH="21336000" progId="Equation.DSMT4">
                  <p:embed/>
                  <p:pic>
                    <p:nvPicPr>
                      <p:cNvPr id="0" name="图片 1434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125559" y="3212976"/>
                        <a:ext cx="1866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2" grpId="0" bldLvl="0" animBg="1"/>
      <p:bldP spid="23" grpId="0" bldLvl="0" animBg="1"/>
      <p:bldP spid="2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979875" y="595288"/>
            <a:ext cx="10756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862878" y="315777"/>
          <a:ext cx="2297113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55168800" imgH="25603200" progId="Equation.DSMT4">
                  <p:embed/>
                </p:oleObj>
              </mc:Choice>
              <mc:Fallback>
                <p:oleObj name="Equation" r:id="rId1" imgW="55168800" imgH="25603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62878" y="315777"/>
                        <a:ext cx="2297113" cy="1071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888723" y="406931"/>
          <a:ext cx="1612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38709600" imgH="21336000" progId="Equation.DSMT4">
                  <p:embed/>
                </p:oleObj>
              </mc:Choice>
              <mc:Fallback>
                <p:oleObj name="Equation" r:id="rId3" imgW="38709600" imgH="213360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88723" y="406931"/>
                        <a:ext cx="1612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888778" y="1387495"/>
          <a:ext cx="2565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5" imgW="61569600" imgH="21031200" progId="Equation.DSMT4">
                  <p:embed/>
                </p:oleObj>
              </mc:Choice>
              <mc:Fallback>
                <p:oleObj name="Equation" r:id="rId5" imgW="61569600" imgH="210312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88778" y="1387495"/>
                        <a:ext cx="25654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8756258" y="692686"/>
            <a:ext cx="197040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结合换元法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041079" y="2750340"/>
            <a:ext cx="10756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922947" y="2549390"/>
          <a:ext cx="2176463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7" imgW="52425600" imgH="22555200" progId="Equation.DSMT4">
                  <p:embed/>
                </p:oleObj>
              </mc:Choice>
              <mc:Fallback>
                <p:oleObj name="Equation" r:id="rId7" imgW="52425600" imgH="225552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2947" y="2549390"/>
                        <a:ext cx="2176463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160174" y="2485529"/>
          <a:ext cx="2019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9" imgW="48463200" imgH="25603200" progId="Equation.DSMT4">
                  <p:embed/>
                </p:oleObj>
              </mc:Choice>
              <mc:Fallback>
                <p:oleObj name="Equation" r:id="rId9" imgW="48463200" imgH="256032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60174" y="2485529"/>
                        <a:ext cx="20193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239516" y="2480455"/>
          <a:ext cx="2057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1" imgW="49377600" imgH="21336000" progId="Equation.DSMT4">
                  <p:embed/>
                </p:oleObj>
              </mc:Choice>
              <mc:Fallback>
                <p:oleObj name="Equation" r:id="rId11" imgW="49377600" imgH="213360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39516" y="2480455"/>
                        <a:ext cx="20574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239799" y="3438014"/>
          <a:ext cx="15160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3" imgW="36576000" imgH="21336000" progId="Equation.DSMT4">
                  <p:embed/>
                </p:oleObj>
              </mc:Choice>
              <mc:Fallback>
                <p:oleObj name="Equation" r:id="rId13" imgW="36576000" imgH="213360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39799" y="3438014"/>
                        <a:ext cx="15160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899411" y="3472557"/>
          <a:ext cx="520700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5" imgW="12496800" imgH="19812000" progId="Equation.DSMT4">
                  <p:embed/>
                </p:oleObj>
              </mc:Choice>
              <mc:Fallback>
                <p:oleObj name="Equation" r:id="rId15" imgW="12496800" imgH="198120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899411" y="3472557"/>
                        <a:ext cx="520700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2041079" y="4798109"/>
            <a:ext cx="10756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922688" y="4634581"/>
          <a:ext cx="2368551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Equation" r:id="rId17" imgW="56692800" imgH="19812000" progId="Equation.DSMT4">
                  <p:embed/>
                </p:oleObj>
              </mc:Choice>
              <mc:Fallback>
                <p:oleObj name="Equation" r:id="rId17" imgW="56692800" imgH="19812000" progId="Equation.DSMT4">
                  <p:embed/>
                  <p:pic>
                    <p:nvPicPr>
                      <p:cNvPr id="0" name="图片 1536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22688" y="4634581"/>
                        <a:ext cx="2368551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423817" y="4650134"/>
          <a:ext cx="1755775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Equation" r:id="rId19" imgW="42062400" imgH="30175200" progId="Equation.DSMT4">
                  <p:embed/>
                </p:oleObj>
              </mc:Choice>
              <mc:Fallback>
                <p:oleObj name="Equation" r:id="rId19" imgW="42062400" imgH="30175200" progId="Equation.DSMT4">
                  <p:embed/>
                  <p:pic>
                    <p:nvPicPr>
                      <p:cNvPr id="0" name="图片 1536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23817" y="4650134"/>
                        <a:ext cx="1755775" cy="1250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311452" y="4635103"/>
          <a:ext cx="27559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1" name="Equation" r:id="rId21" imgW="66141600" imgH="32613600" progId="Equation.DSMT4">
                  <p:embed/>
                </p:oleObj>
              </mc:Choice>
              <mc:Fallback>
                <p:oleObj name="Equation" r:id="rId21" imgW="66141600" imgH="32613600" progId="Equation.DSMT4">
                  <p:embed/>
                  <p:pic>
                    <p:nvPicPr>
                      <p:cNvPr id="0" name="图片 1537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311452" y="4635103"/>
                        <a:ext cx="2755900" cy="1358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423421" y="5776436"/>
          <a:ext cx="55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23" imgW="13411200" imgH="20116800" progId="Equation.DSMT4">
                  <p:embed/>
                </p:oleObj>
              </mc:Choice>
              <mc:Fallback>
                <p:oleObj name="Equation" r:id="rId23" imgW="13411200" imgH="20116800" progId="Equation.DSMT4">
                  <p:embed/>
                  <p:pic>
                    <p:nvPicPr>
                      <p:cNvPr id="0" name="图片 1537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23421" y="5776436"/>
                        <a:ext cx="558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 bwMode="auto">
          <a:xfrm>
            <a:off x="3449509" y="3709918"/>
            <a:ext cx="3500848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/>
        </p:spPr>
        <p:txBody>
          <a:bodyPr wrap="squar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结合等价无穷小替换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274945" y="79854"/>
          <a:ext cx="14986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25" imgW="35966400" imgH="37490400" progId="Equation.DSMT4">
                  <p:embed/>
                </p:oleObj>
              </mc:Choice>
              <mc:Fallback>
                <p:oleObj name="Equation" r:id="rId25" imgW="35966400" imgH="37490400" progId="Equation.DSMT4">
                  <p:embed/>
                  <p:pic>
                    <p:nvPicPr>
                      <p:cNvPr id="0" name="图片 1537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74945" y="79854"/>
                        <a:ext cx="1498600" cy="1562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2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207568" y="522258"/>
            <a:ext cx="23260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9.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655840" y="285393"/>
          <a:ext cx="17589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42062400" imgH="24079200" progId="Equation.DSMT4">
                  <p:embed/>
                </p:oleObj>
              </mc:Choice>
              <mc:Fallback>
                <p:oleObj name="Equation" r:id="rId1" imgW="42062400" imgH="240792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55840" y="285393"/>
                        <a:ext cx="1758950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2222901" y="1631821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999656" y="1366778"/>
          <a:ext cx="2055812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49377600" imgH="24079200" progId="Equation.DSMT4">
                  <p:embed/>
                </p:oleObj>
              </mc:Choice>
              <mc:Fallback>
                <p:oleObj name="Equation" r:id="rId3" imgW="49377600" imgH="240792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9656" y="1366778"/>
                        <a:ext cx="2055812" cy="996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87888" y="1419488"/>
          <a:ext cx="3365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80772000" imgH="21336000" progId="Equation.DSMT4">
                  <p:embed/>
                </p:oleObj>
              </mc:Choice>
              <mc:Fallback>
                <p:oleObj name="Equation" r:id="rId5" imgW="80772000" imgH="213360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87888" y="1419488"/>
                        <a:ext cx="33655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727848" y="2636912"/>
          <a:ext cx="2514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60350400" imgH="19812000" progId="Equation.DSMT4">
                  <p:embed/>
                </p:oleObj>
              </mc:Choice>
              <mc:Fallback>
                <p:oleObj name="Equation" r:id="rId7" imgW="60350400" imgH="198120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27848" y="2636912"/>
                        <a:ext cx="2514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2783632" y="3861048"/>
            <a:ext cx="340042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记住这个结果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0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182221" y="1498630"/>
            <a:ext cx="2503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10.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讨论函数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08875" y="477137"/>
          <a:ext cx="4119562" cy="2565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9" name="Equation" r:id="rId1" imgW="99060000" imgH="61569600" progId="Equation.DSMT4">
                  <p:embed/>
                </p:oleObj>
              </mc:Choice>
              <mc:Fallback>
                <p:oleObj name="Equation" r:id="rId1" imgW="99060000" imgH="61569600" progId="Equation.DSMT4">
                  <p:embed/>
                  <p:pic>
                    <p:nvPicPr>
                      <p:cNvPr id="0" name="图片 174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08875" y="477137"/>
                        <a:ext cx="4119562" cy="25654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2351584" y="2780928"/>
            <a:ext cx="36899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处的连续性．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2182221" y="3933056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53906" y="3340051"/>
          <a:ext cx="3309938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Equation" r:id="rId3" imgW="91744800" imgH="40843200" progId="Equation.DSMT4">
                  <p:embed/>
                </p:oleObj>
              </mc:Choice>
              <mc:Fallback>
                <p:oleObj name="Equation" r:id="rId3" imgW="91744800" imgH="40843200" progId="Equation.DSMT4">
                  <p:embed/>
                  <p:pic>
                    <p:nvPicPr>
                      <p:cNvPr id="0" name="图片 174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3906" y="3340051"/>
                        <a:ext cx="3309938" cy="170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528048" y="3558315"/>
          <a:ext cx="2247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53949600" imgH="25603200" progId="Equation.DSMT4">
                  <p:embed/>
                </p:oleObj>
              </mc:Choice>
              <mc:Fallback>
                <p:oleObj name="Equation" r:id="rId5" imgW="53949600" imgH="256032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8048" y="3558315"/>
                        <a:ext cx="22479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688288" y="3933056"/>
          <a:ext cx="1790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42976800" imgH="15849600" progId="Equation.DSMT4">
                  <p:embed/>
                </p:oleObj>
              </mc:Choice>
              <mc:Fallback>
                <p:oleObj name="Equation" r:id="rId7" imgW="42976800" imgH="158496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688288" y="3933056"/>
                        <a:ext cx="1790700" cy="66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11624" y="4869160"/>
          <a:ext cx="1765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42367200" imgH="21640800" progId="Equation.DSMT4">
                  <p:embed/>
                </p:oleObj>
              </mc:Choice>
              <mc:Fallback>
                <p:oleObj name="Equation" r:id="rId9" imgW="42367200" imgH="216408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11624" y="4869160"/>
                        <a:ext cx="17653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27563" y="5229225"/>
          <a:ext cx="4572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10972800" imgH="14935200" progId="Equation.DSMT4">
                  <p:embed/>
                </p:oleObj>
              </mc:Choice>
              <mc:Fallback>
                <p:oleObj name="Equation" r:id="rId11" imgW="10972800" imgH="149352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627563" y="5229225"/>
                        <a:ext cx="457200" cy="622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375920" y="5462488"/>
          <a:ext cx="2667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64008000" imgH="13411200" progId="Equation.DSMT4">
                  <p:embed/>
                </p:oleObj>
              </mc:Choice>
              <mc:Fallback>
                <p:oleObj name="Equation" r:id="rId13" imgW="64008000" imgH="134112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75920" y="5462488"/>
                        <a:ext cx="2667000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8293861" y="5410646"/>
            <a:ext cx="1701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所以连续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5519936" y="523220"/>
            <a:ext cx="0" cy="3193812"/>
          </a:xfrm>
          <a:prstGeom prst="straightConnector1">
            <a:avLst/>
          </a:prstGeom>
          <a:ln w="57150">
            <a:solidFill>
              <a:schemeClr val="accent5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 bwMode="auto">
          <a:xfrm>
            <a:off x="1703512" y="0"/>
            <a:ext cx="677608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想一想：为什么此处不能先将极限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代入？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15" grpId="0" bldLvl="0" animBg="1"/>
      <p:bldP spid="2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704390" y="301417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关于洛必达法则用法的注记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00022" y="885175"/>
            <a:ext cx="63093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1.不能应用洛必达法则的几个反例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800511" y="1562194"/>
            <a:ext cx="1066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2705735" y="1415733"/>
          <a:ext cx="3886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93268800" imgH="21640800" progId="Equation.DSMT4">
                  <p:embed/>
                </p:oleObj>
              </mc:Choice>
              <mc:Fallback>
                <p:oleObj name="Equation" r:id="rId1" imgW="93268800" imgH="21640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5735" y="1415733"/>
                        <a:ext cx="38862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230053" y="2244408"/>
          <a:ext cx="3365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80772000" imgH="21640800" progId="Equation.DSMT4">
                  <p:embed/>
                </p:oleObj>
              </mc:Choice>
              <mc:Fallback>
                <p:oleObj name="Equation" r:id="rId3" imgW="80772000" imgH="216408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30053" y="2244408"/>
                        <a:ext cx="3365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5661659" y="2389654"/>
          <a:ext cx="502915" cy="507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3352800" imgH="3352800" progId="Equation.DSMT4">
                  <p:embed/>
                </p:oleObj>
              </mc:Choice>
              <mc:Fallback>
                <p:oleObj name="Equation" r:id="rId5" imgW="3352800" imgH="3352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61659" y="2389654"/>
                        <a:ext cx="502915" cy="50724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403761" y="3521646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3552825" y="3324225"/>
          <a:ext cx="187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45110400" imgH="20116800" progId="Equation.DSMT4">
                  <p:embed/>
                </p:oleObj>
              </mc:Choice>
              <mc:Fallback>
                <p:oleObj name="Equation" r:id="rId7" imgW="45110400" imgH="201168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2825" y="3324225"/>
                        <a:ext cx="1879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/>
          <p:cNvGraphicFramePr>
            <a:graphicFrameLocks noChangeAspect="1"/>
          </p:cNvGraphicFramePr>
          <p:nvPr/>
        </p:nvGraphicFramePr>
        <p:xfrm>
          <a:off x="6327775" y="3379470"/>
          <a:ext cx="1854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44500800" imgH="19812000" progId="Equation.DSMT4">
                  <p:embed/>
                </p:oleObj>
              </mc:Choice>
              <mc:Fallback>
                <p:oleObj name="Equation" r:id="rId9" imgW="44500800" imgH="198120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27775" y="3379470"/>
                        <a:ext cx="18542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6505861" y="4323968"/>
            <a:ext cx="1905000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极限不存在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5628639" y="3523524"/>
          <a:ext cx="502915" cy="502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3352800" imgH="3352800" progId="Equation.DSMT4">
                  <p:embed/>
                </p:oleObj>
              </mc:Choice>
              <mc:Fallback>
                <p:oleObj name="Equation" r:id="rId11" imgW="3352800" imgH="3352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28639" y="3523524"/>
                        <a:ext cx="502915" cy="50291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1"/>
          <p:cNvGraphicFramePr>
            <a:graphicFrameLocks noChangeAspect="1"/>
          </p:cNvGraphicFramePr>
          <p:nvPr/>
        </p:nvGraphicFramePr>
        <p:xfrm>
          <a:off x="3546475" y="5013325"/>
          <a:ext cx="2019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48463200" imgH="20116800" progId="Equation.DSMT4">
                  <p:embed/>
                </p:oleObj>
              </mc:Choice>
              <mc:Fallback>
                <p:oleObj name="Equation" r:id="rId13" imgW="48463200" imgH="201168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46475" y="5013325"/>
                        <a:ext cx="2019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2"/>
          <p:cNvGrpSpPr/>
          <p:nvPr/>
        </p:nvGrpSpPr>
        <p:grpSpPr bwMode="auto">
          <a:xfrm>
            <a:off x="4524661" y="4549393"/>
            <a:ext cx="71438" cy="457200"/>
            <a:chOff x="1440" y="2832"/>
            <a:chExt cx="96" cy="288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440" y="28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1536" y="28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" name="Object 15"/>
          <p:cNvGraphicFramePr>
            <a:graphicFrameLocks noChangeAspect="1"/>
          </p:cNvGraphicFramePr>
          <p:nvPr/>
        </p:nvGraphicFramePr>
        <p:xfrm>
          <a:off x="5861050" y="5266718"/>
          <a:ext cx="515923" cy="394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5181600" imgH="3962400" progId="Equation.DSMT4">
                  <p:embed/>
                </p:oleObj>
              </mc:Choice>
              <mc:Fallback>
                <p:oleObj name="Equation" r:id="rId15" imgW="5181600" imgH="39624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61050" y="5266718"/>
                        <a:ext cx="515923" cy="3945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439473" y="4489684"/>
            <a:ext cx="179070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正确  解法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 autoUpdateAnimBg="0"/>
      <p:bldP spid="11" grpId="0" bldLvl="0" animBg="1" autoUpdateAnimBg="0"/>
      <p:bldP spid="18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490644" y="1246445"/>
            <a:ext cx="1440159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45786" y="1081214"/>
          <a:ext cx="17462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41757600" imgH="20116800" progId="Equation.DSMT4">
                  <p:embed/>
                </p:oleObj>
              </mc:Choice>
              <mc:Fallback>
                <p:oleObj name="Equation" r:id="rId1" imgW="41757600" imgH="20116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45786" y="1081214"/>
                        <a:ext cx="17462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502514" y="1095950"/>
          <a:ext cx="17605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42062400" imgH="20116800" progId="Equation.DSMT4">
                  <p:embed/>
                </p:oleObj>
              </mc:Choice>
              <mc:Fallback>
                <p:oleObj name="Equation" r:id="rId3" imgW="42062400" imgH="201168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02514" y="1095950"/>
                        <a:ext cx="1760537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56930" y="1296700"/>
          <a:ext cx="430361" cy="430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3352800" imgH="3352800" progId="Equation.DSMT4">
                  <p:embed/>
                </p:oleObj>
              </mc:Choice>
              <mc:Fallback>
                <p:oleObj name="Equation" r:id="rId5" imgW="3352800" imgH="3352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56930" y="1296700"/>
                        <a:ext cx="430361" cy="43036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4583832" y="2084506"/>
            <a:ext cx="197040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不是未定式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6571877" y="2084506"/>
            <a:ext cx="340042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而是连续函数的极限</a:t>
            </a:r>
            <a:endParaRPr kumimoji="1"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2071425" y="546140"/>
            <a:ext cx="3808634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）不是未定式的极限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662729" y="3266758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3124200" y="3962400"/>
          <a:ext cx="1765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42367200" imgH="23164800" progId="Equation.DSMT4">
                  <p:embed/>
                </p:oleObj>
              </mc:Choice>
              <mc:Fallback>
                <p:oleObj name="Equation" r:id="rId7" imgW="42367200" imgH="231648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24200" y="3962400"/>
                        <a:ext cx="17653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5073650" y="3991625"/>
          <a:ext cx="2044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49072800" imgH="22250400" progId="Equation.DSMT4">
                  <p:embed/>
                </p:oleObj>
              </mc:Choice>
              <mc:Fallback>
                <p:oleObj name="Equation" r:id="rId9" imgW="49072800" imgH="222504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73650" y="3991625"/>
                        <a:ext cx="2044700" cy="927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7315200" y="3929665"/>
          <a:ext cx="2044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49072800" imgH="23164800" progId="Equation.DSMT4">
                  <p:embed/>
                </p:oleObj>
              </mc:Choice>
              <mc:Fallback>
                <p:oleObj name="Equation" r:id="rId11" imgW="49072800" imgH="231648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315200" y="3929665"/>
                        <a:ext cx="20447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3647728" y="5267555"/>
          <a:ext cx="2044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49072800" imgH="22860000" progId="Equation.DSMT4">
                  <p:embed/>
                </p:oleObj>
              </mc:Choice>
              <mc:Fallback>
                <p:oleObj name="Equation" r:id="rId13" imgW="49072800" imgH="228600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47728" y="5267555"/>
                        <a:ext cx="20447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/>
        </p:nvGraphicFramePr>
        <p:xfrm>
          <a:off x="5880100" y="5661248"/>
          <a:ext cx="43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10363200" imgH="9448800" progId="Equation.DSMT4">
                  <p:embed/>
                </p:oleObj>
              </mc:Choice>
              <mc:Fallback>
                <p:oleObj name="Equation" r:id="rId15" imgW="10363200" imgH="94488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880100" y="5661248"/>
                        <a:ext cx="431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5105400" y="3267075"/>
            <a:ext cx="2133600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用洛必达法则</a:t>
            </a:r>
            <a:endParaRPr kumimoji="1" lang="zh-CN" altLang="en-US" sz="2400" b="1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Line 28"/>
          <p:cNvSpPr>
            <a:spLocks noChangeShapeType="1"/>
          </p:cNvSpPr>
          <p:nvPr/>
        </p:nvSpPr>
        <p:spPr bwMode="auto">
          <a:xfrm flipH="1">
            <a:off x="5105400" y="3962400"/>
            <a:ext cx="152400" cy="381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>
            <a:off x="7239000" y="3962400"/>
            <a:ext cx="1524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 Box 30"/>
          <p:cNvSpPr txBox="1">
            <a:spLocks noChangeArrowheads="1"/>
          </p:cNvSpPr>
          <p:nvPr/>
        </p:nvSpPr>
        <p:spPr bwMode="auto">
          <a:xfrm>
            <a:off x="2120955" y="2691571"/>
            <a:ext cx="224678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循环过程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" name="Group 12"/>
          <p:cNvGrpSpPr/>
          <p:nvPr/>
        </p:nvGrpSpPr>
        <p:grpSpPr bwMode="auto">
          <a:xfrm>
            <a:off x="4295800" y="4972756"/>
            <a:ext cx="71438" cy="457200"/>
            <a:chOff x="1440" y="2832"/>
            <a:chExt cx="96" cy="288"/>
          </a:xfrm>
        </p:grpSpPr>
        <p:sp>
          <p:nvSpPr>
            <p:cNvPr id="31" name="Line 13"/>
            <p:cNvSpPr>
              <a:spLocks noChangeShapeType="1"/>
            </p:cNvSpPr>
            <p:nvPr/>
          </p:nvSpPr>
          <p:spPr bwMode="auto">
            <a:xfrm>
              <a:off x="1440" y="28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1536" y="283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TextBox 32"/>
          <p:cNvSpPr txBox="1"/>
          <p:nvPr/>
        </p:nvSpPr>
        <p:spPr bwMode="auto">
          <a:xfrm>
            <a:off x="2376995" y="4978483"/>
            <a:ext cx="179070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正确  解法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ldLvl="0" animBg="1"/>
      <p:bldP spid="9" grpId="0" bldLvl="0" animBg="1"/>
      <p:bldP spid="10" grpId="0" bldLvl="0" animBg="1"/>
      <p:bldP spid="18" grpId="0" autoUpdateAnimBg="0"/>
      <p:bldP spid="26" grpId="0" bldLvl="0" animBg="1" autoUpdateAnimBg="0"/>
      <p:bldP spid="27" grpId="0" bldLvl="0" animBg="1"/>
      <p:bldP spid="28" grpId="0" bldLvl="0" animBg="1"/>
      <p:bldP spid="29" grpId="0" autoUpdateAnimBg="0"/>
      <p:bldP spid="3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3036" y="190545"/>
            <a:ext cx="770485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2.不可对抽象函数的极限扩大条件的例题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841431" y="733742"/>
            <a:ext cx="73679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11(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改错题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指出并纠正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下题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的解法中的错误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841605" y="1628941"/>
            <a:ext cx="890591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86126" y="1182781"/>
          <a:ext cx="3225800" cy="1414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77419200" imgH="34137600" progId="Equation.DSMT4">
                  <p:embed/>
                </p:oleObj>
              </mc:Choice>
              <mc:Fallback>
                <p:oleObj name="Equation" r:id="rId1" imgW="77419200" imgH="341376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86126" y="1182781"/>
                        <a:ext cx="3225800" cy="1414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5665465" y="1617301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90330" y="1653695"/>
          <a:ext cx="2368551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56692800" imgH="9753600" progId="Equation.DSMT4">
                  <p:embed/>
                </p:oleObj>
              </mc:Choice>
              <mc:Fallback>
                <p:oleObj name="Equation" r:id="rId3" imgW="56692800" imgH="97536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90330" y="1653695"/>
                        <a:ext cx="2368551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920729" y="1653485"/>
          <a:ext cx="14049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33528000" imgH="9753600" progId="Equation.DSMT4">
                  <p:embed/>
                </p:oleObj>
              </mc:Choice>
              <mc:Fallback>
                <p:oleObj name="Equation" r:id="rId5" imgW="33528000" imgH="97536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20729" y="1653485"/>
                        <a:ext cx="14049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1845698" y="236056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386401" y="2451357"/>
          <a:ext cx="8588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20421600" imgH="9753600" progId="Equation.DSMT4">
                  <p:embed/>
                </p:oleObj>
              </mc:Choice>
              <mc:Fallback>
                <p:oleObj name="Equation" r:id="rId7" imgW="20421600" imgH="97536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86401" y="2451357"/>
                        <a:ext cx="858838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TextBox 17"/>
          <p:cNvSpPr txBox="1"/>
          <p:nvPr/>
        </p:nvSpPr>
        <p:spPr bwMode="auto">
          <a:xfrm>
            <a:off x="1968772" y="3005500"/>
            <a:ext cx="1255395" cy="52197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错解：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645148" y="2851185"/>
          <a:ext cx="49466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118872000" imgH="20116800" progId="Equation.DSMT4">
                  <p:embed/>
                </p:oleObj>
              </mc:Choice>
              <mc:Fallback>
                <p:oleObj name="Equation" r:id="rId9" imgW="118872000" imgH="201168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5148" y="2851185"/>
                        <a:ext cx="4946650" cy="83185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038751" y="3682995"/>
          <a:ext cx="3708400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Equation" r:id="rId11" imgW="89001600" imgH="19812000" progId="Equation.DSMT4">
                  <p:embed/>
                </p:oleObj>
              </mc:Choice>
              <mc:Fallback>
                <p:oleObj name="Equation" r:id="rId11" imgW="89001600" imgH="19812000" progId="Equation.DSMT4">
                  <p:embed/>
                  <p:pic>
                    <p:nvPicPr>
                      <p:cNvPr id="0" name="图片 2048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8751" y="3682995"/>
                        <a:ext cx="3708400" cy="819151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2038829" y="4725144"/>
            <a:ext cx="658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2697277" y="4726414"/>
            <a:ext cx="24168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有两个 错误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889500" y="5117465"/>
          <a:ext cx="205168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Equation" r:id="rId13" imgW="45110400" imgH="11582400" progId="Equation.DSMT4">
                  <p:embed/>
                </p:oleObj>
              </mc:Choice>
              <mc:Fallback>
                <p:oleObj name="Equation" r:id="rId13" imgW="45110400" imgH="11582400" progId="Equation.DSMT4">
                  <p:embed/>
                  <p:pic>
                    <p:nvPicPr>
                      <p:cNvPr id="0" name="图片 2048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89500" y="5117465"/>
                        <a:ext cx="2051685" cy="47625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 bwMode="auto">
          <a:xfrm>
            <a:off x="4889500" y="5568950"/>
            <a:ext cx="205168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未必存在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448724" y="3682995"/>
          <a:ext cx="160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8" name="Equation" r:id="rId15" imgW="38404800" imgH="20116800" progId="Equation.DSMT4">
                  <p:embed/>
                </p:oleObj>
              </mc:Choice>
              <mc:Fallback>
                <p:oleObj name="Equation" r:id="rId15" imgW="38404800" imgH="20116800" progId="Equation.DSMT4">
                  <p:embed/>
                  <p:pic>
                    <p:nvPicPr>
                      <p:cNvPr id="0" name="图片 2048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48724" y="3682995"/>
                        <a:ext cx="1600200" cy="838200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上箭头 33"/>
          <p:cNvSpPr/>
          <p:nvPr/>
        </p:nvSpPr>
        <p:spPr>
          <a:xfrm>
            <a:off x="6082665" y="4210685"/>
            <a:ext cx="90170" cy="950595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Box 34"/>
          <p:cNvSpPr txBox="1"/>
          <p:nvPr/>
        </p:nvSpPr>
        <p:spPr bwMode="auto">
          <a:xfrm>
            <a:off x="7380638" y="5117554"/>
            <a:ext cx="348932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C000"/>
            </a:solidFill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即使存在也未必连续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6" name="上箭头 35"/>
          <p:cNvSpPr/>
          <p:nvPr/>
        </p:nvSpPr>
        <p:spPr>
          <a:xfrm>
            <a:off x="7800215" y="4210546"/>
            <a:ext cx="69255" cy="955268"/>
          </a:xfrm>
          <a:prstGeom prst="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7" grpId="0" bldLvl="0" animBg="1"/>
      <p:bldP spid="12" grpId="0" bldLvl="0" animBg="1"/>
      <p:bldP spid="18" grpId="0" bldLvl="0" animBg="1"/>
      <p:bldP spid="25" grpId="0" bldLvl="0" animBg="1"/>
      <p:bldP spid="29" grpId="0" bldLvl="0" animBg="1"/>
      <p:bldP spid="31" grpId="0" bldLvl="0" animBg="1"/>
      <p:bldP spid="34" grpId="0" bldLvl="0" animBg="1"/>
      <p:bldP spid="35" grpId="0" bldLvl="0" animBg="1"/>
      <p:bldP spid="36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TextBox 18"/>
          <p:cNvSpPr txBox="1"/>
          <p:nvPr/>
        </p:nvSpPr>
        <p:spPr bwMode="auto">
          <a:xfrm>
            <a:off x="2304976" y="577766"/>
            <a:ext cx="39357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正解解法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用导数定义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167260" y="1415053"/>
          <a:ext cx="13335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32004000" imgH="20116800" progId="Equation.DSMT4">
                  <p:embed/>
                </p:oleObj>
              </mc:Choice>
              <mc:Fallback>
                <p:oleObj name="Equation" r:id="rId1" imgW="32004000" imgH="201168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67260" y="1415053"/>
                        <a:ext cx="133350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500715" y="1415053"/>
          <a:ext cx="26495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63398400" imgH="21640800" progId="Equation.DSMT4">
                  <p:embed/>
                </p:oleObj>
              </mc:Choice>
              <mc:Fallback>
                <p:oleObj name="Equation" r:id="rId3" imgW="63398400" imgH="216408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00715" y="1415053"/>
                        <a:ext cx="2649537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335897" y="1311548"/>
          <a:ext cx="2027238" cy="819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48463200" imgH="19812000" progId="Equation.DSMT4">
                  <p:embed/>
                </p:oleObj>
              </mc:Choice>
              <mc:Fallback>
                <p:oleObj name="Equation" r:id="rId5" imgW="48463200" imgH="198120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35897" y="1311548"/>
                        <a:ext cx="2027238" cy="819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 bwMode="auto">
          <a:xfrm>
            <a:off x="2305157" y="2741166"/>
            <a:ext cx="39357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正解解法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用微分表示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070022" y="3453626"/>
          <a:ext cx="53165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127406400" imgH="20116800" progId="Equation.DSMT4">
                  <p:embed/>
                </p:oleObj>
              </mc:Choice>
              <mc:Fallback>
                <p:oleObj name="Equation" r:id="rId7" imgW="127406400" imgH="201168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0022" y="3453626"/>
                        <a:ext cx="53165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8556729" y="3468231"/>
          <a:ext cx="6350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15240000" imgH="19812000" progId="Equation.DSMT4">
                  <p:embed/>
                </p:oleObj>
              </mc:Choice>
              <mc:Fallback>
                <p:oleObj name="Equation" r:id="rId9" imgW="15240000" imgH="198120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556729" y="3468231"/>
                        <a:ext cx="635000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6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953945" y="210612"/>
            <a:ext cx="6184304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极限杂题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53826" y="794702"/>
            <a:ext cx="24149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151306" y="2038117"/>
            <a:ext cx="658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4157405" y="4149080"/>
          <a:ext cx="200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48158400" imgH="20116800" progId="Equation.DSMT4">
                  <p:embed/>
                </p:oleObj>
              </mc:Choice>
              <mc:Fallback>
                <p:oleObj name="Equation" r:id="rId1" imgW="48158400" imgH="201168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57405" y="4149080"/>
                        <a:ext cx="2006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032250" y="2921000"/>
          <a:ext cx="2070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0" name="Equation" r:id="rId3" imgW="49682400" imgH="20116800" progId="Equation.DSMT4">
                  <p:embed/>
                </p:oleObj>
              </mc:Choice>
              <mc:Fallback>
                <p:oleObj name="Equation" r:id="rId3" imgW="49682400" imgH="20116800" progId="Equation.DSMT4">
                  <p:embed/>
                  <p:pic>
                    <p:nvPicPr>
                      <p:cNvPr id="0" name="图片 22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2250" y="2921000"/>
                        <a:ext cx="2070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4505092" y="585777"/>
          <a:ext cx="2921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" name="Equation" r:id="rId5" imgW="70104000" imgH="22555200" progId="Equation.DSMT4">
                  <p:embed/>
                </p:oleObj>
              </mc:Choice>
              <mc:Fallback>
                <p:oleObj name="Equation" r:id="rId5" imgW="70104000" imgH="22555200" progId="Equation.DSMT4">
                  <p:embed/>
                  <p:pic>
                    <p:nvPicPr>
                      <p:cNvPr id="0" name="图片 2265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05092" y="585777"/>
                        <a:ext cx="29210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149862" y="2038350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2" name="Group 10"/>
          <p:cNvGrpSpPr/>
          <p:nvPr/>
        </p:nvGrpSpPr>
        <p:grpSpPr bwMode="auto">
          <a:xfrm>
            <a:off x="7758375" y="1733550"/>
            <a:ext cx="1676400" cy="522287"/>
            <a:chOff x="4512" y="328"/>
            <a:chExt cx="1056" cy="329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4512" y="336"/>
              <a:ext cx="1056" cy="288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4" name="Group 12"/>
            <p:cNvGrpSpPr/>
            <p:nvPr/>
          </p:nvGrpSpPr>
          <p:grpSpPr bwMode="auto">
            <a:xfrm>
              <a:off x="4589" y="328"/>
              <a:ext cx="934" cy="329"/>
              <a:chOff x="4589" y="328"/>
              <a:chExt cx="934" cy="329"/>
            </a:xfrm>
          </p:grpSpPr>
          <p:graphicFrame>
            <p:nvGraphicFramePr>
              <p:cNvPr id="15" name="Object 13"/>
              <p:cNvGraphicFramePr>
                <a:graphicFrameLocks noChangeAspect="1"/>
              </p:cNvGraphicFramePr>
              <p:nvPr/>
            </p:nvGraphicFramePr>
            <p:xfrm>
              <a:off x="4589" y="356"/>
              <a:ext cx="432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52" name="Equation" r:id="rId7" imgW="16459200" imgH="9448800" progId="Equation.DSMT4">
                      <p:embed/>
                    </p:oleObj>
                  </mc:Choice>
                  <mc:Fallback>
                    <p:oleObj name="Equation" r:id="rId7" imgW="16459200" imgH="9448800" progId="Equation.DSMT4">
                      <p:embed/>
                      <p:pic>
                        <p:nvPicPr>
                          <p:cNvPr id="0" name="图片 2265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4589" y="356"/>
                            <a:ext cx="432" cy="2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 Box 14"/>
              <p:cNvSpPr txBox="1">
                <a:spLocks noChangeArrowheads="1"/>
              </p:cNvSpPr>
              <p:nvPr/>
            </p:nvSpPr>
            <p:spPr bwMode="auto">
              <a:xfrm>
                <a:off x="5032" y="328"/>
                <a:ext cx="432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～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17" name="Object 15"/>
              <p:cNvGraphicFramePr>
                <a:graphicFrameLocks noChangeAspect="1"/>
              </p:cNvGraphicFramePr>
              <p:nvPr/>
            </p:nvGraphicFramePr>
            <p:xfrm>
              <a:off x="5342" y="408"/>
              <a:ext cx="181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53" name="Equation" r:id="rId9" imgW="3048000" imgH="3352800" progId="Equation.DSMT4">
                      <p:embed/>
                    </p:oleObj>
                  </mc:Choice>
                  <mc:Fallback>
                    <p:oleObj name="Equation" r:id="rId9" imgW="3048000" imgH="3352800" progId="Equation.DSMT4">
                      <p:embed/>
                      <p:pic>
                        <p:nvPicPr>
                          <p:cNvPr id="0" name="图片 2265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342" y="408"/>
                            <a:ext cx="181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8" name="Object 16"/>
          <p:cNvGraphicFramePr>
            <a:graphicFrameLocks noChangeAspect="1"/>
          </p:cNvGraphicFramePr>
          <p:nvPr/>
        </p:nvGraphicFramePr>
        <p:xfrm>
          <a:off x="7612063" y="2384425"/>
          <a:ext cx="167798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4" name="Equation" r:id="rId11" imgW="18592800" imgH="6705600" progId="Equation.DSMT4">
                  <p:embed/>
                </p:oleObj>
              </mc:Choice>
              <mc:Fallback>
                <p:oleObj name="Equation" r:id="rId11" imgW="18592800" imgH="6705600" progId="Equation.DSMT4">
                  <p:embed/>
                  <p:pic>
                    <p:nvPicPr>
                      <p:cNvPr id="0" name="图片 226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12063" y="2384425"/>
                        <a:ext cx="1677987" cy="60166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rgbClr val="C0504D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7"/>
          <p:cNvGraphicFramePr>
            <a:graphicFrameLocks noChangeAspect="1"/>
          </p:cNvGraphicFramePr>
          <p:nvPr/>
        </p:nvGraphicFramePr>
        <p:xfrm>
          <a:off x="4906963" y="2898775"/>
          <a:ext cx="1201737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5" name="Equation" r:id="rId13" imgW="28651200" imgH="9448800" progId="Equation.DSMT4">
                  <p:embed/>
                </p:oleObj>
              </mc:Choice>
              <mc:Fallback>
                <p:oleObj name="Equation" r:id="rId13" imgW="28651200" imgH="9448800" progId="Equation.DSMT4">
                  <p:embed/>
                  <p:pic>
                    <p:nvPicPr>
                      <p:cNvPr id="0" name="图片 226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06963" y="2898775"/>
                        <a:ext cx="1201737" cy="390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/>
          <p:cNvGraphicFramePr>
            <a:graphicFrameLocks noChangeAspect="1"/>
          </p:cNvGraphicFramePr>
          <p:nvPr/>
        </p:nvGraphicFramePr>
        <p:xfrm>
          <a:off x="6190718" y="3948350"/>
          <a:ext cx="14732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6" name="Equation" r:id="rId15" imgW="35356800" imgH="26212800" progId="Equation.DSMT4">
                  <p:embed/>
                </p:oleObj>
              </mc:Choice>
              <mc:Fallback>
                <p:oleObj name="Equation" r:id="rId15" imgW="35356800" imgH="26212800" progId="Equation.DSMT4">
                  <p:embed/>
                  <p:pic>
                    <p:nvPicPr>
                      <p:cNvPr id="0" name="图片 226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190718" y="3948350"/>
                        <a:ext cx="14732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19"/>
          <p:cNvGrpSpPr/>
          <p:nvPr/>
        </p:nvGrpSpPr>
        <p:grpSpPr bwMode="auto">
          <a:xfrm>
            <a:off x="7372296" y="3284263"/>
            <a:ext cx="2373313" cy="719138"/>
            <a:chOff x="3408" y="2359"/>
            <a:chExt cx="1495" cy="453"/>
          </a:xfrm>
        </p:grpSpPr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3408" y="2380"/>
              <a:ext cx="1488" cy="432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" name="Object 21"/>
            <p:cNvGraphicFramePr>
              <a:graphicFrameLocks noChangeAspect="1"/>
            </p:cNvGraphicFramePr>
            <p:nvPr/>
          </p:nvGraphicFramePr>
          <p:xfrm>
            <a:off x="3464" y="2481"/>
            <a:ext cx="7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7" name="Equation" r:id="rId17" imgW="28041600" imgH="9448800" progId="Equation.DSMT4">
                    <p:embed/>
                  </p:oleObj>
                </mc:Choice>
                <mc:Fallback>
                  <p:oleObj name="Equation" r:id="rId17" imgW="28041600" imgH="9448800" progId="Equation.DSMT4">
                    <p:embed/>
                    <p:pic>
                      <p:nvPicPr>
                        <p:cNvPr id="0" name="图片 226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64" y="2481"/>
                          <a:ext cx="7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4160" y="2448"/>
              <a:ext cx="24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～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25" name="Object 23"/>
            <p:cNvGraphicFramePr>
              <a:graphicFrameLocks noChangeAspect="1"/>
            </p:cNvGraphicFramePr>
            <p:nvPr/>
          </p:nvGraphicFramePr>
          <p:xfrm>
            <a:off x="4418" y="2359"/>
            <a:ext cx="485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8" name="Equation" r:id="rId19" imgW="6400800" imgH="5791200" progId="Equation.DSMT4">
                    <p:embed/>
                  </p:oleObj>
                </mc:Choice>
                <mc:Fallback>
                  <p:oleObj name="Equation" r:id="rId19" imgW="6400800" imgH="5791200" progId="Equation.DSMT4">
                    <p:embed/>
                    <p:pic>
                      <p:nvPicPr>
                        <p:cNvPr id="0" name="图片 226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418" y="2359"/>
                          <a:ext cx="485" cy="44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24"/>
          <p:cNvGraphicFramePr>
            <a:graphicFrameLocks noChangeAspect="1"/>
          </p:cNvGraphicFramePr>
          <p:nvPr/>
        </p:nvGraphicFramePr>
        <p:xfrm>
          <a:off x="7758375" y="4221088"/>
          <a:ext cx="622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9" name="Equation" r:id="rId21" imgW="14935200" imgH="20116800" progId="Equation.DSMT4">
                  <p:embed/>
                </p:oleObj>
              </mc:Choice>
              <mc:Fallback>
                <p:oleObj name="Equation" r:id="rId21" imgW="14935200" imgH="20116800" progId="Equation.DSMT4">
                  <p:embed/>
                  <p:pic>
                    <p:nvPicPr>
                      <p:cNvPr id="0" name="图片 2265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58375" y="4221088"/>
                        <a:ext cx="622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Oval 26"/>
          <p:cNvSpPr>
            <a:spLocks noChangeArrowheads="1"/>
          </p:cNvSpPr>
          <p:nvPr/>
        </p:nvSpPr>
        <p:spPr bwMode="auto">
          <a:xfrm>
            <a:off x="5658112" y="2343150"/>
            <a:ext cx="1065213" cy="533400"/>
          </a:xfrm>
          <a:prstGeom prst="ellipse">
            <a:avLst/>
          </a:prstGeom>
          <a:noFill/>
          <a:ln w="1905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Oval 27"/>
          <p:cNvSpPr>
            <a:spLocks noChangeArrowheads="1"/>
          </p:cNvSpPr>
          <p:nvPr/>
        </p:nvSpPr>
        <p:spPr bwMode="auto">
          <a:xfrm>
            <a:off x="4834200" y="1733550"/>
            <a:ext cx="900112" cy="6096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Oval 28"/>
          <p:cNvSpPr>
            <a:spLocks noChangeArrowheads="1"/>
          </p:cNvSpPr>
          <p:nvPr/>
        </p:nvSpPr>
        <p:spPr bwMode="auto">
          <a:xfrm>
            <a:off x="4834200" y="1733550"/>
            <a:ext cx="900112" cy="609600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bg1"/>
            </a:solidFill>
            <a:round/>
          </a:ln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6"/>
          <p:cNvGraphicFramePr>
            <a:graphicFrameLocks noChangeAspect="1"/>
          </p:cNvGraphicFramePr>
          <p:nvPr/>
        </p:nvGraphicFramePr>
        <p:xfrm>
          <a:off x="4070350" y="1898650"/>
          <a:ext cx="3048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0" name="Equation" r:id="rId23" imgW="73152000" imgH="20116800" progId="Equation.DSMT4">
                  <p:embed/>
                </p:oleObj>
              </mc:Choice>
              <mc:Fallback>
                <p:oleObj name="Equation" r:id="rId23" imgW="73152000" imgH="20116800" progId="Equation.DSMT4">
                  <p:embed/>
                  <p:pic>
                    <p:nvPicPr>
                      <p:cNvPr id="0" name="图片 2265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070350" y="1898650"/>
                        <a:ext cx="3048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5"/>
          <p:cNvSpPr>
            <a:spLocks noChangeArrowheads="1"/>
          </p:cNvSpPr>
          <p:nvPr/>
        </p:nvSpPr>
        <p:spPr bwMode="auto">
          <a:xfrm>
            <a:off x="5658112" y="2343150"/>
            <a:ext cx="1066800" cy="533400"/>
          </a:xfrm>
          <a:prstGeom prst="ellipse">
            <a:avLst/>
          </a:prstGeom>
          <a:noFill/>
          <a:ln w="19050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2279576" y="5229200"/>
            <a:ext cx="626046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</a:t>
            </a:r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要灵活运用等价替换和非零极限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 build="p"/>
      <p:bldP spid="11" grpId="0" autoUpdateAnimBg="0"/>
      <p:bldP spid="28" grpId="0" bldLvl="0" animBg="1"/>
      <p:bldP spid="29" grpId="0" bldLvl="0" animBg="1"/>
      <p:bldP spid="30" grpId="0" bldLvl="0" animBg="1"/>
      <p:bldP spid="7" grpId="0" bldLvl="0" animBg="1"/>
      <p:bldP spid="3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84172" y="620688"/>
            <a:ext cx="24149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13.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410826" y="91722"/>
          <a:ext cx="2887663" cy="1581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69494400" imgH="37795200" progId="Equation.DSMT4">
                  <p:embed/>
                </p:oleObj>
              </mc:Choice>
              <mc:Fallback>
                <p:oleObj name="Equation" r:id="rId1" imgW="69494400" imgH="377952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0826" y="91722"/>
                        <a:ext cx="2887663" cy="15811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096140" y="1672615"/>
            <a:ext cx="658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 bwMode="auto">
              <a:xfrm>
                <a:off x="2754722" y="1628800"/>
                <a:ext cx="5012690" cy="7029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>
                <a:spAutoFit/>
              </a:bodyPr>
              <a:lstStyle/>
              <a:p>
                <a:pPr eaLnBrk="0" hangingPunct="0"/>
                <a:r>
                  <a:rPr kumimoji="1" lang="zh-CN" altLang="en-US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将数列看作</a:t>
                </a:r>
                <a:r>
                  <a:rPr kumimoji="1" lang="en-US" altLang="zh-CN" sz="2800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CN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en-US" altLang="zh-CN" sz="2800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zh-CN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kumimoji="1" lang="zh-CN" altLang="en-US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kumimoji="1" lang="en-US" altLang="zh-CN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800" b="1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zh-CN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kumimoji="1" lang="en-US" altLang="zh-CN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的复合，</a:t>
                </a:r>
                <a:endParaRPr kumimoji="1" lang="zh-CN" altLang="en-US" sz="2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4722" y="1628800"/>
                <a:ext cx="5012690" cy="702945"/>
              </a:xfrm>
              <a:prstGeom prst="rect">
                <a:avLst/>
              </a:prstGeom>
              <a:blipFill rotWithShape="1">
                <a:blip r:embed="rId3"/>
                <a:stretch>
                  <a:fillRect l="-2" t="-4" r="-150" b="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92521" y="2183463"/>
          <a:ext cx="5924551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4" imgW="142036800" imgH="37795200" progId="Equation.DSMT4">
                  <p:embed/>
                </p:oleObj>
              </mc:Choice>
              <mc:Fallback>
                <p:oleObj name="Equation" r:id="rId4" imgW="142036800" imgH="377952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2521" y="2183463"/>
                        <a:ext cx="5924551" cy="1579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689997" y="3763258"/>
          <a:ext cx="2264096" cy="10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6" imgW="53035200" imgH="25298400" progId="Equation.DSMT4">
                  <p:embed/>
                </p:oleObj>
              </mc:Choice>
              <mc:Fallback>
                <p:oleObj name="Equation" r:id="rId6" imgW="53035200" imgH="252984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89997" y="3763258"/>
                        <a:ext cx="2264096" cy="108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690250" y="5052546"/>
          <a:ext cx="1824585" cy="68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8" imgW="39319200" imgH="14935200" progId="Equation.DSMT4">
                  <p:embed/>
                </p:oleObj>
              </mc:Choice>
              <mc:Fallback>
                <p:oleObj name="Equation" r:id="rId8" imgW="39319200" imgH="149352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90250" y="5052546"/>
                        <a:ext cx="1824585" cy="68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661012" y="5291812"/>
          <a:ext cx="1155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10" imgW="27736800" imgH="10668000" progId="Equation.DSMT4">
                  <p:embed/>
                </p:oleObj>
              </mc:Choice>
              <mc:Fallback>
                <p:oleObj name="Equation" r:id="rId10" imgW="27736800" imgH="106680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661012" y="5291812"/>
                        <a:ext cx="1155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096140" y="5797773"/>
            <a:ext cx="368681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不可对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求导数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 build="p"/>
      <p:bldP spid="13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88914" y="641772"/>
            <a:ext cx="24149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14.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357142" y="183927"/>
          <a:ext cx="13033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31089600" imgH="27432000" progId="Equation.DSMT4">
                  <p:embed/>
                </p:oleObj>
              </mc:Choice>
              <mc:Fallback>
                <p:oleObj name="Equation" r:id="rId1" imgW="31089600" imgH="274320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57142" y="183927"/>
                        <a:ext cx="1303337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155245" y="2172951"/>
            <a:ext cx="658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087505" y="1700808"/>
          <a:ext cx="1501775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35966400" imgH="27432000" progId="Equation.DSMT4">
                  <p:embed/>
                </p:oleObj>
              </mc:Choice>
              <mc:Fallback>
                <p:oleObj name="Equation" r:id="rId3" imgW="35966400" imgH="274320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87505" y="1700808"/>
                        <a:ext cx="1501775" cy="11477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60920" y="1408584"/>
          <a:ext cx="16764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40233600" imgH="39624000" progId="Equation.DSMT4">
                  <p:embed/>
                </p:oleObj>
              </mc:Choice>
              <mc:Fallback>
                <p:oleObj name="Equation" r:id="rId5" imgW="40233600" imgH="396240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60920" y="1408584"/>
                        <a:ext cx="1676400" cy="165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357148" y="3234948"/>
          <a:ext cx="1409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33832800" imgH="21336000" progId="Equation.DSMT4">
                  <p:embed/>
                </p:oleObj>
              </mc:Choice>
              <mc:Fallback>
                <p:oleObj name="Equation" r:id="rId7" imgW="33832800" imgH="213360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57148" y="3234948"/>
                        <a:ext cx="14097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854700" y="3520693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11582400" imgH="7620000" progId="Equation.DSMT4">
                  <p:embed/>
                </p:oleObj>
              </mc:Choice>
              <mc:Fallback>
                <p:oleObj name="Equation" r:id="rId9" imgW="11582400" imgH="76200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54700" y="3520693"/>
                        <a:ext cx="4826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 bwMode="auto">
              <a:xfrm>
                <a:off x="2154892" y="4509120"/>
                <a:ext cx="7364730" cy="70294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>
                <a:spAutoFit/>
              </a:bodyPr>
              <a:lstStyle/>
              <a:p>
                <a:pPr eaLnBrk="0" hangingPunct="0"/>
                <a:r>
                  <a:rPr kumimoji="1" lang="zh-CN" altLang="en-US" sz="2800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经验：</a:t>
                </a:r>
                <a:r>
                  <a:rPr kumimoji="1"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通过变量代换可将</a:t>
                </a:r>
                <a:r>
                  <a:rPr kumimoji="1"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𝟎</m:t>
                        </m:r>
                      </m:num>
                      <m:den>
                        <m:r>
                          <a:rPr kumimoji="1" lang="en-US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𝟎</m:t>
                        </m:r>
                      </m:den>
                    </m:f>
                  </m:oMath>
                </a14:m>
                <a:r>
                  <a:rPr kumimoji="1"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型</a:t>
                </a:r>
                <a14:m>
                  <m:oMath xmlns:m="http://schemas.openxmlformats.org/officeDocument/2006/math">
                    <m:r>
                      <a:rPr kumimoji="1" lang="zh-CN" altLang="en-US" sz="2800" b="1" dirty="0">
                        <a:latin typeface="Cambria Math" panose="02040503050406030204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与</m:t>
                    </m:r>
                    <m:f>
                      <m:fPr>
                        <m:ctrlPr>
                          <a:rPr kumimoji="1" lang="en-US" altLang="zh-CN" sz="2800" b="1" i="1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</m:t>
                        </m:r>
                      </m:num>
                      <m:den>
                        <m:r>
                          <a:rPr kumimoji="1" lang="en-US" altLang="zh-CN" sz="2800" b="1" i="1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</m:t>
                        </m:r>
                      </m:den>
                    </m:f>
                  </m:oMath>
                </a14:m>
                <a:r>
                  <a:rPr kumimoji="1"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型极限互换</a:t>
                </a:r>
                <a:r>
                  <a:rPr kumimoji="1" lang="en-US" altLang="zh-CN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54892" y="4509120"/>
                <a:ext cx="7364730" cy="702945"/>
              </a:xfrm>
              <a:prstGeom prst="rect">
                <a:avLst/>
              </a:prstGeom>
              <a:blipFill rotWithShape="1">
                <a:blip r:embed="rId11"/>
                <a:stretch>
                  <a:fillRect l="-5" t="-88" r="-99" b="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 bwMode="auto">
          <a:xfrm>
            <a:off x="6816080" y="227687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361422" y="2119382"/>
          <a:ext cx="889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2" imgW="21336000" imgH="20116800" progId="Equation.DSMT4">
                  <p:embed/>
                </p:oleObj>
              </mc:Choice>
              <mc:Fallback>
                <p:oleObj name="Equation" r:id="rId12" imgW="21336000" imgH="201168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361422" y="2119382"/>
                        <a:ext cx="889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 uiExpand="1" build="p"/>
      <p:bldP spid="11" grpId="0" bldLvl="0" animBg="1"/>
      <p:bldP spid="12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97169" y="476672"/>
            <a:ext cx="24149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15.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367808" y="204882"/>
          <a:ext cx="30527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73456800" imgH="25603200" progId="Equation.DSMT4">
                  <p:embed/>
                </p:oleObj>
              </mc:Choice>
              <mc:Fallback>
                <p:oleObj name="Equation" r:id="rId1" imgW="73456800" imgH="256032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7808" y="204882"/>
                        <a:ext cx="3052762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279576" y="1592151"/>
            <a:ext cx="658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223798" y="1988840"/>
          <a:ext cx="3378200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81076800" imgH="42976800" progId="Equation.DSMT4">
                  <p:embed/>
                </p:oleObj>
              </mc:Choice>
              <mc:Fallback>
                <p:oleObj name="Equation" r:id="rId3" imgW="81076800" imgH="429768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23798" y="1988840"/>
                        <a:ext cx="3378200" cy="178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47236" y="2348880"/>
          <a:ext cx="297656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71628000" imgH="25603200" progId="Equation.DSMT4">
                  <p:embed/>
                </p:oleObj>
              </mc:Choice>
              <mc:Fallback>
                <p:oleObj name="Equation" r:id="rId5" imgW="71628000" imgH="256032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7236" y="2348880"/>
                        <a:ext cx="2976562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312024" y="3717032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12496800" imgH="7620000" progId="Equation.DSMT4">
                  <p:embed/>
                </p:oleObj>
              </mc:Choice>
              <mc:Fallback>
                <p:oleObj name="Equation" r:id="rId7" imgW="12496800" imgH="76200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12024" y="3717032"/>
                        <a:ext cx="5207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 bwMode="auto">
              <a:xfrm>
                <a:off x="2351584" y="4937881"/>
                <a:ext cx="7513955" cy="6464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txBody>
              <a:bodyPr wrap="none" rtlCol="0">
                <a:spAutoFit/>
              </a:bodyPr>
              <a:lstStyle/>
              <a:p>
                <a:pPr eaLnBrk="0" hangingPunct="0"/>
                <a:r>
                  <a:rPr kumimoji="1" lang="zh-CN" altLang="en-US" sz="2800" b="1" dirty="0" smtClean="0">
                    <a:solidFill>
                      <a:srgbClr val="0070C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经验：</a:t>
                </a:r>
                <a:r>
                  <a:rPr kumimoji="1"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对于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800" b="1" i="1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1" lang="en-US" altLang="zh-CN" sz="2800" b="1" i="1" smtClean="0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</m:t>
                        </m:r>
                      </m:num>
                      <m:den>
                        <m:r>
                          <a:rPr kumimoji="1" lang="en-US" altLang="zh-CN" sz="2800" b="1" i="1">
                            <a:latin typeface="Cambria Math" panose="02040503050406030204"/>
                            <a:ea typeface="黑体" panose="02010609060101010101" pitchFamily="49" charset="-122"/>
                            <a:cs typeface="Times New Roman" panose="02020603050405020304" pitchFamily="18" charset="0"/>
                            <a:sym typeface="Symbol" panose="05050102010706020507"/>
                          </a:rPr>
                          <m:t></m:t>
                        </m:r>
                      </m:den>
                    </m:f>
                  </m:oMath>
                </a14:m>
                <a:r>
                  <a:rPr kumimoji="1" lang="zh-CN" altLang="en-US" sz="2800" b="1" dirty="0" smtClean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型极限，可先找出“最高等级”的</a:t>
                </a:r>
                <a:endPara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1584" y="4937881"/>
                <a:ext cx="7513955" cy="646430"/>
              </a:xfrm>
              <a:prstGeom prst="rect">
                <a:avLst/>
              </a:prstGeom>
              <a:blipFill rotWithShape="1">
                <a:blip r:embed="rId9"/>
                <a:stretch>
                  <a:fillRect l="-2" t="-19" r="-99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 bwMode="auto">
          <a:xfrm>
            <a:off x="2351584" y="5547904"/>
            <a:ext cx="456184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无穷大，同时去除分子分母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 bwMode="auto">
          <a:xfrm>
            <a:off x="2945143" y="1592151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分子分母同除以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676900" y="1663261"/>
          <a:ext cx="419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10" imgW="10058400" imgH="9144000" progId="Equation.DSMT4">
                  <p:embed/>
                </p:oleObj>
              </mc:Choice>
              <mc:Fallback>
                <p:oleObj name="Equation" r:id="rId10" imgW="10058400" imgH="91440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76900" y="1663261"/>
                        <a:ext cx="4191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2351584" y="4221088"/>
            <a:ext cx="59918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本题若用洛必达法则会陷于繁复计算</a:t>
            </a:r>
            <a:r>
              <a:rPr kumimoji="1" lang="en-US" altLang="zh-CN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 dirty="0" smtClean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 build="p"/>
      <p:bldP spid="11" grpId="0" bldLvl="0" animBg="1"/>
      <p:bldP spid="12" grpId="0" bldLvl="0" animBg="1"/>
      <p:bldP spid="13" grpId="0" bldLvl="0" animBg="1"/>
      <p:bldP spid="15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 bwMode="auto">
          <a:xfrm>
            <a:off x="1897169" y="476672"/>
            <a:ext cx="2503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16.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423823" y="324282"/>
          <a:ext cx="4160838" cy="730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99669600" imgH="17678400" progId="Equation.DSMT4">
                  <p:embed/>
                </p:oleObj>
              </mc:Choice>
              <mc:Fallback>
                <p:oleObj name="Equation" r:id="rId1" imgW="99669600" imgH="176784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23823" y="324282"/>
                        <a:ext cx="4160838" cy="730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2279576" y="1308041"/>
            <a:ext cx="6584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945960" y="1131460"/>
          <a:ext cx="3716338" cy="1085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89001600" imgH="26212800" progId="Equation.DSMT4">
                  <p:embed/>
                </p:oleObj>
              </mc:Choice>
              <mc:Fallback>
                <p:oleObj name="Equation" r:id="rId3" imgW="89001600" imgH="262128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45960" y="1131460"/>
                        <a:ext cx="3716338" cy="1085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783632" y="2204864"/>
          <a:ext cx="64262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154228800" imgH="42672000" progId="Equation.DSMT4">
                  <p:embed/>
                </p:oleObj>
              </mc:Choice>
              <mc:Fallback>
                <p:oleObj name="Equation" r:id="rId5" imgW="154228800" imgH="426720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3632" y="2204864"/>
                        <a:ext cx="6426200" cy="177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855640" y="3861048"/>
          <a:ext cx="485140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116433600" imgH="32004000" progId="Equation.DSMT4">
                  <p:embed/>
                </p:oleObj>
              </mc:Choice>
              <mc:Fallback>
                <p:oleObj name="Equation" r:id="rId7" imgW="116433600" imgH="320040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55640" y="3861048"/>
                        <a:ext cx="4851400" cy="1333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 bwMode="auto">
          <a:xfrm>
            <a:off x="3071664" y="1412776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7680176" y="4365104"/>
          <a:ext cx="546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13106400" imgH="19812000" progId="Equation.DSMT4">
                  <p:embed/>
                </p:oleObj>
              </mc:Choice>
              <mc:Fallback>
                <p:oleObj name="Equation" r:id="rId9" imgW="13106400" imgH="198120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80176" y="4365104"/>
                        <a:ext cx="546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1669747" y="5427369"/>
            <a:ext cx="88519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经验：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微分式是一个可以在加减式中作等量代换的等式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utoUpdateAnimBg="0" build="p"/>
      <p:bldP spid="32" grpId="0" bldLvl="0" animBg="1"/>
      <p:bldP spid="34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练习3.2.1（2）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76063" y="839084"/>
            <a:ext cx="44710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用洛必达法则计算极限：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96471" y="1540104"/>
          <a:ext cx="2540000" cy="577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60960000" imgH="14020800" progId="Equation.DSMT4">
                  <p:embed/>
                </p:oleObj>
              </mc:Choice>
              <mc:Fallback>
                <p:oleObj name="Equation" r:id="rId1" imgW="60960000" imgH="14020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6471" y="1540104"/>
                        <a:ext cx="2540000" cy="577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90863" y="1362304"/>
          <a:ext cx="3467100" cy="933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8" name="Equation" r:id="rId3" imgW="83210400" imgH="22555200" progId="Equation.DSMT4">
                  <p:embed/>
                </p:oleObj>
              </mc:Choice>
              <mc:Fallback>
                <p:oleObj name="Equation" r:id="rId3" imgW="83210400" imgH="22555200" progId="Equation.DSMT4">
                  <p:embed/>
                  <p:pic>
                    <p:nvPicPr>
                      <p:cNvPr id="0" name="图片 277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0863" y="1362304"/>
                        <a:ext cx="3467100" cy="933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103885" y="2276872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6319184" y="3795712"/>
            <a:ext cx="1143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2678252" y="2800092"/>
          <a:ext cx="35163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9" name="Equation" r:id="rId5" imgW="84429600" imgH="22860000" progId="Equation.DSMT4">
                  <p:embed/>
                </p:oleObj>
              </mc:Choice>
              <mc:Fallback>
                <p:oleObj name="Equation" r:id="rId5" imgW="84429600" imgH="22860000" progId="Equation.DSMT4">
                  <p:embed/>
                  <p:pic>
                    <p:nvPicPr>
                      <p:cNvPr id="0" name="图片 27738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78252" y="2800092"/>
                        <a:ext cx="3516313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4231648" y="4225925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原式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5087888" y="3953284"/>
          <a:ext cx="37941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0" name="Equation" r:id="rId7" imgW="80467200" imgH="21336000" progId="Equation.DSMT4">
                  <p:embed/>
                </p:oleObj>
              </mc:Choice>
              <mc:Fallback>
                <p:oleObj name="Equation" r:id="rId7" imgW="80467200" imgH="21336000" progId="Equation.DSMT4">
                  <p:embed/>
                  <p:pic>
                    <p:nvPicPr>
                      <p:cNvPr id="0" name="图片 277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87888" y="3953284"/>
                        <a:ext cx="3794125" cy="10064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23"/>
          <p:cNvGrpSpPr/>
          <p:nvPr/>
        </p:nvGrpSpPr>
        <p:grpSpPr bwMode="auto">
          <a:xfrm>
            <a:off x="8506760" y="4695441"/>
            <a:ext cx="1981200" cy="533400"/>
            <a:chOff x="4224" y="2832"/>
            <a:chExt cx="1248" cy="336"/>
          </a:xfrm>
        </p:grpSpPr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4224" y="2832"/>
              <a:ext cx="1248" cy="3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2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Object 25"/>
            <p:cNvGraphicFramePr>
              <a:graphicFrameLocks noChangeAspect="1"/>
            </p:cNvGraphicFramePr>
            <p:nvPr/>
          </p:nvGraphicFramePr>
          <p:xfrm>
            <a:off x="4288" y="2884"/>
            <a:ext cx="74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41" name="Equation" r:id="rId9" imgW="28346400" imgH="9448800" progId="Equation.DSMT4">
                    <p:embed/>
                  </p:oleObj>
                </mc:Choice>
                <mc:Fallback>
                  <p:oleObj name="Equation" r:id="rId9" imgW="28346400" imgH="9448800" progId="Equation.DSMT4">
                    <p:embed/>
                    <p:pic>
                      <p:nvPicPr>
                        <p:cNvPr id="0" name="图片 277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288" y="2884"/>
                          <a:ext cx="74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4992" y="2837"/>
              <a:ext cx="432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～</a:t>
              </a:r>
              <a:endPara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17" name="Object 27"/>
            <p:cNvGraphicFramePr>
              <a:graphicFrameLocks noChangeAspect="1"/>
            </p:cNvGraphicFramePr>
            <p:nvPr/>
          </p:nvGraphicFramePr>
          <p:xfrm>
            <a:off x="5246" y="2896"/>
            <a:ext cx="20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42" name="Equation" r:id="rId11" imgW="3048000" imgH="3352800" progId="Equation.DSMT4">
                    <p:embed/>
                  </p:oleObj>
                </mc:Choice>
                <mc:Fallback>
                  <p:oleObj name="Equation" r:id="rId11" imgW="3048000" imgH="3352800" progId="Equation.DSMT4">
                    <p:embed/>
                    <p:pic>
                      <p:nvPicPr>
                        <p:cNvPr id="0" name="图片 277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46" y="2896"/>
                          <a:ext cx="208" cy="23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28"/>
          <p:cNvGraphicFramePr>
            <a:graphicFrameLocks noChangeAspect="1"/>
          </p:cNvGraphicFramePr>
          <p:nvPr/>
        </p:nvGraphicFramePr>
        <p:xfrm>
          <a:off x="5086350" y="5027613"/>
          <a:ext cx="1703388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3" name="Equation" r:id="rId13" imgW="35661600" imgH="19812000" progId="Equation.DSMT4">
                  <p:embed/>
                </p:oleObj>
              </mc:Choice>
              <mc:Fallback>
                <p:oleObj name="Equation" r:id="rId13" imgW="35661600" imgH="19812000" progId="Equation.DSMT4">
                  <p:embed/>
                  <p:pic>
                    <p:nvPicPr>
                      <p:cNvPr id="0" name="图片 2774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86350" y="5027613"/>
                        <a:ext cx="1703388" cy="944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9"/>
          <p:cNvGraphicFramePr>
            <a:graphicFrameLocks noChangeAspect="1"/>
          </p:cNvGraphicFramePr>
          <p:nvPr/>
        </p:nvGraphicFramePr>
        <p:xfrm>
          <a:off x="6447155" y="2813685"/>
          <a:ext cx="266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4" name="Equation" r:id="rId15" imgW="6400800" imgH="19812000" progId="Equation.DSMT4">
                  <p:embed/>
                </p:oleObj>
              </mc:Choice>
              <mc:Fallback>
                <p:oleObj name="Equation" r:id="rId15" imgW="6400800" imgH="19812000" progId="Equation.DSMT4">
                  <p:embed/>
                  <p:pic>
                    <p:nvPicPr>
                      <p:cNvPr id="0" name="图片 2774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47155" y="2813685"/>
                        <a:ext cx="2667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30"/>
          <p:cNvSpPr txBox="1">
            <a:spLocks noChangeArrowheads="1"/>
          </p:cNvSpPr>
          <p:nvPr/>
        </p:nvSpPr>
        <p:spPr bwMode="auto">
          <a:xfrm>
            <a:off x="3229451" y="3972253"/>
            <a:ext cx="1016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提示:</a:t>
            </a:r>
            <a:endParaRPr kumimoji="1" lang="zh-CN" altLang="en-US" sz="2800" b="1" dirty="0" smtClean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423592" y="1484784"/>
          <a:ext cx="1984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5" name="Equation" r:id="rId17" imgW="4876800" imgH="7620000" progId="Equation.DSMT4">
                  <p:embed/>
                </p:oleObj>
              </mc:Choice>
              <mc:Fallback>
                <p:oleObj name="Equation" r:id="rId17" imgW="4876800" imgH="7620000" progId="Equation.DSMT4">
                  <p:embed/>
                  <p:pic>
                    <p:nvPicPr>
                      <p:cNvPr id="0" name="图片 2774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23592" y="1484784"/>
                        <a:ext cx="198438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672064" y="1362304"/>
          <a:ext cx="13493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6" name="Equation" r:id="rId19" imgW="3352800" imgH="7315200" progId="Equation.DSMT4">
                  <p:embed/>
                </p:oleObj>
              </mc:Choice>
              <mc:Fallback>
                <p:oleObj name="Equation" r:id="rId19" imgW="3352800" imgH="7315200" progId="Equation.DSMT4">
                  <p:embed/>
                  <p:pic>
                    <p:nvPicPr>
                      <p:cNvPr id="0" name="图片 2774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72064" y="1362304"/>
                        <a:ext cx="134938" cy="298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1976063" y="2996952"/>
            <a:ext cx="4495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2103885" y="3964315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20" grpId="0" bldLvl="0" animBg="1"/>
      <p:bldP spid="24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044120" y="1121455"/>
            <a:ext cx="8103528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609600" indent="-609600" algn="ctr" eaLnBrk="0" hangingPunct="0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3.2.2  泰勒公式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82012" y="1967471"/>
            <a:ext cx="365722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+mn-ea"/>
              </a:rPr>
              <a:t>本小节内容提要：</a:t>
            </a:r>
            <a:endParaRPr lang="zh-CN" altLang="en-US" sz="3200" b="1" dirty="0" smtClean="0">
              <a:latin typeface="+mn-ea"/>
            </a:endParaRPr>
          </a:p>
        </p:txBody>
      </p:sp>
      <p:sp>
        <p:nvSpPr>
          <p:cNvPr id="4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364652" y="2604702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 麦克劳林公式及其应用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364652" y="3315763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 泰勒公式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296072" y="4027269"/>
            <a:ext cx="6184304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*三. 带拉格朗日余项的麦克劳林公式及其应用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898060" y="260142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麦克劳林公式及其应用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63242" y="843900"/>
            <a:ext cx="304292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1.麦克劳林公式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7759571" y="141122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32263" y="2080895"/>
          <a:ext cx="429736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103327200" imgH="11582400" progId="Equation.DSMT4">
                  <p:embed/>
                </p:oleObj>
              </mc:Choice>
              <mc:Fallback>
                <p:oleObj name="Equation" r:id="rId1" imgW="103327200" imgH="115824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32263" y="2080895"/>
                        <a:ext cx="4297362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2560117" y="1427405"/>
            <a:ext cx="55594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导，</a:t>
            </a:r>
            <a:endParaRPr kumimoji="1"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163316" y="249197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142966" y="3059491"/>
          <a:ext cx="8275638" cy="971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Equation" r:id="rId3" imgW="198424800" imgH="23164800" progId="Equation.DSMT4">
                  <p:embed/>
                </p:oleObj>
              </mc:Choice>
              <mc:Fallback>
                <p:oleObj name="Equation" r:id="rId3" imgW="198424800" imgH="23164800" progId="Equation.DSMT4">
                  <p:embed/>
                  <p:pic>
                    <p:nvPicPr>
                      <p:cNvPr id="0" name="图片 2870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2966" y="3059491"/>
                        <a:ext cx="8275638" cy="971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1960116" y="4296782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15680" y="4086169"/>
          <a:ext cx="59499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name="Equation" r:id="rId5" imgW="142951200" imgH="23164800" progId="Equation.DSMT4">
                  <p:embed/>
                </p:oleObj>
              </mc:Choice>
              <mc:Fallback>
                <p:oleObj name="Equation" r:id="rId5" imgW="142951200" imgH="23164800" progId="Equation.DSMT4">
                  <p:embed/>
                  <p:pic>
                    <p:nvPicPr>
                      <p:cNvPr id="0" name="图片 2870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5680" y="4086169"/>
                        <a:ext cx="5949950" cy="973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1960116" y="5347439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178549" y="5157554"/>
          <a:ext cx="60245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7" imgW="144780000" imgH="21640800" progId="Equation.DSMT4">
                  <p:embed/>
                </p:oleObj>
              </mc:Choice>
              <mc:Fallback>
                <p:oleObj name="Equation" r:id="rId7" imgW="144780000" imgH="21640800" progId="Equation.DSMT4">
                  <p:embed/>
                  <p:pic>
                    <p:nvPicPr>
                      <p:cNvPr id="0" name="图片 2870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78549" y="5157554"/>
                        <a:ext cx="6024562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  <p:bldP spid="7" grpId="0" bldLvl="0" animBg="1"/>
      <p:bldP spid="9" grpId="0" bldLvl="0" animBg="1"/>
      <p:bldP spid="12" grpId="0" bldLvl="0" animBg="1"/>
      <p:bldP spid="15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340536" y="260013"/>
            <a:ext cx="52019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599105" y="1029127"/>
          <a:ext cx="5638800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135331200" imgH="35052000" progId="Equation.DSMT4">
                  <p:embed/>
                </p:oleObj>
              </mc:Choice>
              <mc:Fallback>
                <p:oleObj name="Equation" r:id="rId1" imgW="135331200" imgH="350520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9105" y="1029127"/>
                        <a:ext cx="5638800" cy="1454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7542631" y="260013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进一步有：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723450" y="2731279"/>
          <a:ext cx="4508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4" name="Equation" r:id="rId3" imgW="108204000" imgH="23164800" progId="Equation.DSMT4">
                  <p:embed/>
                </p:oleObj>
              </mc:Choice>
              <mc:Fallback>
                <p:oleObj name="Equation" r:id="rId3" imgW="108204000" imgH="23164800" progId="Equation.DSMT4">
                  <p:embed/>
                  <p:pic>
                    <p:nvPicPr>
                      <p:cNvPr id="0" name="图片 297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3450" y="2731279"/>
                        <a:ext cx="45085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360919" y="2794397"/>
          <a:ext cx="29019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5" name="Equation" r:id="rId5" imgW="69494400" imgH="21640800" progId="Equation.DSMT4">
                  <p:embed/>
                </p:oleObj>
              </mc:Choice>
              <mc:Fallback>
                <p:oleObj name="Equation" r:id="rId5" imgW="69494400" imgH="21640800" progId="Equation.DSMT4">
                  <p:embed/>
                  <p:pic>
                    <p:nvPicPr>
                      <p:cNvPr id="0" name="图片 297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60919" y="2794397"/>
                        <a:ext cx="29019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391650" y="2794635"/>
          <a:ext cx="1371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6" name="Equation" r:id="rId7" imgW="32918400" imgH="21640800" progId="Equation.DSMT4">
                  <p:embed/>
                </p:oleObj>
              </mc:Choice>
              <mc:Fallback>
                <p:oleObj name="Equation" r:id="rId7" imgW="32918400" imgH="21640800" progId="Equation.DSMT4">
                  <p:embed/>
                  <p:pic>
                    <p:nvPicPr>
                      <p:cNvPr id="0" name="图片 297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91650" y="2794635"/>
                        <a:ext cx="13716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775386" y="3884424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340293" y="4173538"/>
          <a:ext cx="76390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7" name="Equation" r:id="rId9" imgW="183184800" imgH="21640800" progId="Equation.DSMT4">
                  <p:embed/>
                </p:oleObj>
              </mc:Choice>
              <mc:Fallback>
                <p:oleObj name="Equation" r:id="rId9" imgW="183184800" imgH="21640800" progId="Equation.DSMT4">
                  <p:embed/>
                  <p:pic>
                    <p:nvPicPr>
                      <p:cNvPr id="0" name="图片 297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40293" y="4173538"/>
                        <a:ext cx="763905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192581" y="5190217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归纳可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5" grpId="0" bldLvl="0" animBg="1"/>
      <p:bldP spid="10" grpId="0" bldLvl="0" animBg="1"/>
      <p:bldP spid="13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461954" y="255697"/>
            <a:ext cx="77755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3.2.3 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（带佩亚诺余项的麦克劳林展开定理）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545139" y="777647"/>
            <a:ext cx="8102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的某邻域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545139" y="1278007"/>
            <a:ext cx="37414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(0),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对任意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630045" y="1788527"/>
          <a:ext cx="87757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1" name="Equation" r:id="rId1" imgW="210616800" imgH="22860000" progId="Equation.DSMT4">
                  <p:embed/>
                </p:oleObj>
              </mc:Choice>
              <mc:Fallback>
                <p:oleObj name="Equation" r:id="rId1" imgW="210616800" imgH="22860000" progId="Equation.DSMT4">
                  <p:embed/>
                  <p:pic>
                    <p:nvPicPr>
                      <p:cNvPr id="0" name="图片 307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0045" y="1788527"/>
                        <a:ext cx="8775700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67809" y="2698125"/>
          <a:ext cx="1206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3" name="Equation" r:id="rId3" imgW="28956000" imgH="14020800" progId="Equation.DSMT4">
                  <p:embed/>
                </p:oleObj>
              </mc:Choice>
              <mc:Fallback>
                <p:oleObj name="Equation" r:id="rId3" imgW="28956000" imgH="14020800" progId="Equation.DSMT4">
                  <p:embed/>
                  <p:pic>
                    <p:nvPicPr>
                      <p:cNvPr id="0" name="图片 3075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809" y="2698125"/>
                        <a:ext cx="12065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1630229" y="3337689"/>
            <a:ext cx="65627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此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式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被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kumimoji="1" lang="en-US" altLang="zh-CN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阶展开式，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75327" y="4063542"/>
          <a:ext cx="850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4" name="Equation" r:id="rId5" imgW="20421600" imgH="14020800" progId="Equation.DSMT4">
                  <p:embed/>
                </p:oleObj>
              </mc:Choice>
              <mc:Fallback>
                <p:oleObj name="Equation" r:id="rId5" imgW="20421600" imgH="14020800" progId="Equation.DSMT4">
                  <p:embed/>
                  <p:pic>
                    <p:nvPicPr>
                      <p:cNvPr id="0" name="图片 3075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75327" y="4063542"/>
                        <a:ext cx="8509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3315494" y="4125466"/>
            <a:ext cx="45618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称为展开式中的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佩亚诺余项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184827" y="4851643"/>
          <a:ext cx="1130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5" name="Equation" r:id="rId7" imgW="27127200" imgH="22860000" progId="Equation.DSMT4">
                  <p:embed/>
                </p:oleObj>
              </mc:Choice>
              <mc:Fallback>
                <p:oleObj name="Equation" r:id="rId7" imgW="27127200" imgH="22860000" progId="Equation.DSMT4">
                  <p:embed/>
                  <p:pic>
                    <p:nvPicPr>
                      <p:cNvPr id="0" name="图片 3075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84827" y="4851643"/>
                        <a:ext cx="11303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3380539" y="5135612"/>
            <a:ext cx="49193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称为展开式中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麦克劳林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系数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7727742" y="3337302"/>
            <a:ext cx="34893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也称为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麦克劳林公式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9"/>
          <a:srcRect l="18519" r="20741" b="4500"/>
          <a:stretch>
            <a:fillRect/>
          </a:stretch>
        </p:blipFill>
        <p:spPr>
          <a:xfrm>
            <a:off x="8300085" y="2085975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8" grpId="0" bldLvl="0" animBg="1"/>
      <p:bldP spid="11" grpId="0" bldLvl="0" animBg="1"/>
      <p:bldP spid="13" grpId="0" bldLvl="0" animBg="1"/>
      <p:bldP spid="1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34193" y="249600"/>
            <a:ext cx="56515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命题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3.2.1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的某个邻域中，有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847528" y="836712"/>
            <a:ext cx="596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567608" y="711860"/>
          <a:ext cx="50498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5" name="Equation" r:id="rId1" imgW="121005600" imgH="20116800" progId="Equation.DSMT4">
                  <p:embed/>
                </p:oleObj>
              </mc:Choice>
              <mc:Fallback>
                <p:oleObj name="Equation" r:id="rId1" imgW="121005600" imgH="20116800" progId="Equation.DSMT4">
                  <p:embed/>
                  <p:pic>
                    <p:nvPicPr>
                      <p:cNvPr id="0" name="图片 317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7608" y="711860"/>
                        <a:ext cx="50498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847528" y="1772816"/>
            <a:ext cx="596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06592" y="1618500"/>
          <a:ext cx="3143251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7" name="Equation" r:id="rId3" imgW="75285600" imgH="20116800" progId="Equation.DSMT4">
                  <p:embed/>
                </p:oleObj>
              </mc:Choice>
              <mc:Fallback>
                <p:oleObj name="Equation" r:id="rId3" imgW="75285600" imgH="20116800" progId="Equation.DSMT4">
                  <p:embed/>
                  <p:pic>
                    <p:nvPicPr>
                      <p:cNvPr id="0" name="图片 3183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06592" y="1618500"/>
                        <a:ext cx="3143251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951984" y="1555000"/>
          <a:ext cx="3894138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8" name="Equation" r:id="rId5" imgW="93268800" imgH="22860000" progId="Equation.DSMT4">
                  <p:embed/>
                </p:oleObj>
              </mc:Choice>
              <mc:Fallback>
                <p:oleObj name="Equation" r:id="rId5" imgW="93268800" imgH="22860000" progId="Equation.DSMT4">
                  <p:embed/>
                  <p:pic>
                    <p:nvPicPr>
                      <p:cNvPr id="0" name="图片 31837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51984" y="1555000"/>
                        <a:ext cx="3894138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663952" y="2034426"/>
          <a:ext cx="222251" cy="15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9" name="Equation" r:id="rId7" imgW="5486400" imgH="3657600" progId="Equation.DSMT4">
                  <p:embed/>
                </p:oleObj>
              </mc:Choice>
              <mc:Fallback>
                <p:oleObj name="Equation" r:id="rId7" imgW="5486400" imgH="3657600" progId="Equation.DSMT4">
                  <p:embed/>
                  <p:pic>
                    <p:nvPicPr>
                      <p:cNvPr id="0" name="图片 31838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63952" y="2034426"/>
                        <a:ext cx="222251" cy="157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1847528" y="4561964"/>
            <a:ext cx="596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(5)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1847528" y="3789040"/>
            <a:ext cx="596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(4)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1847528" y="2705978"/>
            <a:ext cx="596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(3)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866964" y="2564904"/>
          <a:ext cx="2101244" cy="104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0" name="Equation" r:id="rId9" imgW="22250400" imgH="10972800" progId="Equation.DSMT4">
                  <p:embed/>
                </p:oleObj>
              </mc:Choice>
              <mc:Fallback>
                <p:oleObj name="Equation" r:id="rId9" imgW="22250400" imgH="10972800" progId="Equation.DSMT4">
                  <p:embed/>
                  <p:pic>
                    <p:nvPicPr>
                      <p:cNvPr id="0" name="图片 31839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6964" y="2564904"/>
                        <a:ext cx="2101244" cy="10443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495600" y="2898776"/>
          <a:ext cx="788491" cy="34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1" name="Equation" r:id="rId11" imgW="8229600" imgH="3352800" progId="Equation.DSMT4">
                  <p:embed/>
                </p:oleObj>
              </mc:Choice>
              <mc:Fallback>
                <p:oleObj name="Equation" r:id="rId11" imgW="8229600" imgH="3352800" progId="Equation.DSMT4">
                  <p:embed/>
                  <p:pic>
                    <p:nvPicPr>
                      <p:cNvPr id="0" name="图片 31840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5600" y="2898776"/>
                        <a:ext cx="788491" cy="348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414781" y="2846388"/>
          <a:ext cx="507485" cy="394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2" name="Equation" r:id="rId13" imgW="5181600" imgH="3962400" progId="Equation.DSMT4">
                  <p:embed/>
                </p:oleObj>
              </mc:Choice>
              <mc:Fallback>
                <p:oleObj name="Equation" r:id="rId13" imgW="5181600" imgH="3962400" progId="Equation.DSMT4">
                  <p:embed/>
                  <p:pic>
                    <p:nvPicPr>
                      <p:cNvPr id="0" name="图片 31841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14781" y="2846388"/>
                        <a:ext cx="507485" cy="39424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828060" y="2564904"/>
          <a:ext cx="733969" cy="104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3" name="Equation" r:id="rId15" imgW="7620000" imgH="10972800" progId="Equation.DSMT4">
                  <p:embed/>
                </p:oleObj>
              </mc:Choice>
              <mc:Fallback>
                <p:oleObj name="Equation" r:id="rId15" imgW="7620000" imgH="10972800" progId="Equation.DSMT4">
                  <p:embed/>
                  <p:pic>
                    <p:nvPicPr>
                      <p:cNvPr id="0" name="图片 3184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28060" y="2564904"/>
                        <a:ext cx="733969" cy="10443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511824" y="2564904"/>
          <a:ext cx="738162" cy="1044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4" name="Equation" r:id="rId17" imgW="7620000" imgH="10972800" progId="Equation.DSMT4">
                  <p:embed/>
                </p:oleObj>
              </mc:Choice>
              <mc:Fallback>
                <p:oleObj name="Equation" r:id="rId17" imgW="7620000" imgH="10972800" progId="Equation.DSMT4">
                  <p:embed/>
                  <p:pic>
                    <p:nvPicPr>
                      <p:cNvPr id="0" name="图片 3184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11824" y="2564904"/>
                        <a:ext cx="738162" cy="104433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104014" y="2821434"/>
          <a:ext cx="137636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5" name="Equation" r:id="rId19" imgW="32918400" imgH="10972800" progId="Equation.DSMT4">
                  <p:embed/>
                </p:oleObj>
              </mc:Choice>
              <mc:Fallback>
                <p:oleObj name="Equation" r:id="rId19" imgW="32918400" imgH="10972800" progId="Equation.DSMT4">
                  <p:embed/>
                  <p:pic>
                    <p:nvPicPr>
                      <p:cNvPr id="0" name="图片 3184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104014" y="2821434"/>
                        <a:ext cx="1376362" cy="46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231904" y="2898776"/>
          <a:ext cx="650087" cy="34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6" name="Equation" r:id="rId21" imgW="6705600" imgH="3352800" progId="Equation.DSMT4">
                  <p:embed/>
                </p:oleObj>
              </mc:Choice>
              <mc:Fallback>
                <p:oleObj name="Equation" r:id="rId21" imgW="6705600" imgH="3352800" progId="Equation.DSMT4">
                  <p:embed/>
                  <p:pic>
                    <p:nvPicPr>
                      <p:cNvPr id="0" name="图片 3184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231904" y="2898776"/>
                        <a:ext cx="650087" cy="348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265431" y="2844800"/>
          <a:ext cx="694665" cy="440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7" name="Equation" r:id="rId23" imgW="8839200" imgH="5486400" progId="Equation.DSMT4">
                  <p:embed/>
                </p:oleObj>
              </mc:Choice>
              <mc:Fallback>
                <p:oleObj name="Equation" r:id="rId23" imgW="8839200" imgH="5486400" progId="Equation.DSMT4">
                  <p:embed/>
                  <p:pic>
                    <p:nvPicPr>
                      <p:cNvPr id="0" name="图片 31846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265431" y="2844800"/>
                        <a:ext cx="694665" cy="44018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783632" y="3605262"/>
          <a:ext cx="53260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8" name="Equation" r:id="rId25" imgW="128016000" imgH="20116800" progId="Equation.DSMT4">
                  <p:embed/>
                </p:oleObj>
              </mc:Choice>
              <mc:Fallback>
                <p:oleObj name="Equation" r:id="rId25" imgW="128016000" imgH="20116800" progId="Equation.DSMT4">
                  <p:embed/>
                  <p:pic>
                    <p:nvPicPr>
                      <p:cNvPr id="0" name="图片 3184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783632" y="3605262"/>
                        <a:ext cx="532606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666415" y="4437112"/>
          <a:ext cx="69040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9" name="Equation" r:id="rId27" imgW="165506400" imgH="21336000" progId="Equation.DSMT4">
                  <p:embed/>
                </p:oleObj>
              </mc:Choice>
              <mc:Fallback>
                <p:oleObj name="Equation" r:id="rId27" imgW="165506400" imgH="21336000" progId="Equation.DSMT4">
                  <p:embed/>
                  <p:pic>
                    <p:nvPicPr>
                      <p:cNvPr id="0" name="图片 31848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666415" y="4437112"/>
                        <a:ext cx="69040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29"/>
          <a:srcRect l="18519" r="20741" b="4500"/>
          <a:stretch>
            <a:fillRect/>
          </a:stretch>
        </p:blipFill>
        <p:spPr>
          <a:xfrm>
            <a:off x="5170805" y="901700"/>
            <a:ext cx="260350" cy="3638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9"/>
          <a:srcRect l="18519" r="20741" b="4500"/>
          <a:stretch>
            <a:fillRect/>
          </a:stretch>
        </p:blipFill>
        <p:spPr>
          <a:xfrm>
            <a:off x="5912485" y="1827530"/>
            <a:ext cx="260350" cy="36385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9"/>
          <a:srcRect l="18519" r="20741" b="4500"/>
          <a:stretch>
            <a:fillRect/>
          </a:stretch>
        </p:blipFill>
        <p:spPr>
          <a:xfrm>
            <a:off x="6005195" y="3789045"/>
            <a:ext cx="260350" cy="36385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9"/>
          <a:srcRect l="18519" r="20741" b="4500"/>
          <a:stretch>
            <a:fillRect/>
          </a:stretch>
        </p:blipFill>
        <p:spPr>
          <a:xfrm>
            <a:off x="6426835" y="470027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6" grpId="0" bldLvl="0" animBg="1"/>
      <p:bldP spid="14" grpId="0" bldLvl="0" animBg="1"/>
      <p:bldP spid="16" grpId="0" bldLvl="0" animBg="1"/>
      <p:bldP spid="17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393950" y="682377"/>
          <a:ext cx="1867692" cy="5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9" name="Equation" r:id="rId1" imgW="43891200" imgH="11887200" progId="Equation.DSMT4">
                  <p:embed/>
                </p:oleObj>
              </mc:Choice>
              <mc:Fallback>
                <p:oleObj name="Equation" r:id="rId1" imgW="43891200" imgH="11887200" progId="Equation.DSMT4">
                  <p:embed/>
                  <p:pic>
                    <p:nvPicPr>
                      <p:cNvPr id="0" name="图片 327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93950" y="682377"/>
                        <a:ext cx="1867692" cy="514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181475" y="766005"/>
          <a:ext cx="473012" cy="370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0" name="Equation" r:id="rId3" imgW="5181600" imgH="3962400" progId="Equation.DSMT4">
                  <p:embed/>
                </p:oleObj>
              </mc:Choice>
              <mc:Fallback>
                <p:oleObj name="Equation" r:id="rId3" imgW="5181600" imgH="3962400" progId="Equation.DSMT4">
                  <p:embed/>
                  <p:pic>
                    <p:nvPicPr>
                      <p:cNvPr id="0" name="图片 327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81475" y="766005"/>
                        <a:ext cx="473012" cy="37001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655840" y="803846"/>
          <a:ext cx="732405" cy="39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1" name="Equation" r:id="rId5" imgW="8229600" imgH="4267200" progId="Equation.DSMT4">
                  <p:embed/>
                </p:oleObj>
              </mc:Choice>
              <mc:Fallback>
                <p:oleObj name="Equation" r:id="rId5" imgW="8229600" imgH="4267200" progId="Equation.DSMT4">
                  <p:embed/>
                  <p:pic>
                    <p:nvPicPr>
                      <p:cNvPr id="0" name="图片 327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55840" y="803846"/>
                        <a:ext cx="732405" cy="3929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888088" y="764704"/>
          <a:ext cx="392906" cy="44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7" imgW="4267200" imgH="4876800" progId="Equation.DSMT4">
                  <p:embed/>
                </p:oleObj>
              </mc:Choice>
              <mc:Fallback>
                <p:oleObj name="Equation" r:id="rId7" imgW="4267200" imgH="4876800" progId="Equation.DSMT4">
                  <p:embed/>
                  <p:pic>
                    <p:nvPicPr>
                      <p:cNvPr id="0" name="图片 327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888088" y="764704"/>
                        <a:ext cx="392906" cy="442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968208" y="1757150"/>
          <a:ext cx="392906" cy="44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3" name="Equation" r:id="rId9" imgW="4267200" imgH="4876800" progId="Equation.DSMT4">
                  <p:embed/>
                </p:oleObj>
              </mc:Choice>
              <mc:Fallback>
                <p:oleObj name="Equation" r:id="rId9" imgW="4267200" imgH="4876800" progId="Equation.DSMT4">
                  <p:embed/>
                  <p:pic>
                    <p:nvPicPr>
                      <p:cNvPr id="0" name="图片 327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68208" y="1757150"/>
                        <a:ext cx="392906" cy="442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445500" y="1772816"/>
          <a:ext cx="10160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4" name="Equation" r:id="rId11" imgW="24079200" imgH="10972800" progId="Equation.DSMT4">
                  <p:embed/>
                </p:oleObj>
              </mc:Choice>
              <mc:Fallback>
                <p:oleObj name="Equation" r:id="rId11" imgW="24079200" imgH="10972800" progId="Equation.DSMT4">
                  <p:embed/>
                  <p:pic>
                    <p:nvPicPr>
                      <p:cNvPr id="0" name="图片 327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445500" y="1772816"/>
                        <a:ext cx="101600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320136" y="853360"/>
          <a:ext cx="598893" cy="331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13" imgW="6705600" imgH="3352800" progId="Equation.DSMT4">
                  <p:embed/>
                </p:oleObj>
              </mc:Choice>
              <mc:Fallback>
                <p:oleObj name="Equation" r:id="rId13" imgW="6705600" imgH="3352800" progId="Equation.DSMT4">
                  <p:embed/>
                  <p:pic>
                    <p:nvPicPr>
                      <p:cNvPr id="0" name="图片 327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20136" y="853360"/>
                        <a:ext cx="598893" cy="33187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375920" y="569278"/>
          <a:ext cx="1426664" cy="915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15" imgW="16459200" imgH="10363200" progId="Equation.DSMT4">
                  <p:embed/>
                </p:oleObj>
              </mc:Choice>
              <mc:Fallback>
                <p:oleObj name="Equation" r:id="rId15" imgW="16459200" imgH="10363200" progId="Equation.DSMT4">
                  <p:embed/>
                  <p:pic>
                    <p:nvPicPr>
                      <p:cNvPr id="0" name="图片 327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75920" y="569278"/>
                        <a:ext cx="1426664" cy="91550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735960" y="557000"/>
          <a:ext cx="1136754" cy="44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17" imgW="13106400" imgH="4876800" progId="Equation.DSMT4">
                  <p:embed/>
                </p:oleObj>
              </mc:Choice>
              <mc:Fallback>
                <p:oleObj name="Equation" r:id="rId17" imgW="13106400" imgH="4876800" progId="Equation.DSMT4">
                  <p:embed/>
                  <p:pic>
                    <p:nvPicPr>
                      <p:cNvPr id="0" name="图片 327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35960" y="557000"/>
                        <a:ext cx="1136754" cy="442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871864" y="1581203"/>
          <a:ext cx="3059317" cy="911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8" name="Equation" r:id="rId19" imgW="35661600" imgH="10363200" progId="Equation.DSMT4">
                  <p:embed/>
                </p:oleObj>
              </mc:Choice>
              <mc:Fallback>
                <p:oleObj name="Equation" r:id="rId19" imgW="35661600" imgH="10363200" progId="Equation.DSMT4">
                  <p:embed/>
                  <p:pic>
                    <p:nvPicPr>
                      <p:cNvPr id="0" name="图片 3277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71864" y="1581203"/>
                        <a:ext cx="3059317" cy="9116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159896" y="1585700"/>
          <a:ext cx="2693114" cy="442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9" name="Equation" r:id="rId21" imgW="31394400" imgH="4876800" progId="Equation.DSMT4">
                  <p:embed/>
                </p:oleObj>
              </mc:Choice>
              <mc:Fallback>
                <p:oleObj name="Equation" r:id="rId21" imgW="31394400" imgH="4876800" progId="Equation.DSMT4">
                  <p:embed/>
                  <p:pic>
                    <p:nvPicPr>
                      <p:cNvPr id="0" name="图片 3277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159896" y="1585700"/>
                        <a:ext cx="2693114" cy="44249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772717" y="2648977"/>
            <a:ext cx="17583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例如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(6)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00343" y="3284984"/>
          <a:ext cx="16875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23" imgW="40233600" imgH="10972800" progId="Equation.DSMT4">
                  <p:embed/>
                </p:oleObj>
              </mc:Choice>
              <mc:Fallback>
                <p:oleObj name="Equation" r:id="rId23" imgW="40233600" imgH="10972800" progId="Equation.DSMT4">
                  <p:embed/>
                  <p:pic>
                    <p:nvPicPr>
                      <p:cNvPr id="0" name="图片 3277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400343" y="3284984"/>
                        <a:ext cx="1687513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156075" y="3302000"/>
          <a:ext cx="428625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1" name="Equation" r:id="rId25" imgW="102717600" imgH="10972800" progId="Equation.DSMT4">
                  <p:embed/>
                </p:oleObj>
              </mc:Choice>
              <mc:Fallback>
                <p:oleObj name="Equation" r:id="rId25" imgW="102717600" imgH="10972800" progId="Equation.DSMT4">
                  <p:embed/>
                  <p:pic>
                    <p:nvPicPr>
                      <p:cNvPr id="0" name="图片 3278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156075" y="3302000"/>
                        <a:ext cx="4286250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716213" y="3962400"/>
          <a:ext cx="435133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Equation" r:id="rId27" imgW="104241600" imgH="10972800" progId="Equation.DSMT4">
                  <p:embed/>
                </p:oleObj>
              </mc:Choice>
              <mc:Fallback>
                <p:oleObj name="Equation" r:id="rId27" imgW="104241600" imgH="10972800" progId="Equation.DSMT4">
                  <p:embed/>
                  <p:pic>
                    <p:nvPicPr>
                      <p:cNvPr id="0" name="图片 3278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716213" y="3962400"/>
                        <a:ext cx="4351337" cy="4619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747000" y="4019550"/>
          <a:ext cx="17272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3" name="Equation" r:id="rId29" imgW="41148000" imgH="9448800" progId="Equation.DSMT4">
                  <p:embed/>
                </p:oleObj>
              </mc:Choice>
              <mc:Fallback>
                <p:oleObj name="Equation" r:id="rId29" imgW="41148000" imgH="9448800" progId="Equation.DSMT4">
                  <p:embed/>
                  <p:pic>
                    <p:nvPicPr>
                      <p:cNvPr id="0" name="图片 3278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747000" y="4019550"/>
                        <a:ext cx="17272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1773233" y="3902958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1"/>
          <a:srcRect l="18519" r="20741" b="4500"/>
          <a:stretch>
            <a:fillRect/>
          </a:stretch>
        </p:blipFill>
        <p:spPr>
          <a:xfrm>
            <a:off x="5323840" y="3303270"/>
            <a:ext cx="260350" cy="3638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1"/>
          <a:srcRect l="18519" r="20741" b="4500"/>
          <a:stretch>
            <a:fillRect/>
          </a:stretch>
        </p:blipFill>
        <p:spPr>
          <a:xfrm>
            <a:off x="5237480" y="4011295"/>
            <a:ext cx="260350" cy="3638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1"/>
          <a:srcRect l="18519" r="20741" b="4500"/>
          <a:stretch>
            <a:fillRect/>
          </a:stretch>
        </p:blipFill>
        <p:spPr>
          <a:xfrm>
            <a:off x="8987790" y="4011295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8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32736" y="388283"/>
            <a:ext cx="63093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.用麦克劳林公式计算极限的例子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33212" y="1164243"/>
            <a:ext cx="2503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17.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437006" y="939918"/>
          <a:ext cx="28797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3" name="Equation" r:id="rId1" imgW="28041600" imgH="9448800" progId="Equation.DSMT4">
                  <p:embed/>
                </p:oleObj>
              </mc:Choice>
              <mc:Fallback>
                <p:oleObj name="Equation" r:id="rId1" imgW="28041600" imgH="9448800" progId="Equation.DSMT4">
                  <p:embed/>
                  <p:pic>
                    <p:nvPicPr>
                      <p:cNvPr id="0" name="图片 337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437006" y="939918"/>
                        <a:ext cx="2879725" cy="9699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209800" y="2011363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8093710" y="1979613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由于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078038" y="2544763"/>
          <a:ext cx="35623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4" name="Equation" r:id="rId3" imgW="32308800" imgH="10058400" progId="Equation.DSMT4">
                  <p:embed/>
                </p:oleObj>
              </mc:Choice>
              <mc:Fallback>
                <p:oleObj name="Equation" r:id="rId3" imgW="32308800" imgH="10058400" progId="Equation.DSMT4">
                  <p:embed/>
                  <p:pic>
                    <p:nvPicPr>
                      <p:cNvPr id="0" name="图片 337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8038" y="2544763"/>
                        <a:ext cx="3562350" cy="1104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8"/>
          <p:cNvGrpSpPr/>
          <p:nvPr/>
        </p:nvGrpSpPr>
        <p:grpSpPr bwMode="auto">
          <a:xfrm>
            <a:off x="2749550" y="2011362"/>
            <a:ext cx="5432425" cy="522287"/>
            <a:chOff x="772" y="1078"/>
            <a:chExt cx="3422" cy="329"/>
          </a:xfrm>
        </p:grpSpPr>
        <p:graphicFrame>
          <p:nvGraphicFramePr>
            <p:cNvPr id="10" name="Object 19"/>
            <p:cNvGraphicFramePr>
              <a:graphicFrameLocks noChangeAspect="1"/>
            </p:cNvGraphicFramePr>
            <p:nvPr/>
          </p:nvGraphicFramePr>
          <p:xfrm>
            <a:off x="3580" y="1099"/>
            <a:ext cx="23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95" name="Equation" r:id="rId5" imgW="8839200" imgH="10972800" progId="Equation.DSMT4">
                    <p:embed/>
                  </p:oleObj>
                </mc:Choice>
                <mc:Fallback>
                  <p:oleObj name="Equation" r:id="rId5" imgW="8839200" imgH="10972800" progId="Equation.DSMT4">
                    <p:embed/>
                    <p:pic>
                      <p:nvPicPr>
                        <p:cNvPr id="0" name="图片 3379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80" y="1099"/>
                          <a:ext cx="232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20"/>
            <p:cNvSpPr txBox="1">
              <a:spLocks noChangeArrowheads="1"/>
            </p:cNvSpPr>
            <p:nvPr/>
          </p:nvSpPr>
          <p:spPr bwMode="auto">
            <a:xfrm>
              <a:off x="772" y="1078"/>
              <a:ext cx="2818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按</a:t>
              </a:r>
              <a:r>
                <a:rPr kumimoji="1" lang="zh-CN" altLang="en-US" sz="2800" b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麦克劳林公式将分子展到</a:t>
              </a:r>
              <a:endPara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3798" y="1078"/>
              <a:ext cx="396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项</a:t>
              </a:r>
              <a:r>
                <a:rPr kumimoji="1" lang="en-US" altLang="zh-CN" sz="2800" b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,</a:t>
              </a:r>
              <a:endPara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3" name="Object 47"/>
          <p:cNvGraphicFramePr>
            <a:graphicFrameLocks noChangeAspect="1"/>
          </p:cNvGraphicFramePr>
          <p:nvPr/>
        </p:nvGraphicFramePr>
        <p:xfrm>
          <a:off x="2590800" y="5085184"/>
          <a:ext cx="441325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6" name="Equation" r:id="rId7" imgW="39014400" imgH="9448800" progId="Equation.DSMT4">
                  <p:embed/>
                </p:oleObj>
              </mc:Choice>
              <mc:Fallback>
                <p:oleObj name="Equation" r:id="rId7" imgW="39014400" imgH="9448800" progId="Equation.DSMT4">
                  <p:embed/>
                  <p:pic>
                    <p:nvPicPr>
                      <p:cNvPr id="0" name="图片 337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90800" y="5085184"/>
                        <a:ext cx="4413250" cy="1065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8"/>
          <p:cNvGraphicFramePr>
            <a:graphicFrameLocks noChangeAspect="1"/>
          </p:cNvGraphicFramePr>
          <p:nvPr/>
        </p:nvGraphicFramePr>
        <p:xfrm>
          <a:off x="4808746" y="4509120"/>
          <a:ext cx="18288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7" name="Equation" r:id="rId9" imgW="16154400" imgH="10058400" progId="Equation.DSMT4">
                  <p:embed/>
                </p:oleObj>
              </mc:Choice>
              <mc:Fallback>
                <p:oleObj name="Equation" r:id="rId9" imgW="16154400" imgH="10058400" progId="Equation.DSMT4">
                  <p:embed/>
                  <p:pic>
                    <p:nvPicPr>
                      <p:cNvPr id="0" name="图片 337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08746" y="4509120"/>
                        <a:ext cx="1828800" cy="1139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9"/>
          <p:cNvGraphicFramePr>
            <a:graphicFrameLocks noChangeAspect="1"/>
          </p:cNvGraphicFramePr>
          <p:nvPr/>
        </p:nvGraphicFramePr>
        <p:xfrm>
          <a:off x="7011194" y="5013176"/>
          <a:ext cx="760412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8" name="Equation" r:id="rId11" imgW="6705600" imgH="9448800" progId="Equation.DSMT4">
                  <p:embed/>
                </p:oleObj>
              </mc:Choice>
              <mc:Fallback>
                <p:oleObj name="Equation" r:id="rId11" imgW="6705600" imgH="9448800" progId="Equation.DSMT4">
                  <p:embed/>
                  <p:pic>
                    <p:nvPicPr>
                      <p:cNvPr id="0" name="图片 3379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11194" y="5013176"/>
                        <a:ext cx="760412" cy="1073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6"/>
          <p:cNvGraphicFramePr>
            <a:graphicFrameLocks noChangeAspect="1"/>
          </p:cNvGraphicFramePr>
          <p:nvPr/>
        </p:nvGraphicFramePr>
        <p:xfrm>
          <a:off x="5969000" y="2545080"/>
          <a:ext cx="37973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13" imgW="34442400" imgH="10058400" progId="Equation.DSMT4">
                  <p:embed/>
                </p:oleObj>
              </mc:Choice>
              <mc:Fallback>
                <p:oleObj name="Equation" r:id="rId13" imgW="34442400" imgH="10058400" progId="Equation.DSMT4">
                  <p:embed/>
                  <p:pic>
                    <p:nvPicPr>
                      <p:cNvPr id="0" name="图片 337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69000" y="2545080"/>
                        <a:ext cx="3797300" cy="1104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7"/>
          <p:cNvGraphicFramePr>
            <a:graphicFrameLocks noChangeAspect="1"/>
          </p:cNvGraphicFramePr>
          <p:nvPr/>
        </p:nvGraphicFramePr>
        <p:xfrm>
          <a:off x="3791744" y="3573016"/>
          <a:ext cx="430212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Equation" r:id="rId15" imgW="39014400" imgH="10058400" progId="Equation.DSMT4">
                  <p:embed/>
                </p:oleObj>
              </mc:Choice>
              <mc:Fallback>
                <p:oleObj name="Equation" r:id="rId15" imgW="39014400" imgH="10058400" progId="Equation.DSMT4">
                  <p:embed/>
                  <p:pic>
                    <p:nvPicPr>
                      <p:cNvPr id="0" name="图片 3379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791744" y="3573016"/>
                        <a:ext cx="4302125" cy="1104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209800" y="378904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autoUpdateAnimBg="0"/>
      <p:bldP spid="7" grpId="0" autoUpdateAnimBg="0"/>
      <p:bldP spid="18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152328" y="372408"/>
            <a:ext cx="25038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18.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计算极限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27848" y="188640"/>
          <a:ext cx="25320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7" name="Equation" r:id="rId1" imgW="60960000" imgH="21336000" progId="Equation.DSMT4">
                  <p:embed/>
                </p:oleObj>
              </mc:Choice>
              <mc:Fallback>
                <p:oleObj name="Equation" r:id="rId1" imgW="60960000" imgH="21336000" progId="Equation.DSMT4">
                  <p:embed/>
                  <p:pic>
                    <p:nvPicPr>
                      <p:cNvPr id="0" name="图片 348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7848" y="188640"/>
                        <a:ext cx="2532062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90514" y="1723508"/>
          <a:ext cx="253206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6" name="Equation" r:id="rId3" imgW="60960000" imgH="21336000" progId="Equation.DSMT4">
                  <p:embed/>
                </p:oleObj>
              </mc:Choice>
              <mc:Fallback>
                <p:oleObj name="Equation" r:id="rId3" imgW="60960000" imgH="21336000" progId="Equation.DSMT4">
                  <p:embed/>
                  <p:pic>
                    <p:nvPicPr>
                      <p:cNvPr id="0" name="图片 3484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90514" y="1723508"/>
                        <a:ext cx="2532063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063552" y="1196752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655840" y="1227740"/>
          <a:ext cx="5541963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7" name="Equation" r:id="rId4" imgW="133197600" imgH="34137600" progId="Equation.DSMT4">
                  <p:embed/>
                </p:oleObj>
              </mc:Choice>
              <mc:Fallback>
                <p:oleObj name="Equation" r:id="rId4" imgW="133197600" imgH="34137600" progId="Equation.DSMT4">
                  <p:embed/>
                  <p:pic>
                    <p:nvPicPr>
                      <p:cNvPr id="0" name="图片 34846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5840" y="1227740"/>
                        <a:ext cx="5541963" cy="142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655840" y="2924944"/>
          <a:ext cx="254635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8" name="Equation" r:id="rId6" imgW="61264800" imgH="29565600" progId="Equation.DSMT4">
                  <p:embed/>
                </p:oleObj>
              </mc:Choice>
              <mc:Fallback>
                <p:oleObj name="Equation" r:id="rId6" imgW="61264800" imgH="29565600" progId="Equation.DSMT4">
                  <p:embed/>
                  <p:pic>
                    <p:nvPicPr>
                      <p:cNvPr id="0" name="图片 34847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55840" y="2924944"/>
                        <a:ext cx="2546350" cy="1231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320136" y="3284984"/>
          <a:ext cx="635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9" name="Equation" r:id="rId8" imgW="15240000" imgH="19812000" progId="Equation.DSMT4">
                  <p:embed/>
                </p:oleObj>
              </mc:Choice>
              <mc:Fallback>
                <p:oleObj name="Equation" r:id="rId8" imgW="15240000" imgH="19812000" progId="Equation.DSMT4">
                  <p:embed/>
                  <p:pic>
                    <p:nvPicPr>
                      <p:cNvPr id="0" name="图片 34848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20136" y="3284984"/>
                        <a:ext cx="6350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524045" y="246172"/>
            <a:ext cx="517619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泰勒公式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273484" y="771689"/>
            <a:ext cx="66179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记佩亚诺余项的麦克劳林公式中的多项式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34038" y="1371779"/>
          <a:ext cx="88312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1" name="Equation" r:id="rId1" imgW="212140800" imgH="22860000" progId="Equation.DSMT4">
                  <p:embed/>
                </p:oleObj>
              </mc:Choice>
              <mc:Fallback>
                <p:oleObj name="Equation" r:id="rId1" imgW="212140800" imgH="22860000" progId="Equation.DSMT4">
                  <p:embed/>
                  <p:pic>
                    <p:nvPicPr>
                      <p:cNvPr id="0" name="图片 358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4038" y="1371779"/>
                        <a:ext cx="8831263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729413" y="2408570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它有性质：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840534" y="2925579"/>
          <a:ext cx="2027238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2" name="Equation" r:id="rId3" imgW="48463200" imgH="11582400" progId="Equation.DSMT4">
                  <p:embed/>
                </p:oleObj>
              </mc:Choice>
              <mc:Fallback>
                <p:oleObj name="Equation" r:id="rId3" imgW="48463200" imgH="11582400" progId="Equation.DSMT4">
                  <p:embed/>
                  <p:pic>
                    <p:nvPicPr>
                      <p:cNvPr id="0" name="图片 358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0534" y="2925579"/>
                        <a:ext cx="2027238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330389" y="2889880"/>
          <a:ext cx="4724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" name="Equation" r:id="rId5" imgW="113385600" imgH="13106400" progId="Equation.DSMT4">
                  <p:embed/>
                </p:oleObj>
              </mc:Choice>
              <mc:Fallback>
                <p:oleObj name="Equation" r:id="rId5" imgW="113385600" imgH="13106400" progId="Equation.DSMT4">
                  <p:embed/>
                  <p:pic>
                    <p:nvPicPr>
                      <p:cNvPr id="0" name="图片 358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30389" y="2889880"/>
                        <a:ext cx="47244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3" name="TextBox 12"/>
          <p:cNvSpPr txBox="1"/>
          <p:nvPr/>
        </p:nvSpPr>
        <p:spPr bwMode="auto">
          <a:xfrm>
            <a:off x="2273355" y="3564761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840429" y="3583811"/>
          <a:ext cx="32131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4" name="Equation" r:id="rId7" imgW="77114400" imgH="11582400" progId="Equation.DSMT4">
                  <p:embed/>
                </p:oleObj>
              </mc:Choice>
              <mc:Fallback>
                <p:oleObj name="Equation" r:id="rId7" imgW="77114400" imgH="11582400" progId="Equation.DSMT4">
                  <p:embed/>
                  <p:pic>
                    <p:nvPicPr>
                      <p:cNvPr id="0" name="图片 358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0429" y="3583811"/>
                        <a:ext cx="32131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6160259" y="3583811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813993" y="4242678"/>
          <a:ext cx="14922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5" name="Equation" r:id="rId9" imgW="35661600" imgH="11582400" progId="Equation.DSMT4">
                  <p:embed/>
                </p:oleObj>
              </mc:Choice>
              <mc:Fallback>
                <p:oleObj name="Equation" r:id="rId9" imgW="35661600" imgH="11582400" progId="Equation.DSMT4">
                  <p:embed/>
                  <p:pic>
                    <p:nvPicPr>
                      <p:cNvPr id="0" name="图片 358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13993" y="4242678"/>
                        <a:ext cx="1492250" cy="4873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867678" y="4170035"/>
          <a:ext cx="3708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11" imgW="89306400" imgH="12801600" progId="Equation.DSMT4">
                  <p:embed/>
                </p:oleObj>
              </mc:Choice>
              <mc:Fallback>
                <p:oleObj name="Equation" r:id="rId11" imgW="89306400" imgH="12801600" progId="Equation.DSMT4">
                  <p:embed/>
                  <p:pic>
                    <p:nvPicPr>
                      <p:cNvPr id="0" name="图片 358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867678" y="4170035"/>
                        <a:ext cx="3708400" cy="533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1729418" y="4800574"/>
            <a:ext cx="92265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利用这个性质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邻域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阶导数，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1729036" y="5326087"/>
            <a:ext cx="51879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反复运用柯西中值定理可以得到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3"/>
          <a:srcRect l="18519" r="20741" b="4500"/>
          <a:stretch>
            <a:fillRect/>
          </a:stretch>
        </p:blipFill>
        <p:spPr>
          <a:xfrm>
            <a:off x="8536305" y="166878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  <p:bldP spid="13" grpId="0" bldLvl="0" animBg="1"/>
      <p:bldP spid="16" grpId="0" bldLvl="0" animBg="1"/>
      <p:bldP spid="21" grpId="0" bldLvl="0" animBg="1"/>
      <p:bldP spid="22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207568" y="188640"/>
          <a:ext cx="5080000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5" name="Equation" r:id="rId1" imgW="121920000" imgH="26822400" progId="Equation.DSMT4">
                  <p:embed/>
                </p:oleObj>
              </mc:Choice>
              <mc:Fallback>
                <p:oleObj name="Equation" r:id="rId1" imgW="121920000" imgH="26822400" progId="Equation.DSMT4">
                  <p:embed/>
                  <p:pic>
                    <p:nvPicPr>
                      <p:cNvPr id="0" name="图片 368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7568" y="188640"/>
                        <a:ext cx="5080000" cy="11255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724025" y="1268413"/>
          <a:ext cx="78867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name="Equation" r:id="rId3" imgW="189280800" imgH="26822400" progId="Equation.DSMT4">
                  <p:embed/>
                </p:oleObj>
              </mc:Choice>
              <mc:Fallback>
                <p:oleObj name="Equation" r:id="rId3" imgW="189280800" imgH="26822400" progId="Equation.DSMT4">
                  <p:embed/>
                  <p:pic>
                    <p:nvPicPr>
                      <p:cNvPr id="0" name="图片 368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4025" y="1268413"/>
                        <a:ext cx="7886700" cy="1117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1788658" y="2705814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669694" y="2754699"/>
          <a:ext cx="32131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name="Equation" r:id="rId5" imgW="77114400" imgH="10363200" progId="Equation.DSMT4">
                  <p:embed/>
                </p:oleObj>
              </mc:Choice>
              <mc:Fallback>
                <p:oleObj name="Equation" r:id="rId5" imgW="77114400" imgH="10363200" progId="Equation.DSMT4">
                  <p:embed/>
                  <p:pic>
                    <p:nvPicPr>
                      <p:cNvPr id="0" name="图片 368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9694" y="2754699"/>
                        <a:ext cx="3213100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463151" y="2754506"/>
          <a:ext cx="32893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name="Equation" r:id="rId7" imgW="78943200" imgH="10363200" progId="Equation.DSMT4">
                  <p:embed/>
                </p:oleObj>
              </mc:Choice>
              <mc:Fallback>
                <p:oleObj name="Equation" r:id="rId7" imgW="78943200" imgH="10363200" progId="Equation.DSMT4">
                  <p:embed/>
                  <p:pic>
                    <p:nvPicPr>
                      <p:cNvPr id="0" name="图片 368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63151" y="2754506"/>
                        <a:ext cx="3289300" cy="425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5965122" y="2705814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1788658" y="3229034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于是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431704" y="3539336"/>
          <a:ext cx="3251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9" name="Equation" r:id="rId9" imgW="78028800" imgH="25603200" progId="Equation.DSMT4">
                  <p:embed/>
                </p:oleObj>
              </mc:Choice>
              <mc:Fallback>
                <p:oleObj name="Equation" r:id="rId9" imgW="78028800" imgH="25603200" progId="Equation.DSMT4">
                  <p:embed/>
                  <p:pic>
                    <p:nvPicPr>
                      <p:cNvPr id="0" name="图片 368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31704" y="3539336"/>
                        <a:ext cx="32512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1847147" y="5246235"/>
            <a:ext cx="2685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我们已经得到：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6744072" y="3789040"/>
            <a:ext cx="375412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称为拉格朗日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余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项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 bwMode="auto">
          <a:xfrm>
            <a:off x="1847527" y="4615065"/>
            <a:ext cx="85604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 </a:t>
            </a:r>
            <a:r>
              <a:rPr kumimoji="1"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还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可以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表示为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x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 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对应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某个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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(0, 1)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rcRect l="18519" r="20741" b="4500"/>
          <a:stretch>
            <a:fillRect/>
          </a:stretch>
        </p:blipFill>
        <p:spPr>
          <a:xfrm>
            <a:off x="4395470" y="2754630"/>
            <a:ext cx="260350" cy="3638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1"/>
          <a:srcRect l="18519" r="20741" b="4500"/>
          <a:stretch>
            <a:fillRect/>
          </a:stretch>
        </p:blipFill>
        <p:spPr>
          <a:xfrm>
            <a:off x="7581265" y="275463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1" grpId="0" bldLvl="0" animBg="1"/>
      <p:bldP spid="12" grpId="0" bldLvl="0" animBg="1"/>
      <p:bldP spid="15" grpId="0" bldLvl="0" animBg="1"/>
      <p:bldP spid="16" grpId="0" bldLvl="0" animBg="1"/>
      <p:bldP spid="17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80135" y="513002"/>
            <a:ext cx="73291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3.2.4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（带拉格朗日余项的麦克劳林公式）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680051" y="1034952"/>
            <a:ext cx="87750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(x)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邻域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阶导数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，则对任意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833721" y="1556902"/>
            <a:ext cx="13741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(0),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3070175" y="1558172"/>
            <a:ext cx="4287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 </a:t>
            </a:r>
            <a:r>
              <a:rPr kumimoji="1"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介于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0,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，使得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002146" y="2334656"/>
          <a:ext cx="5262563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" name="Equation" r:id="rId1" imgW="126492000" imgH="20116800" progId="Equation.DSMT4">
                  <p:embed/>
                </p:oleObj>
              </mc:Choice>
              <mc:Fallback>
                <p:oleObj name="Equation" r:id="rId1" imgW="126492000" imgH="20116800" progId="Equation.DSMT4">
                  <p:embed/>
                  <p:pic>
                    <p:nvPicPr>
                      <p:cNvPr id="0" name="图片 378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02146" y="2334656"/>
                        <a:ext cx="5262563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307233" y="2276872"/>
          <a:ext cx="16700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name="Equation" r:id="rId3" imgW="39928800" imgH="21336000" progId="Equation.DSMT4">
                  <p:embed/>
                </p:oleObj>
              </mc:Choice>
              <mc:Fallback>
                <p:oleObj name="Equation" r:id="rId3" imgW="39928800" imgH="21336000" progId="Equation.DSMT4">
                  <p:embed/>
                  <p:pic>
                    <p:nvPicPr>
                      <p:cNvPr id="0" name="图片 378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07233" y="2276872"/>
                        <a:ext cx="167005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55640" y="3356992"/>
          <a:ext cx="2089151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1" name="Equation" r:id="rId5" imgW="49987200" imgH="22860000" progId="Equation.DSMT4">
                  <p:embed/>
                </p:oleObj>
              </mc:Choice>
              <mc:Fallback>
                <p:oleObj name="Equation" r:id="rId5" imgW="49987200" imgH="22860000" progId="Equation.DSMT4">
                  <p:embed/>
                  <p:pic>
                    <p:nvPicPr>
                      <p:cNvPr id="0" name="图片 3789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55640" y="3356992"/>
                        <a:ext cx="2089151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5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7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" name="Rectangle 3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rcRect l="18519" r="20741" b="4500"/>
          <a:stretch>
            <a:fillRect/>
          </a:stretch>
        </p:blipFill>
        <p:spPr>
          <a:xfrm>
            <a:off x="6923405" y="2539365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676989" y="121031"/>
            <a:ext cx="6700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对于一般的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，可以用“平移”的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方法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694784" y="1155629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55995" y="1197688"/>
          <a:ext cx="22542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3" name="Equation" r:id="rId1" imgW="54254400" imgH="11582400" progId="Equation.DSMT4">
                  <p:embed/>
                </p:oleObj>
              </mc:Choice>
              <mc:Fallback>
                <p:oleObj name="Equation" r:id="rId1" imgW="54254400" imgH="11582400" progId="Equation.DSMT4">
                  <p:embed/>
                  <p:pic>
                    <p:nvPicPr>
                      <p:cNvPr id="0" name="图片 389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55995" y="1197688"/>
                        <a:ext cx="2254250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5730559" y="1197539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6718790" y="1235629"/>
          <a:ext cx="13509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4" name="Equation" r:id="rId3" imgW="32613600" imgH="10363200" progId="Equation.DSMT4">
                  <p:embed/>
                </p:oleObj>
              </mc:Choice>
              <mc:Fallback>
                <p:oleObj name="Equation" r:id="rId3" imgW="32613600" imgH="10363200" progId="Equation.DSMT4">
                  <p:embed/>
                  <p:pic>
                    <p:nvPicPr>
                      <p:cNvPr id="0" name="图片 389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18790" y="1235629"/>
                        <a:ext cx="1350963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2207568" y="175749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38326" y="1782247"/>
          <a:ext cx="1808163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5" name="Equation" r:id="rId5" imgW="43586400" imgH="11582400" progId="Equation.DSMT4">
                  <p:embed/>
                </p:oleObj>
              </mc:Choice>
              <mc:Fallback>
                <p:oleObj name="Equation" r:id="rId5" imgW="43586400" imgH="11582400" progId="Equation.DSMT4">
                  <p:embed/>
                  <p:pic>
                    <p:nvPicPr>
                      <p:cNvPr id="0" name="图片 389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8326" y="1782247"/>
                        <a:ext cx="1808163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038264" y="2353852"/>
          <a:ext cx="199866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6" name="Equation" r:id="rId7" imgW="48158400" imgH="11582400" progId="Equation.DSMT4">
                  <p:embed/>
                </p:oleObj>
              </mc:Choice>
              <mc:Fallback>
                <p:oleObj name="Equation" r:id="rId7" imgW="48158400" imgH="11582400" progId="Equation.DSMT4">
                  <p:embed/>
                  <p:pic>
                    <p:nvPicPr>
                      <p:cNvPr id="0" name="图片 389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38264" y="2353852"/>
                        <a:ext cx="1998663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384360" y="2332804"/>
          <a:ext cx="4737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7" name="Equation" r:id="rId9" imgW="113690400" imgH="13106400" progId="Equation.DSMT4">
                  <p:embed/>
                </p:oleObj>
              </mc:Choice>
              <mc:Fallback>
                <p:oleObj name="Equation" r:id="rId9" imgW="113690400" imgH="13106400" progId="Equation.DSMT4">
                  <p:embed/>
                  <p:pic>
                    <p:nvPicPr>
                      <p:cNvPr id="0" name="图片 3891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84360" y="2332804"/>
                        <a:ext cx="47371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016039" y="2860717"/>
          <a:ext cx="2933700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8" name="Equation" r:id="rId11" imgW="70408800" imgH="14020800" progId="Equation.DSMT4">
                  <p:embed/>
                </p:oleObj>
              </mc:Choice>
              <mc:Fallback>
                <p:oleObj name="Equation" r:id="rId11" imgW="70408800" imgH="14020800" progId="Equation.DSMT4">
                  <p:embed/>
                  <p:pic>
                    <p:nvPicPr>
                      <p:cNvPr id="0" name="图片 3891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16039" y="2860717"/>
                        <a:ext cx="2933700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016039" y="3436806"/>
          <a:ext cx="671195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19" name="Equation" r:id="rId13" imgW="161239200" imgH="23469600" progId="Equation.DSMT4">
                  <p:embed/>
                </p:oleObj>
              </mc:Choice>
              <mc:Fallback>
                <p:oleObj name="Equation" r:id="rId13" imgW="161239200" imgH="23469600" progId="Equation.DSMT4">
                  <p:embed/>
                  <p:pic>
                    <p:nvPicPr>
                      <p:cNvPr id="0" name="图片 3891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16039" y="3436806"/>
                        <a:ext cx="6711950" cy="977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1919536" y="639852"/>
            <a:ext cx="59029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从麦克劳林公式推出更一般的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结论：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669222" y="4662909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67608" y="4365104"/>
          <a:ext cx="7912100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0" name="Equation" r:id="rId15" imgW="189890400" imgH="22860000" progId="Equation.DSMT4">
                  <p:embed/>
                </p:oleObj>
              </mc:Choice>
              <mc:Fallback>
                <p:oleObj name="Equation" r:id="rId15" imgW="189890400" imgH="22860000" progId="Equation.DSMT4">
                  <p:embed/>
                  <p:pic>
                    <p:nvPicPr>
                      <p:cNvPr id="0" name="图片 389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67608" y="4365104"/>
                        <a:ext cx="7912100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762062" y="5301208"/>
          <a:ext cx="8864600" cy="1009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1" name="Equation" r:id="rId17" imgW="212750400" imgH="24384000" progId="Equation.DSMT4">
                  <p:embed/>
                </p:oleObj>
              </mc:Choice>
              <mc:Fallback>
                <p:oleObj name="Equation" r:id="rId17" imgW="212750400" imgH="24384000" progId="Equation.DSMT4">
                  <p:embed/>
                  <p:pic>
                    <p:nvPicPr>
                      <p:cNvPr id="0" name="图片 3892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62062" y="5301208"/>
                        <a:ext cx="8864600" cy="1009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1760786" y="6250394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就得到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9"/>
          <a:srcRect l="18519" r="20741" b="4500"/>
          <a:stretch>
            <a:fillRect/>
          </a:stretch>
        </p:blipFill>
        <p:spPr>
          <a:xfrm>
            <a:off x="7237730" y="4662805"/>
            <a:ext cx="260350" cy="3638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9"/>
          <a:srcRect l="18519" r="20741" b="4500"/>
          <a:stretch>
            <a:fillRect/>
          </a:stretch>
        </p:blipFill>
        <p:spPr>
          <a:xfrm>
            <a:off x="6450330" y="5624195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5" grpId="0" bldLvl="0" animBg="1"/>
      <p:bldP spid="7" grpId="0" bldLvl="0" animBg="1"/>
      <p:bldP spid="13" grpId="0" bldLvl="0" animBg="1"/>
      <p:bldP spid="14" grpId="0" bldLvl="0" animBg="1"/>
      <p:bldP spid="19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675820" y="184195"/>
            <a:ext cx="64636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3.2.5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（带有佩亚诺余项的泰勒公式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775644" y="691922"/>
            <a:ext cx="83915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导，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的某邻域 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887404" y="1213872"/>
            <a:ext cx="40614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对任意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24000" y="1772816"/>
          <a:ext cx="7556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7" name="Equation" r:id="rId1" imgW="181356000" imgH="21336000" progId="Equation.DSMT4">
                  <p:embed/>
                </p:oleObj>
              </mc:Choice>
              <mc:Fallback>
                <p:oleObj name="Equation" r:id="rId1" imgW="181356000" imgH="21336000" progId="Equation.DSMT4">
                  <p:embed/>
                  <p:pic>
                    <p:nvPicPr>
                      <p:cNvPr id="0" name="图片 3993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1772816"/>
                        <a:ext cx="75565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139407" y="2477785"/>
          <a:ext cx="19383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8" name="Equation" r:id="rId3" imgW="46329600" imgH="14020800" progId="Equation.DSMT4">
                  <p:embed/>
                </p:oleObj>
              </mc:Choice>
              <mc:Fallback>
                <p:oleObj name="Equation" r:id="rId3" imgW="46329600" imgH="14020800" progId="Equation.DSMT4">
                  <p:embed/>
                  <p:pic>
                    <p:nvPicPr>
                      <p:cNvPr id="0" name="图片 399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39407" y="2477785"/>
                        <a:ext cx="1938338" cy="577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1775514" y="3167390"/>
            <a:ext cx="69716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3.2.6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（带有拉格朗日余项的泰勒公式）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1796837" y="3625359"/>
            <a:ext cx="83489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在点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处的某邻域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n+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导，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33939" y="4104764"/>
            <a:ext cx="27400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对任意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kumimoji="1" lang="en-US" altLang="zh-CN" sz="2800" b="1" i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4412976" y="4104764"/>
            <a:ext cx="44030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存在 </a:t>
            </a:r>
            <a:r>
              <a:rPr kumimoji="1" lang="zh-CN" altLang="en-US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介于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之间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，使得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35559" y="4626714"/>
          <a:ext cx="48561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39" name="Equation" r:id="rId5" imgW="116433600" imgH="20116800" progId="Equation.DSMT4">
                  <p:embed/>
                </p:oleObj>
              </mc:Choice>
              <mc:Fallback>
                <p:oleObj name="Equation" r:id="rId5" imgW="116433600" imgH="20116800" progId="Equation.DSMT4">
                  <p:embed/>
                  <p:pic>
                    <p:nvPicPr>
                      <p:cNvPr id="0" name="图片 399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5559" y="4626714"/>
                        <a:ext cx="485616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104111" y="4535542"/>
          <a:ext cx="2667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0" name="Equation" r:id="rId7" imgW="64008000" imgH="21336000" progId="Equation.DSMT4">
                  <p:embed/>
                </p:oleObj>
              </mc:Choice>
              <mc:Fallback>
                <p:oleObj name="Equation" r:id="rId7" imgW="64008000" imgH="21336000" progId="Equation.DSMT4">
                  <p:embed/>
                  <p:pic>
                    <p:nvPicPr>
                      <p:cNvPr id="0" name="图片 399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104111" y="4535542"/>
                        <a:ext cx="26670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986435" y="5399638"/>
          <a:ext cx="3027363" cy="958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Equation" r:id="rId9" imgW="72847200" imgH="22860000" progId="Equation.DSMT4">
                  <p:embed/>
                </p:oleObj>
              </mc:Choice>
              <mc:Fallback>
                <p:oleObj name="Equation" r:id="rId9" imgW="72847200" imgH="22860000" progId="Equation.DSMT4">
                  <p:embed/>
                  <p:pic>
                    <p:nvPicPr>
                      <p:cNvPr id="0" name="图片 399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86435" y="5399638"/>
                        <a:ext cx="3027363" cy="958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rcRect l="18519" r="20741" b="4500"/>
          <a:stretch>
            <a:fillRect/>
          </a:stretch>
        </p:blipFill>
        <p:spPr>
          <a:xfrm>
            <a:off x="5965825" y="2009140"/>
            <a:ext cx="260350" cy="3638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rcRect l="18519" r="20741" b="4500"/>
          <a:stretch>
            <a:fillRect/>
          </a:stretch>
        </p:blipFill>
        <p:spPr>
          <a:xfrm>
            <a:off x="6626860" y="486029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9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1775520" y="2080055"/>
            <a:ext cx="8684991" cy="206902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171575" y="723265"/>
            <a:ext cx="82931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*带拉格朗日余项的麦克劳林公式及其应用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891559" y="2080055"/>
            <a:ext cx="8568952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回顾：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设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二阶可导，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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)&gt;0.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91559" y="2537255"/>
            <a:ext cx="45891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则对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，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 smtClean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/>
              </a:rPr>
              <a:t>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03727" y="3160175"/>
          <a:ext cx="4148138" cy="971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1" name="Equation" r:id="rId1" imgW="99364800" imgH="23164800" progId="Equation.DSMT4">
                  <p:embed/>
                </p:oleObj>
              </mc:Choice>
              <mc:Fallback>
                <p:oleObj name="Equation" r:id="rId1" imgW="99364800" imgH="23164800" progId="Equation.DSMT4">
                  <p:embed/>
                  <p:pic>
                    <p:nvPicPr>
                      <p:cNvPr id="0" name="图片 4096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03727" y="3160175"/>
                        <a:ext cx="4148138" cy="9715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 bwMode="auto">
          <a:xfrm>
            <a:off x="1891591" y="1417494"/>
            <a:ext cx="76904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带拉格朗日余项的泰勒公式主要用于证明不等式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523256" y="4437112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取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201939" y="4289940"/>
          <a:ext cx="1773237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2" name="Equation" r:id="rId3" imgW="42367200" imgH="19812000" progId="Equation.DSMT4">
                  <p:embed/>
                </p:oleObj>
              </mc:Choice>
              <mc:Fallback>
                <p:oleObj name="Equation" r:id="rId3" imgW="42367200" imgH="19812000" progId="Equation.DSMT4">
                  <p:embed/>
                  <p:pic>
                    <p:nvPicPr>
                      <p:cNvPr id="0" name="图片 409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1939" y="4289940"/>
                        <a:ext cx="1773237" cy="817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523664" y="5264760"/>
            <a:ext cx="58007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阶泰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勒展开式为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3" grpId="0"/>
      <p:bldP spid="4" grpId="0"/>
      <p:bldP spid="7" grpId="0" bldLvl="0" animBg="1"/>
      <p:bldP spid="9" grpId="0" bldLvl="0" animBg="1"/>
      <p:bldP spid="12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51202" y="296590"/>
          <a:ext cx="6662738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5" name="Equation" r:id="rId1" imgW="159715200" imgH="19812000" progId="Equation.DSMT4">
                  <p:embed/>
                </p:oleObj>
              </mc:Choice>
              <mc:Fallback>
                <p:oleObj name="Equation" r:id="rId1" imgW="159715200" imgH="19812000" progId="Equation.DSMT4">
                  <p:embed/>
                  <p:pic>
                    <p:nvPicPr>
                      <p:cNvPr id="0" name="图片 419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51202" y="296590"/>
                        <a:ext cx="6662738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 bwMode="auto">
          <a:xfrm>
            <a:off x="1797492" y="1179736"/>
            <a:ext cx="25552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代入得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51584" y="1600328"/>
          <a:ext cx="69770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6" name="Equation" r:id="rId3" imgW="167640000" imgH="19812000" progId="Equation.DSMT4">
                  <p:embed/>
                </p:oleObj>
              </mc:Choice>
              <mc:Fallback>
                <p:oleObj name="Equation" r:id="rId3" imgW="167640000" imgH="19812000" progId="Equation.DSMT4">
                  <p:embed/>
                  <p:pic>
                    <p:nvPicPr>
                      <p:cNvPr id="0" name="图片 419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1584" y="1600328"/>
                        <a:ext cx="6977063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51584" y="2492896"/>
          <a:ext cx="71374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" name="Equation" r:id="rId5" imgW="171297600" imgH="19812000" progId="Equation.DSMT4">
                  <p:embed/>
                </p:oleObj>
              </mc:Choice>
              <mc:Fallback>
                <p:oleObj name="Equation" r:id="rId5" imgW="171297600" imgH="19812000" progId="Equation.DSMT4">
                  <p:embed/>
                  <p:pic>
                    <p:nvPicPr>
                      <p:cNvPr id="0" name="图片 419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584" y="2492896"/>
                        <a:ext cx="7137400" cy="8175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1847528" y="3284984"/>
            <a:ext cx="23279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再两式相加得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583531" y="3808204"/>
          <a:ext cx="9024938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8" name="Equation" r:id="rId7" imgW="216408000" imgH="24079200" progId="Equation.DSMT4">
                  <p:embed/>
                </p:oleObj>
              </mc:Choice>
              <mc:Fallback>
                <p:oleObj name="Equation" r:id="rId7" imgW="216408000" imgH="24079200" progId="Equation.DSMT4">
                  <p:embed/>
                  <p:pic>
                    <p:nvPicPr>
                      <p:cNvPr id="0" name="图片 419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3531" y="3808204"/>
                        <a:ext cx="9024938" cy="995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536950" y="4868863"/>
          <a:ext cx="21653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9" name="Equation" r:id="rId9" imgW="52120800" imgH="22555200" progId="Equation.DSMT4">
                  <p:embed/>
                </p:oleObj>
              </mc:Choice>
              <mc:Fallback>
                <p:oleObj name="Equation" r:id="rId9" imgW="52120800" imgH="22555200" progId="Equation.DSMT4">
                  <p:embed/>
                  <p:pic>
                    <p:nvPicPr>
                      <p:cNvPr id="0" name="图片 419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36950" y="4868863"/>
                        <a:ext cx="216535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9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 bwMode="auto">
          <a:xfrm>
            <a:off x="1463802" y="437061"/>
            <a:ext cx="64363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讨论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以泰勒多项式来近似正弦函数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931452" y="536228"/>
          <a:ext cx="6794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9" name="Equation" r:id="rId1" imgW="16154400" imgH="7620000" progId="Equation.DSMT4">
                  <p:embed/>
                </p:oleObj>
              </mc:Choice>
              <mc:Fallback>
                <p:oleObj name="Equation" r:id="rId1" imgW="16154400" imgH="7620000" progId="Equation.DSMT4">
                  <p:embed/>
                  <p:pic>
                    <p:nvPicPr>
                      <p:cNvPr id="0" name="图片 4300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31452" y="536228"/>
                        <a:ext cx="6794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8641804" y="437061"/>
            <a:ext cx="19704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时的误差．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1690420" y="1211741"/>
            <a:ext cx="9867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782273" y="1124744"/>
          <a:ext cx="34242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3" imgW="81991200" imgH="20116800" progId="Equation.DSMT4">
                  <p:embed/>
                </p:oleObj>
              </mc:Choice>
              <mc:Fallback>
                <p:oleObj name="Equation" r:id="rId3" imgW="81991200" imgH="20116800" progId="Equation.DSMT4">
                  <p:embed/>
                  <p:pic>
                    <p:nvPicPr>
                      <p:cNvPr id="0" name="图片 4300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2273" y="1124744"/>
                        <a:ext cx="34242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312084" y="1054886"/>
          <a:ext cx="398780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5" imgW="95707200" imgH="22860000" progId="Equation.DSMT4">
                  <p:embed/>
                </p:oleObj>
              </mc:Choice>
              <mc:Fallback>
                <p:oleObj name="Equation" r:id="rId5" imgW="95707200" imgH="22860000" progId="Equation.DSMT4">
                  <p:embed/>
                  <p:pic>
                    <p:nvPicPr>
                      <p:cNvPr id="0" name="图片 430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12084" y="1054886"/>
                        <a:ext cx="3987800" cy="960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 bwMode="auto">
          <a:xfrm>
            <a:off x="1706372" y="2292752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误差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3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2768600" y="2439988"/>
          <a:ext cx="659130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7" imgW="158191200" imgH="41452800" progId="Equation.DSMT4">
                  <p:embed/>
                </p:oleObj>
              </mc:Choice>
              <mc:Fallback>
                <p:oleObj name="Equation" r:id="rId7" imgW="158191200" imgH="41452800" progId="Equation.DSMT4">
                  <p:embed/>
                  <p:pic>
                    <p:nvPicPr>
                      <p:cNvPr id="0" name="图片 430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68600" y="2439988"/>
                        <a:ext cx="6591300" cy="1733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Box 30"/>
          <p:cNvSpPr txBox="1"/>
          <p:nvPr/>
        </p:nvSpPr>
        <p:spPr bwMode="auto">
          <a:xfrm>
            <a:off x="1919536" y="4149080"/>
            <a:ext cx="24155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 3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805363" y="4672300"/>
          <a:ext cx="1290637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9" imgW="30784800" imgH="7924800" progId="Equation.DSMT4">
                  <p:embed/>
                </p:oleObj>
              </mc:Choice>
              <mc:Fallback>
                <p:oleObj name="Equation" r:id="rId9" imgW="30784800" imgH="7924800" progId="Equation.DSMT4">
                  <p:embed/>
                  <p:pic>
                    <p:nvPicPr>
                      <p:cNvPr id="0" name="图片 430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05363" y="4672300"/>
                        <a:ext cx="1290637" cy="336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2063552" y="5134611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Rectangle 3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558495" y="5179858"/>
          <a:ext cx="1657351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Equation" r:id="rId11" imgW="39624000" imgH="11582400" progId="Equation.DSMT4">
                  <p:embed/>
                </p:oleObj>
              </mc:Choice>
              <mc:Fallback>
                <p:oleObj name="Equation" r:id="rId11" imgW="39624000" imgH="11582400" progId="Equation.DSMT4">
                  <p:embed/>
                  <p:pic>
                    <p:nvPicPr>
                      <p:cNvPr id="0" name="图片 430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58495" y="5179858"/>
                        <a:ext cx="1657351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Box 36"/>
          <p:cNvSpPr txBox="1"/>
          <p:nvPr/>
        </p:nvSpPr>
        <p:spPr bwMode="auto">
          <a:xfrm>
            <a:off x="4295800" y="5134611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Rectangle 4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4996613" y="4951721"/>
          <a:ext cx="3975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5" name="Equation" r:id="rId13" imgW="95402400" imgH="21336000" progId="Equation.DSMT4">
                  <p:embed/>
                </p:oleObj>
              </mc:Choice>
              <mc:Fallback>
                <p:oleObj name="Equation" r:id="rId13" imgW="95402400" imgH="21336000" progId="Equation.DSMT4">
                  <p:embed/>
                  <p:pic>
                    <p:nvPicPr>
                      <p:cNvPr id="0" name="图片 430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96613" y="4951721"/>
                        <a:ext cx="39751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1" grpId="0" bldLvl="0" animBg="1"/>
      <p:bldP spid="22" grpId="0" bldLvl="0" animBg="1"/>
      <p:bldP spid="28" grpId="0" bldLvl="0" animBg="1"/>
      <p:bldP spid="31" grpId="0" bldLvl="0" animBg="1"/>
      <p:bldP spid="34" grpId="0" bldLvl="0" animBg="1"/>
      <p:bldP spid="37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6960096" y="1852455"/>
            <a:ext cx="352818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 flipV="1">
            <a:off x="7192383" y="783675"/>
            <a:ext cx="0" cy="133280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6"/>
          <p:cNvSpPr/>
          <p:nvPr/>
        </p:nvSpPr>
        <p:spPr bwMode="auto">
          <a:xfrm>
            <a:off x="7192383" y="1588434"/>
            <a:ext cx="2935851" cy="528043"/>
          </a:xfrm>
          <a:custGeom>
            <a:avLst/>
            <a:gdLst>
              <a:gd name="T0" fmla="*/ 0 w 4320"/>
              <a:gd name="T1" fmla="*/ 624 h 1248"/>
              <a:gd name="T2" fmla="*/ 1080 w 4320"/>
              <a:gd name="T3" fmla="*/ 0 h 1248"/>
              <a:gd name="T4" fmla="*/ 2160 w 4320"/>
              <a:gd name="T5" fmla="*/ 624 h 1248"/>
              <a:gd name="T6" fmla="*/ 3240 w 4320"/>
              <a:gd name="T7" fmla="*/ 1248 h 1248"/>
              <a:gd name="T8" fmla="*/ 4320 w 4320"/>
              <a:gd name="T9" fmla="*/ 624 h 1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20" h="1248">
                <a:moveTo>
                  <a:pt x="0" y="624"/>
                </a:moveTo>
                <a:cubicBezTo>
                  <a:pt x="360" y="312"/>
                  <a:pt x="720" y="0"/>
                  <a:pt x="1080" y="0"/>
                </a:cubicBezTo>
                <a:cubicBezTo>
                  <a:pt x="1440" y="0"/>
                  <a:pt x="1800" y="416"/>
                  <a:pt x="2160" y="624"/>
                </a:cubicBezTo>
                <a:cubicBezTo>
                  <a:pt x="2520" y="832"/>
                  <a:pt x="2880" y="1248"/>
                  <a:pt x="3240" y="1248"/>
                </a:cubicBezTo>
                <a:cubicBezTo>
                  <a:pt x="3600" y="1248"/>
                  <a:pt x="3960" y="936"/>
                  <a:pt x="4320" y="624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Line 7"/>
          <p:cNvSpPr>
            <a:spLocks noChangeShapeType="1"/>
          </p:cNvSpPr>
          <p:nvPr/>
        </p:nvSpPr>
        <p:spPr bwMode="auto">
          <a:xfrm flipV="1">
            <a:off x="7192383" y="980845"/>
            <a:ext cx="919685" cy="871610"/>
          </a:xfrm>
          <a:prstGeom prst="line">
            <a:avLst/>
          </a:prstGeom>
          <a:noFill/>
          <a:ln w="3175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8"/>
          <p:cNvSpPr/>
          <p:nvPr/>
        </p:nvSpPr>
        <p:spPr bwMode="auto">
          <a:xfrm>
            <a:off x="7192383" y="1643438"/>
            <a:ext cx="1207893" cy="267407"/>
          </a:xfrm>
          <a:custGeom>
            <a:avLst/>
            <a:gdLst>
              <a:gd name="T0" fmla="*/ 0 w 1800"/>
              <a:gd name="T1" fmla="*/ 494 h 650"/>
              <a:gd name="T2" fmla="*/ 900 w 1800"/>
              <a:gd name="T3" fmla="*/ 26 h 650"/>
              <a:gd name="T4" fmla="*/ 1800 w 1800"/>
              <a:gd name="T5" fmla="*/ 650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00" h="650">
                <a:moveTo>
                  <a:pt x="0" y="494"/>
                </a:moveTo>
                <a:cubicBezTo>
                  <a:pt x="300" y="247"/>
                  <a:pt x="600" y="0"/>
                  <a:pt x="900" y="26"/>
                </a:cubicBezTo>
                <a:cubicBezTo>
                  <a:pt x="1200" y="52"/>
                  <a:pt x="1500" y="351"/>
                  <a:pt x="1800" y="650"/>
                </a:cubicBezTo>
              </a:path>
            </a:pathLst>
          </a:custGeom>
          <a:noFill/>
          <a:ln w="3175" cap="flat" cmpd="sng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9"/>
          <p:cNvSpPr/>
          <p:nvPr/>
        </p:nvSpPr>
        <p:spPr bwMode="auto">
          <a:xfrm>
            <a:off x="7192383" y="1511427"/>
            <a:ext cx="2648073" cy="440036"/>
          </a:xfrm>
          <a:custGeom>
            <a:avLst/>
            <a:gdLst>
              <a:gd name="T0" fmla="*/ 0 w 4140"/>
              <a:gd name="T1" fmla="*/ 806 h 1040"/>
              <a:gd name="T2" fmla="*/ 1260 w 4140"/>
              <a:gd name="T3" fmla="*/ 26 h 1040"/>
              <a:gd name="T4" fmla="*/ 3060 w 4140"/>
              <a:gd name="T5" fmla="*/ 962 h 1040"/>
              <a:gd name="T6" fmla="*/ 4140 w 4140"/>
              <a:gd name="T7" fmla="*/ 494 h 10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40" h="1040">
                <a:moveTo>
                  <a:pt x="0" y="806"/>
                </a:moveTo>
                <a:cubicBezTo>
                  <a:pt x="375" y="403"/>
                  <a:pt x="750" y="0"/>
                  <a:pt x="1260" y="26"/>
                </a:cubicBezTo>
                <a:cubicBezTo>
                  <a:pt x="1770" y="52"/>
                  <a:pt x="2580" y="884"/>
                  <a:pt x="3060" y="962"/>
                </a:cubicBezTo>
                <a:cubicBezTo>
                  <a:pt x="3540" y="1040"/>
                  <a:pt x="3840" y="767"/>
                  <a:pt x="4140" y="494"/>
                </a:cubicBezTo>
              </a:path>
            </a:pathLst>
          </a:custGeom>
          <a:noFill/>
          <a:ln w="3175" cap="flat" cmpd="sng">
            <a:solidFill>
              <a:srgbClr val="00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309209" y="1912872"/>
          <a:ext cx="179070" cy="198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3" name="Equation" r:id="rId1" imgW="3048000" imgH="3352800" progId="Equation.DSMT4">
                  <p:embed/>
                </p:oleObj>
              </mc:Choice>
              <mc:Fallback>
                <p:oleObj name="Equation" r:id="rId1" imgW="3048000" imgH="3352800" progId="Equation.DSMT4">
                  <p:embed/>
                  <p:pic>
                    <p:nvPicPr>
                      <p:cNvPr id="0" name="图片 440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09209" y="1912872"/>
                        <a:ext cx="179070" cy="198016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231491" y="783675"/>
          <a:ext cx="196850" cy="23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4" name="Equation" r:id="rId3" imgW="3352800" imgH="3962400" progId="Equation.DSMT4">
                  <p:embed/>
                </p:oleObj>
              </mc:Choice>
              <mc:Fallback>
                <p:oleObj name="Equation" r:id="rId3" imgW="3352800" imgH="3962400" progId="Equation.DSMT4">
                  <p:embed/>
                  <p:pic>
                    <p:nvPicPr>
                      <p:cNvPr id="0" name="图片 440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31491" y="783675"/>
                        <a:ext cx="196850" cy="234192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536160" y="1777141"/>
          <a:ext cx="722630" cy="461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5" name="Equation" r:id="rId5" imgW="15849600" imgH="10058400" progId="Equation.DSMT4">
                  <p:embed/>
                </p:oleObj>
              </mc:Choice>
              <mc:Fallback>
                <p:oleObj name="Equation" r:id="rId5" imgW="15849600" imgH="10058400" progId="Equation.DSMT4">
                  <p:embed/>
                  <p:pic>
                    <p:nvPicPr>
                      <p:cNvPr id="0" name="图片 440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36160" y="1777141"/>
                        <a:ext cx="722630" cy="461403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832304" y="2116477"/>
          <a:ext cx="739775" cy="264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Equation" r:id="rId7" imgW="13716000" imgH="4876800" progId="Equation.DSMT4">
                  <p:embed/>
                </p:oleObj>
              </mc:Choice>
              <mc:Fallback>
                <p:oleObj name="Equation" r:id="rId7" imgW="13716000" imgH="4876800" progId="Equation.DSMT4">
                  <p:embed/>
                  <p:pic>
                    <p:nvPicPr>
                      <p:cNvPr id="0" name="图片 440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832304" y="2116477"/>
                        <a:ext cx="739775" cy="264656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7192383" y="1199110"/>
          <a:ext cx="519430" cy="234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Equation" r:id="rId9" imgW="8839200" imgH="3962400" progId="Equation.DSMT4">
                  <p:embed/>
                </p:oleObj>
              </mc:Choice>
              <mc:Fallback>
                <p:oleObj name="Equation" r:id="rId9" imgW="8839200" imgH="3962400" progId="Equation.DSMT4">
                  <p:embed/>
                  <p:pic>
                    <p:nvPicPr>
                      <p:cNvPr id="0" name="图片 440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92383" y="1199110"/>
                        <a:ext cx="519430" cy="234192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753463" y="1094345"/>
          <a:ext cx="1054100" cy="46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Equation" r:id="rId11" imgW="23164800" imgH="10058400" progId="Equation.DSMT4">
                  <p:embed/>
                </p:oleObj>
              </mc:Choice>
              <mc:Fallback>
                <p:oleObj name="Equation" r:id="rId11" imgW="23164800" imgH="10058400" progId="Equation.DSMT4">
                  <p:embed/>
                  <p:pic>
                    <p:nvPicPr>
                      <p:cNvPr id="0" name="图片 4403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53463" y="1094345"/>
                        <a:ext cx="1054100" cy="460134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967716" y="1859436"/>
          <a:ext cx="214630" cy="251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13" imgW="3657600" imgH="4267200" progId="Equation.DSMT4">
                  <p:embed/>
                </p:oleObj>
              </mc:Choice>
              <mc:Fallback>
                <p:oleObj name="Equation" r:id="rId13" imgW="3657600" imgH="4267200" progId="Equation.DSMT4">
                  <p:embed/>
                  <p:pic>
                    <p:nvPicPr>
                      <p:cNvPr id="0" name="图片 440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67716" y="1859436"/>
                        <a:ext cx="214630" cy="251328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 bwMode="auto">
          <a:xfrm>
            <a:off x="2207568" y="260648"/>
            <a:ext cx="24155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367808" y="908720"/>
          <a:ext cx="20113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0" name="Equation" r:id="rId15" imgW="48463200" imgH="21336000" progId="Equation.DSMT4">
                  <p:embed/>
                </p:oleObj>
              </mc:Choice>
              <mc:Fallback>
                <p:oleObj name="Equation" r:id="rId15" imgW="48463200" imgH="21336000" progId="Equation.DSMT4">
                  <p:embed/>
                  <p:pic>
                    <p:nvPicPr>
                      <p:cNvPr id="0" name="图片 440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67808" y="908720"/>
                        <a:ext cx="2011362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 bwMode="auto">
          <a:xfrm>
            <a:off x="2103995" y="1943593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 bwMode="auto">
          <a:xfrm>
            <a:off x="5642991" y="1911014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632828" y="1943593"/>
          <a:ext cx="2862263" cy="501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1" name="Equation" r:id="rId17" imgW="68884800" imgH="11887200" progId="Equation.DSMT4">
                  <p:embed/>
                </p:oleObj>
              </mc:Choice>
              <mc:Fallback>
                <p:oleObj name="Equation" r:id="rId17" imgW="68884800" imgH="11887200" progId="Equation.DSMT4">
                  <p:embed/>
                  <p:pic>
                    <p:nvPicPr>
                      <p:cNvPr id="0" name="图片 4404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32828" y="1943593"/>
                        <a:ext cx="2862263" cy="5016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048125" y="2565400"/>
          <a:ext cx="28384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2" name="Equation" r:id="rId19" imgW="68275200" imgH="21336000" progId="Equation.DSMT4">
                  <p:embed/>
                </p:oleObj>
              </mc:Choice>
              <mc:Fallback>
                <p:oleObj name="Equation" r:id="rId19" imgW="68275200" imgH="21336000" progId="Equation.DSMT4">
                  <p:embed/>
                  <p:pic>
                    <p:nvPicPr>
                      <p:cNvPr id="0" name="图片 4404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048125" y="2565400"/>
                        <a:ext cx="283845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 bwMode="auto">
          <a:xfrm>
            <a:off x="2103616" y="3586986"/>
            <a:ext cx="63576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可见，在相同的精确度范围内，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愈大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2103944" y="4131161"/>
            <a:ext cx="339852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可取的范围也愈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大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3935760" y="4653136"/>
          <a:ext cx="2855913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43" name="Equation" r:id="rId21" imgW="62788800" imgH="21336000" progId="Equation.DSMT4">
                  <p:embed/>
                </p:oleObj>
              </mc:Choice>
              <mc:Fallback>
                <p:oleObj name="Equation" r:id="rId21" imgW="62788800" imgH="21336000" progId="Equation.DSMT4">
                  <p:embed/>
                  <p:pic>
                    <p:nvPicPr>
                      <p:cNvPr id="0" name="图片 4404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935760" y="4653136"/>
                        <a:ext cx="2855913" cy="976312"/>
                      </a:xfrm>
                      <a:prstGeom prst="rect">
                        <a:avLst/>
                      </a:prstGeom>
                      <a:noFill/>
                      <a:ln w="2857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6" grpId="0" bldLvl="0" animBg="1"/>
      <p:bldP spid="17" grpId="0" bldLvl="0" animBg="1"/>
      <p:bldP spid="18" grpId="0" bldLvl="0" animBg="1"/>
      <p:bldP spid="21" grpId="0" bldLvl="0" animBg="1"/>
      <p:bldP spid="23" grpId="0" bldLvl="0" animBg="1"/>
      <p:bldP spid="28" grpId="0" bldLvl="0" animBg="1"/>
      <p:bldP spid="29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76063" y="60986"/>
            <a:ext cx="8229600" cy="778098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练习3.2.2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919536" y="839084"/>
            <a:ext cx="814641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写出</a:t>
            </a:r>
            <a:r>
              <a:rPr kumimoji="1"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ln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(1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的带有佩亚诺余项的麦克劳林公式，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1919536" y="1362304"/>
            <a:ext cx="24104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展开到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含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 baseline="30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800" b="1" baseline="300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2060047" y="1988840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976063" y="2780928"/>
            <a:ext cx="43821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用麦克劳林公式求极限：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6240016" y="2626613"/>
          <a:ext cx="24638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7" name="Equation" r:id="rId1" imgW="59131200" imgH="20116800" progId="Equation.DSMT4">
                  <p:embed/>
                </p:oleObj>
              </mc:Choice>
              <mc:Fallback>
                <p:oleObj name="Equation" r:id="rId1" imgW="59131200" imgH="20116800" progId="Equation.DSMT4">
                  <p:embed/>
                  <p:pic>
                    <p:nvPicPr>
                      <p:cNvPr id="0" name="图片 450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40016" y="2626613"/>
                        <a:ext cx="24638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2060047" y="3429000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答案：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326740" y="1835319"/>
          <a:ext cx="48609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8" name="Equation" r:id="rId3" imgW="116433600" imgH="20116800" progId="Equation.DSMT4">
                  <p:embed/>
                </p:oleObj>
              </mc:Choice>
              <mc:Fallback>
                <p:oleObj name="Equation" r:id="rId3" imgW="116433600" imgH="20116800" progId="Equation.DSMT4">
                  <p:embed/>
                  <p:pic>
                    <p:nvPicPr>
                      <p:cNvPr id="0" name="图片 4505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6740" y="1835319"/>
                        <a:ext cx="4860925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275013" y="3222625"/>
          <a:ext cx="2476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59" name="Equation" r:id="rId5" imgW="5791200" imgH="20116800" progId="Equation.DSMT4">
                  <p:embed/>
                </p:oleObj>
              </mc:Choice>
              <mc:Fallback>
                <p:oleObj name="Equation" r:id="rId5" imgW="5791200" imgH="20116800" progId="Equation.DSMT4">
                  <p:embed/>
                  <p:pic>
                    <p:nvPicPr>
                      <p:cNvPr id="0" name="图片 450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5013" y="3222625"/>
                        <a:ext cx="247650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2060047" y="4221088"/>
            <a:ext cx="12553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tlCol="0">
            <a:spAutoFit/>
          </a:bodyPr>
          <a:lstStyle/>
          <a:p>
            <a:pPr eaLnBrk="0" hangingPunct="0"/>
            <a:r>
              <a:rPr kumimoji="1" lang="zh-CN" alt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提示：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631504" y="4293096"/>
          <a:ext cx="8928992" cy="1319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0" name="Equation" r:id="rId7" imgW="216712800" imgH="32004000" progId="Equation.DSMT4">
                  <p:embed/>
                </p:oleObj>
              </mc:Choice>
              <mc:Fallback>
                <p:oleObj name="Equation" r:id="rId7" imgW="216712800" imgH="32004000" progId="Equation.DSMT4">
                  <p:embed/>
                  <p:pic>
                    <p:nvPicPr>
                      <p:cNvPr id="0" name="图片 450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31504" y="4293096"/>
                        <a:ext cx="8928992" cy="131955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359696" y="5373216"/>
          <a:ext cx="2519363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1" name="Equation" r:id="rId9" imgW="60655200" imgH="29870400" progId="Equation.DSMT4">
                  <p:embed/>
                </p:oleObj>
              </mc:Choice>
              <mc:Fallback>
                <p:oleObj name="Equation" r:id="rId9" imgW="60655200" imgH="29870400" progId="Equation.DSMT4">
                  <p:embed/>
                  <p:pic>
                    <p:nvPicPr>
                      <p:cNvPr id="0" name="图片 450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59696" y="5373216"/>
                        <a:ext cx="2519363" cy="1244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9" grpId="0" bldLvl="0" animBg="1"/>
      <p:bldP spid="14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e47dfd40-c061-4226-a507-903b204281ec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2369</Words>
  <Application>WPS 演示</Application>
  <PresentationFormat>宽屏</PresentationFormat>
  <Paragraphs>526</Paragraphs>
  <Slides>47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343</vt:i4>
      </vt:variant>
      <vt:variant>
        <vt:lpstr>幻灯片标题</vt:lpstr>
      </vt:variant>
      <vt:variant>
        <vt:i4>47</vt:i4>
      </vt:variant>
    </vt:vector>
  </HeadingPairs>
  <TitlesOfParts>
    <vt:vector size="411" baseType="lpstr">
      <vt:lpstr>Arial</vt:lpstr>
      <vt:lpstr>宋体</vt:lpstr>
      <vt:lpstr>Wingdings</vt:lpstr>
      <vt:lpstr>Wingdings</vt:lpstr>
      <vt:lpstr>微软雅黑</vt:lpstr>
      <vt:lpstr>华文新魏</vt:lpstr>
      <vt:lpstr>华文琥珀</vt:lpstr>
      <vt:lpstr>黑体</vt:lpstr>
      <vt:lpstr>Times New Roman</vt:lpstr>
      <vt:lpstr>Cambria Math</vt:lpstr>
      <vt:lpstr>Times New Roman</vt:lpstr>
      <vt:lpstr>Symbol</vt:lpstr>
      <vt:lpstr>楷体</vt:lpstr>
      <vt:lpstr>Arial Unicode MS</vt:lpstr>
      <vt:lpstr>Calibri</vt:lpstr>
      <vt:lpstr>隶书</vt:lpstr>
      <vt:lpstr>幼圆</vt:lpstr>
      <vt:lpstr>Symbol</vt:lpstr>
      <vt:lpstr>Cambria Math</vt:lpstr>
      <vt:lpstr>Office 主题​​</vt:lpstr>
      <vt:lpstr>1_Office 主题​​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185</cp:revision>
  <dcterms:created xsi:type="dcterms:W3CDTF">2019-06-19T02:08:00Z</dcterms:created>
  <dcterms:modified xsi:type="dcterms:W3CDTF">2022-11-17T14:58:20Z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8CAA2F59F3404D48AF54875095D9D17B</vt:lpwstr>
  </property>
</Properties>
</file>