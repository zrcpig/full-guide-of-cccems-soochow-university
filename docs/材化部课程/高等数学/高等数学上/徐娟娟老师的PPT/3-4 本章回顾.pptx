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91" r:id="rId21"/>
    <p:sldId id="274" r:id="rId22"/>
  </p:sldIdLst>
  <p:sldSz cx="12192000" cy="6858000"/>
  <p:notesSz cx="6858000" cy="91440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CCFF"/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015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gs" Target="tags/tag125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.emf"/><Relationship Id="rId8" Type="http://schemas.openxmlformats.org/officeDocument/2006/relationships/image" Target="../media/image8.emf"/><Relationship Id="rId7" Type="http://schemas.openxmlformats.org/officeDocument/2006/relationships/image" Target="../media/image7.emf"/><Relationship Id="rId6" Type="http://schemas.openxmlformats.org/officeDocument/2006/relationships/image" Target="../media/image6.emf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1" Type="http://schemas.openxmlformats.org/officeDocument/2006/relationships/image" Target="../media/image11.emf"/><Relationship Id="rId10" Type="http://schemas.openxmlformats.org/officeDocument/2006/relationships/image" Target="../media/image10.emf"/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5" Type="http://schemas.openxmlformats.org/officeDocument/2006/relationships/image" Target="../media/image19.wmf"/><Relationship Id="rId4" Type="http://schemas.openxmlformats.org/officeDocument/2006/relationships/image" Target="../media/image18.wmf"/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4.vml.rels><?xml version="1.0" encoding="UTF-8" standalone="yes"?>
<Relationships xmlns="http://schemas.openxmlformats.org/package/2006/relationships"><Relationship Id="rId6" Type="http://schemas.openxmlformats.org/officeDocument/2006/relationships/image" Target="../media/image25.wmf"/><Relationship Id="rId5" Type="http://schemas.openxmlformats.org/officeDocument/2006/relationships/image" Target="../media/image24.wmf"/><Relationship Id="rId4" Type="http://schemas.openxmlformats.org/officeDocument/2006/relationships/image" Target="../media/image23.wmf"/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7" Type="http://schemas.openxmlformats.org/officeDocument/2006/relationships/image" Target="../media/image34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9" Type="http://schemas.openxmlformats.org/officeDocument/2006/relationships/image" Target="../media/image43.wmf"/><Relationship Id="rId8" Type="http://schemas.openxmlformats.org/officeDocument/2006/relationships/image" Target="../media/image42.wmf"/><Relationship Id="rId7" Type="http://schemas.openxmlformats.org/officeDocument/2006/relationships/image" Target="../media/image41.wmf"/><Relationship Id="rId6" Type="http://schemas.openxmlformats.org/officeDocument/2006/relationships/image" Target="../media/image40.emf"/><Relationship Id="rId5" Type="http://schemas.openxmlformats.org/officeDocument/2006/relationships/image" Target="../media/image39.emf"/><Relationship Id="rId4" Type="http://schemas.openxmlformats.org/officeDocument/2006/relationships/image" Target="../media/image38.wmf"/><Relationship Id="rId3" Type="http://schemas.openxmlformats.org/officeDocument/2006/relationships/image" Target="../media/image37.emf"/><Relationship Id="rId2" Type="http://schemas.openxmlformats.org/officeDocument/2006/relationships/image" Target="../media/image36.wmf"/><Relationship Id="rId11" Type="http://schemas.openxmlformats.org/officeDocument/2006/relationships/image" Target="../media/image45.wmf"/><Relationship Id="rId10" Type="http://schemas.openxmlformats.org/officeDocument/2006/relationships/image" Target="../media/image44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4.wmf"/><Relationship Id="rId8" Type="http://schemas.openxmlformats.org/officeDocument/2006/relationships/image" Target="../media/image53.wmf"/><Relationship Id="rId7" Type="http://schemas.openxmlformats.org/officeDocument/2006/relationships/image" Target="../media/image52.wmf"/><Relationship Id="rId6" Type="http://schemas.openxmlformats.org/officeDocument/2006/relationships/image" Target="../media/image51.wmf"/><Relationship Id="rId5" Type="http://schemas.openxmlformats.org/officeDocument/2006/relationships/image" Target="../media/image50.wmf"/><Relationship Id="rId4" Type="http://schemas.openxmlformats.org/officeDocument/2006/relationships/image" Target="../media/image49.wmf"/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5" Type="http://schemas.openxmlformats.org/officeDocument/2006/relationships/image" Target="../media/image60.wmf"/><Relationship Id="rId14" Type="http://schemas.openxmlformats.org/officeDocument/2006/relationships/image" Target="../media/image59.wmf"/><Relationship Id="rId13" Type="http://schemas.openxmlformats.org/officeDocument/2006/relationships/image" Target="../media/image58.wmf"/><Relationship Id="rId12" Type="http://schemas.openxmlformats.org/officeDocument/2006/relationships/image" Target="../media/image57.wmf"/><Relationship Id="rId11" Type="http://schemas.openxmlformats.org/officeDocument/2006/relationships/image" Target="../media/image56.wmf"/><Relationship Id="rId10" Type="http://schemas.openxmlformats.org/officeDocument/2006/relationships/image" Target="../media/image55.wmf"/><Relationship Id="rId1" Type="http://schemas.openxmlformats.org/officeDocument/2006/relationships/image" Target="../media/image46.wmf"/></Relationships>
</file>

<file path=ppt/drawings/_rels/vmlDrawing9.v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image" Target="../media/image68.wmf"/><Relationship Id="rId7" Type="http://schemas.openxmlformats.org/officeDocument/2006/relationships/image" Target="../media/image67.wmf"/><Relationship Id="rId6" Type="http://schemas.openxmlformats.org/officeDocument/2006/relationships/image" Target="../media/image66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3" Type="http://schemas.openxmlformats.org/officeDocument/2006/relationships/image" Target="../media/image73.wmf"/><Relationship Id="rId12" Type="http://schemas.openxmlformats.org/officeDocument/2006/relationships/image" Target="../media/image72.emf"/><Relationship Id="rId11" Type="http://schemas.openxmlformats.org/officeDocument/2006/relationships/image" Target="../media/image71.wmf"/><Relationship Id="rId10" Type="http://schemas.openxmlformats.org/officeDocument/2006/relationships/image" Target="../media/image70.wmf"/><Relationship Id="rId1" Type="http://schemas.openxmlformats.org/officeDocument/2006/relationships/image" Target="../media/image61.wmf"/></Relationships>
</file>

<file path=ppt/drawings/_rels/vmlDrawing10.vml.rels><?xml version="1.0" encoding="UTF-8" standalone="yes"?>
<Relationships xmlns="http://schemas.openxmlformats.org/package/2006/relationships"><Relationship Id="rId9" Type="http://schemas.openxmlformats.org/officeDocument/2006/relationships/image" Target="../media/image82.emf"/><Relationship Id="rId8" Type="http://schemas.openxmlformats.org/officeDocument/2006/relationships/image" Target="../media/image81.emf"/><Relationship Id="rId7" Type="http://schemas.openxmlformats.org/officeDocument/2006/relationships/image" Target="../media/image80.emf"/><Relationship Id="rId6" Type="http://schemas.openxmlformats.org/officeDocument/2006/relationships/image" Target="../media/image79.emf"/><Relationship Id="rId5" Type="http://schemas.openxmlformats.org/officeDocument/2006/relationships/image" Target="../media/image78.emf"/><Relationship Id="rId4" Type="http://schemas.openxmlformats.org/officeDocument/2006/relationships/image" Target="../media/image77.emf"/><Relationship Id="rId3" Type="http://schemas.openxmlformats.org/officeDocument/2006/relationships/image" Target="../media/image76.emf"/><Relationship Id="rId2" Type="http://schemas.openxmlformats.org/officeDocument/2006/relationships/image" Target="../media/image75.emf"/><Relationship Id="rId13" Type="http://schemas.openxmlformats.org/officeDocument/2006/relationships/image" Target="../media/image86.emf"/><Relationship Id="rId12" Type="http://schemas.openxmlformats.org/officeDocument/2006/relationships/image" Target="../media/image85.emf"/><Relationship Id="rId11" Type="http://schemas.openxmlformats.org/officeDocument/2006/relationships/image" Target="../media/image84.emf"/><Relationship Id="rId10" Type="http://schemas.openxmlformats.org/officeDocument/2006/relationships/image" Target="../media/image83.emf"/><Relationship Id="rId1" Type="http://schemas.openxmlformats.org/officeDocument/2006/relationships/image" Target="../media/image74.emf"/></Relationships>
</file>

<file path=ppt/drawings/_rels/vmlDrawing11.vml.rels><?xml version="1.0" encoding="UTF-8" standalone="yes"?>
<Relationships xmlns="http://schemas.openxmlformats.org/package/2006/relationships"><Relationship Id="rId9" Type="http://schemas.openxmlformats.org/officeDocument/2006/relationships/image" Target="../media/image95.wmf"/><Relationship Id="rId8" Type="http://schemas.openxmlformats.org/officeDocument/2006/relationships/image" Target="../media/image94.wmf"/><Relationship Id="rId7" Type="http://schemas.openxmlformats.org/officeDocument/2006/relationships/image" Target="../media/image93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1" Type="http://schemas.openxmlformats.org/officeDocument/2006/relationships/image" Target="../media/image97.wmf"/><Relationship Id="rId10" Type="http://schemas.openxmlformats.org/officeDocument/2006/relationships/image" Target="../media/image96.wmf"/><Relationship Id="rId1" Type="http://schemas.openxmlformats.org/officeDocument/2006/relationships/image" Target="../media/image87.w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06.wmf"/><Relationship Id="rId8" Type="http://schemas.openxmlformats.org/officeDocument/2006/relationships/image" Target="../media/image105.wmf"/><Relationship Id="rId7" Type="http://schemas.openxmlformats.org/officeDocument/2006/relationships/image" Target="../media/image104.wmf"/><Relationship Id="rId6" Type="http://schemas.openxmlformats.org/officeDocument/2006/relationships/image" Target="../media/image103.wmf"/><Relationship Id="rId5" Type="http://schemas.openxmlformats.org/officeDocument/2006/relationships/image" Target="../media/image102.wmf"/><Relationship Id="rId4" Type="http://schemas.openxmlformats.org/officeDocument/2006/relationships/image" Target="../media/image101.wmf"/><Relationship Id="rId3" Type="http://schemas.openxmlformats.org/officeDocument/2006/relationships/image" Target="../media/image100.wmf"/><Relationship Id="rId2" Type="http://schemas.openxmlformats.org/officeDocument/2006/relationships/image" Target="../media/image99.wmf"/><Relationship Id="rId13" Type="http://schemas.openxmlformats.org/officeDocument/2006/relationships/image" Target="../media/image110.wmf"/><Relationship Id="rId12" Type="http://schemas.openxmlformats.org/officeDocument/2006/relationships/image" Target="../media/image109.wmf"/><Relationship Id="rId11" Type="http://schemas.openxmlformats.org/officeDocument/2006/relationships/image" Target="../media/image108.wmf"/><Relationship Id="rId10" Type="http://schemas.openxmlformats.org/officeDocument/2006/relationships/image" Target="../media/image107.wmf"/><Relationship Id="rId1" Type="http://schemas.openxmlformats.org/officeDocument/2006/relationships/image" Target="../media/image98.wmf"/></Relationships>
</file>

<file path=ppt/drawings/_rels/vmlDrawing13.vml.rels><?xml version="1.0" encoding="UTF-8" standalone="yes"?>
<Relationships xmlns="http://schemas.openxmlformats.org/package/2006/relationships"><Relationship Id="rId9" Type="http://schemas.openxmlformats.org/officeDocument/2006/relationships/image" Target="../media/image119.wmf"/><Relationship Id="rId8" Type="http://schemas.openxmlformats.org/officeDocument/2006/relationships/image" Target="../media/image118.wmf"/><Relationship Id="rId7" Type="http://schemas.openxmlformats.org/officeDocument/2006/relationships/image" Target="../media/image117.wmf"/><Relationship Id="rId6" Type="http://schemas.openxmlformats.org/officeDocument/2006/relationships/image" Target="../media/image116.wmf"/><Relationship Id="rId5" Type="http://schemas.openxmlformats.org/officeDocument/2006/relationships/image" Target="../media/image115.wmf"/><Relationship Id="rId4" Type="http://schemas.openxmlformats.org/officeDocument/2006/relationships/image" Target="../media/image114.wmf"/><Relationship Id="rId3" Type="http://schemas.openxmlformats.org/officeDocument/2006/relationships/image" Target="../media/image113.wmf"/><Relationship Id="rId2" Type="http://schemas.openxmlformats.org/officeDocument/2006/relationships/image" Target="../media/image112.wmf"/><Relationship Id="rId1" Type="http://schemas.openxmlformats.org/officeDocument/2006/relationships/image" Target="../media/image111.wmf"/></Relationships>
</file>

<file path=ppt/drawings/_rels/vmlDrawing14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wmf"/><Relationship Id="rId8" Type="http://schemas.openxmlformats.org/officeDocument/2006/relationships/image" Target="../media/image127.wmf"/><Relationship Id="rId7" Type="http://schemas.openxmlformats.org/officeDocument/2006/relationships/image" Target="../media/image126.wmf"/><Relationship Id="rId6" Type="http://schemas.openxmlformats.org/officeDocument/2006/relationships/image" Target="../media/image125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Relationship Id="rId3" Type="http://schemas.openxmlformats.org/officeDocument/2006/relationships/image" Target="../media/image122.wmf"/><Relationship Id="rId22" Type="http://schemas.openxmlformats.org/officeDocument/2006/relationships/image" Target="../media/image141.wmf"/><Relationship Id="rId21" Type="http://schemas.openxmlformats.org/officeDocument/2006/relationships/image" Target="../media/image140.wmf"/><Relationship Id="rId20" Type="http://schemas.openxmlformats.org/officeDocument/2006/relationships/image" Target="../media/image139.wmf"/><Relationship Id="rId2" Type="http://schemas.openxmlformats.org/officeDocument/2006/relationships/image" Target="../media/image121.wmf"/><Relationship Id="rId19" Type="http://schemas.openxmlformats.org/officeDocument/2006/relationships/image" Target="../media/image138.wmf"/><Relationship Id="rId18" Type="http://schemas.openxmlformats.org/officeDocument/2006/relationships/image" Target="../media/image137.wmf"/><Relationship Id="rId17" Type="http://schemas.openxmlformats.org/officeDocument/2006/relationships/image" Target="../media/image136.wmf"/><Relationship Id="rId16" Type="http://schemas.openxmlformats.org/officeDocument/2006/relationships/image" Target="../media/image135.wmf"/><Relationship Id="rId15" Type="http://schemas.openxmlformats.org/officeDocument/2006/relationships/image" Target="../media/image134.wmf"/><Relationship Id="rId14" Type="http://schemas.openxmlformats.org/officeDocument/2006/relationships/image" Target="../media/image133.wmf"/><Relationship Id="rId13" Type="http://schemas.openxmlformats.org/officeDocument/2006/relationships/image" Target="../media/image132.wmf"/><Relationship Id="rId12" Type="http://schemas.openxmlformats.org/officeDocument/2006/relationships/image" Target="../media/image131.wmf"/><Relationship Id="rId11" Type="http://schemas.openxmlformats.org/officeDocument/2006/relationships/image" Target="../media/image130.wmf"/><Relationship Id="rId10" Type="http://schemas.openxmlformats.org/officeDocument/2006/relationships/image" Target="../media/image129.wmf"/><Relationship Id="rId1" Type="http://schemas.openxmlformats.org/officeDocument/2006/relationships/image" Target="../media/image120.wmf"/></Relationships>
</file>

<file path=ppt/drawings/_rels/vmlDrawing15.vml.rels><?xml version="1.0" encoding="UTF-8" standalone="yes"?>
<Relationships xmlns="http://schemas.openxmlformats.org/package/2006/relationships"><Relationship Id="rId6" Type="http://schemas.openxmlformats.org/officeDocument/2006/relationships/image" Target="../media/image145.emf"/><Relationship Id="rId5" Type="http://schemas.openxmlformats.org/officeDocument/2006/relationships/image" Target="../media/image144.emf"/><Relationship Id="rId4" Type="http://schemas.openxmlformats.org/officeDocument/2006/relationships/image" Target="../media/image143.emf"/><Relationship Id="rId3" Type="http://schemas.openxmlformats.org/officeDocument/2006/relationships/image" Target="../media/image142.wmf"/><Relationship Id="rId2" Type="http://schemas.openxmlformats.org/officeDocument/2006/relationships/image" Target="../media/image127.wmf"/><Relationship Id="rId1" Type="http://schemas.openxmlformats.org/officeDocument/2006/relationships/image" Target="../media/image120.wmf"/></Relationships>
</file>

<file path=ppt/drawings/_rels/vmlDrawing16.vml.rels><?xml version="1.0" encoding="UTF-8" standalone="yes"?>
<Relationships xmlns="http://schemas.openxmlformats.org/package/2006/relationships"><Relationship Id="rId7" Type="http://schemas.openxmlformats.org/officeDocument/2006/relationships/image" Target="../media/image154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3" Type="http://schemas.openxmlformats.org/officeDocument/2006/relationships/image" Target="../media/image150.wmf"/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/>
            </a:gs>
            <a:gs pos="100000">
              <a:schemeClr val="bg2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slide" Target="slide1.xml"/><Relationship Id="rId3" Type="http://schemas.openxmlformats.org/officeDocument/2006/relationships/slide" Target="slide17.xml"/><Relationship Id="rId2" Type="http://schemas.openxmlformats.org/officeDocument/2006/relationships/slide" Target="slide7.xml"/><Relationship Id="rId1" Type="http://schemas.openxmlformats.org/officeDocument/2006/relationships/slide" Target="slide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emf"/><Relationship Id="rId8" Type="http://schemas.openxmlformats.org/officeDocument/2006/relationships/oleObject" Target="../embeddings/oleObject3.bin"/><Relationship Id="rId7" Type="http://schemas.openxmlformats.org/officeDocument/2006/relationships/image" Target="../media/image2.emf"/><Relationship Id="rId6" Type="http://schemas.openxmlformats.org/officeDocument/2006/relationships/oleObject" Target="../embeddings/oleObject2.bin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Relationship Id="rId3" Type="http://schemas.openxmlformats.org/officeDocument/2006/relationships/slide" Target="slide6.xml"/><Relationship Id="rId29" Type="http://schemas.openxmlformats.org/officeDocument/2006/relationships/vmlDrawing" Target="../drawings/vmlDrawing1.vml"/><Relationship Id="rId28" Type="http://schemas.openxmlformats.org/officeDocument/2006/relationships/slideLayout" Target="../slideLayouts/slideLayout18.xml"/><Relationship Id="rId27" Type="http://schemas.openxmlformats.org/officeDocument/2006/relationships/image" Target="../media/image11.emf"/><Relationship Id="rId26" Type="http://schemas.openxmlformats.org/officeDocument/2006/relationships/oleObject" Target="../embeddings/oleObject11.bin"/><Relationship Id="rId25" Type="http://schemas.openxmlformats.org/officeDocument/2006/relationships/image" Target="../media/image10.emf"/><Relationship Id="rId24" Type="http://schemas.openxmlformats.org/officeDocument/2006/relationships/oleObject" Target="../embeddings/oleObject10.bin"/><Relationship Id="rId23" Type="http://schemas.openxmlformats.org/officeDocument/2006/relationships/image" Target="../media/image9.emf"/><Relationship Id="rId22" Type="http://schemas.openxmlformats.org/officeDocument/2006/relationships/oleObject" Target="../embeddings/oleObject9.bin"/><Relationship Id="rId21" Type="http://schemas.openxmlformats.org/officeDocument/2006/relationships/image" Target="../media/image8.emf"/><Relationship Id="rId20" Type="http://schemas.openxmlformats.org/officeDocument/2006/relationships/oleObject" Target="../embeddings/oleObject8.bin"/><Relationship Id="rId2" Type="http://schemas.openxmlformats.org/officeDocument/2006/relationships/slide" Target="slide4.xml"/><Relationship Id="rId19" Type="http://schemas.openxmlformats.org/officeDocument/2006/relationships/image" Target="../media/image7.emf"/><Relationship Id="rId18" Type="http://schemas.openxmlformats.org/officeDocument/2006/relationships/oleObject" Target="../embeddings/oleObject7.bin"/><Relationship Id="rId17" Type="http://schemas.openxmlformats.org/officeDocument/2006/relationships/image" Target="../media/image6.emf"/><Relationship Id="rId16" Type="http://schemas.openxmlformats.org/officeDocument/2006/relationships/oleObject" Target="../embeddings/oleObject6.bin"/><Relationship Id="rId15" Type="http://schemas.openxmlformats.org/officeDocument/2006/relationships/slide" Target="slide5.xml"/><Relationship Id="rId14" Type="http://schemas.openxmlformats.org/officeDocument/2006/relationships/slide" Target="slide2.xml"/><Relationship Id="rId13" Type="http://schemas.openxmlformats.org/officeDocument/2006/relationships/image" Target="../media/image5.emf"/><Relationship Id="rId12" Type="http://schemas.openxmlformats.org/officeDocument/2006/relationships/oleObject" Target="../embeddings/oleObject5.bin"/><Relationship Id="rId11" Type="http://schemas.openxmlformats.org/officeDocument/2006/relationships/image" Target="../media/image4.emf"/><Relationship Id="rId10" Type="http://schemas.openxmlformats.org/officeDocument/2006/relationships/oleObject" Target="../embeddings/oleObject4.bin"/><Relationship Id="rId1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2.vml"/><Relationship Id="rId7" Type="http://schemas.openxmlformats.org/officeDocument/2006/relationships/slideLayout" Target="../slideLayouts/slideLayout18.x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3.wmf"/><Relationship Id="rId3" Type="http://schemas.openxmlformats.org/officeDocument/2006/relationships/oleObject" Target="../embeddings/oleObject13.bin"/><Relationship Id="rId2" Type="http://schemas.openxmlformats.org/officeDocument/2006/relationships/image" Target="../media/image12.wmf"/><Relationship Id="rId1" Type="http://schemas.openxmlformats.org/officeDocument/2006/relationships/oleObject" Target="../embeddings/oleObject12.bin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9.bin"/><Relationship Id="rId8" Type="http://schemas.openxmlformats.org/officeDocument/2006/relationships/image" Target="../media/image18.wmf"/><Relationship Id="rId7" Type="http://schemas.openxmlformats.org/officeDocument/2006/relationships/oleObject" Target="../embeddings/oleObject18.bin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6.wmf"/><Relationship Id="rId3" Type="http://schemas.openxmlformats.org/officeDocument/2006/relationships/oleObject" Target="../embeddings/oleObject16.bin"/><Relationship Id="rId2" Type="http://schemas.openxmlformats.org/officeDocument/2006/relationships/image" Target="../media/image15.wmf"/><Relationship Id="rId12" Type="http://schemas.openxmlformats.org/officeDocument/2006/relationships/vmlDrawing" Target="../drawings/vmlDrawing3.vml"/><Relationship Id="rId11" Type="http://schemas.openxmlformats.org/officeDocument/2006/relationships/slideLayout" Target="../slideLayouts/slideLayout18.xml"/><Relationship Id="rId10" Type="http://schemas.openxmlformats.org/officeDocument/2006/relationships/image" Target="../media/image19.wmf"/><Relationship Id="rId1" Type="http://schemas.openxmlformats.org/officeDocument/2006/relationships/oleObject" Target="../embeddings/oleObject15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4.bin"/><Relationship Id="rId8" Type="http://schemas.openxmlformats.org/officeDocument/2006/relationships/image" Target="../media/image23.wmf"/><Relationship Id="rId7" Type="http://schemas.openxmlformats.org/officeDocument/2006/relationships/oleObject" Target="../embeddings/oleObject23.bin"/><Relationship Id="rId6" Type="http://schemas.openxmlformats.org/officeDocument/2006/relationships/image" Target="../media/image22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0.wmf"/><Relationship Id="rId15" Type="http://schemas.openxmlformats.org/officeDocument/2006/relationships/vmlDrawing" Target="../drawings/vmlDrawing4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26.png"/><Relationship Id="rId12" Type="http://schemas.openxmlformats.org/officeDocument/2006/relationships/image" Target="../media/image25.wmf"/><Relationship Id="rId11" Type="http://schemas.openxmlformats.org/officeDocument/2006/relationships/oleObject" Target="../embeddings/oleObject25.bin"/><Relationship Id="rId10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6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1.bin"/><Relationship Id="rId8" Type="http://schemas.openxmlformats.org/officeDocument/2006/relationships/image" Target="../media/image31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30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29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28.wmf"/><Relationship Id="rId16" Type="http://schemas.openxmlformats.org/officeDocument/2006/relationships/vmlDrawing" Target="../drawings/vmlDrawing6.vml"/><Relationship Id="rId15" Type="http://schemas.openxmlformats.org/officeDocument/2006/relationships/slideLayout" Target="../slideLayouts/slideLayout18.xml"/><Relationship Id="rId14" Type="http://schemas.openxmlformats.org/officeDocument/2006/relationships/image" Target="../media/image34.wmf"/><Relationship Id="rId13" Type="http://schemas.openxmlformats.org/officeDocument/2006/relationships/oleObject" Target="../embeddings/oleObject33.bin"/><Relationship Id="rId12" Type="http://schemas.openxmlformats.org/officeDocument/2006/relationships/image" Target="../media/image33.wmf"/><Relationship Id="rId11" Type="http://schemas.openxmlformats.org/officeDocument/2006/relationships/oleObject" Target="../embeddings/oleObject32.bin"/><Relationship Id="rId10" Type="http://schemas.openxmlformats.org/officeDocument/2006/relationships/image" Target="../media/image32.wmf"/><Relationship Id="rId1" Type="http://schemas.openxmlformats.org/officeDocument/2006/relationships/oleObject" Target="../embeddings/oleObject27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8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37.bin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5.bin"/><Relationship Id="rId24" Type="http://schemas.openxmlformats.org/officeDocument/2006/relationships/vmlDrawing" Target="../drawings/vmlDrawing7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45.wmf"/><Relationship Id="rId21" Type="http://schemas.openxmlformats.org/officeDocument/2006/relationships/oleObject" Target="../embeddings/oleObject44.bin"/><Relationship Id="rId20" Type="http://schemas.openxmlformats.org/officeDocument/2006/relationships/image" Target="../media/image44.wmf"/><Relationship Id="rId2" Type="http://schemas.openxmlformats.org/officeDocument/2006/relationships/image" Target="../media/image35.wmf"/><Relationship Id="rId19" Type="http://schemas.openxmlformats.org/officeDocument/2006/relationships/oleObject" Target="../embeddings/oleObject43.bin"/><Relationship Id="rId18" Type="http://schemas.openxmlformats.org/officeDocument/2006/relationships/image" Target="../media/image43.wmf"/><Relationship Id="rId17" Type="http://schemas.openxmlformats.org/officeDocument/2006/relationships/oleObject" Target="../embeddings/oleObject42.bin"/><Relationship Id="rId16" Type="http://schemas.openxmlformats.org/officeDocument/2006/relationships/image" Target="../media/image42.wmf"/><Relationship Id="rId15" Type="http://schemas.openxmlformats.org/officeDocument/2006/relationships/oleObject" Target="../embeddings/oleObject41.bin"/><Relationship Id="rId14" Type="http://schemas.openxmlformats.org/officeDocument/2006/relationships/image" Target="../media/image41.wmf"/><Relationship Id="rId13" Type="http://schemas.openxmlformats.org/officeDocument/2006/relationships/oleObject" Target="../embeddings/oleObject40.bin"/><Relationship Id="rId12" Type="http://schemas.openxmlformats.org/officeDocument/2006/relationships/image" Target="../media/image40.emf"/><Relationship Id="rId11" Type="http://schemas.openxmlformats.org/officeDocument/2006/relationships/oleObject" Target="../embeddings/oleObject39.bin"/><Relationship Id="rId10" Type="http://schemas.openxmlformats.org/officeDocument/2006/relationships/image" Target="../media/image39.emf"/><Relationship Id="rId1" Type="http://schemas.openxmlformats.org/officeDocument/2006/relationships/oleObject" Target="../embeddings/oleObject34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9.bin"/><Relationship Id="rId8" Type="http://schemas.openxmlformats.org/officeDocument/2006/relationships/image" Target="../media/image49.wmf"/><Relationship Id="rId7" Type="http://schemas.openxmlformats.org/officeDocument/2006/relationships/oleObject" Target="../embeddings/oleObject48.bin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7.bin"/><Relationship Id="rId4" Type="http://schemas.openxmlformats.org/officeDocument/2006/relationships/image" Target="../media/image47.wmf"/><Relationship Id="rId32" Type="http://schemas.openxmlformats.org/officeDocument/2006/relationships/vmlDrawing" Target="../drawings/vmlDrawing8.vml"/><Relationship Id="rId31" Type="http://schemas.openxmlformats.org/officeDocument/2006/relationships/slideLayout" Target="../slideLayouts/slideLayout18.xml"/><Relationship Id="rId30" Type="http://schemas.openxmlformats.org/officeDocument/2006/relationships/image" Target="../media/image60.wmf"/><Relationship Id="rId3" Type="http://schemas.openxmlformats.org/officeDocument/2006/relationships/oleObject" Target="../embeddings/oleObject46.bin"/><Relationship Id="rId29" Type="http://schemas.openxmlformats.org/officeDocument/2006/relationships/oleObject" Target="../embeddings/oleObject59.bin"/><Relationship Id="rId28" Type="http://schemas.openxmlformats.org/officeDocument/2006/relationships/image" Target="../media/image59.wmf"/><Relationship Id="rId27" Type="http://schemas.openxmlformats.org/officeDocument/2006/relationships/oleObject" Target="../embeddings/oleObject58.bin"/><Relationship Id="rId26" Type="http://schemas.openxmlformats.org/officeDocument/2006/relationships/image" Target="../media/image58.wmf"/><Relationship Id="rId25" Type="http://schemas.openxmlformats.org/officeDocument/2006/relationships/oleObject" Target="../embeddings/oleObject57.bin"/><Relationship Id="rId24" Type="http://schemas.openxmlformats.org/officeDocument/2006/relationships/image" Target="../media/image57.wmf"/><Relationship Id="rId23" Type="http://schemas.openxmlformats.org/officeDocument/2006/relationships/oleObject" Target="../embeddings/oleObject56.bin"/><Relationship Id="rId22" Type="http://schemas.openxmlformats.org/officeDocument/2006/relationships/image" Target="../media/image56.wmf"/><Relationship Id="rId21" Type="http://schemas.openxmlformats.org/officeDocument/2006/relationships/oleObject" Target="../embeddings/oleObject55.bin"/><Relationship Id="rId20" Type="http://schemas.openxmlformats.org/officeDocument/2006/relationships/image" Target="../media/image55.wmf"/><Relationship Id="rId2" Type="http://schemas.openxmlformats.org/officeDocument/2006/relationships/image" Target="../media/image46.wmf"/><Relationship Id="rId19" Type="http://schemas.openxmlformats.org/officeDocument/2006/relationships/oleObject" Target="../embeddings/oleObject54.bin"/><Relationship Id="rId18" Type="http://schemas.openxmlformats.org/officeDocument/2006/relationships/image" Target="../media/image54.wmf"/><Relationship Id="rId17" Type="http://schemas.openxmlformats.org/officeDocument/2006/relationships/oleObject" Target="../embeddings/oleObject53.bin"/><Relationship Id="rId16" Type="http://schemas.openxmlformats.org/officeDocument/2006/relationships/image" Target="../media/image53.wmf"/><Relationship Id="rId15" Type="http://schemas.openxmlformats.org/officeDocument/2006/relationships/oleObject" Target="../embeddings/oleObject52.bin"/><Relationship Id="rId14" Type="http://schemas.openxmlformats.org/officeDocument/2006/relationships/image" Target="../media/image52.wmf"/><Relationship Id="rId13" Type="http://schemas.openxmlformats.org/officeDocument/2006/relationships/oleObject" Target="../embeddings/oleObject51.bin"/><Relationship Id="rId12" Type="http://schemas.openxmlformats.org/officeDocument/2006/relationships/image" Target="../media/image51.wmf"/><Relationship Id="rId11" Type="http://schemas.openxmlformats.org/officeDocument/2006/relationships/oleObject" Target="../embeddings/oleObject50.bin"/><Relationship Id="rId10" Type="http://schemas.openxmlformats.org/officeDocument/2006/relationships/image" Target="../media/image50.wmf"/><Relationship Id="rId1" Type="http://schemas.openxmlformats.org/officeDocument/2006/relationships/oleObject" Target="../embeddings/oleObject4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4.bin"/><Relationship Id="rId8" Type="http://schemas.openxmlformats.org/officeDocument/2006/relationships/image" Target="../media/image64.wmf"/><Relationship Id="rId7" Type="http://schemas.openxmlformats.org/officeDocument/2006/relationships/oleObject" Target="../embeddings/oleObject63.bin"/><Relationship Id="rId6" Type="http://schemas.openxmlformats.org/officeDocument/2006/relationships/image" Target="../media/image63.wmf"/><Relationship Id="rId5" Type="http://schemas.openxmlformats.org/officeDocument/2006/relationships/oleObject" Target="../embeddings/oleObject62.bin"/><Relationship Id="rId4" Type="http://schemas.openxmlformats.org/officeDocument/2006/relationships/image" Target="../media/image62.wmf"/><Relationship Id="rId3" Type="http://schemas.openxmlformats.org/officeDocument/2006/relationships/oleObject" Target="../embeddings/oleObject61.bin"/><Relationship Id="rId28" Type="http://schemas.openxmlformats.org/officeDocument/2006/relationships/vmlDrawing" Target="../drawings/vmlDrawing9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73.wmf"/><Relationship Id="rId25" Type="http://schemas.openxmlformats.org/officeDocument/2006/relationships/oleObject" Target="../embeddings/oleObject72.bin"/><Relationship Id="rId24" Type="http://schemas.openxmlformats.org/officeDocument/2006/relationships/image" Target="../media/image72.emf"/><Relationship Id="rId23" Type="http://schemas.openxmlformats.org/officeDocument/2006/relationships/oleObject" Target="../embeddings/oleObject71.bin"/><Relationship Id="rId22" Type="http://schemas.openxmlformats.org/officeDocument/2006/relationships/image" Target="../media/image71.wmf"/><Relationship Id="rId21" Type="http://schemas.openxmlformats.org/officeDocument/2006/relationships/oleObject" Target="../embeddings/oleObject70.bin"/><Relationship Id="rId20" Type="http://schemas.openxmlformats.org/officeDocument/2006/relationships/image" Target="../media/image70.wmf"/><Relationship Id="rId2" Type="http://schemas.openxmlformats.org/officeDocument/2006/relationships/image" Target="../media/image61.wmf"/><Relationship Id="rId19" Type="http://schemas.openxmlformats.org/officeDocument/2006/relationships/oleObject" Target="../embeddings/oleObject69.bin"/><Relationship Id="rId18" Type="http://schemas.openxmlformats.org/officeDocument/2006/relationships/image" Target="../media/image69.wmf"/><Relationship Id="rId17" Type="http://schemas.openxmlformats.org/officeDocument/2006/relationships/oleObject" Target="../embeddings/oleObject68.bin"/><Relationship Id="rId16" Type="http://schemas.openxmlformats.org/officeDocument/2006/relationships/image" Target="../media/image68.wmf"/><Relationship Id="rId15" Type="http://schemas.openxmlformats.org/officeDocument/2006/relationships/oleObject" Target="../embeddings/oleObject67.bin"/><Relationship Id="rId14" Type="http://schemas.openxmlformats.org/officeDocument/2006/relationships/image" Target="../media/image67.wmf"/><Relationship Id="rId13" Type="http://schemas.openxmlformats.org/officeDocument/2006/relationships/oleObject" Target="../embeddings/oleObject66.bin"/><Relationship Id="rId12" Type="http://schemas.openxmlformats.org/officeDocument/2006/relationships/image" Target="../media/image66.wmf"/><Relationship Id="rId11" Type="http://schemas.openxmlformats.org/officeDocument/2006/relationships/oleObject" Target="../embeddings/oleObject65.bin"/><Relationship Id="rId10" Type="http://schemas.openxmlformats.org/officeDocument/2006/relationships/image" Target="../media/image65.wmf"/><Relationship Id="rId1" Type="http://schemas.openxmlformats.org/officeDocument/2006/relationships/oleObject" Target="../embeddings/oleObject60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7.bin"/><Relationship Id="rId8" Type="http://schemas.openxmlformats.org/officeDocument/2006/relationships/image" Target="../media/image77.emf"/><Relationship Id="rId7" Type="http://schemas.openxmlformats.org/officeDocument/2006/relationships/oleObject" Target="../embeddings/oleObject76.bin"/><Relationship Id="rId6" Type="http://schemas.openxmlformats.org/officeDocument/2006/relationships/image" Target="../media/image76.emf"/><Relationship Id="rId5" Type="http://schemas.openxmlformats.org/officeDocument/2006/relationships/oleObject" Target="../embeddings/oleObject75.bin"/><Relationship Id="rId4" Type="http://schemas.openxmlformats.org/officeDocument/2006/relationships/image" Target="../media/image75.emf"/><Relationship Id="rId3" Type="http://schemas.openxmlformats.org/officeDocument/2006/relationships/oleObject" Target="../embeddings/oleObject74.bin"/><Relationship Id="rId28" Type="http://schemas.openxmlformats.org/officeDocument/2006/relationships/vmlDrawing" Target="../drawings/vmlDrawing10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86.emf"/><Relationship Id="rId25" Type="http://schemas.openxmlformats.org/officeDocument/2006/relationships/oleObject" Target="../embeddings/oleObject85.bin"/><Relationship Id="rId24" Type="http://schemas.openxmlformats.org/officeDocument/2006/relationships/image" Target="../media/image85.emf"/><Relationship Id="rId23" Type="http://schemas.openxmlformats.org/officeDocument/2006/relationships/oleObject" Target="../embeddings/oleObject84.bin"/><Relationship Id="rId22" Type="http://schemas.openxmlformats.org/officeDocument/2006/relationships/image" Target="../media/image84.emf"/><Relationship Id="rId21" Type="http://schemas.openxmlformats.org/officeDocument/2006/relationships/oleObject" Target="../embeddings/oleObject83.bin"/><Relationship Id="rId20" Type="http://schemas.openxmlformats.org/officeDocument/2006/relationships/image" Target="../media/image83.emf"/><Relationship Id="rId2" Type="http://schemas.openxmlformats.org/officeDocument/2006/relationships/image" Target="../media/image74.emf"/><Relationship Id="rId19" Type="http://schemas.openxmlformats.org/officeDocument/2006/relationships/oleObject" Target="../embeddings/oleObject82.bin"/><Relationship Id="rId18" Type="http://schemas.openxmlformats.org/officeDocument/2006/relationships/image" Target="../media/image82.emf"/><Relationship Id="rId17" Type="http://schemas.openxmlformats.org/officeDocument/2006/relationships/oleObject" Target="../embeddings/oleObject81.bin"/><Relationship Id="rId16" Type="http://schemas.openxmlformats.org/officeDocument/2006/relationships/image" Target="../media/image81.emf"/><Relationship Id="rId15" Type="http://schemas.openxmlformats.org/officeDocument/2006/relationships/oleObject" Target="../embeddings/oleObject80.bin"/><Relationship Id="rId14" Type="http://schemas.openxmlformats.org/officeDocument/2006/relationships/image" Target="../media/image80.emf"/><Relationship Id="rId13" Type="http://schemas.openxmlformats.org/officeDocument/2006/relationships/oleObject" Target="../embeddings/oleObject79.bin"/><Relationship Id="rId12" Type="http://schemas.openxmlformats.org/officeDocument/2006/relationships/image" Target="../media/image79.emf"/><Relationship Id="rId11" Type="http://schemas.openxmlformats.org/officeDocument/2006/relationships/oleObject" Target="../embeddings/oleObject78.bin"/><Relationship Id="rId10" Type="http://schemas.openxmlformats.org/officeDocument/2006/relationships/image" Target="../media/image78.emf"/><Relationship Id="rId1" Type="http://schemas.openxmlformats.org/officeDocument/2006/relationships/oleObject" Target="../embeddings/oleObject73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0.bin"/><Relationship Id="rId8" Type="http://schemas.openxmlformats.org/officeDocument/2006/relationships/image" Target="../media/image90.wmf"/><Relationship Id="rId7" Type="http://schemas.openxmlformats.org/officeDocument/2006/relationships/oleObject" Target="../embeddings/oleObject89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8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87.bin"/><Relationship Id="rId24" Type="http://schemas.openxmlformats.org/officeDocument/2006/relationships/vmlDrawing" Target="../drawings/vmlDrawing11.vml"/><Relationship Id="rId23" Type="http://schemas.openxmlformats.org/officeDocument/2006/relationships/slideLayout" Target="../slideLayouts/slideLayout18.xml"/><Relationship Id="rId22" Type="http://schemas.openxmlformats.org/officeDocument/2006/relationships/image" Target="../media/image97.wmf"/><Relationship Id="rId21" Type="http://schemas.openxmlformats.org/officeDocument/2006/relationships/oleObject" Target="../embeddings/oleObject96.bin"/><Relationship Id="rId20" Type="http://schemas.openxmlformats.org/officeDocument/2006/relationships/image" Target="../media/image96.wmf"/><Relationship Id="rId2" Type="http://schemas.openxmlformats.org/officeDocument/2006/relationships/image" Target="../media/image87.wmf"/><Relationship Id="rId19" Type="http://schemas.openxmlformats.org/officeDocument/2006/relationships/oleObject" Target="../embeddings/oleObject95.bin"/><Relationship Id="rId18" Type="http://schemas.openxmlformats.org/officeDocument/2006/relationships/image" Target="../media/image95.wmf"/><Relationship Id="rId17" Type="http://schemas.openxmlformats.org/officeDocument/2006/relationships/oleObject" Target="../embeddings/oleObject94.bin"/><Relationship Id="rId16" Type="http://schemas.openxmlformats.org/officeDocument/2006/relationships/image" Target="../media/image94.wmf"/><Relationship Id="rId15" Type="http://schemas.openxmlformats.org/officeDocument/2006/relationships/oleObject" Target="../embeddings/oleObject93.bin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92.bin"/><Relationship Id="rId12" Type="http://schemas.openxmlformats.org/officeDocument/2006/relationships/image" Target="../media/image92.wmf"/><Relationship Id="rId11" Type="http://schemas.openxmlformats.org/officeDocument/2006/relationships/oleObject" Target="../embeddings/oleObject91.bin"/><Relationship Id="rId10" Type="http://schemas.openxmlformats.org/officeDocument/2006/relationships/image" Target="../media/image91.wmf"/><Relationship Id="rId1" Type="http://schemas.openxmlformats.org/officeDocument/2006/relationships/oleObject" Target="../embeddings/oleObject86.bin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1.bin"/><Relationship Id="rId8" Type="http://schemas.openxmlformats.org/officeDocument/2006/relationships/image" Target="../media/image101.wmf"/><Relationship Id="rId7" Type="http://schemas.openxmlformats.org/officeDocument/2006/relationships/oleObject" Target="../embeddings/oleObject100.bin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9.wmf"/><Relationship Id="rId3" Type="http://schemas.openxmlformats.org/officeDocument/2006/relationships/oleObject" Target="../embeddings/oleObject98.bin"/><Relationship Id="rId28" Type="http://schemas.openxmlformats.org/officeDocument/2006/relationships/vmlDrawing" Target="../drawings/vmlDrawing12.vml"/><Relationship Id="rId27" Type="http://schemas.openxmlformats.org/officeDocument/2006/relationships/slideLayout" Target="../slideLayouts/slideLayout18.xml"/><Relationship Id="rId26" Type="http://schemas.openxmlformats.org/officeDocument/2006/relationships/image" Target="../media/image110.wmf"/><Relationship Id="rId25" Type="http://schemas.openxmlformats.org/officeDocument/2006/relationships/oleObject" Target="../embeddings/oleObject109.bin"/><Relationship Id="rId24" Type="http://schemas.openxmlformats.org/officeDocument/2006/relationships/image" Target="../media/image109.wmf"/><Relationship Id="rId23" Type="http://schemas.openxmlformats.org/officeDocument/2006/relationships/oleObject" Target="../embeddings/oleObject108.bin"/><Relationship Id="rId22" Type="http://schemas.openxmlformats.org/officeDocument/2006/relationships/image" Target="../media/image108.wmf"/><Relationship Id="rId21" Type="http://schemas.openxmlformats.org/officeDocument/2006/relationships/oleObject" Target="../embeddings/oleObject107.bin"/><Relationship Id="rId20" Type="http://schemas.openxmlformats.org/officeDocument/2006/relationships/image" Target="../media/image107.wmf"/><Relationship Id="rId2" Type="http://schemas.openxmlformats.org/officeDocument/2006/relationships/image" Target="../media/image98.wmf"/><Relationship Id="rId19" Type="http://schemas.openxmlformats.org/officeDocument/2006/relationships/oleObject" Target="../embeddings/oleObject106.bin"/><Relationship Id="rId18" Type="http://schemas.openxmlformats.org/officeDocument/2006/relationships/image" Target="../media/image106.wmf"/><Relationship Id="rId17" Type="http://schemas.openxmlformats.org/officeDocument/2006/relationships/oleObject" Target="../embeddings/oleObject105.bin"/><Relationship Id="rId16" Type="http://schemas.openxmlformats.org/officeDocument/2006/relationships/image" Target="../media/image105.wmf"/><Relationship Id="rId15" Type="http://schemas.openxmlformats.org/officeDocument/2006/relationships/oleObject" Target="../embeddings/oleObject104.bin"/><Relationship Id="rId14" Type="http://schemas.openxmlformats.org/officeDocument/2006/relationships/image" Target="../media/image104.wmf"/><Relationship Id="rId13" Type="http://schemas.openxmlformats.org/officeDocument/2006/relationships/oleObject" Target="../embeddings/oleObject103.bin"/><Relationship Id="rId12" Type="http://schemas.openxmlformats.org/officeDocument/2006/relationships/image" Target="../media/image103.wmf"/><Relationship Id="rId11" Type="http://schemas.openxmlformats.org/officeDocument/2006/relationships/oleObject" Target="../embeddings/oleObject102.bin"/><Relationship Id="rId10" Type="http://schemas.openxmlformats.org/officeDocument/2006/relationships/image" Target="../media/image102.wmf"/><Relationship Id="rId1" Type="http://schemas.openxmlformats.org/officeDocument/2006/relationships/oleObject" Target="../embeddings/oleObject97.bin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4.bin"/><Relationship Id="rId8" Type="http://schemas.openxmlformats.org/officeDocument/2006/relationships/image" Target="../media/image114.wmf"/><Relationship Id="rId7" Type="http://schemas.openxmlformats.org/officeDocument/2006/relationships/oleObject" Target="../embeddings/oleObject113.bin"/><Relationship Id="rId6" Type="http://schemas.openxmlformats.org/officeDocument/2006/relationships/image" Target="../media/image113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12.wmf"/><Relationship Id="rId3" Type="http://schemas.openxmlformats.org/officeDocument/2006/relationships/oleObject" Target="../embeddings/oleObject111.bin"/><Relationship Id="rId20" Type="http://schemas.openxmlformats.org/officeDocument/2006/relationships/vmlDrawing" Target="../drawings/vmlDrawing13.vml"/><Relationship Id="rId2" Type="http://schemas.openxmlformats.org/officeDocument/2006/relationships/image" Target="../media/image111.wmf"/><Relationship Id="rId19" Type="http://schemas.openxmlformats.org/officeDocument/2006/relationships/slideLayout" Target="../slideLayouts/slideLayout18.xml"/><Relationship Id="rId18" Type="http://schemas.openxmlformats.org/officeDocument/2006/relationships/image" Target="../media/image119.wmf"/><Relationship Id="rId17" Type="http://schemas.openxmlformats.org/officeDocument/2006/relationships/oleObject" Target="../embeddings/oleObject118.bin"/><Relationship Id="rId16" Type="http://schemas.openxmlformats.org/officeDocument/2006/relationships/image" Target="../media/image118.wmf"/><Relationship Id="rId15" Type="http://schemas.openxmlformats.org/officeDocument/2006/relationships/oleObject" Target="../embeddings/oleObject117.bin"/><Relationship Id="rId14" Type="http://schemas.openxmlformats.org/officeDocument/2006/relationships/image" Target="../media/image117.wmf"/><Relationship Id="rId13" Type="http://schemas.openxmlformats.org/officeDocument/2006/relationships/oleObject" Target="../embeddings/oleObject116.bin"/><Relationship Id="rId12" Type="http://schemas.openxmlformats.org/officeDocument/2006/relationships/image" Target="../media/image116.wmf"/><Relationship Id="rId11" Type="http://schemas.openxmlformats.org/officeDocument/2006/relationships/oleObject" Target="../embeddings/oleObject115.bin"/><Relationship Id="rId10" Type="http://schemas.openxmlformats.org/officeDocument/2006/relationships/image" Target="../media/image115.wmf"/><Relationship Id="rId1" Type="http://schemas.openxmlformats.org/officeDocument/2006/relationships/oleObject" Target="../embeddings/oleObject110.bin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23.bin"/><Relationship Id="rId8" Type="http://schemas.openxmlformats.org/officeDocument/2006/relationships/image" Target="../media/image123.wmf"/><Relationship Id="rId7" Type="http://schemas.openxmlformats.org/officeDocument/2006/relationships/oleObject" Target="../embeddings/oleObject122.bin"/><Relationship Id="rId64" Type="http://schemas.openxmlformats.org/officeDocument/2006/relationships/vmlDrawing" Target="../drawings/vmlDrawing14.vml"/><Relationship Id="rId63" Type="http://schemas.openxmlformats.org/officeDocument/2006/relationships/slideLayout" Target="../slideLayouts/slideLayout18.xml"/><Relationship Id="rId62" Type="http://schemas.openxmlformats.org/officeDocument/2006/relationships/image" Target="../media/image141.wmf"/><Relationship Id="rId61" Type="http://schemas.openxmlformats.org/officeDocument/2006/relationships/oleObject" Target="../embeddings/oleObject158.bin"/><Relationship Id="rId60" Type="http://schemas.openxmlformats.org/officeDocument/2006/relationships/image" Target="../media/image140.wmf"/><Relationship Id="rId6" Type="http://schemas.openxmlformats.org/officeDocument/2006/relationships/image" Target="../media/image122.wmf"/><Relationship Id="rId59" Type="http://schemas.openxmlformats.org/officeDocument/2006/relationships/oleObject" Target="../embeddings/oleObject157.bin"/><Relationship Id="rId58" Type="http://schemas.openxmlformats.org/officeDocument/2006/relationships/image" Target="../media/image139.wmf"/><Relationship Id="rId57" Type="http://schemas.openxmlformats.org/officeDocument/2006/relationships/oleObject" Target="../embeddings/oleObject156.bin"/><Relationship Id="rId56" Type="http://schemas.openxmlformats.org/officeDocument/2006/relationships/image" Target="../media/image138.wmf"/><Relationship Id="rId55" Type="http://schemas.openxmlformats.org/officeDocument/2006/relationships/oleObject" Target="../embeddings/oleObject155.bin"/><Relationship Id="rId54" Type="http://schemas.openxmlformats.org/officeDocument/2006/relationships/image" Target="../media/image137.wmf"/><Relationship Id="rId53" Type="http://schemas.openxmlformats.org/officeDocument/2006/relationships/oleObject" Target="../embeddings/oleObject154.bin"/><Relationship Id="rId52" Type="http://schemas.openxmlformats.org/officeDocument/2006/relationships/oleObject" Target="../embeddings/oleObject153.bin"/><Relationship Id="rId51" Type="http://schemas.openxmlformats.org/officeDocument/2006/relationships/oleObject" Target="../embeddings/oleObject152.bin"/><Relationship Id="rId50" Type="http://schemas.openxmlformats.org/officeDocument/2006/relationships/image" Target="../media/image136.wmf"/><Relationship Id="rId5" Type="http://schemas.openxmlformats.org/officeDocument/2006/relationships/oleObject" Target="../embeddings/oleObject121.bin"/><Relationship Id="rId49" Type="http://schemas.openxmlformats.org/officeDocument/2006/relationships/oleObject" Target="../embeddings/oleObject151.bin"/><Relationship Id="rId48" Type="http://schemas.openxmlformats.org/officeDocument/2006/relationships/image" Target="../media/image135.wmf"/><Relationship Id="rId47" Type="http://schemas.openxmlformats.org/officeDocument/2006/relationships/oleObject" Target="../embeddings/oleObject150.bin"/><Relationship Id="rId46" Type="http://schemas.openxmlformats.org/officeDocument/2006/relationships/oleObject" Target="../embeddings/oleObject149.bin"/><Relationship Id="rId45" Type="http://schemas.openxmlformats.org/officeDocument/2006/relationships/oleObject" Target="../embeddings/oleObject148.bin"/><Relationship Id="rId44" Type="http://schemas.openxmlformats.org/officeDocument/2006/relationships/oleObject" Target="../embeddings/oleObject147.bin"/><Relationship Id="rId43" Type="http://schemas.openxmlformats.org/officeDocument/2006/relationships/oleObject" Target="../embeddings/oleObject146.bin"/><Relationship Id="rId42" Type="http://schemas.openxmlformats.org/officeDocument/2006/relationships/oleObject" Target="../embeddings/oleObject145.bin"/><Relationship Id="rId41" Type="http://schemas.openxmlformats.org/officeDocument/2006/relationships/oleObject" Target="../embeddings/oleObject144.bin"/><Relationship Id="rId40" Type="http://schemas.openxmlformats.org/officeDocument/2006/relationships/image" Target="../media/image134.wmf"/><Relationship Id="rId4" Type="http://schemas.openxmlformats.org/officeDocument/2006/relationships/image" Target="../media/image121.wmf"/><Relationship Id="rId39" Type="http://schemas.openxmlformats.org/officeDocument/2006/relationships/oleObject" Target="../embeddings/oleObject143.bin"/><Relationship Id="rId38" Type="http://schemas.openxmlformats.org/officeDocument/2006/relationships/image" Target="../media/image133.wmf"/><Relationship Id="rId37" Type="http://schemas.openxmlformats.org/officeDocument/2006/relationships/oleObject" Target="../embeddings/oleObject142.bin"/><Relationship Id="rId36" Type="http://schemas.openxmlformats.org/officeDocument/2006/relationships/oleObject" Target="../embeddings/oleObject141.bin"/><Relationship Id="rId35" Type="http://schemas.openxmlformats.org/officeDocument/2006/relationships/oleObject" Target="../embeddings/oleObject140.bin"/><Relationship Id="rId34" Type="http://schemas.openxmlformats.org/officeDocument/2006/relationships/oleObject" Target="../embeddings/oleObject139.bin"/><Relationship Id="rId33" Type="http://schemas.openxmlformats.org/officeDocument/2006/relationships/oleObject" Target="../embeddings/oleObject138.bin"/><Relationship Id="rId32" Type="http://schemas.openxmlformats.org/officeDocument/2006/relationships/oleObject" Target="../embeddings/oleObject137.bin"/><Relationship Id="rId31" Type="http://schemas.openxmlformats.org/officeDocument/2006/relationships/oleObject" Target="../embeddings/oleObject136.bin"/><Relationship Id="rId30" Type="http://schemas.openxmlformats.org/officeDocument/2006/relationships/oleObject" Target="../embeddings/oleObject135.bin"/><Relationship Id="rId3" Type="http://schemas.openxmlformats.org/officeDocument/2006/relationships/oleObject" Target="../embeddings/oleObject120.bin"/><Relationship Id="rId29" Type="http://schemas.openxmlformats.org/officeDocument/2006/relationships/oleObject" Target="../embeddings/oleObject134.bin"/><Relationship Id="rId28" Type="http://schemas.openxmlformats.org/officeDocument/2006/relationships/oleObject" Target="../embeddings/oleObject133.bin"/><Relationship Id="rId27" Type="http://schemas.openxmlformats.org/officeDocument/2006/relationships/oleObject" Target="../embeddings/oleObject132.bin"/><Relationship Id="rId26" Type="http://schemas.openxmlformats.org/officeDocument/2006/relationships/image" Target="../media/image132.wmf"/><Relationship Id="rId25" Type="http://schemas.openxmlformats.org/officeDocument/2006/relationships/oleObject" Target="../embeddings/oleObject131.bin"/><Relationship Id="rId24" Type="http://schemas.openxmlformats.org/officeDocument/2006/relationships/image" Target="../media/image131.wmf"/><Relationship Id="rId23" Type="http://schemas.openxmlformats.org/officeDocument/2006/relationships/oleObject" Target="../embeddings/oleObject130.bin"/><Relationship Id="rId22" Type="http://schemas.openxmlformats.org/officeDocument/2006/relationships/image" Target="../media/image130.wmf"/><Relationship Id="rId21" Type="http://schemas.openxmlformats.org/officeDocument/2006/relationships/oleObject" Target="../embeddings/oleObject129.bin"/><Relationship Id="rId20" Type="http://schemas.openxmlformats.org/officeDocument/2006/relationships/image" Target="../media/image129.wmf"/><Relationship Id="rId2" Type="http://schemas.openxmlformats.org/officeDocument/2006/relationships/image" Target="../media/image120.wmf"/><Relationship Id="rId19" Type="http://schemas.openxmlformats.org/officeDocument/2006/relationships/oleObject" Target="../embeddings/oleObject128.bin"/><Relationship Id="rId18" Type="http://schemas.openxmlformats.org/officeDocument/2006/relationships/image" Target="../media/image128.wmf"/><Relationship Id="rId17" Type="http://schemas.openxmlformats.org/officeDocument/2006/relationships/oleObject" Target="../embeddings/oleObject127.bin"/><Relationship Id="rId16" Type="http://schemas.openxmlformats.org/officeDocument/2006/relationships/image" Target="../media/image127.wmf"/><Relationship Id="rId15" Type="http://schemas.openxmlformats.org/officeDocument/2006/relationships/oleObject" Target="../embeddings/oleObject126.bin"/><Relationship Id="rId14" Type="http://schemas.openxmlformats.org/officeDocument/2006/relationships/image" Target="../media/image126.wmf"/><Relationship Id="rId13" Type="http://schemas.openxmlformats.org/officeDocument/2006/relationships/oleObject" Target="../embeddings/oleObject125.bin"/><Relationship Id="rId12" Type="http://schemas.openxmlformats.org/officeDocument/2006/relationships/image" Target="../media/image125.wmf"/><Relationship Id="rId11" Type="http://schemas.openxmlformats.org/officeDocument/2006/relationships/oleObject" Target="../embeddings/oleObject124.bin"/><Relationship Id="rId10" Type="http://schemas.openxmlformats.org/officeDocument/2006/relationships/image" Target="../media/image124.wmf"/><Relationship Id="rId1" Type="http://schemas.openxmlformats.org/officeDocument/2006/relationships/oleObject" Target="../embeddings/oleObject119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3.bin"/><Relationship Id="rId8" Type="http://schemas.openxmlformats.org/officeDocument/2006/relationships/image" Target="../media/image143.emf"/><Relationship Id="rId7" Type="http://schemas.openxmlformats.org/officeDocument/2006/relationships/oleObject" Target="../embeddings/oleObject162.bin"/><Relationship Id="rId6" Type="http://schemas.openxmlformats.org/officeDocument/2006/relationships/image" Target="../media/image142.wmf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27.wmf"/><Relationship Id="rId3" Type="http://schemas.openxmlformats.org/officeDocument/2006/relationships/oleObject" Target="../embeddings/oleObject160.bin"/><Relationship Id="rId2" Type="http://schemas.openxmlformats.org/officeDocument/2006/relationships/image" Target="../media/image120.wmf"/><Relationship Id="rId15" Type="http://schemas.openxmlformats.org/officeDocument/2006/relationships/vmlDrawing" Target="../drawings/vmlDrawing15.vml"/><Relationship Id="rId14" Type="http://schemas.openxmlformats.org/officeDocument/2006/relationships/slideLayout" Target="../slideLayouts/slideLayout18.xml"/><Relationship Id="rId13" Type="http://schemas.openxmlformats.org/officeDocument/2006/relationships/image" Target="../media/image146.png"/><Relationship Id="rId12" Type="http://schemas.openxmlformats.org/officeDocument/2006/relationships/image" Target="../media/image145.emf"/><Relationship Id="rId11" Type="http://schemas.openxmlformats.org/officeDocument/2006/relationships/oleObject" Target="../embeddings/oleObject164.bin"/><Relationship Id="rId10" Type="http://schemas.openxmlformats.org/officeDocument/2006/relationships/image" Target="../media/image144.emf"/><Relationship Id="rId1" Type="http://schemas.openxmlformats.org/officeDocument/2006/relationships/oleObject" Target="../embeddings/oleObject159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69.bin"/><Relationship Id="rId8" Type="http://schemas.openxmlformats.org/officeDocument/2006/relationships/image" Target="../media/image150.wmf"/><Relationship Id="rId7" Type="http://schemas.openxmlformats.org/officeDocument/2006/relationships/oleObject" Target="../embeddings/oleObject168.bin"/><Relationship Id="rId6" Type="http://schemas.openxmlformats.org/officeDocument/2006/relationships/image" Target="../media/image149.png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48.wmf"/><Relationship Id="rId3" Type="http://schemas.openxmlformats.org/officeDocument/2006/relationships/oleObject" Target="../embeddings/oleObject166.bin"/><Relationship Id="rId2" Type="http://schemas.openxmlformats.org/officeDocument/2006/relationships/image" Target="../media/image147.wmf"/><Relationship Id="rId18" Type="http://schemas.openxmlformats.org/officeDocument/2006/relationships/vmlDrawing" Target="../drawings/vmlDrawing16.vml"/><Relationship Id="rId17" Type="http://schemas.openxmlformats.org/officeDocument/2006/relationships/slideLayout" Target="../slideLayouts/slideLayout12.xml"/><Relationship Id="rId16" Type="http://schemas.openxmlformats.org/officeDocument/2006/relationships/image" Target="../media/image154.wmf"/><Relationship Id="rId15" Type="http://schemas.openxmlformats.org/officeDocument/2006/relationships/oleObject" Target="../embeddings/oleObject172.bin"/><Relationship Id="rId14" Type="http://schemas.openxmlformats.org/officeDocument/2006/relationships/image" Target="../media/image153.wmf"/><Relationship Id="rId13" Type="http://schemas.openxmlformats.org/officeDocument/2006/relationships/oleObject" Target="../embeddings/oleObject171.bin"/><Relationship Id="rId12" Type="http://schemas.openxmlformats.org/officeDocument/2006/relationships/image" Target="../media/image152.wmf"/><Relationship Id="rId11" Type="http://schemas.openxmlformats.org/officeDocument/2006/relationships/oleObject" Target="../embeddings/oleObject170.bin"/><Relationship Id="rId10" Type="http://schemas.openxmlformats.org/officeDocument/2006/relationships/image" Target="../media/image151.wmf"/><Relationship Id="rId1" Type="http://schemas.openxmlformats.org/officeDocument/2006/relationships/oleObject" Target="../embeddings/oleObject165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8"/>
          <p:cNvSpPr txBox="1">
            <a:spLocks noChangeArrowheads="1"/>
          </p:cNvSpPr>
          <p:nvPr/>
        </p:nvSpPr>
        <p:spPr bwMode="auto">
          <a:xfrm>
            <a:off x="2719626" y="1130469"/>
            <a:ext cx="712879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buClrTx/>
              <a:buSzTx/>
              <a:buNone/>
            </a:pPr>
            <a:r>
              <a:rPr lang="en-US" altLang="zh-CN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3.4    本章回顾</a:t>
            </a:r>
            <a:endParaRPr lang="en-US" altLang="zh-CN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 Box 5">
            <a:hlinkClick r:id="rId1" action="ppaction://hlinksldjump"/>
          </p:cNvPr>
          <p:cNvSpPr txBox="1">
            <a:spLocks noChangeArrowheads="1"/>
          </p:cNvSpPr>
          <p:nvPr/>
        </p:nvSpPr>
        <p:spPr bwMode="auto">
          <a:xfrm>
            <a:off x="3882812" y="2695804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二.  第3章知识要点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2" name="Text Box 5">
            <a:hlinkClick r:id="rId2" action="ppaction://hlinksldjump"/>
          </p:cNvPr>
          <p:cNvSpPr txBox="1">
            <a:spLocks noChangeArrowheads="1"/>
          </p:cNvSpPr>
          <p:nvPr/>
        </p:nvSpPr>
        <p:spPr bwMode="auto">
          <a:xfrm>
            <a:off x="3882812" y="3484635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三.  综合例题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Text Box 5">
            <a:hlinkClick r:id="rId3" action="ppaction://hlinksldjump"/>
          </p:cNvPr>
          <p:cNvSpPr txBox="1">
            <a:spLocks noChangeArrowheads="1"/>
          </p:cNvSpPr>
          <p:nvPr/>
        </p:nvSpPr>
        <p:spPr bwMode="auto">
          <a:xfrm>
            <a:off x="3882812" y="4194979"/>
            <a:ext cx="55362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SzTx/>
              <a:buFontTx/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四.  自测题和思考题解答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4" name="Text Box 5">
            <a:hlinkClick r:id="rId4" action="ppaction://hlinksldjump"/>
          </p:cNvPr>
          <p:cNvSpPr txBox="1">
            <a:spLocks noChangeArrowheads="1"/>
          </p:cNvSpPr>
          <p:nvPr/>
        </p:nvSpPr>
        <p:spPr bwMode="auto">
          <a:xfrm>
            <a:off x="3882812" y="1975471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一.  第3章逻辑框架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圆角矩形 20"/>
          <p:cNvSpPr/>
          <p:nvPr/>
        </p:nvSpPr>
        <p:spPr>
          <a:xfrm>
            <a:off x="2135560" y="3647123"/>
            <a:ext cx="4896544" cy="1656878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8259497" y="936625"/>
            <a:ext cx="2426708" cy="210376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圆角矩形 1"/>
          <p:cNvSpPr/>
          <p:nvPr/>
        </p:nvSpPr>
        <p:spPr>
          <a:xfrm>
            <a:off x="2135560" y="908720"/>
            <a:ext cx="4957202" cy="21602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Text Box 5"/>
          <p:cNvSpPr txBox="1">
            <a:spLocks noChangeArrowheads="1"/>
          </p:cNvSpPr>
          <p:nvPr/>
        </p:nvSpPr>
        <p:spPr bwMode="auto">
          <a:xfrm>
            <a:off x="2268538" y="1522413"/>
            <a:ext cx="1752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中值定理</a:t>
            </a:r>
            <a:endParaRPr kumimoji="1"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 Box 6"/>
          <p:cNvSpPr txBox="1">
            <a:spLocks noChangeArrowheads="1"/>
          </p:cNvSpPr>
          <p:nvPr/>
        </p:nvSpPr>
        <p:spPr bwMode="auto">
          <a:xfrm>
            <a:off x="2955943" y="1994694"/>
            <a:ext cx="484188" cy="181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00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纵向应用</a:t>
            </a:r>
            <a:endParaRPr kumimoji="1" lang="zh-CN" altLang="en-US" sz="2800" b="1" dirty="0" smtClean="0">
              <a:solidFill>
                <a:srgbClr val="00B05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2573338" y="3834607"/>
            <a:ext cx="4267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研究函数性质及曲线性态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2549646" y="4429252"/>
            <a:ext cx="4038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利用导数解决实际问题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4062413" y="965200"/>
            <a:ext cx="28543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罗尔中值定理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4062413" y="1708150"/>
            <a:ext cx="331152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拉格朗日中值定理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11"/>
          <p:cNvSpPr txBox="1">
            <a:spLocks noChangeArrowheads="1"/>
          </p:cNvSpPr>
          <p:nvPr/>
        </p:nvSpPr>
        <p:spPr bwMode="auto">
          <a:xfrm>
            <a:off x="4079875" y="2405063"/>
            <a:ext cx="2760663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柯西中值定理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8140752" y="2052586"/>
            <a:ext cx="2369318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泰勒公式</a:t>
            </a:r>
            <a:endParaRPr kumimoji="1" lang="en-US" altLang="zh-CN" sz="2400" b="1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11" name="Group 13"/>
          <p:cNvGrpSpPr/>
          <p:nvPr/>
        </p:nvGrpSpPr>
        <p:grpSpPr bwMode="auto">
          <a:xfrm>
            <a:off x="7092762" y="1366838"/>
            <a:ext cx="990600" cy="1014413"/>
            <a:chOff x="4019" y="2085"/>
            <a:chExt cx="624" cy="639"/>
          </a:xfrm>
          <a:solidFill>
            <a:srgbClr val="FFFF00"/>
          </a:solidFill>
        </p:grpSpPr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4019" y="2085"/>
              <a:ext cx="624" cy="6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grp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kumimoji="1" lang="zh-CN" altLang="en-US" sz="2400" b="1" dirty="0" smtClean="0">
                  <a:solidFill>
                    <a:srgbClr val="00B05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横向</a:t>
              </a:r>
              <a:endParaRPr kumimoji="1" lang="en-US" altLang="zh-CN" sz="2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  <a:p>
              <a:pPr>
                <a:spcBef>
                  <a:spcPct val="50000"/>
                </a:spcBef>
              </a:pPr>
              <a:r>
                <a:rPr kumimoji="1" lang="zh-CN" altLang="en-US" sz="2400" b="1" dirty="0" smtClean="0">
                  <a:solidFill>
                    <a:srgbClr val="00B050"/>
                  </a:solidFill>
                  <a:latin typeface="Times New Roman" panose="02020603050405020304" pitchFamily="18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拓展</a:t>
              </a:r>
              <a:endParaRPr kumimoji="1" lang="zh-CN" altLang="en-US" sz="24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  <p:sp>
          <p:nvSpPr>
            <p:cNvPr id="12" name="AutoShape 14"/>
            <p:cNvSpPr>
              <a:spLocks noChangeArrowheads="1"/>
            </p:cNvSpPr>
            <p:nvPr/>
          </p:nvSpPr>
          <p:spPr bwMode="auto">
            <a:xfrm>
              <a:off x="4019" y="2350"/>
              <a:ext cx="476" cy="96"/>
            </a:xfrm>
            <a:prstGeom prst="rightArrow">
              <a:avLst>
                <a:gd name="adj1" fmla="val 50000"/>
                <a:gd name="adj2" fmla="val 123958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AutoShape 16"/>
          <p:cNvSpPr/>
          <p:nvPr/>
        </p:nvSpPr>
        <p:spPr bwMode="auto">
          <a:xfrm>
            <a:off x="3889375" y="1065213"/>
            <a:ext cx="190500" cy="1858962"/>
          </a:xfrm>
          <a:prstGeom prst="leftBrace">
            <a:avLst>
              <a:gd name="adj1" fmla="val 81319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AutoShape 17"/>
          <p:cNvSpPr/>
          <p:nvPr/>
        </p:nvSpPr>
        <p:spPr bwMode="auto">
          <a:xfrm>
            <a:off x="2286345" y="3952876"/>
            <a:ext cx="152400" cy="9144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左大括号 15"/>
          <p:cNvSpPr/>
          <p:nvPr/>
        </p:nvSpPr>
        <p:spPr>
          <a:xfrm>
            <a:off x="7945436" y="1224756"/>
            <a:ext cx="310804" cy="1351050"/>
          </a:xfrm>
          <a:prstGeom prst="leftBrac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8059738" y="1167294"/>
            <a:ext cx="2611869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ct val="50000"/>
              </a:spcBef>
            </a:pP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未定式的极限</a:t>
            </a:r>
            <a:endParaRPr kumimoji="1"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下箭头 18"/>
          <p:cNvSpPr/>
          <p:nvPr/>
        </p:nvSpPr>
        <p:spPr>
          <a:xfrm>
            <a:off x="2954337" y="2041525"/>
            <a:ext cx="98697" cy="1674813"/>
          </a:xfrm>
          <a:prstGeom prst="down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1902123" y="160447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第3章逻辑框架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bldLvl="0" animBg="1"/>
      <p:bldP spid="5" grpId="0"/>
      <p:bldP spid="6" grpId="0"/>
      <p:bldP spid="7" grpId="0"/>
      <p:bldP spid="8" grpId="0"/>
      <p:bldP spid="9" grpId="0"/>
      <p:bldP spid="10" grpId="0"/>
      <p:bldP spid="14" grpId="0" bldLvl="0" animBg="1"/>
      <p:bldP spid="15" grpId="0" bldLvl="0" animBg="1"/>
      <p:bldP spid="16" grpId="0" bldLvl="0" animBg="1"/>
      <p:bldP spid="17" grpId="0"/>
      <p:bldP spid="19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 Box 5"/>
          <p:cNvSpPr txBox="1">
            <a:spLocks noChangeArrowheads="1"/>
          </p:cNvSpPr>
          <p:nvPr/>
        </p:nvSpPr>
        <p:spPr bwMode="auto">
          <a:xfrm>
            <a:off x="1112818" y="172512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第3章逻辑框架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23" name="Group 136"/>
          <p:cNvGrpSpPr/>
          <p:nvPr/>
        </p:nvGrpSpPr>
        <p:grpSpPr bwMode="auto">
          <a:xfrm>
            <a:off x="4343400" y="914400"/>
            <a:ext cx="5715000" cy="2411413"/>
            <a:chOff x="1728" y="593"/>
            <a:chExt cx="3600" cy="1519"/>
          </a:xfrm>
        </p:grpSpPr>
        <p:sp>
          <p:nvSpPr>
            <p:cNvPr id="24" name="Rectangle 83"/>
            <p:cNvSpPr>
              <a:spLocks noChangeArrowheads="1"/>
            </p:cNvSpPr>
            <p:nvPr/>
          </p:nvSpPr>
          <p:spPr bwMode="auto">
            <a:xfrm>
              <a:off x="1728" y="593"/>
              <a:ext cx="3600" cy="1519"/>
            </a:xfrm>
            <a:prstGeom prst="rect">
              <a:avLst/>
            </a:prstGeom>
            <a:solidFill>
              <a:srgbClr val="FFCC00"/>
            </a:solidFill>
            <a:ln w="76200" cmpd="tri">
              <a:solidFill>
                <a:srgbClr val="FF66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84"/>
            <p:cNvSpPr txBox="1">
              <a:spLocks noChangeArrowheads="1"/>
            </p:cNvSpPr>
            <p:nvPr/>
          </p:nvSpPr>
          <p:spPr bwMode="auto">
            <a:xfrm>
              <a:off x="1872" y="633"/>
              <a:ext cx="1344" cy="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b="1">
                  <a:solidFill>
                    <a:srgbClr val="7030A0"/>
                  </a:solidFill>
                </a:rPr>
                <a:t>洛必达法则</a:t>
              </a:r>
              <a:endParaRPr lang="zh-CN" altLang="en-US" sz="2800" b="1">
                <a:solidFill>
                  <a:srgbClr val="7030A0"/>
                </a:solidFill>
              </a:endParaRPr>
            </a:p>
          </p:txBody>
        </p:sp>
      </p:grpSp>
      <p:sp>
        <p:nvSpPr>
          <p:cNvPr id="26" name="Oval 85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4876872" y="3484246"/>
            <a:ext cx="1219200" cy="1143000"/>
          </a:xfrm>
          <a:prstGeom prst="ellipse">
            <a:avLst/>
          </a:prstGeom>
          <a:solidFill>
            <a:srgbClr val="FF6600"/>
          </a:solidFill>
          <a:ln w="76200" cmpd="tri">
            <a:solidFill>
              <a:srgbClr val="FFCC00"/>
            </a:solidFill>
            <a:rou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000" b="1" dirty="0" err="1">
                <a:solidFill>
                  <a:schemeClr val="bg1"/>
                </a:solidFill>
              </a:rPr>
              <a:t>Rolle</a:t>
            </a:r>
            <a:endParaRPr lang="en-US" altLang="zh-CN" sz="2000" b="1" dirty="0">
              <a:solidFill>
                <a:schemeClr val="bg1"/>
              </a:solidFill>
            </a:endParaRPr>
          </a:p>
          <a:p>
            <a:pPr algn="ctr"/>
            <a:r>
              <a:rPr lang="zh-CN" altLang="en-US" sz="2000" b="1" dirty="0">
                <a:solidFill>
                  <a:schemeClr val="bg1"/>
                </a:solidFill>
                <a:ea typeface="黑体" panose="02010609060101010101" pitchFamily="49" charset="-122"/>
              </a:rPr>
              <a:t>定理</a:t>
            </a:r>
            <a:endParaRPr lang="zh-CN" altLang="en-US" sz="2000" dirty="0">
              <a:ea typeface="黑体" panose="02010609060101010101" pitchFamily="49" charset="-122"/>
            </a:endParaRPr>
          </a:p>
        </p:txBody>
      </p:sp>
      <p:sp>
        <p:nvSpPr>
          <p:cNvPr id="27" name="Rectangle 8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806575" y="3392170"/>
            <a:ext cx="1752600" cy="11318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0" cmpd="tri">
            <a:solidFill>
              <a:srgbClr val="7030A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Lagrange</a:t>
            </a:r>
            <a:endParaRPr lang="en-US" altLang="zh-CN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中值</a:t>
            </a:r>
            <a:r>
              <a:rPr lang="zh-CN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定理</a:t>
            </a:r>
            <a:endParaRPr lang="zh-CN" altLang="zh-CN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8" name="AutoShape 87"/>
          <p:cNvSpPr>
            <a:spLocks noChangeArrowheads="1"/>
          </p:cNvSpPr>
          <p:nvPr/>
        </p:nvSpPr>
        <p:spPr bwMode="auto">
          <a:xfrm rot="10788954">
            <a:off x="3705225" y="3851677"/>
            <a:ext cx="1008021" cy="269875"/>
          </a:xfrm>
          <a:prstGeom prst="leftArrow">
            <a:avLst>
              <a:gd name="adj1" fmla="val 50000"/>
              <a:gd name="adj2" fmla="val 116618"/>
            </a:avLst>
          </a:prstGeom>
          <a:gradFill rotWithShape="0">
            <a:gsLst>
              <a:gs pos="0">
                <a:srgbClr val="3333CC"/>
              </a:gs>
              <a:gs pos="100000">
                <a:srgbClr val="FB5603"/>
              </a:gs>
            </a:gsLst>
            <a:lin ang="0" scaled="1"/>
          </a:gradFill>
          <a:ln w="38100" cmpd="dbl">
            <a:solidFill>
              <a:srgbClr val="FF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8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4343083" y="5267008"/>
            <a:ext cx="2057400" cy="969962"/>
          </a:xfrm>
          <a:prstGeom prst="rect">
            <a:avLst/>
          </a:prstGeom>
          <a:solidFill>
            <a:srgbClr val="006666"/>
          </a:solidFill>
          <a:ln w="76200" cmpd="tri">
            <a:solidFill>
              <a:srgbClr val="009999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3200" b="1" dirty="0" err="1" smtClean="0">
                <a:solidFill>
                  <a:schemeClr val="bg1"/>
                </a:solidFill>
                <a:ea typeface="隶书" panose="02010509060101010101" pitchFamily="49" charset="-122"/>
              </a:rPr>
              <a:t>Maclaurin</a:t>
            </a:r>
            <a:endParaRPr lang="zh-CN" altLang="en-US" sz="3200" b="1" dirty="0">
              <a:solidFill>
                <a:schemeClr val="bg1"/>
              </a:solidFill>
              <a:ea typeface="隶书" panose="02010509060101010101" pitchFamily="49" charset="-122"/>
            </a:endParaRPr>
          </a:p>
          <a:p>
            <a:pPr algn="ctr"/>
            <a:r>
              <a:rPr lang="zh-CN" altLang="en-US" sz="3200" b="1" dirty="0" smtClean="0">
                <a:solidFill>
                  <a:schemeClr val="bg1"/>
                </a:solidFill>
                <a:ea typeface="隶书" panose="02010509060101010101" pitchFamily="49" charset="-122"/>
              </a:rPr>
              <a:t>公式</a:t>
            </a:r>
            <a:endParaRPr lang="zh-CN" altLang="en-US" sz="3200" b="1" dirty="0">
              <a:ea typeface="隶书" panose="02010509060101010101" pitchFamily="49" charset="-122"/>
            </a:endParaRPr>
          </a:p>
        </p:txBody>
      </p:sp>
      <p:graphicFrame>
        <p:nvGraphicFramePr>
          <p:cNvPr id="30" name="Object 89"/>
          <p:cNvGraphicFramePr>
            <a:graphicFrameLocks noChangeAspect="1"/>
          </p:cNvGraphicFramePr>
          <p:nvPr/>
        </p:nvGraphicFramePr>
        <p:xfrm>
          <a:off x="7935913" y="1044575"/>
          <a:ext cx="1970087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4" name="公式" r:id="rId4" imgW="2508885" imgH="579755" progId="Equation.3">
                  <p:embed/>
                </p:oleObj>
              </mc:Choice>
              <mc:Fallback>
                <p:oleObj name="公式" r:id="rId4" imgW="2508885" imgH="579755" progId="Equation.3">
                  <p:embed/>
                  <p:pic>
                    <p:nvPicPr>
                      <p:cNvPr id="0" name="图片 1538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5913" y="1044575"/>
                        <a:ext cx="1970087" cy="452438"/>
                      </a:xfrm>
                      <a:prstGeom prst="rect">
                        <a:avLst/>
                      </a:prstGeom>
                      <a:solidFill>
                        <a:srgbClr val="99CCFF"/>
                      </a:solidFill>
                      <a:ln w="9525">
                        <a:solidFill>
                          <a:srgbClr val="FF66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90"/>
          <p:cNvGraphicFramePr>
            <a:graphicFrameLocks noChangeAspect="1"/>
          </p:cNvGraphicFramePr>
          <p:nvPr/>
        </p:nvGraphicFramePr>
        <p:xfrm>
          <a:off x="4495800" y="1954213"/>
          <a:ext cx="1397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公式" r:id="rId6" imgW="1906905" imgH="535305" progId="Equation.3">
                  <p:embed/>
                </p:oleObj>
              </mc:Choice>
              <mc:Fallback>
                <p:oleObj name="公式" r:id="rId6" imgW="1906905" imgH="535305" progId="Equation.3">
                  <p:embed/>
                  <p:pic>
                    <p:nvPicPr>
                      <p:cNvPr id="0" name="图片 153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1954213"/>
                        <a:ext cx="1397000" cy="393700"/>
                      </a:xfrm>
                      <a:prstGeom prst="rect">
                        <a:avLst/>
                      </a:prstGeom>
                      <a:solidFill>
                        <a:srgbClr val="00C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1"/>
          <p:cNvGraphicFramePr>
            <a:graphicFrameLocks noChangeAspect="1"/>
          </p:cNvGraphicFramePr>
          <p:nvPr/>
        </p:nvGraphicFramePr>
        <p:xfrm>
          <a:off x="8674100" y="2259013"/>
          <a:ext cx="1212850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公式" r:id="rId8" imgW="1616710" imgH="535305" progId="Equation.3">
                  <p:embed/>
                </p:oleObj>
              </mc:Choice>
              <mc:Fallback>
                <p:oleObj name="公式" r:id="rId8" imgW="1616710" imgH="535305" progId="Equation.3">
                  <p:embed/>
                  <p:pic>
                    <p:nvPicPr>
                      <p:cNvPr id="0" name="图片 153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4100" y="2259013"/>
                        <a:ext cx="1212850" cy="400050"/>
                      </a:xfrm>
                      <a:prstGeom prst="rect">
                        <a:avLst/>
                      </a:prstGeom>
                      <a:solidFill>
                        <a:srgbClr val="00CCFF"/>
                      </a:solidFill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92"/>
          <p:cNvGrpSpPr/>
          <p:nvPr/>
        </p:nvGrpSpPr>
        <p:grpSpPr bwMode="auto">
          <a:xfrm>
            <a:off x="6536055" y="1407795"/>
            <a:ext cx="1254125" cy="1836738"/>
            <a:chOff x="3146" y="719"/>
            <a:chExt cx="790" cy="1157"/>
          </a:xfrm>
        </p:grpSpPr>
        <p:sp>
          <p:nvSpPr>
            <p:cNvPr id="34" name="Oval 93"/>
            <p:cNvSpPr>
              <a:spLocks noChangeArrowheads="1"/>
            </p:cNvSpPr>
            <p:nvPr/>
          </p:nvSpPr>
          <p:spPr bwMode="auto">
            <a:xfrm>
              <a:off x="3146" y="719"/>
              <a:ext cx="768" cy="1157"/>
            </a:xfrm>
            <a:prstGeom prst="ellipse">
              <a:avLst/>
            </a:prstGeom>
            <a:solidFill>
              <a:srgbClr val="7030A0"/>
            </a:solidFill>
            <a:ln w="12700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5" name="Object 94"/>
            <p:cNvGraphicFramePr>
              <a:graphicFrameLocks noChangeAspect="1"/>
            </p:cNvGraphicFramePr>
            <p:nvPr/>
          </p:nvGraphicFramePr>
          <p:xfrm>
            <a:off x="3372" y="835"/>
            <a:ext cx="359" cy="4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7" name="公式" r:id="rId10" imgW="802640" imgH="1059180" progId="Equation.3">
                    <p:embed/>
                  </p:oleObj>
                </mc:Choice>
                <mc:Fallback>
                  <p:oleObj name="公式" r:id="rId10" imgW="802640" imgH="1059180" progId="Equation.3">
                    <p:embed/>
                    <p:pic>
                      <p:nvPicPr>
                        <p:cNvPr id="0" name="图片 153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2" y="835"/>
                          <a:ext cx="359" cy="4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" name="Object 95"/>
            <p:cNvGraphicFramePr>
              <a:graphicFrameLocks noChangeAspect="1"/>
            </p:cNvGraphicFramePr>
            <p:nvPr/>
          </p:nvGraphicFramePr>
          <p:xfrm>
            <a:off x="3372" y="1311"/>
            <a:ext cx="412" cy="4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88" name="公式" r:id="rId12" imgW="925830" imgH="1036955" progId="Equation.3">
                    <p:embed/>
                  </p:oleObj>
                </mc:Choice>
                <mc:Fallback>
                  <p:oleObj name="公式" r:id="rId12" imgW="925830" imgH="1036955" progId="Equation.3">
                    <p:embed/>
                    <p:pic>
                      <p:nvPicPr>
                        <p:cNvPr id="0" name="图片 153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2" y="1311"/>
                          <a:ext cx="412" cy="46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7" name="Line 96"/>
            <p:cNvSpPr>
              <a:spLocks noChangeShapeType="1"/>
            </p:cNvSpPr>
            <p:nvPr/>
          </p:nvSpPr>
          <p:spPr bwMode="auto">
            <a:xfrm>
              <a:off x="3168" y="1344"/>
              <a:ext cx="768" cy="0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8" name="Rectangle 97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877378" y="1353503"/>
            <a:ext cx="1690687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0" cmpd="tri">
            <a:solidFill>
              <a:srgbClr val="7030A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Cauchy</a:t>
            </a:r>
            <a:endParaRPr lang="en-US" altLang="zh-CN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中值定理</a:t>
            </a:r>
            <a:endParaRPr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9" name="Rectangle 98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1846580" y="5177473"/>
            <a:ext cx="1752600" cy="9906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76200" cmpd="tri">
            <a:solidFill>
              <a:srgbClr val="7030A0"/>
            </a:solidFill>
            <a:miter lim="800000"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lang="en-US" altLang="zh-CN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Taylor</a:t>
            </a:r>
            <a:endParaRPr lang="en-US" altLang="zh-CN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800" b="1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中值定理</a:t>
            </a:r>
            <a:endParaRPr lang="zh-CN" altLang="en-US" sz="2800" b="1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0" name="AutoShape 99"/>
          <p:cNvSpPr>
            <a:spLocks noChangeArrowheads="1"/>
          </p:cNvSpPr>
          <p:nvPr/>
        </p:nvSpPr>
        <p:spPr bwMode="auto">
          <a:xfrm>
            <a:off x="2527300" y="4581208"/>
            <a:ext cx="304800" cy="539750"/>
          </a:xfrm>
          <a:prstGeom prst="upArrow">
            <a:avLst>
              <a:gd name="adj1" fmla="val 50000"/>
              <a:gd name="adj2" fmla="val 44271"/>
            </a:avLst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scaled="0"/>
          </a:gradFill>
          <a:ln w="38100" cmpd="dbl">
            <a:solidFill>
              <a:schemeClr val="accent5">
                <a:lumMod val="20000"/>
                <a:lumOff val="80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sp>
        <p:nvSpPr>
          <p:cNvPr id="41" name="AutoShape 100"/>
          <p:cNvSpPr>
            <a:spLocks noChangeArrowheads="1"/>
          </p:cNvSpPr>
          <p:nvPr/>
        </p:nvSpPr>
        <p:spPr bwMode="auto">
          <a:xfrm>
            <a:off x="2527300" y="2434590"/>
            <a:ext cx="304800" cy="809625"/>
          </a:xfrm>
          <a:prstGeom prst="downArrow">
            <a:avLst>
              <a:gd name="adj1" fmla="val 50000"/>
              <a:gd name="adj2" fmla="val 75000"/>
            </a:avLst>
          </a:prstGeom>
          <a:gradFill>
            <a:gsLst>
              <a:gs pos="0">
                <a:srgbClr val="7B32B2"/>
              </a:gs>
              <a:gs pos="100000">
                <a:srgbClr val="401A5D"/>
              </a:gs>
            </a:gsLst>
            <a:lin scaled="0"/>
          </a:gradFill>
          <a:ln w="38100" cmpd="dbl">
            <a:solidFill>
              <a:schemeClr val="accent5">
                <a:lumMod val="20000"/>
                <a:lumOff val="80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graphicFrame>
        <p:nvGraphicFramePr>
          <p:cNvPr id="42" name="Object 101"/>
          <p:cNvGraphicFramePr>
            <a:graphicFrameLocks noChangeAspect="1"/>
          </p:cNvGraphicFramePr>
          <p:nvPr/>
        </p:nvGraphicFramePr>
        <p:xfrm>
          <a:off x="2675890" y="2664143"/>
          <a:ext cx="1285824" cy="32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9" name="公式" r:id="rId16" imgW="1873250" imgH="479425" progId="Equation.3">
                  <p:embed/>
                </p:oleObj>
              </mc:Choice>
              <mc:Fallback>
                <p:oleObj name="公式" r:id="rId16" imgW="1873250" imgH="479425" progId="Equation.3">
                  <p:embed/>
                  <p:pic>
                    <p:nvPicPr>
                      <p:cNvPr id="0" name="图片 153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890" y="2664143"/>
                        <a:ext cx="1285824" cy="32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2"/>
          <p:cNvGraphicFramePr>
            <a:graphicFrameLocks noChangeAspect="1"/>
          </p:cNvGraphicFramePr>
          <p:nvPr/>
        </p:nvGraphicFramePr>
        <p:xfrm>
          <a:off x="3568065" y="3546475"/>
          <a:ext cx="14605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0" name="公式" r:id="rId18" imgW="2274570" imgH="479425" progId="Equation.3">
                  <p:embed/>
                </p:oleObj>
              </mc:Choice>
              <mc:Fallback>
                <p:oleObj name="公式" r:id="rId18" imgW="2274570" imgH="479425" progId="Equation.3">
                  <p:embed/>
                  <p:pic>
                    <p:nvPicPr>
                      <p:cNvPr id="0" name="图片 153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8065" y="3546475"/>
                        <a:ext cx="1460500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AutoShape 103"/>
          <p:cNvSpPr>
            <a:spLocks noChangeArrowheads="1"/>
          </p:cNvSpPr>
          <p:nvPr/>
        </p:nvSpPr>
        <p:spPr bwMode="auto">
          <a:xfrm>
            <a:off x="5886450" y="2106613"/>
            <a:ext cx="685800" cy="152400"/>
          </a:xfrm>
          <a:prstGeom prst="rightArrow">
            <a:avLst>
              <a:gd name="adj1" fmla="val 50000"/>
              <a:gd name="adj2" fmla="val 112500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" name="Object 104"/>
          <p:cNvGraphicFramePr>
            <a:graphicFrameLocks noChangeAspect="1"/>
          </p:cNvGraphicFramePr>
          <p:nvPr/>
        </p:nvGraphicFramePr>
        <p:xfrm>
          <a:off x="1794510" y="4672648"/>
          <a:ext cx="732924" cy="2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1" name="公式" r:id="rId20" imgW="981075" imgH="390525" progId="Equation.3">
                  <p:embed/>
                </p:oleObj>
              </mc:Choice>
              <mc:Fallback>
                <p:oleObj name="公式" r:id="rId20" imgW="981075" imgH="390525" progId="Equation.3">
                  <p:embed/>
                  <p:pic>
                    <p:nvPicPr>
                      <p:cNvPr id="0" name="图片 153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4510" y="4672648"/>
                        <a:ext cx="732924" cy="28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AutoShape 110"/>
          <p:cNvSpPr>
            <a:spLocks noChangeArrowheads="1"/>
          </p:cNvSpPr>
          <p:nvPr/>
        </p:nvSpPr>
        <p:spPr bwMode="auto">
          <a:xfrm>
            <a:off x="9601200" y="1497013"/>
            <a:ext cx="152400" cy="762000"/>
          </a:xfrm>
          <a:prstGeom prst="downArrow">
            <a:avLst>
              <a:gd name="adj1" fmla="val 50000"/>
              <a:gd name="adj2" fmla="val 125000"/>
            </a:avLst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/>
          </a:p>
        </p:txBody>
      </p:sp>
      <p:grpSp>
        <p:nvGrpSpPr>
          <p:cNvPr id="47" name="Group 120"/>
          <p:cNvGrpSpPr/>
          <p:nvPr/>
        </p:nvGrpSpPr>
        <p:grpSpPr bwMode="auto">
          <a:xfrm>
            <a:off x="7696200" y="1878013"/>
            <a:ext cx="952500" cy="1066800"/>
            <a:chOff x="3840" y="1056"/>
            <a:chExt cx="600" cy="672"/>
          </a:xfrm>
          <a:solidFill>
            <a:srgbClr val="99CCFF"/>
          </a:solidFill>
        </p:grpSpPr>
        <p:sp>
          <p:nvSpPr>
            <p:cNvPr id="48" name="Rectangle 109"/>
            <p:cNvSpPr>
              <a:spLocks noChangeArrowheads="1"/>
            </p:cNvSpPr>
            <p:nvPr/>
          </p:nvSpPr>
          <p:spPr bwMode="auto">
            <a:xfrm>
              <a:off x="4128" y="1392"/>
              <a:ext cx="312" cy="48"/>
            </a:xfrm>
            <a:prstGeom prst="rect">
              <a:avLst/>
            </a:prstGeom>
            <a:grpFill/>
            <a:ln w="9525">
              <a:solidFill>
                <a:srgbClr val="800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Rectangle 108"/>
            <p:cNvSpPr>
              <a:spLocks noChangeArrowheads="1"/>
            </p:cNvSpPr>
            <p:nvPr/>
          </p:nvSpPr>
          <p:spPr bwMode="auto">
            <a:xfrm>
              <a:off x="4128" y="1080"/>
              <a:ext cx="48" cy="624"/>
            </a:xfrm>
            <a:prstGeom prst="rect">
              <a:avLst/>
            </a:prstGeom>
            <a:grpFill/>
            <a:ln w="9525">
              <a:solidFill>
                <a:srgbClr val="800080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AutoShape 106"/>
            <p:cNvSpPr>
              <a:spLocks noChangeArrowheads="1"/>
            </p:cNvSpPr>
            <p:nvPr/>
          </p:nvSpPr>
          <p:spPr bwMode="auto">
            <a:xfrm>
              <a:off x="3840" y="1056"/>
              <a:ext cx="288" cy="96"/>
            </a:xfrm>
            <a:prstGeom prst="leftArrow">
              <a:avLst>
                <a:gd name="adj1" fmla="val 50000"/>
                <a:gd name="adj2" fmla="val 75000"/>
              </a:avLst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AutoShape 107"/>
            <p:cNvSpPr>
              <a:spLocks noChangeArrowheads="1"/>
            </p:cNvSpPr>
            <p:nvPr/>
          </p:nvSpPr>
          <p:spPr bwMode="auto">
            <a:xfrm>
              <a:off x="3840" y="1632"/>
              <a:ext cx="288" cy="96"/>
            </a:xfrm>
            <a:prstGeom prst="leftArrow">
              <a:avLst>
                <a:gd name="adj1" fmla="val 50000"/>
                <a:gd name="adj2" fmla="val 75000"/>
              </a:avLst>
            </a:prstGeom>
            <a:grpFill/>
            <a:ln w="9525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2" name="AutoShape 111"/>
          <p:cNvSpPr>
            <a:spLocks noChangeArrowheads="1"/>
          </p:cNvSpPr>
          <p:nvPr/>
        </p:nvSpPr>
        <p:spPr bwMode="auto">
          <a:xfrm>
            <a:off x="3664585" y="1702435"/>
            <a:ext cx="535305" cy="328295"/>
          </a:xfrm>
          <a:prstGeom prst="rightArrow">
            <a:avLst>
              <a:gd name="adj1" fmla="val 50000"/>
              <a:gd name="adj2" fmla="val 26208"/>
            </a:avLst>
          </a:prstGeom>
          <a:gradFill rotWithShape="0">
            <a:gsLst>
              <a:gs pos="0">
                <a:srgbClr val="3333CC"/>
              </a:gs>
              <a:gs pos="100000">
                <a:srgbClr val="FF9933"/>
              </a:gs>
            </a:gsLst>
            <a:lin ang="0" scaled="1"/>
          </a:gradFill>
          <a:ln w="38100" cmpd="dbl">
            <a:solidFill>
              <a:srgbClr val="FF9900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53" name="Object 112"/>
          <p:cNvGraphicFramePr>
            <a:graphicFrameLocks noChangeAspect="1"/>
          </p:cNvGraphicFramePr>
          <p:nvPr/>
        </p:nvGraphicFramePr>
        <p:xfrm>
          <a:off x="8277225" y="2659063"/>
          <a:ext cx="1038225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2" name="公式" r:id="rId22" imgW="2018665" imgH="1148715" progId="Equation.3">
                  <p:embed/>
                </p:oleObj>
              </mc:Choice>
              <mc:Fallback>
                <p:oleObj name="公式" r:id="rId22" imgW="2018665" imgH="1148715" progId="Equation.3">
                  <p:embed/>
                  <p:pic>
                    <p:nvPicPr>
                      <p:cNvPr id="0" name="图片 1539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7225" y="2659063"/>
                        <a:ext cx="1038225" cy="585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13"/>
          <p:cNvGraphicFramePr>
            <a:graphicFrameLocks noChangeAspect="1"/>
          </p:cNvGraphicFramePr>
          <p:nvPr/>
        </p:nvGraphicFramePr>
        <p:xfrm>
          <a:off x="4613275" y="2425383"/>
          <a:ext cx="1882538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3" name="公式" r:id="rId24" imgW="3312160" imgH="1148715" progId="Equation.3">
                  <p:embed/>
                </p:oleObj>
              </mc:Choice>
              <mc:Fallback>
                <p:oleObj name="公式" r:id="rId24" imgW="3312160" imgH="1148715" progId="Equation.3">
                  <p:embed/>
                  <p:pic>
                    <p:nvPicPr>
                      <p:cNvPr id="0" name="图片 1539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3275" y="2425383"/>
                        <a:ext cx="1882538" cy="6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14"/>
          <p:cNvGraphicFramePr>
            <a:graphicFrameLocks noChangeAspect="1"/>
          </p:cNvGraphicFramePr>
          <p:nvPr/>
        </p:nvGraphicFramePr>
        <p:xfrm>
          <a:off x="8686800" y="1574800"/>
          <a:ext cx="928856" cy="64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4" name="公式" r:id="rId26" imgW="1694815" imgH="1193165" progId="Equation.3">
                  <p:embed/>
                </p:oleObj>
              </mc:Choice>
              <mc:Fallback>
                <p:oleObj name="公式" r:id="rId26" imgW="1694815" imgH="1193165" progId="Equation.3">
                  <p:embed/>
                  <p:pic>
                    <p:nvPicPr>
                      <p:cNvPr id="0" name="图片 1539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86800" y="1574800"/>
                        <a:ext cx="928856" cy="64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Group 135"/>
          <p:cNvGrpSpPr/>
          <p:nvPr/>
        </p:nvGrpSpPr>
        <p:grpSpPr bwMode="auto">
          <a:xfrm>
            <a:off x="6781800" y="3546475"/>
            <a:ext cx="3276600" cy="2543175"/>
            <a:chOff x="3264" y="2269"/>
            <a:chExt cx="2064" cy="1584"/>
          </a:xfrm>
        </p:grpSpPr>
        <p:sp>
          <p:nvSpPr>
            <p:cNvPr id="57" name="Rectangle 116"/>
            <p:cNvSpPr>
              <a:spLocks noChangeArrowheads="1"/>
            </p:cNvSpPr>
            <p:nvPr/>
          </p:nvSpPr>
          <p:spPr bwMode="auto">
            <a:xfrm>
              <a:off x="3264" y="2269"/>
              <a:ext cx="2064" cy="1584"/>
            </a:xfrm>
            <a:prstGeom prst="rect">
              <a:avLst/>
            </a:prstGeom>
            <a:solidFill>
              <a:srgbClr val="006600"/>
            </a:solidFill>
            <a:ln w="76200" cmpd="tri">
              <a:solidFill>
                <a:srgbClr val="99CC00"/>
              </a:solidFill>
              <a:miter lim="800000"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endParaRPr lang="en-US" altLang="zh-CN" sz="2800" b="1" dirty="0">
                <a:latin typeface="隶书" panose="02010509060101010101" pitchFamily="49" charset="-122"/>
                <a:ea typeface="隶书" panose="02010509060101010101" pitchFamily="49" charset="-122"/>
              </a:endParaRPr>
            </a:p>
            <a:p>
              <a:endPara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  <a:p>
              <a:r>
                <a:rPr lang="zh-CN" altLang="en-US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单调性</a:t>
              </a:r>
              <a:r>
                <a:rPr lang="en-US" altLang="zh-CN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,</a:t>
              </a:r>
              <a:r>
                <a:rPr lang="zh-CN" altLang="en-US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极值与最值</a:t>
              </a:r>
              <a:r>
                <a:rPr lang="en-US" altLang="zh-CN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,</a:t>
              </a:r>
              <a:endPara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  <a:p>
              <a:r>
                <a:rPr lang="zh-CN" altLang="en-US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凹凸性</a:t>
              </a:r>
              <a:r>
                <a:rPr lang="en-US" altLang="zh-CN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,</a:t>
              </a:r>
              <a:r>
                <a:rPr lang="zh-CN" altLang="en-US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拐点</a:t>
              </a:r>
              <a:r>
                <a:rPr lang="en-US" altLang="zh-CN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,</a:t>
              </a:r>
              <a:r>
                <a:rPr lang="zh-CN" altLang="en-US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函数</a:t>
              </a:r>
              <a:endParaRPr lang="zh-CN" altLang="en-US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  <a:p>
              <a:r>
                <a:rPr lang="zh-CN" altLang="en-US" sz="2800" b="1" dirty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图形的描绘</a:t>
              </a:r>
              <a:r>
                <a:rPr lang="en-US" altLang="zh-CN" sz="2800" b="1" dirty="0" smtClean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;</a:t>
              </a:r>
              <a:r>
                <a:rPr lang="zh-CN" altLang="en-US" sz="2800" b="1" dirty="0" smtClean="0">
                  <a:solidFill>
                    <a:schemeClr val="bg1"/>
                  </a:solidFill>
                  <a:latin typeface="隶书" panose="02010509060101010101" pitchFamily="49" charset="-122"/>
                  <a:ea typeface="隶书" panose="02010509060101010101" pitchFamily="49" charset="-122"/>
                </a:rPr>
                <a:t>曲率</a:t>
              </a:r>
              <a:endParaRPr lang="en-US" altLang="zh-CN" sz="2800" b="1" dirty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endParaRPr>
            </a:p>
          </p:txBody>
        </p:sp>
        <p:sp>
          <p:nvSpPr>
            <p:cNvPr id="58" name="Text Box 117"/>
            <p:cNvSpPr txBox="1">
              <a:spLocks noChangeArrowheads="1"/>
            </p:cNvSpPr>
            <p:nvPr/>
          </p:nvSpPr>
          <p:spPr bwMode="auto">
            <a:xfrm>
              <a:off x="3304" y="2285"/>
              <a:ext cx="1924" cy="3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2800" b="1" dirty="0" smtClean="0">
                  <a:solidFill>
                    <a:srgbClr val="FFC000"/>
                  </a:solidFill>
                </a:rPr>
                <a:t>恒等式和不等式 </a:t>
              </a:r>
              <a:endParaRPr lang="zh-CN" altLang="en-US" sz="2800" b="1" dirty="0">
                <a:solidFill>
                  <a:srgbClr val="FFC000"/>
                </a:solidFill>
              </a:endParaRPr>
            </a:p>
          </p:txBody>
        </p:sp>
      </p:grpSp>
      <p:sp>
        <p:nvSpPr>
          <p:cNvPr id="59" name="AutoShape 119"/>
          <p:cNvSpPr>
            <a:spLocks noChangeArrowheads="1"/>
          </p:cNvSpPr>
          <p:nvPr/>
        </p:nvSpPr>
        <p:spPr bwMode="auto">
          <a:xfrm>
            <a:off x="3815715" y="5497513"/>
            <a:ext cx="395288" cy="269875"/>
          </a:xfrm>
          <a:prstGeom prst="rightArrow">
            <a:avLst>
              <a:gd name="adj1" fmla="val 50000"/>
              <a:gd name="adj2" fmla="val 36618"/>
            </a:avLst>
          </a:prstGeom>
          <a:gradFill rotWithShape="0">
            <a:gsLst>
              <a:gs pos="0">
                <a:schemeClr val="accent2"/>
              </a:gs>
              <a:gs pos="100000">
                <a:srgbClr val="006666"/>
              </a:gs>
            </a:gsLst>
            <a:lin ang="0" scaled="1"/>
          </a:gradFill>
          <a:ln w="38100" cmpd="dbl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0" name="Rectangle 122">
            <a:hlinkClick r:id="rId1" action="ppaction://hlinksldjump"/>
          </p:cNvPr>
          <p:cNvSpPr>
            <a:spLocks noChangeArrowheads="1"/>
          </p:cNvSpPr>
          <p:nvPr/>
        </p:nvSpPr>
        <p:spPr bwMode="auto">
          <a:xfrm>
            <a:off x="4381500" y="336233"/>
            <a:ext cx="2590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1" name="Rectangle 123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6972300" y="4240761"/>
            <a:ext cx="25146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2" name="AutoShape 126"/>
          <p:cNvSpPr>
            <a:spLocks noChangeArrowheads="1"/>
          </p:cNvSpPr>
          <p:nvPr/>
        </p:nvSpPr>
        <p:spPr bwMode="auto">
          <a:xfrm rot="5400000">
            <a:off x="4965700" y="3198813"/>
            <a:ext cx="457200" cy="3073400"/>
          </a:xfrm>
          <a:custGeom>
            <a:avLst/>
            <a:gdLst>
              <a:gd name="G0" fmla="+- 7999 0 0"/>
              <a:gd name="G1" fmla="+- 15649 0 0"/>
              <a:gd name="G2" fmla="+- 1378 0 0"/>
              <a:gd name="G3" fmla="*/ 7999 1 2"/>
              <a:gd name="G4" fmla="+- G3 10800 0"/>
              <a:gd name="G5" fmla="+- 21600 7999 15649"/>
              <a:gd name="G6" fmla="+- 15649 1378 0"/>
              <a:gd name="G7" fmla="*/ G6 1 2"/>
              <a:gd name="G8" fmla="*/ 15649 2 1"/>
              <a:gd name="G9" fmla="+- G8 0 21600"/>
              <a:gd name="G10" fmla="*/ 21600 G0 G1"/>
              <a:gd name="G11" fmla="*/ 21600 G4 G1"/>
              <a:gd name="G12" fmla="*/ 21600 G5 G1"/>
              <a:gd name="G13" fmla="*/ 21600 G7 G1"/>
              <a:gd name="G14" fmla="*/ 15649 1 2"/>
              <a:gd name="G15" fmla="+- G5 0 G4"/>
              <a:gd name="G16" fmla="+- G0 0 G4"/>
              <a:gd name="G17" fmla="*/ G2 G15 G16"/>
              <a:gd name="T0" fmla="*/ 14800 w 21600"/>
              <a:gd name="T1" fmla="*/ 0 h 21600"/>
              <a:gd name="T2" fmla="*/ 7999 w 21600"/>
              <a:gd name="T3" fmla="*/ 1378 h 21600"/>
              <a:gd name="T4" fmla="*/ 0 w 21600"/>
              <a:gd name="T5" fmla="*/ 20428 h 21600"/>
              <a:gd name="T6" fmla="*/ 7825 w 21600"/>
              <a:gd name="T7" fmla="*/ 21600 h 21600"/>
              <a:gd name="T8" fmla="*/ 15649 w 21600"/>
              <a:gd name="T9" fmla="*/ 11752 h 21600"/>
              <a:gd name="T10" fmla="*/ 21600 w 21600"/>
              <a:gd name="T11" fmla="*/ 1378 h 21600"/>
              <a:gd name="T12" fmla="*/ 17694720 60000 65536"/>
              <a:gd name="T13" fmla="*/ 11796480 60000 65536"/>
              <a:gd name="T14" fmla="*/ 11796480 60000 65536"/>
              <a:gd name="T15" fmla="*/ 5898240 60000 65536"/>
              <a:gd name="T16" fmla="*/ 0 60000 65536"/>
              <a:gd name="T17" fmla="*/ 0 60000 65536"/>
              <a:gd name="T18" fmla="*/ 0 w 21600"/>
              <a:gd name="T19" fmla="*/ G12 h 21600"/>
              <a:gd name="T20" fmla="*/ G1 w 21600"/>
              <a:gd name="T21" fmla="*/ 21600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4800" y="0"/>
                </a:moveTo>
                <a:lnTo>
                  <a:pt x="7999" y="1378"/>
                </a:lnTo>
                <a:lnTo>
                  <a:pt x="13950" y="1378"/>
                </a:lnTo>
                <a:lnTo>
                  <a:pt x="13950" y="19255"/>
                </a:lnTo>
                <a:lnTo>
                  <a:pt x="0" y="19255"/>
                </a:lnTo>
                <a:lnTo>
                  <a:pt x="0" y="21600"/>
                </a:lnTo>
                <a:lnTo>
                  <a:pt x="15649" y="21600"/>
                </a:lnTo>
                <a:lnTo>
                  <a:pt x="15649" y="1378"/>
                </a:lnTo>
                <a:lnTo>
                  <a:pt x="21600" y="1378"/>
                </a:lnTo>
                <a:close/>
              </a:path>
            </a:pathLst>
          </a:custGeom>
          <a:gradFill rotWithShape="0">
            <a:gsLst>
              <a:gs pos="0">
                <a:srgbClr val="7B32B2"/>
              </a:gs>
              <a:gs pos="100000">
                <a:srgbClr val="401A5D"/>
              </a:gs>
            </a:gsLst>
            <a:lin ang="0" scaled="0"/>
          </a:gradFill>
          <a:ln w="38100" cmpd="dbl">
            <a:solidFill>
              <a:schemeClr val="accent5">
                <a:lumMod val="20000"/>
                <a:lumOff val="80000"/>
              </a:scheme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3" name="AutoShape 119"/>
          <p:cNvSpPr>
            <a:spLocks noChangeArrowheads="1"/>
          </p:cNvSpPr>
          <p:nvPr/>
        </p:nvSpPr>
        <p:spPr bwMode="auto">
          <a:xfrm rot="16200000">
            <a:off x="5456151" y="4194812"/>
            <a:ext cx="1741488" cy="134934"/>
          </a:xfrm>
          <a:prstGeom prst="rightArrow">
            <a:avLst>
              <a:gd name="adj1" fmla="val 50000"/>
              <a:gd name="adj2" fmla="val 36618"/>
            </a:avLst>
          </a:prstGeom>
          <a:gradFill rotWithShape="0">
            <a:gsLst>
              <a:gs pos="0">
                <a:schemeClr val="accent2"/>
              </a:gs>
              <a:gs pos="100000">
                <a:srgbClr val="006666"/>
              </a:gs>
            </a:gsLst>
            <a:lin ang="0" scaled="1"/>
          </a:gradFill>
          <a:ln w="38100" cmpd="dbl">
            <a:solidFill>
              <a:srgbClr val="3366FF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4" name="Text Box 117"/>
          <p:cNvSpPr txBox="1">
            <a:spLocks noChangeArrowheads="1"/>
          </p:cNvSpPr>
          <p:nvPr/>
        </p:nvSpPr>
        <p:spPr bwMode="auto">
          <a:xfrm>
            <a:off x="6845300" y="4009709"/>
            <a:ext cx="2133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 smtClean="0">
                <a:solidFill>
                  <a:schemeClr val="accent5">
                    <a:lumMod val="20000"/>
                    <a:lumOff val="80000"/>
                  </a:schemeClr>
                </a:solidFill>
              </a:rPr>
              <a:t>函数的性态：</a:t>
            </a:r>
            <a:endParaRPr lang="zh-CN" altLang="en-US" sz="2800" b="1" dirty="0" smtClean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000"/>
                            </p:stCondLst>
                            <p:childTnLst>
                              <p:par>
                                <p:cTn id="47" presetID="2" presetClass="entr" presetSubtype="8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500"/>
                            </p:stCondLst>
                            <p:childTnLst>
                              <p:par>
                                <p:cTn id="10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1000"/>
                            </p:stCondLst>
                            <p:childTnLst>
                              <p:par>
                                <p:cTn id="143" presetID="9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bldLvl="0" animBg="1" autoUpdateAnimBg="0"/>
      <p:bldP spid="27" grpId="0" bldLvl="0" animBg="1" autoUpdateAnimBg="0"/>
      <p:bldP spid="28" grpId="0" bldLvl="0" animBg="1"/>
      <p:bldP spid="29" grpId="0" bldLvl="0" animBg="1" autoUpdateAnimBg="0"/>
      <p:bldP spid="38" grpId="0" bldLvl="0" animBg="1" autoUpdateAnimBg="0"/>
      <p:bldP spid="39" grpId="0" bldLvl="0" animBg="1" autoUpdateAnimBg="0"/>
      <p:bldP spid="40" grpId="0" bldLvl="0" animBg="1"/>
      <p:bldP spid="41" grpId="0" bldLvl="0" animBg="1"/>
      <p:bldP spid="44" grpId="0" bldLvl="0" animBg="1"/>
      <p:bldP spid="46" grpId="0" bldLvl="0" animBg="1"/>
      <p:bldP spid="52" grpId="0" bldLvl="0" animBg="1"/>
      <p:bldP spid="59" grpId="0" bldLvl="0" animBg="1"/>
      <p:bldP spid="60" grpId="0" bldLvl="0" animBg="1"/>
      <p:bldP spid="61" grpId="0" bldLvl="0" animBg="1"/>
      <p:bldP spid="62" grpId="0" bldLvl="0" animBg="1"/>
      <p:bldP spid="64" grpId="0" bldLvl="0" animBg="1"/>
      <p:bldP spid="63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1764328" y="177592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第3章知识要点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Box 8"/>
          <p:cNvSpPr txBox="1">
            <a:spLocks noChangeArrowheads="1"/>
          </p:cNvSpPr>
          <p:nvPr/>
        </p:nvSpPr>
        <p:spPr bwMode="auto">
          <a:xfrm>
            <a:off x="1929089" y="702042"/>
            <a:ext cx="379493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1.微分中值定理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57054" y="1286182"/>
            <a:ext cx="84550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所有中值定理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都要求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闭区间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]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lang="zh-CN" altLang="en-US" sz="2800" b="1" dirty="0"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24000" y="1809402"/>
            <a:ext cx="31864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开区间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en-US" altLang="zh-CN"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lang="en-US" altLang="zh-CN"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上可导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763989" y="2393582"/>
            <a:ext cx="33388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罗尔中值定理：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34672" y="2472311"/>
          <a:ext cx="4249738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Equation" r:id="rId1" imgW="101803200" imgH="9753600" progId="Equation.DSMT4">
                  <p:embed/>
                </p:oleObj>
              </mc:Choice>
              <mc:Fallback>
                <p:oleObj name="Equation" r:id="rId1" imgW="101803200" imgH="9753600" progId="Equation.DSMT4">
                  <p:embed/>
                  <p:pic>
                    <p:nvPicPr>
                      <p:cNvPr id="0" name="图片 102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034672" y="2472311"/>
                        <a:ext cx="4249738" cy="400051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19050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865767" y="2968888"/>
            <a:ext cx="5382895" cy="521970"/>
          </a:xfrm>
          <a:prstGeom prst="rect">
            <a:avLst/>
          </a:prstGeom>
          <a:noFill/>
          <a:ln w="28575" cmpd="sng">
            <a:solidFill>
              <a:srgbClr val="7030A0"/>
            </a:solidFill>
            <a:prstDash val="solid"/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常用来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的根的存在性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63989" y="3614038"/>
            <a:ext cx="40538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拉格朗日中值定理：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5667069" y="3679592"/>
          <a:ext cx="4381500" cy="4000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3" name="Equation" r:id="rId3" imgW="105156000" imgH="9753600" progId="Equation.DSMT4">
                  <p:embed/>
                </p:oleObj>
              </mc:Choice>
              <mc:Fallback>
                <p:oleObj name="Equation" r:id="rId3" imgW="105156000" imgH="9753600" progId="Equation.DSMT4">
                  <p:embed/>
                  <p:pic>
                    <p:nvPicPr>
                      <p:cNvPr id="0" name="图片 1052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667069" y="3679592"/>
                        <a:ext cx="4381500" cy="400051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19050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965586" y="4185518"/>
            <a:ext cx="5182870" cy="521970"/>
          </a:xfrm>
          <a:prstGeom prst="rect">
            <a:avLst/>
          </a:prstGeom>
          <a:noFill/>
          <a:ln w="28575" cmpd="sng">
            <a:solidFill>
              <a:srgbClr val="7030A0"/>
            </a:solidFill>
            <a:prstDash val="solid"/>
          </a:ln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常用来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表达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或估计不等式等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63989" y="4946506"/>
            <a:ext cx="333883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3)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柯西中值定理：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5035178" y="4756978"/>
          <a:ext cx="3581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5" imgW="85953600" imgH="21640800" progId="Equation.DSMT4">
                  <p:embed/>
                </p:oleObj>
              </mc:Choice>
              <mc:Fallback>
                <p:oleObj name="Equation" r:id="rId5" imgW="85953600" imgH="21640800" progId="Equation.DSMT4">
                  <p:embed/>
                  <p:pic>
                    <p:nvPicPr>
                      <p:cNvPr id="0" name="图片 1053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35178" y="4756978"/>
                        <a:ext cx="3581400" cy="901700"/>
                      </a:xfrm>
                      <a:prstGeom prst="rect">
                        <a:avLst/>
                      </a:prstGeom>
                      <a:solidFill>
                        <a:schemeClr val="accent5">
                          <a:lumMod val="20000"/>
                          <a:lumOff val="80000"/>
                        </a:schemeClr>
                      </a:solidFill>
                      <a:ln w="19050">
                        <a:solidFill>
                          <a:schemeClr val="accent1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801389" y="5697825"/>
            <a:ext cx="6048671" cy="521970"/>
          </a:xfrm>
          <a:prstGeom prst="rect">
            <a:avLst/>
          </a:prstGeom>
          <a:noFill/>
          <a:ln w="28575" cmpd="sng">
            <a:solidFill>
              <a:srgbClr val="7030A0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洛必达法则和泰勒中值定理由此推得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9" grpId="0" bldLvl="0" animBg="1"/>
      <p:bldP spid="10" grpId="0"/>
      <p:bldP spid="13" grpId="0" bldLvl="0" animBg="1"/>
      <p:bldP spid="14" grpId="0"/>
      <p:bldP spid="17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14421" y="518711"/>
            <a:ext cx="357822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）泰勒中值定理：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833879" y="1105694"/>
          <a:ext cx="8763001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Equation" r:id="rId1" imgW="210312000" imgH="21336000" progId="Equation.DSMT4">
                  <p:embed/>
                </p:oleObj>
              </mc:Choice>
              <mc:Fallback>
                <p:oleObj name="Equation" r:id="rId1" imgW="210312000" imgH="21336000" progId="Equation.DSMT4">
                  <p:embed/>
                  <p:pic>
                    <p:nvPicPr>
                      <p:cNvPr id="0" name="图片 204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33879" y="1105694"/>
                        <a:ext cx="8763001" cy="8921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834064" y="2204864"/>
          <a:ext cx="3860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Equation" r:id="rId3" imgW="92659200" imgH="22860000" progId="Equation.DSMT4">
                  <p:embed/>
                </p:oleObj>
              </mc:Choice>
              <mc:Fallback>
                <p:oleObj name="Equation" r:id="rId3" imgW="92659200" imgH="22860000" progId="Equation.DSMT4">
                  <p:embed/>
                  <p:pic>
                    <p:nvPicPr>
                      <p:cNvPr id="0" name="图片 207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34064" y="2204864"/>
                        <a:ext cx="38608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4934" y="2420000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或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6810876" y="2388959"/>
          <a:ext cx="2870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9" name="Equation" r:id="rId5" imgW="68884800" imgH="14020800" progId="Equation.DSMT4">
                  <p:embed/>
                </p:oleObj>
              </mc:Choice>
              <mc:Fallback>
                <p:oleObj name="Equation" r:id="rId5" imgW="68884800" imgH="14020800" progId="Equation.DSMT4">
                  <p:embed/>
                  <p:pic>
                    <p:nvPicPr>
                      <p:cNvPr id="0" name="图片 207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810876" y="2388959"/>
                        <a:ext cx="287020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1900104" y="3214246"/>
            <a:ext cx="379493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2.未定式的极限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34064" y="3854901"/>
            <a:ext cx="322072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洛必达法则：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411574" y="4320971"/>
          <a:ext cx="23749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0" name="Equation" r:id="rId7" imgW="56997600" imgH="26822400" progId="Equation.DSMT4">
                  <p:embed/>
                </p:oleObj>
              </mc:Choice>
              <mc:Fallback>
                <p:oleObj name="Equation" r:id="rId7" imgW="56997600" imgH="26822400" progId="Equation.DSMT4">
                  <p:embed/>
                  <p:pic>
                    <p:nvPicPr>
                      <p:cNvPr id="0" name="图片 207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1574" y="4320971"/>
                        <a:ext cx="2374900" cy="1111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964951" y="4320971"/>
          <a:ext cx="1879600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Equation" r:id="rId9" imgW="45110400" imgH="26822400" progId="Equation.DSMT4">
                  <p:embed/>
                </p:oleObj>
              </mc:Choice>
              <mc:Fallback>
                <p:oleObj name="Equation" r:id="rId9" imgW="45110400" imgH="26822400" progId="Equation.DSMT4">
                  <p:embed/>
                  <p:pic>
                    <p:nvPicPr>
                      <p:cNvPr id="0" name="图片 208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964951" y="4320971"/>
                        <a:ext cx="1879600" cy="1111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023453" y="4446508"/>
            <a:ext cx="212344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为实数或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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40585" y="419904"/>
            <a:ext cx="608076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）带有佩亚诺余项的麦克劳林公式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933287" y="941388"/>
          <a:ext cx="5381625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3" name="Equation" r:id="rId1" imgW="128930400" imgH="20116800" progId="Equation.DSMT4">
                  <p:embed/>
                </p:oleObj>
              </mc:Choice>
              <mc:Fallback>
                <p:oleObj name="Equation" r:id="rId1" imgW="128930400" imgH="20116800" progId="Equation.DSMT4">
                  <p:embed/>
                  <p:pic>
                    <p:nvPicPr>
                      <p:cNvPr id="0" name="图片 307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33287" y="941388"/>
                        <a:ext cx="5381625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933287" y="1751122"/>
          <a:ext cx="7708900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Equation" r:id="rId3" imgW="185013600" imgH="22860000" progId="Equation.DSMT4">
                  <p:embed/>
                </p:oleObj>
              </mc:Choice>
              <mc:Fallback>
                <p:oleObj name="Equation" r:id="rId3" imgW="185013600" imgH="22860000" progId="Equation.DSMT4">
                  <p:embed/>
                  <p:pic>
                    <p:nvPicPr>
                      <p:cNvPr id="0" name="图片 311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33287" y="1751122"/>
                        <a:ext cx="7708900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1933287" y="2687856"/>
          <a:ext cx="7323138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Equation" r:id="rId5" imgW="175564800" imgH="22860000" progId="Equation.DSMT4">
                  <p:embed/>
                </p:oleObj>
              </mc:Choice>
              <mc:Fallback>
                <p:oleObj name="Equation" r:id="rId5" imgW="175564800" imgH="22860000" progId="Equation.DSMT4">
                  <p:embed/>
                  <p:pic>
                    <p:nvPicPr>
                      <p:cNvPr id="0" name="图片 311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933287" y="2687856"/>
                        <a:ext cx="7323138" cy="958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1933287" y="3624590"/>
          <a:ext cx="5694363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Equation" r:id="rId7" imgW="136855200" imgH="20116800" progId="Equation.DSMT4">
                  <p:embed/>
                </p:oleObj>
              </mc:Choice>
              <mc:Fallback>
                <p:oleObj name="Equation" r:id="rId7" imgW="136855200" imgH="20116800" progId="Equation.DSMT4">
                  <p:embed/>
                  <p:pic>
                    <p:nvPicPr>
                      <p:cNvPr id="0" name="图片 311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33287" y="3624590"/>
                        <a:ext cx="5694363" cy="831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1933287" y="4434324"/>
          <a:ext cx="7259638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Equation" r:id="rId9" imgW="174040800" imgH="21336000" progId="Equation.DSMT4">
                  <p:embed/>
                </p:oleObj>
              </mc:Choice>
              <mc:Fallback>
                <p:oleObj name="Equation" r:id="rId9" imgW="174040800" imgH="21336000" progId="Equation.DSMT4">
                  <p:embed/>
                  <p:pic>
                    <p:nvPicPr>
                      <p:cNvPr id="0" name="图片 311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933287" y="4434324"/>
                        <a:ext cx="7259638" cy="889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1933287" y="5301208"/>
          <a:ext cx="8045451" cy="830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Equation" r:id="rId11" imgW="193243200" imgH="20116800" progId="Equation.DSMT4">
                  <p:embed/>
                </p:oleObj>
              </mc:Choice>
              <mc:Fallback>
                <p:oleObj name="Equation" r:id="rId11" imgW="193243200" imgH="20116800" progId="Equation.DSMT4">
                  <p:embed/>
                  <p:pic>
                    <p:nvPicPr>
                      <p:cNvPr id="0" name="图片 311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933287" y="5301208"/>
                        <a:ext cx="8045451" cy="830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图片 19"/>
          <p:cNvPicPr>
            <a:picLocks noChangeAspect="1"/>
          </p:cNvPicPr>
          <p:nvPr/>
        </p:nvPicPr>
        <p:blipFill>
          <a:blip r:embed="rId13"/>
          <a:srcRect l="18519" r="20741" b="4500"/>
          <a:stretch>
            <a:fillRect/>
          </a:stretch>
        </p:blipFill>
        <p:spPr>
          <a:xfrm>
            <a:off x="4844415" y="1164590"/>
            <a:ext cx="260350" cy="36385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3"/>
          <a:srcRect l="18519" r="20741" b="4500"/>
          <a:stretch>
            <a:fillRect/>
          </a:stretch>
        </p:blipFill>
        <p:spPr>
          <a:xfrm>
            <a:off x="5763260" y="2049145"/>
            <a:ext cx="260350" cy="3638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3"/>
          <a:srcRect l="18519" r="20741" b="4500"/>
          <a:stretch>
            <a:fillRect/>
          </a:stretch>
        </p:blipFill>
        <p:spPr>
          <a:xfrm>
            <a:off x="5763260" y="2921635"/>
            <a:ext cx="260350" cy="36385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3"/>
          <a:srcRect l="18519" r="20741" b="4500"/>
          <a:stretch>
            <a:fillRect/>
          </a:stretch>
        </p:blipFill>
        <p:spPr>
          <a:xfrm>
            <a:off x="5502910" y="3858895"/>
            <a:ext cx="260350" cy="3638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13"/>
          <a:srcRect l="18519" r="20741" b="4500"/>
          <a:stretch>
            <a:fillRect/>
          </a:stretch>
        </p:blipFill>
        <p:spPr>
          <a:xfrm>
            <a:off x="6023610" y="4697095"/>
            <a:ext cx="260350" cy="36385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3"/>
          <a:srcRect l="18519" r="20741" b="4500"/>
          <a:stretch>
            <a:fillRect/>
          </a:stretch>
        </p:blipFill>
        <p:spPr>
          <a:xfrm>
            <a:off x="4844415" y="5534660"/>
            <a:ext cx="260350" cy="3638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/>
          <p:cNvSpPr txBox="1">
            <a:spLocks noChangeArrowheads="1"/>
          </p:cNvSpPr>
          <p:nvPr/>
        </p:nvSpPr>
        <p:spPr bwMode="auto">
          <a:xfrm>
            <a:off x="2157054" y="188640"/>
            <a:ext cx="379493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2</a:t>
            </a:r>
            <a:r>
              <a:rPr lang="zh-CN" altLang="en-US" sz="3200" b="1" dirty="0">
                <a:solidFill>
                  <a:srgbClr val="0000FF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 导数的应用</a:t>
            </a:r>
            <a:endParaRPr lang="zh-CN" altLang="en-US" sz="3200" b="1" dirty="0">
              <a:solidFill>
                <a:srgbClr val="0000FF"/>
              </a:solidFill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25523" y="773415"/>
            <a:ext cx="5452745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）证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明函数恒等式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)=0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)=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；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061090" y="1773688"/>
            <a:ext cx="5727700" cy="9531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）判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别函数的单调性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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)&gt;0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，则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递增 ；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99375" y="2832610"/>
            <a:ext cx="476885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）研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究函数的极值和最值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05556" y="3355830"/>
            <a:ext cx="705678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考察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驻点、导数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不存在的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点处的导数符号；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099375" y="3937699"/>
            <a:ext cx="792088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）研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究函数的凹凸性与拐点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endParaRPr lang="en-US" altLang="zh-CN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sz="2800" b="1" i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Symbol" panose="05050102010706020507"/>
              </a:rPr>
              <a:t>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)&gt;0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，则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的图形是凹的 ；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99375" y="4891806"/>
            <a:ext cx="250571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）函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数作图</a:t>
            </a:r>
            <a:endParaRPr lang="zh-CN" altLang="en-US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99375" y="5519018"/>
            <a:ext cx="286321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6</a:t>
            </a:r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）弧</a:t>
            </a:r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长微分：</a:t>
            </a:r>
            <a:endParaRPr lang="zh-CN" altLang="en-US" sz="2800" b="1" dirty="0" smtClean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524000" y="-184150"/>
            <a:ext cx="309880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4863092" y="5528146"/>
          <a:ext cx="2293937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" name="Equation" r:id="rId1" imgW="54864000" imgH="13716000" progId="Equation.DSMT4">
                  <p:embed/>
                </p:oleObj>
              </mc:Choice>
              <mc:Fallback>
                <p:oleObj name="Equation" r:id="rId1" imgW="54864000" imgH="13716000" progId="Equation.DSMT4">
                  <p:embed/>
                  <p:pic>
                    <p:nvPicPr>
                      <p:cNvPr id="0" name="图片 409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63092" y="5528146"/>
                        <a:ext cx="2293937" cy="5651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063924" y="229435"/>
            <a:ext cx="5334000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 smtClean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综合例题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/>
        </p:nvGraphicFramePr>
        <p:xfrm>
          <a:off x="2927648" y="1421248"/>
          <a:ext cx="6933960" cy="160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1" name="Equation" r:id="rId1" imgW="166420800" imgH="38404800" progId="Equation.DSMT4">
                  <p:embed/>
                </p:oleObj>
              </mc:Choice>
              <mc:Fallback>
                <p:oleObj name="Equation" r:id="rId1" imgW="166420800" imgH="38404800" progId="Equation.DSMT4">
                  <p:embed/>
                  <p:pic>
                    <p:nvPicPr>
                      <p:cNvPr id="0" name="图片 512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7648" y="1421248"/>
                        <a:ext cx="6933960" cy="16002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301025" y="1968128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en-US" altLang="zh-CN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2786034" y="3068960"/>
          <a:ext cx="1651000" cy="1206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" name="Equation" r:id="rId3" imgW="39624000" imgH="28956000" progId="Equation.DSMT4">
                  <p:embed/>
                </p:oleObj>
              </mc:Choice>
              <mc:Fallback>
                <p:oleObj name="Equation" r:id="rId3" imgW="39624000" imgH="28956000" progId="Equation.DSMT4">
                  <p:embed/>
                  <p:pic>
                    <p:nvPicPr>
                      <p:cNvPr id="0" name="图片 512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86034" y="3068960"/>
                        <a:ext cx="1651000" cy="12065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/>
        </p:nvGraphicFramePr>
        <p:xfrm>
          <a:off x="2927648" y="5085184"/>
          <a:ext cx="7264080" cy="1091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5" imgW="174345600" imgH="26212800" progId="Equation.DSMT4">
                  <p:embed/>
                </p:oleObj>
              </mc:Choice>
              <mc:Fallback>
                <p:oleObj name="Equation" r:id="rId5" imgW="174345600" imgH="26212800" progId="Equation.DSMT4">
                  <p:embed/>
                  <p:pic>
                    <p:nvPicPr>
                      <p:cNvPr id="0" name="图片 512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927648" y="5085184"/>
                        <a:ext cx="7264080" cy="109188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4248257" y="548680"/>
          <a:ext cx="21463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4" name="Equation" r:id="rId7" imgW="51511200" imgH="26517600" progId="Equation.DSMT4">
                  <p:embed/>
                </p:oleObj>
              </mc:Choice>
              <mc:Fallback>
                <p:oleObj name="Equation" r:id="rId7" imgW="51511200" imgH="26517600" progId="Equation.DSMT4">
                  <p:embed/>
                  <p:pic>
                    <p:nvPicPr>
                      <p:cNvPr id="0" name="图片 512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48257" y="548680"/>
                        <a:ext cx="2146300" cy="11049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51584" y="908720"/>
            <a:ext cx="18796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求极限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63552" y="3501008"/>
            <a:ext cx="54038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而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3207042" y="4149080"/>
          <a:ext cx="51181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Equation" r:id="rId9" imgW="122834400" imgH="26212800" progId="Equation.DSMT4">
                  <p:embed/>
                </p:oleObj>
              </mc:Choice>
              <mc:Fallback>
                <p:oleObj name="Equation" r:id="rId9" imgW="122834400" imgH="26212800" progId="Equation.DSMT4">
                  <p:embed/>
                  <p:pic>
                    <p:nvPicPr>
                      <p:cNvPr id="0" name="图片 512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207042" y="4149080"/>
                        <a:ext cx="51181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6096000" y="3140968"/>
          <a:ext cx="33147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" name="Equation" r:id="rId11" imgW="79552800" imgH="26212800" progId="Equation.DSMT4">
                  <p:embed/>
                </p:oleObj>
              </mc:Choice>
              <mc:Fallback>
                <p:oleObj name="Equation" r:id="rId11" imgW="79552800" imgH="26212800" progId="Equation.DSMT4">
                  <p:embed/>
                  <p:pic>
                    <p:nvPicPr>
                      <p:cNvPr id="0" name="图片 512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96000" y="3140968"/>
                        <a:ext cx="33147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4323889" y="3068960"/>
          <a:ext cx="1714500" cy="121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7" name="Equation" r:id="rId13" imgW="41148000" imgH="29260800" progId="Equation.DSMT4">
                  <p:embed/>
                </p:oleObj>
              </mc:Choice>
              <mc:Fallback>
                <p:oleObj name="Equation" r:id="rId13" imgW="41148000" imgH="29260800" progId="Equation.DSMT4">
                  <p:embed/>
                  <p:pic>
                    <p:nvPicPr>
                      <p:cNvPr id="0" name="图片 512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323889" y="3068960"/>
                        <a:ext cx="1714500" cy="1219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3232149" y="692696"/>
          <a:ext cx="583920" cy="24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5" name="Equation" r:id="rId1" imgW="14020800" imgH="5791200" progId="Equation.DSMT4">
                  <p:embed/>
                </p:oleObj>
              </mc:Choice>
              <mc:Fallback>
                <p:oleObj name="Equation" r:id="rId1" imgW="14020800" imgH="5791200" progId="Equation.DSMT4">
                  <p:embed/>
                  <p:pic>
                    <p:nvPicPr>
                      <p:cNvPr id="0" name="图片 614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32149" y="692696"/>
                        <a:ext cx="583920" cy="2412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7"/>
          <p:cNvGraphicFramePr>
            <a:graphicFrameLocks noChangeAspect="1"/>
          </p:cNvGraphicFramePr>
          <p:nvPr/>
        </p:nvGraphicFramePr>
        <p:xfrm>
          <a:off x="2855640" y="3984016"/>
          <a:ext cx="19923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6" name="Equation" r:id="rId3" imgW="47853600" imgH="19812000" progId="Equation.DSMT4">
                  <p:embed/>
                </p:oleObj>
              </mc:Choice>
              <mc:Fallback>
                <p:oleObj name="Equation" r:id="rId3" imgW="47853600" imgH="19812000" progId="Equation.DSMT4">
                  <p:embed/>
                  <p:pic>
                    <p:nvPicPr>
                      <p:cNvPr id="0" name="图片 614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5640" y="3984016"/>
                        <a:ext cx="1992313" cy="8255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8"/>
          <p:cNvGraphicFramePr>
            <a:graphicFrameLocks noChangeAspect="1"/>
          </p:cNvGraphicFramePr>
          <p:nvPr/>
        </p:nvGraphicFramePr>
        <p:xfrm>
          <a:off x="8594308" y="625386"/>
          <a:ext cx="1143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5" imgW="758190" imgH="256540" progId="Equation.3">
                  <p:embed/>
                </p:oleObj>
              </mc:Choice>
              <mc:Fallback>
                <p:oleObj name="Equation" r:id="rId5" imgW="758190" imgH="256540" progId="Equation.3">
                  <p:embed/>
                  <p:pic>
                    <p:nvPicPr>
                      <p:cNvPr id="0" name="图片 614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594308" y="625386"/>
                        <a:ext cx="1143000" cy="381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2"/>
          <p:cNvGraphicFramePr>
            <a:graphicFrameLocks noChangeAspect="1"/>
          </p:cNvGraphicFramePr>
          <p:nvPr/>
        </p:nvGraphicFramePr>
        <p:xfrm>
          <a:off x="2303463" y="2403475"/>
          <a:ext cx="3746500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" name="Equation" r:id="rId7" imgW="89916000" imgH="23774400" progId="Equation.DSMT4">
                  <p:embed/>
                </p:oleObj>
              </mc:Choice>
              <mc:Fallback>
                <p:oleObj name="Equation" r:id="rId7" imgW="89916000" imgH="23774400" progId="Equation.DSMT4">
                  <p:embed/>
                  <p:pic>
                    <p:nvPicPr>
                      <p:cNvPr id="0" name="图片 614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303463" y="2403475"/>
                        <a:ext cx="3746500" cy="990600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6197910" y="2348880"/>
          <a:ext cx="438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9" name="Equation" r:id="rId9" imgW="356870" imgH="479425" progId="Equation.3">
                  <p:embed/>
                </p:oleObj>
              </mc:Choice>
              <mc:Fallback>
                <p:oleObj name="Equation" r:id="rId9" imgW="356870" imgH="479425" progId="Equation.3">
                  <p:embed/>
                  <p:pic>
                    <p:nvPicPr>
                      <p:cNvPr id="0" name="图片 614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197910" y="2348880"/>
                        <a:ext cx="43815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4"/>
          <p:cNvGraphicFramePr>
            <a:graphicFrameLocks noChangeAspect="1"/>
          </p:cNvGraphicFramePr>
          <p:nvPr/>
        </p:nvGraphicFramePr>
        <p:xfrm>
          <a:off x="8760296" y="2420888"/>
          <a:ext cx="43815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0" name="Equation" r:id="rId11" imgW="356870" imgH="479425" progId="Equation.3">
                  <p:embed/>
                </p:oleObj>
              </mc:Choice>
              <mc:Fallback>
                <p:oleObj name="Equation" r:id="rId11" imgW="356870" imgH="479425" progId="Equation.3">
                  <p:embed/>
                  <p:pic>
                    <p:nvPicPr>
                      <p:cNvPr id="0" name="图片 614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8760296" y="2420888"/>
                        <a:ext cx="438150" cy="584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3124200" y="1412776"/>
          <a:ext cx="3657600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1" name="Equation" r:id="rId13" imgW="45720000" imgH="10972800" progId="Equation.3">
                  <p:embed/>
                </p:oleObj>
              </mc:Choice>
              <mc:Fallback>
                <p:oleObj name="Equation" r:id="rId13" imgW="45720000" imgH="10972800" progId="Equation.3">
                  <p:embed/>
                  <p:pic>
                    <p:nvPicPr>
                      <p:cNvPr id="0" name="图片 615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124200" y="1412776"/>
                        <a:ext cx="3657600" cy="877888"/>
                      </a:xfrm>
                      <a:prstGeom prst="rect">
                        <a:avLst/>
                      </a:prstGeom>
                      <a:noFill/>
                      <a:ln w="57150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2245839" y="1628800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ea typeface="黑体" panose="02010609060101010101" pitchFamily="49" charset="-122"/>
              </a:rPr>
              <a:t>其中</a:t>
            </a:r>
            <a:endParaRPr lang="zh-CN" altLang="en-US" sz="2800" b="1" dirty="0">
              <a:ea typeface="黑体" panose="02010609060101010101" pitchFamily="49" charset="-122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2590800" y="5301208"/>
            <a:ext cx="7353300" cy="5760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4925">
            <a:solidFill>
              <a:schemeClr val="accent5"/>
            </a:solidFill>
            <a:miter lim="800000"/>
          </a:ln>
          <a:effectLst/>
        </p:spPr>
        <p:txBody>
          <a:bodyPr/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经验：注意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将易求极限的因式分离出来</a:t>
            </a:r>
            <a:r>
              <a:rPr lang="en-US" altLang="zh-CN" sz="2800" b="1" dirty="0">
                <a:latin typeface="华文新魏" panose="02010800040101010101" pitchFamily="2" charset="-122"/>
                <a:ea typeface="华文新魏" panose="02010800040101010101" pitchFamily="2" charset="-122"/>
              </a:rPr>
              <a:t>.</a:t>
            </a:r>
            <a:endParaRPr lang="en-US" altLang="zh-CN" sz="28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3935760" y="260648"/>
          <a:ext cx="4241800" cy="109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Equation" r:id="rId15" imgW="101803200" imgH="26212800" progId="Equation.DSMT4">
                  <p:embed/>
                </p:oleObj>
              </mc:Choice>
              <mc:Fallback>
                <p:oleObj name="Equation" r:id="rId15" imgW="101803200" imgH="26212800" progId="Equation.DSMT4">
                  <p:embed/>
                  <p:pic>
                    <p:nvPicPr>
                      <p:cNvPr id="0" name="图片 615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935760" y="260648"/>
                        <a:ext cx="4241800" cy="1092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6267450" y="2447787"/>
          <a:ext cx="23114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Equation" r:id="rId17" imgW="55473600" imgH="21640800" progId="Equation.DSMT4">
                  <p:embed/>
                </p:oleObj>
              </mc:Choice>
              <mc:Fallback>
                <p:oleObj name="Equation" r:id="rId17" imgW="55473600" imgH="21640800" progId="Equation.DSMT4">
                  <p:embed/>
                  <p:pic>
                    <p:nvPicPr>
                      <p:cNvPr id="0" name="图片 615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267450" y="2447787"/>
                        <a:ext cx="2311400" cy="901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/>
        </p:nvGraphicFramePr>
        <p:xfrm>
          <a:off x="8733998" y="2531492"/>
          <a:ext cx="8636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Equation" r:id="rId19" imgW="20726400" imgH="19812000" progId="Equation.DSMT4">
                  <p:embed/>
                </p:oleObj>
              </mc:Choice>
              <mc:Fallback>
                <p:oleObj name="Equation" r:id="rId19" imgW="20726400" imgH="19812000" progId="Equation.DSMT4">
                  <p:embed/>
                  <p:pic>
                    <p:nvPicPr>
                      <p:cNvPr id="0" name="图片 61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8733998" y="2531492"/>
                        <a:ext cx="863600" cy="825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" name="直接箭头连接符 17"/>
          <p:cNvCxnSpPr/>
          <p:nvPr/>
        </p:nvCxnSpPr>
        <p:spPr>
          <a:xfrm flipV="1">
            <a:off x="3647728" y="1006348"/>
            <a:ext cx="0" cy="4433664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对象 18"/>
          <p:cNvGraphicFramePr>
            <a:graphicFrameLocks noChangeAspect="1"/>
          </p:cNvGraphicFramePr>
          <p:nvPr/>
        </p:nvGraphicFramePr>
        <p:xfrm>
          <a:off x="4367808" y="2924944"/>
          <a:ext cx="9271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Equation" r:id="rId21" imgW="22250400" imgH="11582400" progId="Equation.DSMT4">
                  <p:embed/>
                </p:oleObj>
              </mc:Choice>
              <mc:Fallback>
                <p:oleObj name="Equation" r:id="rId21" imgW="22250400" imgH="11582400" progId="Equation.DSMT4">
                  <p:embed/>
                  <p:pic>
                    <p:nvPicPr>
                      <p:cNvPr id="0" name="图片 615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367808" y="2924944"/>
                        <a:ext cx="927100" cy="4826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/>
          <p:cNvCxnSpPr/>
          <p:nvPr/>
        </p:nvCxnSpPr>
        <p:spPr>
          <a:xfrm>
            <a:off x="5303912" y="3356992"/>
            <a:ext cx="2664296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968208" y="3789040"/>
            <a:ext cx="143319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极限为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1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4943872" y="3356992"/>
            <a:ext cx="0" cy="2083020"/>
          </a:xfrm>
          <a:prstGeom prst="straightConnector1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12" grpId="0" bldLvl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 bwMode="auto">
          <a:xfrm>
            <a:off x="8001000" y="3581400"/>
            <a:ext cx="2438400" cy="2209800"/>
            <a:chOff x="4080" y="2256"/>
            <a:chExt cx="1536" cy="1392"/>
          </a:xfrm>
        </p:grpSpPr>
        <p:sp>
          <p:nvSpPr>
            <p:cNvPr id="3" name="Line 3"/>
            <p:cNvSpPr>
              <a:spLocks noChangeShapeType="1"/>
            </p:cNvSpPr>
            <p:nvPr/>
          </p:nvSpPr>
          <p:spPr bwMode="auto">
            <a:xfrm>
              <a:off x="4080" y="3120"/>
              <a:ext cx="153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" name="Object 4"/>
            <p:cNvGraphicFramePr>
              <a:graphicFrameLocks noChangeAspect="1"/>
            </p:cNvGraphicFramePr>
            <p:nvPr/>
          </p:nvGraphicFramePr>
          <p:xfrm>
            <a:off x="4640" y="3120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69" name="Equation" r:id="rId1" imgW="7010400" imgH="7620000" progId="Equation.DSMT4">
                    <p:embed/>
                  </p:oleObj>
                </mc:Choice>
                <mc:Fallback>
                  <p:oleObj name="Equation" r:id="rId1" imgW="7010400" imgH="7620000" progId="Equation.DSMT4">
                    <p:embed/>
                    <p:pic>
                      <p:nvPicPr>
                        <p:cNvPr id="0" name="图片 716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640" y="3120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Line 5"/>
            <p:cNvSpPr>
              <a:spLocks noChangeShapeType="1"/>
            </p:cNvSpPr>
            <p:nvPr/>
          </p:nvSpPr>
          <p:spPr bwMode="auto">
            <a:xfrm flipV="1">
              <a:off x="4800" y="2256"/>
              <a:ext cx="0" cy="139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6" name="Object 6"/>
            <p:cNvGraphicFramePr>
              <a:graphicFrameLocks noChangeAspect="1"/>
            </p:cNvGraphicFramePr>
            <p:nvPr/>
          </p:nvGraphicFramePr>
          <p:xfrm>
            <a:off x="4864" y="2296"/>
            <a:ext cx="464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0" name="Equation" r:id="rId3" imgW="17678400" imgH="9448800" progId="Equation.DSMT4">
                    <p:embed/>
                  </p:oleObj>
                </mc:Choice>
                <mc:Fallback>
                  <p:oleObj name="Equation" r:id="rId3" imgW="17678400" imgH="9448800" progId="Equation.DSMT4">
                    <p:embed/>
                    <p:pic>
                      <p:nvPicPr>
                        <p:cNvPr id="0" name="图片 716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864" y="2296"/>
                          <a:ext cx="464" cy="248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7"/>
            <p:cNvGraphicFramePr>
              <a:graphicFrameLocks noChangeAspect="1"/>
            </p:cNvGraphicFramePr>
            <p:nvPr/>
          </p:nvGraphicFramePr>
          <p:xfrm>
            <a:off x="5472" y="3164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1" name="Equation" r:id="rId5" imgW="5486400" imgH="7315200" progId="Equation.DSMT4">
                    <p:embed/>
                  </p:oleObj>
                </mc:Choice>
                <mc:Fallback>
                  <p:oleObj name="Equation" r:id="rId5" imgW="5486400" imgH="7315200" progId="Equation.DSMT4">
                    <p:embed/>
                    <p:pic>
                      <p:nvPicPr>
                        <p:cNvPr id="0" name="图片 717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472" y="3164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444521" y="3565221"/>
            <a:ext cx="542798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2800" b="1" u="sng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                           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1876831" y="2314906"/>
            <a:ext cx="56483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kumimoji="1" lang="zh-CN" altLang="en-US" sz="2800" b="1" u="sng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上是凸弧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1876831" y="2940381"/>
            <a:ext cx="134429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拐点为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407827" y="2282989"/>
          <a:ext cx="2102076" cy="482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" name="Equation" r:id="rId7" imgW="24079200" imgH="5486400" progId="Equation.DSMT4">
                  <p:embed/>
                </p:oleObj>
              </mc:Choice>
              <mc:Fallback>
                <p:oleObj name="Equation" r:id="rId7" imgW="24079200" imgH="5486400" progId="Equation.DSMT4">
                  <p:embed/>
                  <p:pic>
                    <p:nvPicPr>
                      <p:cNvPr id="0" name="图片 7171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07827" y="2282989"/>
                        <a:ext cx="2102076" cy="4826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2927648" y="3450357"/>
          <a:ext cx="4344291" cy="482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Equation" r:id="rId9" imgW="49987200" imgH="5486400" progId="Equation.DSMT4">
                  <p:embed/>
                </p:oleObj>
              </mc:Choice>
              <mc:Fallback>
                <p:oleObj name="Equation" r:id="rId9" imgW="49987200" imgH="5486400" progId="Equation.DSMT4">
                  <p:embed/>
                  <p:pic>
                    <p:nvPicPr>
                      <p:cNvPr id="0" name="图片 7172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927648" y="3450357"/>
                        <a:ext cx="4344291" cy="4826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3"/>
          <p:cNvSpPr txBox="1">
            <a:spLocks noChangeArrowheads="1"/>
          </p:cNvSpPr>
          <p:nvPr/>
        </p:nvSpPr>
        <p:spPr bwMode="auto">
          <a:xfrm>
            <a:off x="2164666" y="4275137"/>
            <a:ext cx="89789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解：</a:t>
            </a:r>
            <a:endParaRPr kumimoji="1"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" name="Object 14"/>
          <p:cNvGraphicFramePr>
            <a:graphicFrameLocks noChangeAspect="1"/>
          </p:cNvGraphicFramePr>
          <p:nvPr/>
        </p:nvGraphicFramePr>
        <p:xfrm>
          <a:off x="3319463" y="4351338"/>
          <a:ext cx="4116387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4" name="Equation" r:id="rId11" imgW="99974400" imgH="10668000" progId="Equation.DSMT4">
                  <p:embed/>
                </p:oleObj>
              </mc:Choice>
              <mc:Fallback>
                <p:oleObj name="Equation" r:id="rId11" imgW="99974400" imgH="10668000" progId="Equation.DSMT4">
                  <p:embed/>
                  <p:pic>
                    <p:nvPicPr>
                      <p:cNvPr id="0" name="图片 7173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319463" y="4351338"/>
                        <a:ext cx="4116387" cy="4556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 Box 15"/>
          <p:cNvSpPr txBox="1">
            <a:spLocks noChangeArrowheads="1"/>
          </p:cNvSpPr>
          <p:nvPr/>
        </p:nvSpPr>
        <p:spPr bwMode="auto">
          <a:xfrm>
            <a:off x="1781126" y="4924425"/>
            <a:ext cx="707136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的正负作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大致的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示意图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 </a:t>
            </a:r>
            <a:r>
              <a:rPr kumimoji="1" lang="zh-CN" altLang="en-US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(仅参考其凹凸性</a:t>
            </a:r>
            <a:r>
              <a:rPr kumimoji="1" lang="en-US" altLang="zh-CN" sz="24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kumimoji="1" lang="en-US" altLang="zh-CN" sz="24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1847621" y="1585926"/>
            <a:ext cx="573913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形在区间 </a:t>
            </a:r>
            <a:r>
              <a:rPr kumimoji="1" lang="zh-CN" altLang="en-US" sz="2800" b="1" u="sng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                    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上是凹弧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; 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17"/>
          <p:cNvSpPr txBox="1">
            <a:spLocks noChangeArrowheads="1"/>
          </p:cNvSpPr>
          <p:nvPr/>
        </p:nvSpPr>
        <p:spPr bwMode="auto">
          <a:xfrm>
            <a:off x="4667021" y="915366"/>
            <a:ext cx="28581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则函数</a:t>
            </a:r>
            <a:r>
              <a:rPr kumimoji="1" lang="zh-CN" altLang="en-US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的图 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ct 19"/>
          <p:cNvGraphicFramePr>
            <a:graphicFrameLocks noChangeAspect="1"/>
          </p:cNvGraphicFramePr>
          <p:nvPr/>
        </p:nvGraphicFramePr>
        <p:xfrm>
          <a:off x="3593465" y="311785"/>
          <a:ext cx="36782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5" name="Equation" r:id="rId13" imgW="89306400" imgH="10668000" progId="Equation.DSMT4">
                  <p:embed/>
                </p:oleObj>
              </mc:Choice>
              <mc:Fallback>
                <p:oleObj name="Equation" r:id="rId13" imgW="89306400" imgH="10668000" progId="Equation.DSMT4">
                  <p:embed/>
                  <p:pic>
                    <p:nvPicPr>
                      <p:cNvPr id="0" name="图片 7174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593465" y="311785"/>
                        <a:ext cx="3678238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847939" y="915366"/>
            <a:ext cx="304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的图形如图所示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28"/>
          <p:cNvGraphicFramePr>
            <a:graphicFrameLocks noChangeAspect="1"/>
          </p:cNvGraphicFramePr>
          <p:nvPr/>
        </p:nvGraphicFramePr>
        <p:xfrm>
          <a:off x="3593247" y="1584246"/>
          <a:ext cx="2125433" cy="4826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6" name="Equation" r:id="rId15" imgW="24384000" imgH="5486400" progId="Equation.DSMT4">
                  <p:embed/>
                </p:oleObj>
              </mc:Choice>
              <mc:Fallback>
                <p:oleObj name="Equation" r:id="rId15" imgW="24384000" imgH="5486400" progId="Equation.DSMT4">
                  <p:embed/>
                  <p:pic>
                    <p:nvPicPr>
                      <p:cNvPr id="0" name="图片 7175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593247" y="1584246"/>
                        <a:ext cx="2125433" cy="482699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9"/>
          <p:cNvGraphicFramePr>
            <a:graphicFrameLocks noChangeAspect="1"/>
          </p:cNvGraphicFramePr>
          <p:nvPr/>
        </p:nvGraphicFramePr>
        <p:xfrm>
          <a:off x="9080500" y="1416050"/>
          <a:ext cx="8509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7" name="Equation" r:id="rId17" imgW="20421600" imgH="9753600" progId="Equation.DSMT4">
                  <p:embed/>
                </p:oleObj>
              </mc:Choice>
              <mc:Fallback>
                <p:oleObj name="Equation" r:id="rId17" imgW="20421600" imgH="9753600" progId="Equation.DSMT4">
                  <p:embed/>
                  <p:pic>
                    <p:nvPicPr>
                      <p:cNvPr id="0" name="图片 717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9080500" y="1416050"/>
                        <a:ext cx="8509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30"/>
          <p:cNvGrpSpPr/>
          <p:nvPr/>
        </p:nvGrpSpPr>
        <p:grpSpPr bwMode="auto">
          <a:xfrm>
            <a:off x="7924800" y="768350"/>
            <a:ext cx="2362200" cy="2393950"/>
            <a:chOff x="4032" y="484"/>
            <a:chExt cx="1488" cy="1508"/>
          </a:xfrm>
        </p:grpSpPr>
        <p:sp>
          <p:nvSpPr>
            <p:cNvPr id="24" name="Line 31"/>
            <p:cNvSpPr>
              <a:spLocks noChangeShapeType="1"/>
            </p:cNvSpPr>
            <p:nvPr/>
          </p:nvSpPr>
          <p:spPr bwMode="auto">
            <a:xfrm>
              <a:off x="4032" y="1344"/>
              <a:ext cx="14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 flipV="1">
              <a:off x="4704" y="504"/>
              <a:ext cx="0" cy="14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33"/>
            <p:cNvSpPr/>
            <p:nvPr/>
          </p:nvSpPr>
          <p:spPr bwMode="auto">
            <a:xfrm>
              <a:off x="4128" y="648"/>
              <a:ext cx="528" cy="1296"/>
            </a:xfrm>
            <a:custGeom>
              <a:avLst/>
              <a:gdLst>
                <a:gd name="T0" fmla="*/ 0 w 720"/>
                <a:gd name="T1" fmla="*/ 1392 h 1392"/>
                <a:gd name="T2" fmla="*/ 480 w 720"/>
                <a:gd name="T3" fmla="*/ 960 h 1392"/>
                <a:gd name="T4" fmla="*/ 720 w 720"/>
                <a:gd name="T5" fmla="*/ 0 h 1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20" h="1392">
                  <a:moveTo>
                    <a:pt x="0" y="1392"/>
                  </a:moveTo>
                  <a:cubicBezTo>
                    <a:pt x="180" y="1292"/>
                    <a:pt x="360" y="1192"/>
                    <a:pt x="480" y="960"/>
                  </a:cubicBezTo>
                  <a:cubicBezTo>
                    <a:pt x="600" y="728"/>
                    <a:pt x="660" y="364"/>
                    <a:pt x="720" y="0"/>
                  </a:cubicBezTo>
                </a:path>
              </a:pathLst>
            </a:custGeom>
            <a:noFill/>
            <a:ln w="3175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34"/>
            <p:cNvSpPr/>
            <p:nvPr/>
          </p:nvSpPr>
          <p:spPr bwMode="auto">
            <a:xfrm>
              <a:off x="4800" y="1056"/>
              <a:ext cx="528" cy="936"/>
            </a:xfrm>
            <a:custGeom>
              <a:avLst/>
              <a:gdLst>
                <a:gd name="T0" fmla="*/ 0 w 528"/>
                <a:gd name="T1" fmla="*/ 1248 h 1248"/>
                <a:gd name="T2" fmla="*/ 144 w 528"/>
                <a:gd name="T3" fmla="*/ 624 h 1248"/>
                <a:gd name="T4" fmla="*/ 528 w 528"/>
                <a:gd name="T5" fmla="*/ 0 h 1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8" h="1248">
                  <a:moveTo>
                    <a:pt x="0" y="1248"/>
                  </a:moveTo>
                  <a:cubicBezTo>
                    <a:pt x="28" y="1040"/>
                    <a:pt x="56" y="832"/>
                    <a:pt x="144" y="624"/>
                  </a:cubicBezTo>
                  <a:cubicBezTo>
                    <a:pt x="232" y="416"/>
                    <a:pt x="380" y="208"/>
                    <a:pt x="528" y="0"/>
                  </a:cubicBezTo>
                </a:path>
              </a:pathLst>
            </a:custGeom>
            <a:noFill/>
            <a:ln w="31750" cmpd="sng">
              <a:solidFill>
                <a:srgbClr val="FF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8" name="Object 35"/>
            <p:cNvGraphicFramePr>
              <a:graphicFrameLocks noChangeAspect="1"/>
            </p:cNvGraphicFramePr>
            <p:nvPr/>
          </p:nvGraphicFramePr>
          <p:xfrm>
            <a:off x="4540" y="1392"/>
            <a:ext cx="184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8" name="Equation" r:id="rId19" imgW="7010400" imgH="7620000" progId="Equation.DSMT4">
                    <p:embed/>
                  </p:oleObj>
                </mc:Choice>
                <mc:Fallback>
                  <p:oleObj name="Equation" r:id="rId19" imgW="7010400" imgH="7620000" progId="Equation.DSMT4">
                    <p:embed/>
                    <p:pic>
                      <p:nvPicPr>
                        <p:cNvPr id="0" name="图片 717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4540" y="1392"/>
                          <a:ext cx="184" cy="200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6"/>
            <p:cNvGraphicFramePr>
              <a:graphicFrameLocks noChangeAspect="1"/>
            </p:cNvGraphicFramePr>
            <p:nvPr/>
          </p:nvGraphicFramePr>
          <p:xfrm>
            <a:off x="5056" y="1300"/>
            <a:ext cx="224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79" name="Equation" r:id="rId21" imgW="8534400" imgH="10363200" progId="Equation.DSMT4">
                    <p:embed/>
                  </p:oleObj>
                </mc:Choice>
                <mc:Fallback>
                  <p:oleObj name="Equation" r:id="rId21" imgW="8534400" imgH="10363200" progId="Equation.DSMT4">
                    <p:embed/>
                    <p:pic>
                      <p:nvPicPr>
                        <p:cNvPr id="0" name="图片 717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056" y="1300"/>
                          <a:ext cx="224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7"/>
            <p:cNvGraphicFramePr>
              <a:graphicFrameLocks noChangeAspect="1"/>
            </p:cNvGraphicFramePr>
            <p:nvPr/>
          </p:nvGraphicFramePr>
          <p:xfrm>
            <a:off x="4292" y="1332"/>
            <a:ext cx="20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0" name="Equation" r:id="rId23" imgW="7620000" imgH="10363200" progId="Equation.DSMT4">
                    <p:embed/>
                  </p:oleObj>
                </mc:Choice>
                <mc:Fallback>
                  <p:oleObj name="Equation" r:id="rId23" imgW="7620000" imgH="10363200" progId="Equation.DSMT4">
                    <p:embed/>
                    <p:pic>
                      <p:nvPicPr>
                        <p:cNvPr id="0" name="图片 717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292" y="1332"/>
                          <a:ext cx="200" cy="2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" name="Object 38"/>
            <p:cNvGraphicFramePr>
              <a:graphicFrameLocks noChangeAspect="1"/>
            </p:cNvGraphicFramePr>
            <p:nvPr/>
          </p:nvGraphicFramePr>
          <p:xfrm>
            <a:off x="4744" y="484"/>
            <a:ext cx="160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1" name="Equation" r:id="rId25" imgW="6096000" imgH="7315200" progId="Equation.DSMT4">
                    <p:embed/>
                  </p:oleObj>
                </mc:Choice>
                <mc:Fallback>
                  <p:oleObj name="Equation" r:id="rId25" imgW="6096000" imgH="7315200" progId="Equation.DSMT4">
                    <p:embed/>
                    <p:pic>
                      <p:nvPicPr>
                        <p:cNvPr id="0" name="图片 718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4744" y="484"/>
                          <a:ext cx="160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9"/>
            <p:cNvGraphicFramePr>
              <a:graphicFrameLocks noChangeAspect="1"/>
            </p:cNvGraphicFramePr>
            <p:nvPr/>
          </p:nvGraphicFramePr>
          <p:xfrm>
            <a:off x="5376" y="1444"/>
            <a:ext cx="144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2" name="Equation" r:id="rId27" imgW="5486400" imgH="7315200" progId="Equation.DSMT4">
                    <p:embed/>
                  </p:oleObj>
                </mc:Choice>
                <mc:Fallback>
                  <p:oleObj name="Equation" r:id="rId27" imgW="5486400" imgH="7315200" progId="Equation.DSMT4">
                    <p:embed/>
                    <p:pic>
                      <p:nvPicPr>
                        <p:cNvPr id="0" name="图片 7181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376" y="1444"/>
                          <a:ext cx="144" cy="19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7" name="Object 44"/>
          <p:cNvGraphicFramePr>
            <a:graphicFrameLocks noChangeAspect="1"/>
          </p:cNvGraphicFramePr>
          <p:nvPr/>
        </p:nvGraphicFramePr>
        <p:xfrm>
          <a:off x="7235825" y="316865"/>
          <a:ext cx="841375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Equation" r:id="rId29" imgW="20421600" imgH="9753600" progId="Equation.DSMT4">
                  <p:embed/>
                </p:oleObj>
              </mc:Choice>
              <mc:Fallback>
                <p:oleObj name="Equation" r:id="rId29" imgW="20421600" imgH="9753600" progId="Equation.DSMT4">
                  <p:embed/>
                  <p:pic>
                    <p:nvPicPr>
                      <p:cNvPr id="0" name="图片 7182"/>
                      <p:cNvPicPr>
                        <a:picLocks noChangeAspect="1"/>
                      </p:cNvPicPr>
                      <p:nvPr/>
                    </p:nvPicPr>
                    <p:blipFill>
                      <a:blip r:embed="rId30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235825" y="316865"/>
                        <a:ext cx="841375" cy="417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1847605" y="278573"/>
            <a:ext cx="187960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8256396" y="2107241"/>
            <a:ext cx="882396" cy="2807568"/>
            <a:chOff x="6732396" y="2107241"/>
            <a:chExt cx="882396" cy="2807568"/>
          </a:xfrm>
        </p:grpSpPr>
        <p:sp>
          <p:nvSpPr>
            <p:cNvPr id="47" name="任意多边形 46"/>
            <p:cNvSpPr/>
            <p:nvPr/>
          </p:nvSpPr>
          <p:spPr>
            <a:xfrm>
              <a:off x="6732396" y="3526972"/>
              <a:ext cx="882396" cy="1269849"/>
            </a:xfrm>
            <a:custGeom>
              <a:avLst/>
              <a:gdLst>
                <a:gd name="connsiteX0" fmla="*/ 0 w 894303"/>
                <a:gd name="connsiteY0" fmla="*/ 0 h 1260139"/>
                <a:gd name="connsiteX1" fmla="*/ 271305 w 894303"/>
                <a:gd name="connsiteY1" fmla="*/ 341644 h 1260139"/>
                <a:gd name="connsiteX2" fmla="*/ 422030 w 894303"/>
                <a:gd name="connsiteY2" fmla="*/ 602902 h 1260139"/>
                <a:gd name="connsiteX3" fmla="*/ 733529 w 894303"/>
                <a:gd name="connsiteY3" fmla="*/ 1245996 h 1260139"/>
                <a:gd name="connsiteX4" fmla="*/ 894303 w 894303"/>
                <a:gd name="connsiteY4" fmla="*/ 984739 h 1260139"/>
                <a:gd name="connsiteX0-1" fmla="*/ 0 w 894303"/>
                <a:gd name="connsiteY0-2" fmla="*/ 0 h 1269584"/>
                <a:gd name="connsiteX1-3" fmla="*/ 271305 w 894303"/>
                <a:gd name="connsiteY1-4" fmla="*/ 341644 h 1269584"/>
                <a:gd name="connsiteX2-5" fmla="*/ 422030 w 894303"/>
                <a:gd name="connsiteY2-6" fmla="*/ 602902 h 1269584"/>
                <a:gd name="connsiteX3-7" fmla="*/ 663191 w 894303"/>
                <a:gd name="connsiteY3-8" fmla="*/ 1256044 h 1269584"/>
                <a:gd name="connsiteX4-9" fmla="*/ 894303 w 894303"/>
                <a:gd name="connsiteY4-10" fmla="*/ 984739 h 1269584"/>
                <a:gd name="connsiteX0-11" fmla="*/ 0 w 894303"/>
                <a:gd name="connsiteY0-12" fmla="*/ 0 h 1269584"/>
                <a:gd name="connsiteX1-13" fmla="*/ 301450 w 894303"/>
                <a:gd name="connsiteY1-14" fmla="*/ 311499 h 1269584"/>
                <a:gd name="connsiteX2-15" fmla="*/ 422030 w 894303"/>
                <a:gd name="connsiteY2-16" fmla="*/ 602902 h 1269584"/>
                <a:gd name="connsiteX3-17" fmla="*/ 663191 w 894303"/>
                <a:gd name="connsiteY3-18" fmla="*/ 1256044 h 1269584"/>
                <a:gd name="connsiteX4-19" fmla="*/ 894303 w 894303"/>
                <a:gd name="connsiteY4-20" fmla="*/ 984739 h 1269584"/>
                <a:gd name="connsiteX0-21" fmla="*/ 0 w 894303"/>
                <a:gd name="connsiteY0-22" fmla="*/ 0 h 1269584"/>
                <a:gd name="connsiteX1-23" fmla="*/ 211015 w 894303"/>
                <a:gd name="connsiteY1-24" fmla="*/ 180870 h 1269584"/>
                <a:gd name="connsiteX2-25" fmla="*/ 301450 w 894303"/>
                <a:gd name="connsiteY2-26" fmla="*/ 311499 h 1269584"/>
                <a:gd name="connsiteX3-27" fmla="*/ 422030 w 894303"/>
                <a:gd name="connsiteY3-28" fmla="*/ 602902 h 1269584"/>
                <a:gd name="connsiteX4-29" fmla="*/ 663191 w 894303"/>
                <a:gd name="connsiteY4-30" fmla="*/ 1256044 h 1269584"/>
                <a:gd name="connsiteX5" fmla="*/ 894303 w 894303"/>
                <a:gd name="connsiteY5" fmla="*/ 984739 h 1269584"/>
                <a:gd name="connsiteX0-31" fmla="*/ 0 w 882396"/>
                <a:gd name="connsiteY0-32" fmla="*/ 0 h 1269849"/>
                <a:gd name="connsiteX1-33" fmla="*/ 211015 w 882396"/>
                <a:gd name="connsiteY1-34" fmla="*/ 180870 h 1269849"/>
                <a:gd name="connsiteX2-35" fmla="*/ 301450 w 882396"/>
                <a:gd name="connsiteY2-36" fmla="*/ 311499 h 1269849"/>
                <a:gd name="connsiteX3-37" fmla="*/ 422030 w 882396"/>
                <a:gd name="connsiteY3-38" fmla="*/ 602902 h 1269849"/>
                <a:gd name="connsiteX4-39" fmla="*/ 663191 w 882396"/>
                <a:gd name="connsiteY4-40" fmla="*/ 1256044 h 1269849"/>
                <a:gd name="connsiteX5-41" fmla="*/ 882396 w 882396"/>
                <a:gd name="connsiteY5-42" fmla="*/ 987120 h 1269849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41" y="connsiteY5-42"/>
                </a:cxn>
              </a:cxnLst>
              <a:rect l="l" t="t" r="r" b="b"/>
              <a:pathLst>
                <a:path w="882396" h="1269849">
                  <a:moveTo>
                    <a:pt x="0" y="0"/>
                  </a:moveTo>
                  <a:cubicBezTo>
                    <a:pt x="33495" y="35169"/>
                    <a:pt x="160773" y="128953"/>
                    <a:pt x="211015" y="180870"/>
                  </a:cubicBezTo>
                  <a:cubicBezTo>
                    <a:pt x="261257" y="232787"/>
                    <a:pt x="266281" y="241160"/>
                    <a:pt x="301450" y="311499"/>
                  </a:cubicBezTo>
                  <a:cubicBezTo>
                    <a:pt x="336619" y="381838"/>
                    <a:pt x="361740" y="445478"/>
                    <a:pt x="422030" y="602902"/>
                  </a:cubicBezTo>
                  <a:cubicBezTo>
                    <a:pt x="482320" y="760326"/>
                    <a:pt x="586463" y="1192008"/>
                    <a:pt x="663191" y="1256044"/>
                  </a:cubicBezTo>
                  <a:cubicBezTo>
                    <a:pt x="739919" y="1320080"/>
                    <a:pt x="841365" y="1149568"/>
                    <a:pt x="882396" y="987120"/>
                  </a:cubicBezTo>
                </a:path>
              </a:pathLst>
            </a:cu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49" name="直接连接符 48"/>
            <p:cNvCxnSpPr/>
            <p:nvPr/>
          </p:nvCxnSpPr>
          <p:spPr>
            <a:xfrm>
              <a:off x="7236296" y="2107241"/>
              <a:ext cx="0" cy="280756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" name="组合 53"/>
          <p:cNvGrpSpPr/>
          <p:nvPr/>
        </p:nvGrpSpPr>
        <p:grpSpPr>
          <a:xfrm>
            <a:off x="9141699" y="2133600"/>
            <a:ext cx="963594" cy="3835121"/>
            <a:chOff x="7617699" y="2133600"/>
            <a:chExt cx="963594" cy="3835121"/>
          </a:xfrm>
        </p:grpSpPr>
        <p:sp>
          <p:nvSpPr>
            <p:cNvPr id="44" name="任意多边形 43"/>
            <p:cNvSpPr/>
            <p:nvPr/>
          </p:nvSpPr>
          <p:spPr>
            <a:xfrm>
              <a:off x="7617699" y="4156724"/>
              <a:ext cx="963594" cy="1811997"/>
            </a:xfrm>
            <a:custGeom>
              <a:avLst/>
              <a:gdLst>
                <a:gd name="connsiteX0" fmla="*/ 0 w 964641"/>
                <a:gd name="connsiteY0" fmla="*/ 495654 h 1791891"/>
                <a:gd name="connsiteX1" fmla="*/ 100483 w 964641"/>
                <a:gd name="connsiteY1" fmla="*/ 23381 h 1791891"/>
                <a:gd name="connsiteX2" fmla="*/ 452175 w 964641"/>
                <a:gd name="connsiteY2" fmla="*/ 1148796 h 1791891"/>
                <a:gd name="connsiteX3" fmla="*/ 693336 w 964641"/>
                <a:gd name="connsiteY3" fmla="*/ 1671311 h 1791891"/>
                <a:gd name="connsiteX4" fmla="*/ 964641 w 964641"/>
                <a:gd name="connsiteY4" fmla="*/ 1791891 h 1791891"/>
                <a:gd name="connsiteX0-1" fmla="*/ 0 w 944544"/>
                <a:gd name="connsiteY0-2" fmla="*/ 417613 h 1804285"/>
                <a:gd name="connsiteX1-3" fmla="*/ 80386 w 944544"/>
                <a:gd name="connsiteY1-4" fmla="*/ 35775 h 1804285"/>
                <a:gd name="connsiteX2-5" fmla="*/ 432078 w 944544"/>
                <a:gd name="connsiteY2-6" fmla="*/ 1161190 h 1804285"/>
                <a:gd name="connsiteX3-7" fmla="*/ 673239 w 944544"/>
                <a:gd name="connsiteY3-8" fmla="*/ 1683705 h 1804285"/>
                <a:gd name="connsiteX4-9" fmla="*/ 944544 w 944544"/>
                <a:gd name="connsiteY4-10" fmla="*/ 1804285 h 1804285"/>
                <a:gd name="connsiteX0-11" fmla="*/ 32632 w 977176"/>
                <a:gd name="connsiteY0-12" fmla="*/ 428005 h 1814677"/>
                <a:gd name="connsiteX1-13" fmla="*/ 2485 w 977176"/>
                <a:gd name="connsiteY1-14" fmla="*/ 237086 h 1814677"/>
                <a:gd name="connsiteX2-15" fmla="*/ 113018 w 977176"/>
                <a:gd name="connsiteY2-16" fmla="*/ 46167 h 1814677"/>
                <a:gd name="connsiteX3-17" fmla="*/ 464710 w 977176"/>
                <a:gd name="connsiteY3-18" fmla="*/ 1171582 h 1814677"/>
                <a:gd name="connsiteX4-19" fmla="*/ 705871 w 977176"/>
                <a:gd name="connsiteY4-20" fmla="*/ 1694097 h 1814677"/>
                <a:gd name="connsiteX5" fmla="*/ 977176 w 977176"/>
                <a:gd name="connsiteY5" fmla="*/ 1814677 h 1814677"/>
                <a:gd name="connsiteX0-21" fmla="*/ 5602 w 950146"/>
                <a:gd name="connsiteY0-22" fmla="*/ 424526 h 1811198"/>
                <a:gd name="connsiteX1-23" fmla="*/ 5600 w 950146"/>
                <a:gd name="connsiteY1-24" fmla="*/ 253704 h 1811198"/>
                <a:gd name="connsiteX2-25" fmla="*/ 85988 w 950146"/>
                <a:gd name="connsiteY2-26" fmla="*/ 42688 h 1811198"/>
                <a:gd name="connsiteX3-27" fmla="*/ 437680 w 950146"/>
                <a:gd name="connsiteY3-28" fmla="*/ 1168103 h 1811198"/>
                <a:gd name="connsiteX4-29" fmla="*/ 678841 w 950146"/>
                <a:gd name="connsiteY4-30" fmla="*/ 1690618 h 1811198"/>
                <a:gd name="connsiteX5-31" fmla="*/ 950146 w 950146"/>
                <a:gd name="connsiteY5-32" fmla="*/ 1811198 h 1811198"/>
                <a:gd name="connsiteX0-33" fmla="*/ 0 w 956450"/>
                <a:gd name="connsiteY0-34" fmla="*/ 410238 h 1811198"/>
                <a:gd name="connsiteX1-35" fmla="*/ 11904 w 956450"/>
                <a:gd name="connsiteY1-36" fmla="*/ 253704 h 1811198"/>
                <a:gd name="connsiteX2-37" fmla="*/ 92292 w 956450"/>
                <a:gd name="connsiteY2-38" fmla="*/ 42688 h 1811198"/>
                <a:gd name="connsiteX3-39" fmla="*/ 443984 w 956450"/>
                <a:gd name="connsiteY3-40" fmla="*/ 1168103 h 1811198"/>
                <a:gd name="connsiteX4-41" fmla="*/ 685145 w 956450"/>
                <a:gd name="connsiteY4-42" fmla="*/ 1690618 h 1811198"/>
                <a:gd name="connsiteX5-43" fmla="*/ 956450 w 956450"/>
                <a:gd name="connsiteY5-44" fmla="*/ 1811198 h 1811198"/>
                <a:gd name="connsiteX0-45" fmla="*/ 0 w 956450"/>
                <a:gd name="connsiteY0-46" fmla="*/ 398332 h 1811198"/>
                <a:gd name="connsiteX1-47" fmla="*/ 11904 w 956450"/>
                <a:gd name="connsiteY1-48" fmla="*/ 253704 h 1811198"/>
                <a:gd name="connsiteX2-49" fmla="*/ 92292 w 956450"/>
                <a:gd name="connsiteY2-50" fmla="*/ 42688 h 1811198"/>
                <a:gd name="connsiteX3-51" fmla="*/ 443984 w 956450"/>
                <a:gd name="connsiteY3-52" fmla="*/ 1168103 h 1811198"/>
                <a:gd name="connsiteX4-53" fmla="*/ 685145 w 956450"/>
                <a:gd name="connsiteY4-54" fmla="*/ 1690618 h 1811198"/>
                <a:gd name="connsiteX5-55" fmla="*/ 956450 w 956450"/>
                <a:gd name="connsiteY5-56" fmla="*/ 1811198 h 1811198"/>
                <a:gd name="connsiteX0-57" fmla="*/ 0 w 963594"/>
                <a:gd name="connsiteY0-58" fmla="*/ 381663 h 1811198"/>
                <a:gd name="connsiteX1-59" fmla="*/ 19048 w 963594"/>
                <a:gd name="connsiteY1-60" fmla="*/ 253704 h 1811198"/>
                <a:gd name="connsiteX2-61" fmla="*/ 99436 w 963594"/>
                <a:gd name="connsiteY2-62" fmla="*/ 42688 h 1811198"/>
                <a:gd name="connsiteX3-63" fmla="*/ 451128 w 963594"/>
                <a:gd name="connsiteY3-64" fmla="*/ 1168103 h 1811198"/>
                <a:gd name="connsiteX4-65" fmla="*/ 692289 w 963594"/>
                <a:gd name="connsiteY4-66" fmla="*/ 1690618 h 1811198"/>
                <a:gd name="connsiteX5-67" fmla="*/ 963594 w 963594"/>
                <a:gd name="connsiteY5-68" fmla="*/ 1811198 h 1811198"/>
                <a:gd name="connsiteX0-69" fmla="*/ 0 w 963594"/>
                <a:gd name="connsiteY0-70" fmla="*/ 382462 h 1811997"/>
                <a:gd name="connsiteX1-71" fmla="*/ 9523 w 963594"/>
                <a:gd name="connsiteY1-72" fmla="*/ 249740 h 1811997"/>
                <a:gd name="connsiteX2-73" fmla="*/ 99436 w 963594"/>
                <a:gd name="connsiteY2-74" fmla="*/ 43487 h 1811997"/>
                <a:gd name="connsiteX3-75" fmla="*/ 451128 w 963594"/>
                <a:gd name="connsiteY3-76" fmla="*/ 1168902 h 1811997"/>
                <a:gd name="connsiteX4-77" fmla="*/ 692289 w 963594"/>
                <a:gd name="connsiteY4-78" fmla="*/ 1691417 h 1811997"/>
                <a:gd name="connsiteX5-79" fmla="*/ 963594 w 963594"/>
                <a:gd name="connsiteY5-80" fmla="*/ 1811997 h 1811997"/>
                <a:gd name="connsiteX0-81" fmla="*/ 0 w 963594"/>
                <a:gd name="connsiteY0-82" fmla="*/ 382462 h 1811997"/>
                <a:gd name="connsiteX1-83" fmla="*/ 9523 w 963594"/>
                <a:gd name="connsiteY1-84" fmla="*/ 249740 h 1811997"/>
                <a:gd name="connsiteX2-85" fmla="*/ 99436 w 963594"/>
                <a:gd name="connsiteY2-86" fmla="*/ 43487 h 1811997"/>
                <a:gd name="connsiteX3-87" fmla="*/ 451128 w 963594"/>
                <a:gd name="connsiteY3-88" fmla="*/ 1168902 h 1811997"/>
                <a:gd name="connsiteX4-89" fmla="*/ 692289 w 963594"/>
                <a:gd name="connsiteY4-90" fmla="*/ 1691417 h 1811997"/>
                <a:gd name="connsiteX5-91" fmla="*/ 963594 w 963594"/>
                <a:gd name="connsiteY5-92" fmla="*/ 1811997 h 181199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31" y="connsiteY5-32"/>
                </a:cxn>
              </a:cxnLst>
              <a:rect l="l" t="t" r="r" b="b"/>
              <a:pathLst>
                <a:path w="963594" h="1811997">
                  <a:moveTo>
                    <a:pt x="0" y="382462"/>
                  </a:moveTo>
                  <a:cubicBezTo>
                    <a:pt x="1674" y="350642"/>
                    <a:pt x="5650" y="313380"/>
                    <a:pt x="9523" y="249740"/>
                  </a:cubicBezTo>
                  <a:cubicBezTo>
                    <a:pt x="22921" y="186100"/>
                    <a:pt x="25835" y="-109707"/>
                    <a:pt x="99436" y="43487"/>
                  </a:cubicBezTo>
                  <a:cubicBezTo>
                    <a:pt x="173037" y="196681"/>
                    <a:pt x="352319" y="894247"/>
                    <a:pt x="451128" y="1168902"/>
                  </a:cubicBezTo>
                  <a:cubicBezTo>
                    <a:pt x="549937" y="1443557"/>
                    <a:pt x="606878" y="1584235"/>
                    <a:pt x="692289" y="1691417"/>
                  </a:cubicBezTo>
                  <a:cubicBezTo>
                    <a:pt x="777700" y="1798599"/>
                    <a:pt x="870647" y="1805298"/>
                    <a:pt x="963594" y="1811997"/>
                  </a:cubicBezTo>
                </a:path>
              </a:pathLst>
            </a:cu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2" name="直接连接符 51"/>
            <p:cNvCxnSpPr>
              <a:endCxn id="44" idx="3"/>
            </p:cNvCxnSpPr>
            <p:nvPr/>
          </p:nvCxnSpPr>
          <p:spPr>
            <a:xfrm>
              <a:off x="8039100" y="2133600"/>
              <a:ext cx="29727" cy="319202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椭圆 54"/>
          <p:cNvSpPr/>
          <p:nvPr/>
        </p:nvSpPr>
        <p:spPr>
          <a:xfrm>
            <a:off x="8737436" y="436510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椭圆 55"/>
          <p:cNvSpPr/>
          <p:nvPr/>
        </p:nvSpPr>
        <p:spPr>
          <a:xfrm>
            <a:off x="9121140" y="4491225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椭圆 56"/>
          <p:cNvSpPr/>
          <p:nvPr/>
        </p:nvSpPr>
        <p:spPr>
          <a:xfrm>
            <a:off x="9563100" y="5302766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utoUpdateAnimBg="0" build="p"/>
      <p:bldP spid="15" grpId="0" advAuto="0" autoUpdateAnimBg="0" build="p"/>
      <p:bldP spid="55" grpId="0" bldLvl="0" animBg="1"/>
      <p:bldP spid="56" grpId="0" bldLvl="0" animBg="1"/>
      <p:bldP spid="57" grpId="0" bldLvl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圆角矩形 31"/>
          <p:cNvSpPr/>
          <p:nvPr/>
        </p:nvSpPr>
        <p:spPr>
          <a:xfrm>
            <a:off x="1703512" y="4881563"/>
            <a:ext cx="8763000" cy="136683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063750" y="381000"/>
            <a:ext cx="1752600" cy="609600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3962400" y="371475"/>
            <a:ext cx="990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3295650" y="495300"/>
          <a:ext cx="736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3" name="Equation" r:id="rId1" imgW="17678400" imgH="9448800" progId="Equation.DSMT4">
                  <p:embed/>
                </p:oleObj>
              </mc:Choice>
              <mc:Fallback>
                <p:oleObj name="Equation" r:id="rId1" imgW="17678400" imgH="9448800" progId="Equation.DSMT4">
                  <p:embed/>
                  <p:pic>
                    <p:nvPicPr>
                      <p:cNvPr id="0" name="图片 8192"/>
                      <p:cNvPicPr>
                        <a:picLocks noChangeAspect="1"/>
                      </p:cNvPicPr>
                      <p:nvPr/>
                    </p:nvPicPr>
                    <p:blipFill>
                      <a:blip r:embed="rId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295650" y="495300"/>
                        <a:ext cx="7366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4502150" y="520700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4" name="Equation" r:id="rId3" imgW="33832800" imgH="9448800" progId="Equation.DSMT4">
                  <p:embed/>
                </p:oleObj>
              </mc:Choice>
              <mc:Fallback>
                <p:oleObj name="Equation" r:id="rId3" imgW="33832800" imgH="9448800" progId="Equation.DSMT4">
                  <p:embed/>
                  <p:pic>
                    <p:nvPicPr>
                      <p:cNvPr id="0" name="图片 8193"/>
                      <p:cNvPicPr>
                        <a:picLocks noChangeAspect="1"/>
                      </p:cNvPicPr>
                      <p:nvPr/>
                    </p:nvPicPr>
                    <p:blipFill>
                      <a:blip r:embed="rId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502150" y="520700"/>
                        <a:ext cx="1409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5867400" y="425450"/>
            <a:ext cx="2362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上可导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1752600" y="1081088"/>
            <a:ext cx="6858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证明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( </a:t>
            </a:r>
            <a:r>
              <a:rPr kumimoji="1"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) 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至多只有一个零点 .  </a:t>
            </a:r>
            <a:r>
              <a:rPr kumimoji="1" lang="zh-CN" altLang="zh-CN" sz="2800" b="1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kumimoji="1" lang="en-US" altLang="zh-CN" sz="24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063750" y="1730375"/>
            <a:ext cx="1517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kumimoji="1"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 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3333750" y="1727200"/>
          <a:ext cx="2006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5" imgW="48158400" imgH="10972800" progId="Equation.DSMT4">
                  <p:embed/>
                </p:oleObj>
              </mc:Choice>
              <mc:Fallback>
                <p:oleObj name="Equation" r:id="rId5" imgW="48158400" imgH="10972800" progId="Equation.DSMT4">
                  <p:embed/>
                  <p:pic>
                    <p:nvPicPr>
                      <p:cNvPr id="0" name="图片 8194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33750" y="1727200"/>
                        <a:ext cx="20066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2063750" y="2438400"/>
            <a:ext cx="914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ct 11"/>
          <p:cNvGraphicFramePr>
            <a:graphicFrameLocks noChangeAspect="1"/>
          </p:cNvGraphicFramePr>
          <p:nvPr/>
        </p:nvGraphicFramePr>
        <p:xfrm>
          <a:off x="3416300" y="2413000"/>
          <a:ext cx="3454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6" name="Equation" r:id="rId7" imgW="82905600" imgH="10972800" progId="Equation.DSMT4">
                  <p:embed/>
                </p:oleObj>
              </mc:Choice>
              <mc:Fallback>
                <p:oleObj name="Equation" r:id="rId7" imgW="82905600" imgH="10972800" progId="Equation.DSMT4">
                  <p:embed/>
                  <p:pic>
                    <p:nvPicPr>
                      <p:cNvPr id="0" name="图片 8195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416300" y="2413000"/>
                        <a:ext cx="34544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2"/>
          <p:cNvGraphicFramePr>
            <a:graphicFrameLocks noChangeAspect="1"/>
          </p:cNvGraphicFramePr>
          <p:nvPr/>
        </p:nvGraphicFramePr>
        <p:xfrm>
          <a:off x="7010400" y="2484438"/>
          <a:ext cx="4953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7" name="Equation" r:id="rId9" imgW="11887200" imgH="9448800" progId="Equation.DSMT4">
                  <p:embed/>
                </p:oleObj>
              </mc:Choice>
              <mc:Fallback>
                <p:oleObj name="Equation" r:id="rId9" imgW="11887200" imgH="9448800" progId="Equation.DSMT4">
                  <p:embed/>
                  <p:pic>
                    <p:nvPicPr>
                      <p:cNvPr id="0" name="图片 8196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010400" y="2484438"/>
                        <a:ext cx="4953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3"/>
          <p:cNvGraphicFramePr>
            <a:graphicFrameLocks noChangeAspect="1"/>
          </p:cNvGraphicFramePr>
          <p:nvPr/>
        </p:nvGraphicFramePr>
        <p:xfrm>
          <a:off x="7747000" y="508000"/>
          <a:ext cx="24511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" name="Equation" r:id="rId11" imgW="58826400" imgH="9753600" progId="Equation.DSMT4">
                  <p:embed/>
                </p:oleObj>
              </mc:Choice>
              <mc:Fallback>
                <p:oleObj name="Equation" r:id="rId11" imgW="58826400" imgH="9753600" progId="Equation.DSMT4">
                  <p:embed/>
                  <p:pic>
                    <p:nvPicPr>
                      <p:cNvPr id="0" name="图片 8197"/>
                      <p:cNvPicPr>
                        <a:picLocks noChangeAspect="1"/>
                      </p:cNvPicPr>
                      <p:nvPr/>
                    </p:nvPicPr>
                    <p:blipFill>
                      <a:blip r:embed="rId1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7747000" y="508000"/>
                        <a:ext cx="24511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2063750" y="3084513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" name="Object 15"/>
          <p:cNvGraphicFramePr>
            <a:graphicFrameLocks noChangeAspect="1"/>
          </p:cNvGraphicFramePr>
          <p:nvPr/>
        </p:nvGraphicFramePr>
        <p:xfrm>
          <a:off x="2571750" y="3187700"/>
          <a:ext cx="698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Equation" r:id="rId13" imgW="16764000" imgH="9448800" progId="Equation.DSMT4">
                  <p:embed/>
                </p:oleObj>
              </mc:Choice>
              <mc:Fallback>
                <p:oleObj name="Equation" r:id="rId13" imgW="16764000" imgH="9448800" progId="Equation.DSMT4">
                  <p:embed/>
                  <p:pic>
                    <p:nvPicPr>
                      <p:cNvPr id="0" name="图片 8198"/>
                      <p:cNvPicPr>
                        <a:picLocks noChangeAspect="1"/>
                      </p:cNvPicPr>
                      <p:nvPr/>
                    </p:nvPicPr>
                    <p:blipFill>
                      <a:blip r:embed="rId14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2571750" y="3187700"/>
                        <a:ext cx="6985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16"/>
          <p:cNvSpPr txBox="1">
            <a:spLocks noChangeArrowheads="1"/>
          </p:cNvSpPr>
          <p:nvPr/>
        </p:nvSpPr>
        <p:spPr bwMode="auto">
          <a:xfrm>
            <a:off x="3175000" y="3084513"/>
            <a:ext cx="762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Object 17"/>
          <p:cNvGraphicFramePr>
            <a:graphicFrameLocks noChangeAspect="1"/>
          </p:cNvGraphicFramePr>
          <p:nvPr/>
        </p:nvGraphicFramePr>
        <p:xfrm>
          <a:off x="3689350" y="3167063"/>
          <a:ext cx="14097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0" name="Equation" r:id="rId15" imgW="33832800" imgH="9448800" progId="Equation.DSMT4">
                  <p:embed/>
                </p:oleObj>
              </mc:Choice>
              <mc:Fallback>
                <p:oleObj name="Equation" r:id="rId15" imgW="33832800" imgH="9448800" progId="Equation.DSMT4">
                  <p:embed/>
                  <p:pic>
                    <p:nvPicPr>
                      <p:cNvPr id="0" name="图片 8199"/>
                      <p:cNvPicPr>
                        <a:picLocks noChangeAspect="1"/>
                      </p:cNvPicPr>
                      <p:nvPr/>
                    </p:nvPicPr>
                    <p:blipFill>
                      <a:blip r:embed="rId16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3689350" y="3167063"/>
                        <a:ext cx="1409700" cy="3937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5029200" y="3114675"/>
            <a:ext cx="3124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上连续单调递增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7772400" y="3098800"/>
            <a:ext cx="25146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从而至多只有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0" name="Text Box 20"/>
          <p:cNvSpPr txBox="1">
            <a:spLocks noChangeArrowheads="1"/>
          </p:cNvSpPr>
          <p:nvPr/>
        </p:nvSpPr>
        <p:spPr bwMode="auto">
          <a:xfrm>
            <a:off x="1676400" y="3733800"/>
            <a:ext cx="1981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一个零点 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1"/>
          <p:cNvSpPr txBox="1">
            <a:spLocks noChangeArrowheads="1"/>
          </p:cNvSpPr>
          <p:nvPr/>
        </p:nvSpPr>
        <p:spPr bwMode="auto">
          <a:xfrm>
            <a:off x="2063750" y="4362450"/>
            <a:ext cx="1295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又因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2"/>
          <p:cNvGraphicFramePr>
            <a:graphicFrameLocks noChangeAspect="1"/>
          </p:cNvGraphicFramePr>
          <p:nvPr/>
        </p:nvGraphicFramePr>
        <p:xfrm>
          <a:off x="3009900" y="4394200"/>
          <a:ext cx="9779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1" name="Equation" r:id="rId17" imgW="23469600" imgH="10972800" progId="Equation.DSMT4">
                  <p:embed/>
                </p:oleObj>
              </mc:Choice>
              <mc:Fallback>
                <p:oleObj name="Equation" r:id="rId17" imgW="23469600" imgH="10972800" progId="Equation.DSMT4">
                  <p:embed/>
                  <p:pic>
                    <p:nvPicPr>
                      <p:cNvPr id="0" name="图片 820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009900" y="4394200"/>
                        <a:ext cx="9779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Text Box 23"/>
          <p:cNvSpPr txBox="1">
            <a:spLocks noChangeArrowheads="1"/>
          </p:cNvSpPr>
          <p:nvPr/>
        </p:nvSpPr>
        <p:spPr bwMode="auto">
          <a:xfrm>
            <a:off x="4038600" y="4362450"/>
            <a:ext cx="1066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因此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24"/>
          <p:cNvGraphicFramePr>
            <a:graphicFrameLocks noChangeAspect="1"/>
          </p:cNvGraphicFramePr>
          <p:nvPr/>
        </p:nvGraphicFramePr>
        <p:xfrm>
          <a:off x="4871864" y="4437112"/>
          <a:ext cx="638497" cy="381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Equation" r:id="rId19" imgW="8229600" imgH="4876800" progId="Equation.DSMT4">
                  <p:embed/>
                </p:oleObj>
              </mc:Choice>
              <mc:Fallback>
                <p:oleObj name="Equation" r:id="rId19" imgW="8229600" imgH="4876800" progId="Equation.DSMT4">
                  <p:embed/>
                  <p:pic>
                    <p:nvPicPr>
                      <p:cNvPr id="0" name="图片 8201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871864" y="4437112"/>
                        <a:ext cx="638497" cy="38104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25"/>
          <p:cNvSpPr txBox="1">
            <a:spLocks noChangeArrowheads="1"/>
          </p:cNvSpPr>
          <p:nvPr/>
        </p:nvSpPr>
        <p:spPr bwMode="auto">
          <a:xfrm>
            <a:off x="5562600" y="4343400"/>
            <a:ext cx="3733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也</a:t>
            </a:r>
            <a:r>
              <a:rPr kumimoji="1" lang="zh-CN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至多只有一个零点 .</a:t>
            </a:r>
            <a:endParaRPr kumimoji="1" lang="en-US" altLang="zh-CN" sz="2800" b="1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6" name="Text Box 26"/>
          <p:cNvSpPr txBox="1">
            <a:spLocks noChangeArrowheads="1"/>
          </p:cNvSpPr>
          <p:nvPr/>
        </p:nvSpPr>
        <p:spPr bwMode="auto">
          <a:xfrm>
            <a:off x="2243262" y="5029200"/>
            <a:ext cx="2741613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思考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若题中</a:t>
            </a:r>
            <a:endParaRPr kumimoji="1"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7" name="Object 27"/>
          <p:cNvGraphicFramePr>
            <a:graphicFrameLocks noChangeAspect="1"/>
          </p:cNvGraphicFramePr>
          <p:nvPr/>
        </p:nvGraphicFramePr>
        <p:xfrm>
          <a:off x="4338762" y="5111750"/>
          <a:ext cx="2336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Equation" r:id="rId21" imgW="56083200" imgH="9753600" progId="Equation.DSMT4">
                  <p:embed/>
                </p:oleObj>
              </mc:Choice>
              <mc:Fallback>
                <p:oleObj name="Equation" r:id="rId21" imgW="56083200" imgH="9753600" progId="Equation.DSMT4">
                  <p:embed/>
                  <p:pic>
                    <p:nvPicPr>
                      <p:cNvPr id="0" name="图片 8202"/>
                      <p:cNvPicPr>
                        <a:picLocks noChangeAspect="1"/>
                      </p:cNvPicPr>
                      <p:nvPr/>
                    </p:nvPicPr>
                    <p:blipFill>
                      <a:blip r:embed="rId22">
                        <a:biLevel thresh="50000"/>
                        <a:grayscl/>
                      </a:blip>
                      <a:stretch>
                        <a:fillRect/>
                      </a:stretch>
                    </p:blipFill>
                    <p:spPr>
                      <a:xfrm>
                        <a:off x="4338762" y="5111750"/>
                        <a:ext cx="2336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28"/>
          <p:cNvSpPr txBox="1">
            <a:spLocks noChangeArrowheads="1"/>
          </p:cNvSpPr>
          <p:nvPr/>
        </p:nvSpPr>
        <p:spPr bwMode="auto">
          <a:xfrm>
            <a:off x="6732712" y="5029200"/>
            <a:ext cx="1066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改为</a:t>
            </a:r>
            <a:endParaRPr kumimoji="1"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29"/>
          <p:cNvGraphicFramePr>
            <a:graphicFrameLocks noChangeAspect="1"/>
          </p:cNvGraphicFramePr>
          <p:nvPr/>
        </p:nvGraphicFramePr>
        <p:xfrm>
          <a:off x="7697912" y="5105400"/>
          <a:ext cx="25400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4" name="Equation" r:id="rId23" imgW="2977515" imgH="490855" progId="Equation.3">
                  <p:embed/>
                </p:oleObj>
              </mc:Choice>
              <mc:Fallback>
                <p:oleObj name="Equation" r:id="rId23" imgW="2977515" imgH="490855" progId="Equation.3">
                  <p:embed/>
                  <p:pic>
                    <p:nvPicPr>
                      <p:cNvPr id="0" name="图片 8203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7697912" y="5105400"/>
                        <a:ext cx="2540000" cy="41910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14CD68"/>
                          </a:gs>
                          <a:gs pos="100000">
                            <a:srgbClr val="0B6E38"/>
                          </a:gs>
                        </a:gsLst>
                        <a:lin ang="5400000" scaled="0"/>
                      </a:gradFill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0"/>
          <p:cNvSpPr txBox="1">
            <a:spLocks noChangeArrowheads="1"/>
          </p:cNvSpPr>
          <p:nvPr/>
        </p:nvSpPr>
        <p:spPr bwMode="auto">
          <a:xfrm>
            <a:off x="1857500" y="5729288"/>
            <a:ext cx="5713412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其它不变时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kumimoji="1"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如何设辅助函数</a:t>
            </a:r>
            <a:r>
              <a:rPr kumimoji="1"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?</a:t>
            </a:r>
            <a:endParaRPr kumimoji="1"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1" name="Object 31"/>
          <p:cNvGraphicFramePr>
            <a:graphicFrameLocks noChangeAspect="1"/>
          </p:cNvGraphicFramePr>
          <p:nvPr/>
        </p:nvGraphicFramePr>
        <p:xfrm>
          <a:off x="7507412" y="5740400"/>
          <a:ext cx="21463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5" name="Equation" r:id="rId25" imgW="51511200" imgH="10972800" progId="Equation.DSMT4">
                  <p:embed/>
                </p:oleObj>
              </mc:Choice>
              <mc:Fallback>
                <p:oleObj name="Equation" r:id="rId25" imgW="51511200" imgH="10972800" progId="Equation.DSMT4">
                  <p:embed/>
                  <p:pic>
                    <p:nvPicPr>
                      <p:cNvPr id="0" name="图片 8204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7507412" y="5740400"/>
                        <a:ext cx="2146300" cy="457200"/>
                      </a:xfrm>
                      <a:prstGeom prst="rect">
                        <a:avLst/>
                      </a:prstGeom>
                      <a:gradFill>
                        <a:gsLst>
                          <a:gs pos="0">
                            <a:srgbClr val="FBFB11"/>
                          </a:gs>
                          <a:gs pos="100000">
                            <a:srgbClr val="838309"/>
                          </a:gs>
                        </a:gsLst>
                        <a:lin ang="5400000" scaled="0"/>
                      </a:gradFill>
                      <a:ln w="9525" cap="flat" cmpd="sng">
                        <a:solidFill>
                          <a:srgbClr val="0070C0"/>
                        </a:solidFill>
                        <a:prstDash val="solid"/>
                        <a:miter/>
                        <a:headEnd type="none" w="med" len="med"/>
                        <a:tailEnd type="none" w="med" len="med"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9296400" y="4362450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500"/>
                            </p:stCondLst>
                            <p:childTnLst>
                              <p:par>
                                <p:cTn id="4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2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7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ldLvl="0" animBg="1"/>
      <p:bldP spid="8" grpId="0" autoUpdateAnimBg="0"/>
      <p:bldP spid="10" grpId="0" autoUpdateAnimBg="0"/>
      <p:bldP spid="14" grpId="0" autoUpdateAnimBg="0"/>
      <p:bldP spid="16" grpId="0" autoUpdateAnimBg="0"/>
      <p:bldP spid="18" grpId="0" autoUpdateAnimBg="0"/>
      <p:bldP spid="19" grpId="0" autoUpdateAnimBg="0"/>
      <p:bldP spid="20" grpId="0" autoUpdateAnimBg="0"/>
      <p:bldP spid="21" grpId="0" autoUpdateAnimBg="0"/>
      <p:bldP spid="23" grpId="0" autoUpdateAnimBg="0"/>
      <p:bldP spid="25" grpId="0" autoUpdateAnimBg="0"/>
      <p:bldP spid="26" grpId="0" bldLvl="0" animBg="1" autoUpdateAnimBg="0"/>
      <p:bldP spid="28" grpId="0" bldLvl="0" animBg="1" autoUpdateAnimBg="0"/>
      <p:bldP spid="30" grpId="0" bldLvl="0" animBg="1" autoUpdateAnimBg="0"/>
      <p:bldP spid="3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2133600" y="304800"/>
            <a:ext cx="1219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accent2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4.</a:t>
            </a:r>
            <a:endParaRPr lang="en-US" altLang="zh-CN" sz="2800" b="1" dirty="0">
              <a:solidFill>
                <a:srgbClr val="7030A0"/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 Box 10"/>
          <p:cNvSpPr txBox="1">
            <a:spLocks noChangeArrowheads="1"/>
          </p:cNvSpPr>
          <p:nvPr/>
        </p:nvSpPr>
        <p:spPr bwMode="auto">
          <a:xfrm>
            <a:off x="2909888" y="295275"/>
            <a:ext cx="74333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设函数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[0, 3]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(0, 3)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内可导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 </a:t>
            </a:r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" name="Object 11"/>
          <p:cNvGraphicFramePr>
            <a:graphicFrameLocks noChangeAspect="1"/>
          </p:cNvGraphicFramePr>
          <p:nvPr/>
        </p:nvGraphicFramePr>
        <p:xfrm>
          <a:off x="1828800" y="965200"/>
          <a:ext cx="46990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7" name="Equation" r:id="rId1" imgW="5497830" imgH="479425" progId="Equation.3">
                  <p:embed/>
                </p:oleObj>
              </mc:Choice>
              <mc:Fallback>
                <p:oleObj name="Equation" r:id="rId1" imgW="5497830" imgH="479425" progId="Equation.3">
                  <p:embed/>
                  <p:pic>
                    <p:nvPicPr>
                      <p:cNvPr id="0" name="图片 9216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828800" y="965200"/>
                        <a:ext cx="46990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12"/>
          <p:cNvGraphicFramePr>
            <a:graphicFrameLocks noChangeAspect="1"/>
          </p:cNvGraphicFramePr>
          <p:nvPr/>
        </p:nvGraphicFramePr>
        <p:xfrm>
          <a:off x="8534400" y="914400"/>
          <a:ext cx="18923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8" name="Equation" r:id="rId3" imgW="2219325" imgH="523875" progId="Equation.3">
                  <p:embed/>
                </p:oleObj>
              </mc:Choice>
              <mc:Fallback>
                <p:oleObj name="Equation" r:id="rId3" imgW="2219325" imgH="523875" progId="Equation.3">
                  <p:embed/>
                  <p:pic>
                    <p:nvPicPr>
                      <p:cNvPr id="0" name="图片 92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534400" y="914400"/>
                        <a:ext cx="18923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13"/>
          <p:cNvGraphicFramePr>
            <a:graphicFrameLocks noChangeAspect="1"/>
          </p:cNvGraphicFramePr>
          <p:nvPr/>
        </p:nvGraphicFramePr>
        <p:xfrm>
          <a:off x="1828800" y="1524000"/>
          <a:ext cx="1460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5" imgW="1706245" imgH="490855" progId="Equation.3">
                  <p:embed/>
                </p:oleObj>
              </mc:Choice>
              <mc:Fallback>
                <p:oleObj name="Equation" r:id="rId5" imgW="1706245" imgH="490855" progId="Equation.3">
                  <p:embed/>
                  <p:pic>
                    <p:nvPicPr>
                      <p:cNvPr id="0" name="图片 92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8800" y="1524000"/>
                        <a:ext cx="14605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2133600" y="4806950"/>
            <a:ext cx="36963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b="1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所给条件可写为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8" name="Object 15"/>
          <p:cNvGraphicFramePr>
            <a:graphicFrameLocks noChangeAspect="1"/>
          </p:cNvGraphicFramePr>
          <p:nvPr/>
        </p:nvGraphicFramePr>
        <p:xfrm>
          <a:off x="5867400" y="4737100"/>
          <a:ext cx="40386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0" name="Equation" r:id="rId7" imgW="4728210" imgH="791845" progId="Equation.3">
                  <p:embed/>
                </p:oleObj>
              </mc:Choice>
              <mc:Fallback>
                <p:oleObj name="Equation" r:id="rId7" imgW="4728210" imgH="791845" progId="Equation.3">
                  <p:embed/>
                  <p:pic>
                    <p:nvPicPr>
                      <p:cNvPr id="0" name="图片 92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867400" y="4737100"/>
                        <a:ext cx="40386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3352800" y="1447800"/>
            <a:ext cx="157861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(03</a:t>
            </a:r>
            <a:r>
              <a:rPr lang="zh-CN" altLang="en-US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考研</a:t>
            </a:r>
            <a:r>
              <a:rPr lang="en-US" altLang="zh-CN" sz="2800" b="1">
                <a:solidFill>
                  <a:schemeClr val="accent5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endParaRPr lang="en-US" altLang="zh-CN" sz="2800" b="1">
              <a:solidFill>
                <a:schemeClr val="accent5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Text Box 17"/>
          <p:cNvSpPr txBox="1">
            <a:spLocks noChangeArrowheads="1"/>
          </p:cNvSpPr>
          <p:nvPr/>
        </p:nvSpPr>
        <p:spPr bwMode="auto">
          <a:xfrm>
            <a:off x="6553200" y="852488"/>
            <a:ext cx="205930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试证必存在 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3124200" y="5576888"/>
            <a:ext cx="28416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想到找一点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c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使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2" name="Object 19"/>
          <p:cNvGraphicFramePr>
            <a:graphicFrameLocks noChangeAspect="1"/>
          </p:cNvGraphicFramePr>
          <p:nvPr/>
        </p:nvGraphicFramePr>
        <p:xfrm>
          <a:off x="6096000" y="5486400"/>
          <a:ext cx="3238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1" name="Equation" r:id="rId9" imgW="3791585" imgH="791845" progId="Equation.3">
                  <p:embed/>
                </p:oleObj>
              </mc:Choice>
              <mc:Fallback>
                <p:oleObj name="Equation" r:id="rId9" imgW="3791585" imgH="791845" progId="Equation.3">
                  <p:embed/>
                  <p:pic>
                    <p:nvPicPr>
                      <p:cNvPr id="0" name="图片 92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096000" y="5486400"/>
                        <a:ext cx="32385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20"/>
          <p:cNvSpPr>
            <a:spLocks noChangeShapeType="1"/>
          </p:cNvSpPr>
          <p:nvPr/>
        </p:nvSpPr>
        <p:spPr bwMode="auto">
          <a:xfrm>
            <a:off x="2209800" y="4648200"/>
            <a:ext cx="3657600" cy="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21"/>
          <p:cNvSpPr txBox="1">
            <a:spLocks noChangeArrowheads="1"/>
          </p:cNvSpPr>
          <p:nvPr/>
        </p:nvSpPr>
        <p:spPr bwMode="auto">
          <a:xfrm>
            <a:off x="2117725" y="1981200"/>
            <a:ext cx="428117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r>
              <a:rPr lang="en-US" altLang="zh-CN" sz="2800" b="1" dirty="0">
                <a:solidFill>
                  <a:srgbClr val="7030A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因 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[0, 3]</a:t>
            </a:r>
            <a:r>
              <a:rPr lang="zh-CN" altLang="en-US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lang="en-US" altLang="zh-CN"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lang="en-US" altLang="zh-CN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Text Box 22"/>
          <p:cNvSpPr txBox="1">
            <a:spLocks noChangeArrowheads="1"/>
          </p:cNvSpPr>
          <p:nvPr/>
        </p:nvSpPr>
        <p:spPr bwMode="auto">
          <a:xfrm>
            <a:off x="6248400" y="1981200"/>
            <a:ext cx="399034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所以在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[0, 2]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上连续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且在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" name="Text Box 23"/>
          <p:cNvSpPr txBox="1">
            <a:spLocks noChangeArrowheads="1"/>
          </p:cNvSpPr>
          <p:nvPr/>
        </p:nvSpPr>
        <p:spPr bwMode="auto">
          <a:xfrm>
            <a:off x="1812925" y="2590800"/>
            <a:ext cx="52076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[0, 2]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上有最大值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与最小值 </a:t>
            </a:r>
            <a:r>
              <a:rPr lang="en-US" altLang="zh-CN" sz="2800" b="1" i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endParaRPr lang="en-US" altLang="zh-CN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7" name="Text Box 24"/>
          <p:cNvSpPr txBox="1">
            <a:spLocks noChangeArrowheads="1"/>
          </p:cNvSpPr>
          <p:nvPr/>
        </p:nvSpPr>
        <p:spPr bwMode="auto">
          <a:xfrm>
            <a:off x="6858000" y="2559050"/>
            <a:ext cx="54038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ct 25"/>
          <p:cNvGraphicFramePr>
            <a:graphicFrameLocks noChangeAspect="1"/>
          </p:cNvGraphicFramePr>
          <p:nvPr/>
        </p:nvGraphicFramePr>
        <p:xfrm>
          <a:off x="2286000" y="3276600"/>
          <a:ext cx="37846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2" name="Equation" r:id="rId11" imgW="4427220" imgH="479425" progId="Equation.3">
                  <p:embed/>
                </p:oleObj>
              </mc:Choice>
              <mc:Fallback>
                <p:oleObj name="Equation" r:id="rId11" imgW="4427220" imgH="479425" progId="Equation.3">
                  <p:embed/>
                  <p:pic>
                    <p:nvPicPr>
                      <p:cNvPr id="0" name="图片 92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286000" y="3276600"/>
                        <a:ext cx="37846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26"/>
          <p:cNvGraphicFramePr>
            <a:graphicFrameLocks noChangeAspect="1"/>
          </p:cNvGraphicFramePr>
          <p:nvPr/>
        </p:nvGraphicFramePr>
        <p:xfrm>
          <a:off x="6781800" y="3101975"/>
          <a:ext cx="35560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3" name="Equation" r:id="rId13" imgW="4159250" imgH="791845" progId="Equation.3">
                  <p:embed/>
                </p:oleObj>
              </mc:Choice>
              <mc:Fallback>
                <p:oleObj name="Equation" r:id="rId13" imgW="4159250" imgH="791845" progId="Equation.3">
                  <p:embed/>
                  <p:pic>
                    <p:nvPicPr>
                      <p:cNvPr id="0" name="图片 92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781800" y="3101975"/>
                        <a:ext cx="35560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AutoShape 27"/>
          <p:cNvSpPr>
            <a:spLocks noChangeArrowheads="1"/>
          </p:cNvSpPr>
          <p:nvPr/>
        </p:nvSpPr>
        <p:spPr bwMode="auto">
          <a:xfrm>
            <a:off x="6096000" y="3352800"/>
            <a:ext cx="609600" cy="152400"/>
          </a:xfrm>
          <a:prstGeom prst="rightArrow">
            <a:avLst>
              <a:gd name="adj1" fmla="val 50000"/>
              <a:gd name="adj2" fmla="val 100000"/>
            </a:avLst>
          </a:prstGeom>
          <a:gradFill>
            <a:gsLst>
              <a:gs pos="0">
                <a:srgbClr val="14CD68"/>
              </a:gs>
              <a:gs pos="100000">
                <a:srgbClr val="0B6E38"/>
              </a:gs>
            </a:gsLst>
            <a:lin ang="5400000" scaled="0"/>
          </a:gra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1" name="Text Box 28"/>
          <p:cNvSpPr txBox="1">
            <a:spLocks noChangeArrowheads="1"/>
          </p:cNvSpPr>
          <p:nvPr/>
        </p:nvSpPr>
        <p:spPr bwMode="auto">
          <a:xfrm>
            <a:off x="2117725" y="3810000"/>
            <a:ext cx="438213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介值定理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至少存在一点 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Object 29"/>
          <p:cNvGraphicFramePr>
            <a:graphicFrameLocks noChangeAspect="1"/>
          </p:cNvGraphicFramePr>
          <p:nvPr/>
        </p:nvGraphicFramePr>
        <p:xfrm>
          <a:off x="6400800" y="3822700"/>
          <a:ext cx="18796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4" name="Equation" r:id="rId15" imgW="2197100" imgH="523875" progId="Equation.3">
                  <p:embed/>
                </p:oleObj>
              </mc:Choice>
              <mc:Fallback>
                <p:oleObj name="Equation" r:id="rId15" imgW="2197100" imgH="523875" progId="Equation.3">
                  <p:embed/>
                  <p:pic>
                    <p:nvPicPr>
                      <p:cNvPr id="0" name="图片 92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400800" y="3822700"/>
                        <a:ext cx="18796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30"/>
          <p:cNvSpPr>
            <a:spLocks noChangeArrowheads="1"/>
          </p:cNvSpPr>
          <p:nvPr/>
        </p:nvSpPr>
        <p:spPr bwMode="auto">
          <a:xfrm>
            <a:off x="1631504" y="4333220"/>
            <a:ext cx="8928992" cy="19954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4" name="Object 31"/>
          <p:cNvGraphicFramePr>
            <a:graphicFrameLocks noChangeAspect="1"/>
          </p:cNvGraphicFramePr>
          <p:nvPr/>
        </p:nvGraphicFramePr>
        <p:xfrm>
          <a:off x="3352800" y="4432300"/>
          <a:ext cx="32385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5" name="Equation" r:id="rId17" imgW="3791585" imgH="791845" progId="Equation.3">
                  <p:embed/>
                </p:oleObj>
              </mc:Choice>
              <mc:Fallback>
                <p:oleObj name="Equation" r:id="rId17" imgW="3791585" imgH="791845" progId="Equation.3">
                  <p:embed/>
                  <p:pic>
                    <p:nvPicPr>
                      <p:cNvPr id="0" name="图片 92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352800" y="4432300"/>
                        <a:ext cx="3238500" cy="673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32"/>
          <p:cNvGraphicFramePr>
            <a:graphicFrameLocks noChangeAspect="1"/>
          </p:cNvGraphicFramePr>
          <p:nvPr/>
        </p:nvGraphicFramePr>
        <p:xfrm>
          <a:off x="6654800" y="4648200"/>
          <a:ext cx="4318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6" name="Equation" r:id="rId19" imgW="501650" imgH="356870" progId="Equation.3">
                  <p:embed/>
                </p:oleObj>
              </mc:Choice>
              <mc:Fallback>
                <p:oleObj name="Equation" r:id="rId19" imgW="501650" imgH="356870" progId="Equation.3">
                  <p:embed/>
                  <p:pic>
                    <p:nvPicPr>
                      <p:cNvPr id="0" name="图片 9225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6654800" y="4648200"/>
                        <a:ext cx="431800" cy="3048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33"/>
          <p:cNvGraphicFramePr>
            <a:graphicFrameLocks noChangeAspect="1"/>
          </p:cNvGraphicFramePr>
          <p:nvPr/>
        </p:nvGraphicFramePr>
        <p:xfrm>
          <a:off x="1828800" y="5308600"/>
          <a:ext cx="27432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7" name="Equation" r:id="rId21" imgW="3211830" imgH="479425" progId="Equation.3">
                  <p:embed/>
                </p:oleObj>
              </mc:Choice>
              <mc:Fallback>
                <p:oleObj name="Equation" r:id="rId21" imgW="3211830" imgH="479425" progId="Equation.3">
                  <p:embed/>
                  <p:pic>
                    <p:nvPicPr>
                      <p:cNvPr id="0" name="图片 9226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1828800" y="5308600"/>
                        <a:ext cx="27432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34"/>
          <p:cNvGraphicFramePr>
            <a:graphicFrameLocks noChangeAspect="1"/>
          </p:cNvGraphicFramePr>
          <p:nvPr/>
        </p:nvGraphicFramePr>
        <p:xfrm>
          <a:off x="4495800" y="5257800"/>
          <a:ext cx="6096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8" name="Equation" r:id="rId23" imgW="7136765" imgH="535305" progId="Equation.3">
                  <p:embed/>
                </p:oleObj>
              </mc:Choice>
              <mc:Fallback>
                <p:oleObj name="Equation" r:id="rId23" imgW="7136765" imgH="535305" progId="Equation.3">
                  <p:embed/>
                  <p:pic>
                    <p:nvPicPr>
                      <p:cNvPr id="0" name="图片 9227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4495800" y="5257800"/>
                        <a:ext cx="60960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35"/>
          <p:cNvSpPr txBox="1">
            <a:spLocks noChangeArrowheads="1"/>
          </p:cNvSpPr>
          <p:nvPr/>
        </p:nvSpPr>
        <p:spPr bwMode="auto">
          <a:xfrm>
            <a:off x="1736725" y="5805488"/>
            <a:ext cx="3667125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罗尔定理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知</a:t>
            </a:r>
            <a:r>
              <a:rPr lang="en-US" altLang="zh-CN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2800" b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必存在 </a:t>
            </a:r>
            <a:endParaRPr lang="zh-CN" altLang="en-US" sz="2800" b="1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9" name="Object 36"/>
          <p:cNvGraphicFramePr>
            <a:graphicFrameLocks noChangeAspect="1"/>
          </p:cNvGraphicFramePr>
          <p:nvPr/>
        </p:nvGraphicFramePr>
        <p:xfrm>
          <a:off x="5257800" y="5867400"/>
          <a:ext cx="458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Equation" r:id="rId25" imgW="5363845" imgH="523875" progId="Equation.3">
                  <p:embed/>
                </p:oleObj>
              </mc:Choice>
              <mc:Fallback>
                <p:oleObj name="Equation" r:id="rId25" imgW="5363845" imgH="523875" progId="Equation.3">
                  <p:embed/>
                  <p:pic>
                    <p:nvPicPr>
                      <p:cNvPr id="0" name="图片 9228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57800" y="5867400"/>
                        <a:ext cx="4584700" cy="444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Box 29"/>
          <p:cNvSpPr txBox="1"/>
          <p:nvPr/>
        </p:nvSpPr>
        <p:spPr>
          <a:xfrm>
            <a:off x="9702502" y="5805488"/>
            <a:ext cx="986790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证毕</a:t>
            </a:r>
            <a:r>
              <a:rPr lang="en-US" altLang="zh-CN" sz="2800" b="1" dirty="0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800" b="1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7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21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28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dvAuto="0" autoUpdateAnimBg="0" build="p"/>
      <p:bldP spid="9" grpId="0" advAuto="0" autoUpdateAnimBg="0" build="p"/>
      <p:bldP spid="10" grpId="0" autoUpdateAnimBg="0" build="p"/>
      <p:bldP spid="11" grpId="0" autoUpdateAnimBg="0" build="p"/>
      <p:bldP spid="13" grpId="0" bldLvl="0" animBg="1"/>
      <p:bldP spid="14" grpId="0" autoUpdateAnimBg="0" build="p"/>
      <p:bldP spid="15" grpId="0" autoUpdateAnimBg="0" build="p"/>
      <p:bldP spid="16" grpId="0" advAuto="0" autoUpdateAnimBg="0" build="p"/>
      <p:bldP spid="17" grpId="0" autoUpdateAnimBg="0" build="p"/>
      <p:bldP spid="20" grpId="0" bldLvl="0" animBg="1"/>
      <p:bldP spid="21" grpId="0" autoUpdateAnimBg="0" build="p"/>
      <p:bldP spid="23" grpId="0" bldLvl="0" animBg="1"/>
      <p:bldP spid="28" grpId="0" autoUpdateAnimBg="0" build="p"/>
      <p:bldP spid="3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2190279" y="333102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b="1" dirty="0" smtClean="0">
                <a:solidFill>
                  <a:srgbClr val="7030A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5.</a:t>
            </a:r>
            <a:endParaRPr lang="en-US" altLang="zh-CN" sz="2800" b="1" dirty="0">
              <a:solidFill>
                <a:srgbClr val="7030A0"/>
              </a:solidFill>
            </a:endParaRPr>
          </a:p>
        </p:txBody>
      </p:sp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2135560" y="116632"/>
          <a:ext cx="8352928" cy="16183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1" name="Equation" r:id="rId1" imgW="74371200" imgH="15240000" progId="Equation.DSMT4">
                  <p:embed/>
                </p:oleObj>
              </mc:Choice>
              <mc:Fallback>
                <p:oleObj name="Equation" r:id="rId1" imgW="74371200" imgH="15240000" progId="Equation.DSMT4">
                  <p:embed/>
                  <p:pic>
                    <p:nvPicPr>
                      <p:cNvPr id="0" name="图片 10240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35560" y="116632"/>
                        <a:ext cx="8352928" cy="161837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2436862" y="1765176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解：</a:t>
            </a:r>
            <a:endParaRPr lang="zh-CN" altLang="en-US" sz="2800" b="1" dirty="0">
              <a:solidFill>
                <a:srgbClr val="7030A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3159175" y="1841376"/>
          <a:ext cx="17399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2" name="公式" r:id="rId3" imgW="41757600" imgH="10363200" progId="Equation.3">
                  <p:embed/>
                </p:oleObj>
              </mc:Choice>
              <mc:Fallback>
                <p:oleObj name="公式" r:id="rId3" imgW="41757600" imgH="10363200" progId="Equation.3">
                  <p:embed/>
                  <p:pic>
                    <p:nvPicPr>
                      <p:cNvPr id="0" name="图片 10241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59175" y="1841376"/>
                        <a:ext cx="1739900" cy="430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>
            <a:graphicFrameLocks noChangeAspect="1"/>
          </p:cNvGraphicFramePr>
          <p:nvPr/>
        </p:nvGraphicFramePr>
        <p:xfrm>
          <a:off x="4987975" y="1854076"/>
          <a:ext cx="10922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3" name="公式" r:id="rId5" imgW="26212800" imgH="8839200" progId="Equation.3">
                  <p:embed/>
                </p:oleObj>
              </mc:Choice>
              <mc:Fallback>
                <p:oleObj name="公式" r:id="rId5" imgW="26212800" imgH="8839200" progId="Equation.3">
                  <p:embed/>
                  <p:pic>
                    <p:nvPicPr>
                      <p:cNvPr id="0" name="图片 10242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87975" y="1854076"/>
                        <a:ext cx="10922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/>
        </p:nvGraphicFramePr>
        <p:xfrm>
          <a:off x="3095675" y="2450976"/>
          <a:ext cx="4203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4" name="公式" r:id="rId7" imgW="100888800" imgH="10058400" progId="Equation.3">
                  <p:embed/>
                </p:oleObj>
              </mc:Choice>
              <mc:Fallback>
                <p:oleObj name="公式" r:id="rId7" imgW="100888800" imgH="10058400" progId="Equation.3">
                  <p:embed/>
                  <p:pic>
                    <p:nvPicPr>
                      <p:cNvPr id="0" name="图片 10243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095675" y="2450976"/>
                        <a:ext cx="4203700" cy="4191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9"/>
          <p:cNvGraphicFramePr>
            <a:graphicFrameLocks noChangeAspect="1"/>
          </p:cNvGraphicFramePr>
          <p:nvPr/>
        </p:nvGraphicFramePr>
        <p:xfrm>
          <a:off x="2651175" y="2984376"/>
          <a:ext cx="3327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5" name="公式" r:id="rId9" imgW="79857600" imgH="20116800" progId="Equation.3">
                  <p:embed/>
                </p:oleObj>
              </mc:Choice>
              <mc:Fallback>
                <p:oleObj name="公式" r:id="rId9" imgW="79857600" imgH="20116800" progId="Equation.3">
                  <p:embed/>
                  <p:pic>
                    <p:nvPicPr>
                      <p:cNvPr id="0" name="图片 10244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51175" y="2984376"/>
                        <a:ext cx="3327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>
            <a:graphicFrameLocks noChangeAspect="1"/>
          </p:cNvGraphicFramePr>
          <p:nvPr/>
        </p:nvGraphicFramePr>
        <p:xfrm>
          <a:off x="6003975" y="3212976"/>
          <a:ext cx="1384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6" name="公式" r:id="rId11" imgW="33223200" imgH="9448800" progId="Equation.3">
                  <p:embed/>
                </p:oleObj>
              </mc:Choice>
              <mc:Fallback>
                <p:oleObj name="公式" r:id="rId11" imgW="33223200" imgH="9448800" progId="Equation.3">
                  <p:embed/>
                  <p:pic>
                    <p:nvPicPr>
                      <p:cNvPr id="0" name="图片 10245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003975" y="3212976"/>
                        <a:ext cx="1384300" cy="3921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11"/>
          <p:cNvSpPr txBox="1">
            <a:spLocks noChangeArrowheads="1"/>
          </p:cNvSpPr>
          <p:nvPr/>
        </p:nvSpPr>
        <p:spPr bwMode="auto">
          <a:xfrm>
            <a:off x="7737525" y="3148206"/>
            <a:ext cx="18288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奇函数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1" name="Object 12"/>
          <p:cNvGraphicFramePr>
            <a:graphicFrameLocks noChangeAspect="1"/>
          </p:cNvGraphicFramePr>
          <p:nvPr/>
        </p:nvGraphicFramePr>
        <p:xfrm>
          <a:off x="3260775" y="4203576"/>
          <a:ext cx="8382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7" name="公式" r:id="rId13" imgW="20116800" imgH="9753600" progId="Equation.3">
                  <p:embed/>
                </p:oleObj>
              </mc:Choice>
              <mc:Fallback>
                <p:oleObj name="公式" r:id="rId13" imgW="20116800" imgH="9753600" progId="Equation.3">
                  <p:embed/>
                  <p:pic>
                    <p:nvPicPr>
                      <p:cNvPr id="0" name="图片 10246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260775" y="4203576"/>
                        <a:ext cx="838200" cy="404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3"/>
          <p:cNvGraphicFramePr>
            <a:graphicFrameLocks noChangeAspect="1"/>
          </p:cNvGraphicFramePr>
          <p:nvPr/>
        </p:nvGraphicFramePr>
        <p:xfrm>
          <a:off x="4225975" y="3936876"/>
          <a:ext cx="20828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8" name="公式" r:id="rId15" imgW="49987200" imgH="22860000" progId="Equation.3">
                  <p:embed/>
                </p:oleObj>
              </mc:Choice>
              <mc:Fallback>
                <p:oleObj name="公式" r:id="rId15" imgW="49987200" imgH="22860000" progId="Equation.3">
                  <p:embed/>
                  <p:pic>
                    <p:nvPicPr>
                      <p:cNvPr id="0" name="图片 10247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4225975" y="3936876"/>
                        <a:ext cx="20828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4"/>
          <p:cNvGraphicFramePr>
            <a:graphicFrameLocks noChangeAspect="1"/>
          </p:cNvGraphicFramePr>
          <p:nvPr/>
        </p:nvGraphicFramePr>
        <p:xfrm>
          <a:off x="6384975" y="3974976"/>
          <a:ext cx="1981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49" name="公式" r:id="rId17" imgW="47548800" imgH="22860000" progId="Equation.3">
                  <p:embed/>
                </p:oleObj>
              </mc:Choice>
              <mc:Fallback>
                <p:oleObj name="公式" r:id="rId17" imgW="47548800" imgH="22860000" progId="Equation.3">
                  <p:embed/>
                  <p:pic>
                    <p:nvPicPr>
                      <p:cNvPr id="0" name="图片 102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84975" y="3974976"/>
                        <a:ext cx="19812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5"/>
          <p:cNvGraphicFramePr>
            <a:graphicFrameLocks noChangeAspect="1"/>
          </p:cNvGraphicFramePr>
          <p:nvPr/>
        </p:nvGraphicFramePr>
        <p:xfrm>
          <a:off x="2651175" y="5041776"/>
          <a:ext cx="14097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0" name="公式" r:id="rId19" imgW="33832800" imgH="10363200" progId="Equation.3">
                  <p:embed/>
                </p:oleObj>
              </mc:Choice>
              <mc:Fallback>
                <p:oleObj name="公式" r:id="rId19" imgW="33832800" imgH="10363200" progId="Equation.3">
                  <p:embed/>
                  <p:pic>
                    <p:nvPicPr>
                      <p:cNvPr id="0" name="图片 10249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651175" y="5041776"/>
                        <a:ext cx="1409700" cy="430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6"/>
          <p:cNvGraphicFramePr>
            <a:graphicFrameLocks noChangeAspect="1"/>
          </p:cNvGraphicFramePr>
          <p:nvPr/>
        </p:nvGraphicFramePr>
        <p:xfrm>
          <a:off x="4479975" y="5041776"/>
          <a:ext cx="27432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1" name="公式" r:id="rId21" imgW="65836800" imgH="10972800" progId="Equation.3">
                  <p:embed/>
                </p:oleObj>
              </mc:Choice>
              <mc:Fallback>
                <p:oleObj name="公式" r:id="rId21" imgW="65836800" imgH="10972800" progId="Equation.3">
                  <p:embed/>
                  <p:pic>
                    <p:nvPicPr>
                      <p:cNvPr id="0" name="图片 10250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479975" y="5041776"/>
                        <a:ext cx="2743200" cy="457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75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 autoUpdateAnimBg="0"/>
      <p:bldP spid="10" grpId="0" bldLvl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/>
        </p:nvGraphicFramePr>
        <p:xfrm>
          <a:off x="2630488" y="952500"/>
          <a:ext cx="39211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5" name="公式" r:id="rId1" imgW="9448800" imgH="9753600" progId="Equation.3">
                  <p:embed/>
                </p:oleObj>
              </mc:Choice>
              <mc:Fallback>
                <p:oleObj name="公式" r:id="rId1" imgW="9448800" imgH="9753600" progId="Equation.3">
                  <p:embed/>
                  <p:pic>
                    <p:nvPicPr>
                      <p:cNvPr id="0" name="图片 11264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630488" y="952500"/>
                        <a:ext cx="392112" cy="4048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3098800" y="762000"/>
          <a:ext cx="19050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6" name="公式" r:id="rId3" imgW="45720000" imgH="22860000" progId="Equation.3">
                  <p:embed/>
                </p:oleObj>
              </mc:Choice>
              <mc:Fallback>
                <p:oleObj name="公式" r:id="rId3" imgW="45720000" imgH="22860000" progId="Equation.3">
                  <p:embed/>
                  <p:pic>
                    <p:nvPicPr>
                      <p:cNvPr id="0" name="图片 11265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8800" y="762000"/>
                        <a:ext cx="1905000" cy="9525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5130800" y="781050"/>
          <a:ext cx="3035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公式" r:id="rId5" imgW="72847200" imgH="21945600" progId="Equation.3">
                  <p:embed/>
                </p:oleObj>
              </mc:Choice>
              <mc:Fallback>
                <p:oleObj name="公式" r:id="rId5" imgW="72847200" imgH="21945600" progId="Equation.3">
                  <p:embed/>
                  <p:pic>
                    <p:nvPicPr>
                      <p:cNvPr id="0" name="图片 11266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130800" y="781050"/>
                        <a:ext cx="3035300" cy="914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2641600" y="1943100"/>
          <a:ext cx="1460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8" name="公式" r:id="rId7" imgW="35052000" imgH="10363200" progId="Equation.3">
                  <p:embed/>
                </p:oleObj>
              </mc:Choice>
              <mc:Fallback>
                <p:oleObj name="公式" r:id="rId7" imgW="35052000" imgH="10363200" progId="Equation.3">
                  <p:embed/>
                  <p:pic>
                    <p:nvPicPr>
                      <p:cNvPr id="0" name="图片 11267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641600" y="1943100"/>
                        <a:ext cx="1460500" cy="430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4318000" y="1970088"/>
          <a:ext cx="42164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9" name="公式" r:id="rId9" imgW="101193600" imgH="10363200" progId="Equation.3">
                  <p:embed/>
                </p:oleObj>
              </mc:Choice>
              <mc:Fallback>
                <p:oleObj name="公式" r:id="rId9" imgW="101193600" imgH="10363200" progId="Equation.3">
                  <p:embed/>
                  <p:pic>
                    <p:nvPicPr>
                      <p:cNvPr id="0" name="图片 11268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318000" y="1970088"/>
                        <a:ext cx="4216400" cy="430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2489200" y="2617788"/>
          <a:ext cx="23114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0" name="公式" r:id="rId11" imgW="55473600" imgH="13106400" progId="Equation.3">
                  <p:embed/>
                </p:oleObj>
              </mc:Choice>
              <mc:Fallback>
                <p:oleObj name="公式" r:id="rId11" imgW="55473600" imgH="13106400" progId="Equation.3">
                  <p:embed/>
                  <p:pic>
                    <p:nvPicPr>
                      <p:cNvPr id="0" name="图片 11269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489200" y="2617788"/>
                        <a:ext cx="2311400" cy="544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/>
        </p:nvGraphicFramePr>
        <p:xfrm>
          <a:off x="5003800" y="2628900"/>
          <a:ext cx="29210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1" name="公式" r:id="rId13" imgW="70104000" imgH="10363200" progId="Equation.3">
                  <p:embed/>
                </p:oleObj>
              </mc:Choice>
              <mc:Fallback>
                <p:oleObj name="公式" r:id="rId13" imgW="70104000" imgH="10363200" progId="Equation.3">
                  <p:embed/>
                  <p:pic>
                    <p:nvPicPr>
                      <p:cNvPr id="0" name="图片 11270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5003800" y="2628900"/>
                        <a:ext cx="2921000" cy="4302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641600" y="3379788"/>
          <a:ext cx="23241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2" name="公式" r:id="rId15" imgW="55778400" imgH="13106400" progId="Equation.3">
                  <p:embed/>
                </p:oleObj>
              </mc:Choice>
              <mc:Fallback>
                <p:oleObj name="公式" r:id="rId15" imgW="55778400" imgH="13106400" progId="Equation.3">
                  <p:embed/>
                  <p:pic>
                    <p:nvPicPr>
                      <p:cNvPr id="0" name="图片 11271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41600" y="3379788"/>
                        <a:ext cx="2324100" cy="544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/>
        </p:nvGraphicFramePr>
        <p:xfrm>
          <a:off x="5219700" y="3379788"/>
          <a:ext cx="18923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公式" r:id="rId17" imgW="45415200" imgH="13106400" progId="Equation.3">
                  <p:embed/>
                </p:oleObj>
              </mc:Choice>
              <mc:Fallback>
                <p:oleObj name="公式" r:id="rId17" imgW="45415200" imgH="13106400" progId="Equation.3">
                  <p:embed/>
                  <p:pic>
                    <p:nvPicPr>
                      <p:cNvPr id="0" name="图片 11272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5219700" y="3379788"/>
                        <a:ext cx="1892300" cy="544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2717800" y="4141788"/>
          <a:ext cx="48006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公式" r:id="rId19" imgW="115214400" imgH="10363200" progId="Equation.3">
                  <p:embed/>
                </p:oleObj>
              </mc:Choice>
              <mc:Fallback>
                <p:oleObj name="公式" r:id="rId19" imgW="115214400" imgH="10363200" progId="Equation.3">
                  <p:embed/>
                  <p:pic>
                    <p:nvPicPr>
                      <p:cNvPr id="0" name="图片 1127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717800" y="4141788"/>
                        <a:ext cx="4800600" cy="430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/>
        </p:nvGraphicFramePr>
        <p:xfrm>
          <a:off x="2743200" y="4827588"/>
          <a:ext cx="21209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5" name="公式" r:id="rId21" imgW="50901600" imgH="13106400" progId="Equation.3">
                  <p:embed/>
                </p:oleObj>
              </mc:Choice>
              <mc:Fallback>
                <p:oleObj name="公式" r:id="rId21" imgW="50901600" imgH="13106400" progId="Equation.3">
                  <p:embed/>
                  <p:pic>
                    <p:nvPicPr>
                      <p:cNvPr id="0" name="图片 11274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743200" y="4827588"/>
                        <a:ext cx="2120900" cy="544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5156200" y="4827588"/>
          <a:ext cx="20193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6" name="公式" r:id="rId23" imgW="48463200" imgH="13106400" progId="Equation.3">
                  <p:embed/>
                </p:oleObj>
              </mc:Choice>
              <mc:Fallback>
                <p:oleObj name="公式" r:id="rId23" imgW="48463200" imgH="13106400" progId="Equation.3">
                  <p:embed/>
                  <p:pic>
                    <p:nvPicPr>
                      <p:cNvPr id="0" name="图片 11275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5156200" y="4827588"/>
                        <a:ext cx="2019300" cy="5445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/>
        </p:nvGraphicFramePr>
        <p:xfrm>
          <a:off x="2654300" y="5513388"/>
          <a:ext cx="50165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7" name="公式" r:id="rId25" imgW="120396000" imgH="10363200" progId="Equation.3">
                  <p:embed/>
                </p:oleObj>
              </mc:Choice>
              <mc:Fallback>
                <p:oleObj name="公式" r:id="rId25" imgW="120396000" imgH="10363200" progId="Equation.3">
                  <p:embed/>
                  <p:pic>
                    <p:nvPicPr>
                      <p:cNvPr id="0" name="图片 11276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54300" y="5513388"/>
                        <a:ext cx="5016500" cy="430212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ChangeAspect="1"/>
          </p:cNvGraphicFramePr>
          <p:nvPr/>
        </p:nvGraphicFramePr>
        <p:xfrm>
          <a:off x="2489200" y="1066800"/>
          <a:ext cx="16764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89" name="公式" r:id="rId1" imgW="40233600" imgH="20116800" progId="Equation.3">
                  <p:embed/>
                </p:oleObj>
              </mc:Choice>
              <mc:Fallback>
                <p:oleObj name="公式" r:id="rId1" imgW="40233600" imgH="20116800" progId="Equation.3">
                  <p:embed/>
                  <p:pic>
                    <p:nvPicPr>
                      <p:cNvPr id="0" name="图片 12288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489200" y="1066800"/>
                        <a:ext cx="16764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3"/>
          <p:cNvGraphicFramePr>
            <a:graphicFrameLocks noChangeAspect="1"/>
          </p:cNvGraphicFramePr>
          <p:nvPr/>
        </p:nvGraphicFramePr>
        <p:xfrm>
          <a:off x="4241800" y="1066800"/>
          <a:ext cx="28321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公式" r:id="rId3" imgW="67970400" imgH="20116800" progId="Equation.3">
                  <p:embed/>
                </p:oleObj>
              </mc:Choice>
              <mc:Fallback>
                <p:oleObj name="公式" r:id="rId3" imgW="67970400" imgH="20116800" progId="Equation.3">
                  <p:embed/>
                  <p:pic>
                    <p:nvPicPr>
                      <p:cNvPr id="0" name="图片 12317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41800" y="1066800"/>
                        <a:ext cx="28321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4"/>
          <p:cNvGraphicFramePr>
            <a:graphicFrameLocks noChangeAspect="1"/>
          </p:cNvGraphicFramePr>
          <p:nvPr/>
        </p:nvGraphicFramePr>
        <p:xfrm>
          <a:off x="7137400" y="1371600"/>
          <a:ext cx="5588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name="公式" r:id="rId5" imgW="13411200" imgH="8839200" progId="Equation.3">
                  <p:embed/>
                </p:oleObj>
              </mc:Choice>
              <mc:Fallback>
                <p:oleObj name="公式" r:id="rId5" imgW="13411200" imgH="8839200" progId="Equation.3">
                  <p:embed/>
                  <p:pic>
                    <p:nvPicPr>
                      <p:cNvPr id="0" name="图片 12318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137400" y="1371600"/>
                        <a:ext cx="558800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2768600" y="2209800"/>
          <a:ext cx="22606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公式" r:id="rId7" imgW="54254400" imgH="13106400" progId="Equation.3">
                  <p:embed/>
                </p:oleObj>
              </mc:Choice>
              <mc:Fallback>
                <p:oleObj name="公式" r:id="rId7" imgW="54254400" imgH="13106400" progId="Equation.3">
                  <p:embed/>
                  <p:pic>
                    <p:nvPicPr>
                      <p:cNvPr id="0" name="图片 12319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68600" y="2209800"/>
                        <a:ext cx="2260600" cy="544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5105400" y="2209800"/>
          <a:ext cx="18542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公式" r:id="rId9" imgW="44500800" imgH="13106400" progId="Equation.3">
                  <p:embed/>
                </p:oleObj>
              </mc:Choice>
              <mc:Fallback>
                <p:oleObj name="公式" r:id="rId9" imgW="44500800" imgH="13106400" progId="Equation.3">
                  <p:embed/>
                  <p:pic>
                    <p:nvPicPr>
                      <p:cNvPr id="0" name="图片 12320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05400" y="2209800"/>
                        <a:ext cx="1854200" cy="5445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/>
        </p:nvGraphicFramePr>
        <p:xfrm>
          <a:off x="7023100" y="1981200"/>
          <a:ext cx="17399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公式" r:id="rId11" imgW="41757600" imgH="20116800" progId="Equation.3">
                  <p:embed/>
                </p:oleObj>
              </mc:Choice>
              <mc:Fallback>
                <p:oleObj name="公式" r:id="rId11" imgW="41757600" imgH="20116800" progId="Equation.3">
                  <p:embed/>
                  <p:pic>
                    <p:nvPicPr>
                      <p:cNvPr id="0" name="图片 12321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023100" y="1981200"/>
                        <a:ext cx="1739900" cy="8382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8828088" y="2209800"/>
          <a:ext cx="5826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公式" r:id="rId13" imgW="14020800" imgH="8839200" progId="Equation.3">
                  <p:embed/>
                </p:oleObj>
              </mc:Choice>
              <mc:Fallback>
                <p:oleObj name="公式" r:id="rId13" imgW="14020800" imgH="8839200" progId="Equation.3">
                  <p:embed/>
                  <p:pic>
                    <p:nvPicPr>
                      <p:cNvPr id="0" name="图片 12322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828088" y="2209800"/>
                        <a:ext cx="582612" cy="3683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2489200" y="3048000"/>
          <a:ext cx="52832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公式" r:id="rId15" imgW="126796800" imgH="10668000" progId="Equation.3">
                  <p:embed/>
                </p:oleObj>
              </mc:Choice>
              <mc:Fallback>
                <p:oleObj name="公式" r:id="rId15" imgW="126796800" imgH="10668000" progId="Equation.3">
                  <p:embed/>
                  <p:pic>
                    <p:nvPicPr>
                      <p:cNvPr id="0" name="图片 12323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489200" y="3048000"/>
                        <a:ext cx="5283200" cy="442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"/>
          <p:cNvGraphicFramePr>
            <a:graphicFrameLocks noChangeAspect="1"/>
          </p:cNvGraphicFramePr>
          <p:nvPr/>
        </p:nvGraphicFramePr>
        <p:xfrm>
          <a:off x="2514600" y="3917950"/>
          <a:ext cx="7126288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公式" r:id="rId17" imgW="170992800" imgH="24384000" progId="Equation.3">
                  <p:embed/>
                </p:oleObj>
              </mc:Choice>
              <mc:Fallback>
                <p:oleObj name="公式" r:id="rId17" imgW="170992800" imgH="24384000" progId="Equation.3">
                  <p:embed/>
                  <p:pic>
                    <p:nvPicPr>
                      <p:cNvPr id="0" name="图片 12324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514600" y="3917950"/>
                        <a:ext cx="7126288" cy="10160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 Box 107"/>
          <p:cNvSpPr txBox="1">
            <a:spLocks noChangeArrowheads="1"/>
          </p:cNvSpPr>
          <p:nvPr/>
        </p:nvSpPr>
        <p:spPr bwMode="auto">
          <a:xfrm>
            <a:off x="2514600" y="5119688"/>
            <a:ext cx="41910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列表如下</a:t>
            </a:r>
            <a:r>
              <a:rPr lang="en-US" altLang="zh-CN" sz="2800" b="1"/>
              <a:t>:</a:t>
            </a:r>
            <a:endParaRPr lang="en-US" altLang="zh-CN" sz="2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75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ldLvl="0" animBg="1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6"/>
          <p:cNvGraphicFramePr>
            <a:graphicFrameLocks noChangeAspect="1"/>
          </p:cNvGraphicFramePr>
          <p:nvPr/>
        </p:nvGraphicFramePr>
        <p:xfrm>
          <a:off x="2568575" y="876300"/>
          <a:ext cx="2524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13" name="公式" r:id="rId1" imgW="6096000" imgH="5791200" progId="Equation.3">
                  <p:embed/>
                </p:oleObj>
              </mc:Choice>
              <mc:Fallback>
                <p:oleObj name="公式" r:id="rId1" imgW="6096000" imgH="5791200" progId="Equation.3">
                  <p:embed/>
                  <p:pic>
                    <p:nvPicPr>
                      <p:cNvPr id="0" name="图片 13312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8575" y="876300"/>
                        <a:ext cx="252413" cy="239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57"/>
          <p:cNvGraphicFramePr>
            <a:graphicFrameLocks noChangeAspect="1"/>
          </p:cNvGraphicFramePr>
          <p:nvPr/>
        </p:nvGraphicFramePr>
        <p:xfrm>
          <a:off x="3098800" y="838200"/>
          <a:ext cx="1320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5" name="公式" r:id="rId3" imgW="35661600" imgH="10972800" progId="Equation.3">
                  <p:embed/>
                </p:oleObj>
              </mc:Choice>
              <mc:Fallback>
                <p:oleObj name="公式" r:id="rId3" imgW="35661600" imgH="10972800" progId="Equation.3">
                  <p:embed/>
                  <p:pic>
                    <p:nvPicPr>
                      <p:cNvPr id="0" name="图片 13434"/>
                      <p:cNvPicPr>
                        <a:picLocks noChangeAspect="1"/>
                      </p:cNvPicPr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98800" y="838200"/>
                        <a:ext cx="1320800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58"/>
          <p:cNvGraphicFramePr>
            <a:graphicFrameLocks noChangeAspect="1"/>
          </p:cNvGraphicFramePr>
          <p:nvPr/>
        </p:nvGraphicFramePr>
        <p:xfrm>
          <a:off x="9359900" y="862013"/>
          <a:ext cx="6096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6" name="公式" r:id="rId5" imgW="16459200" imgH="9448800" progId="Equation.3">
                  <p:embed/>
                </p:oleObj>
              </mc:Choice>
              <mc:Fallback>
                <p:oleObj name="公式" r:id="rId5" imgW="16459200" imgH="9448800" progId="Equation.3">
                  <p:embed/>
                  <p:pic>
                    <p:nvPicPr>
                      <p:cNvPr id="0" name="图片 13435"/>
                      <p:cNvPicPr>
                        <a:picLocks noChangeAspect="1"/>
                      </p:cNvPicPr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359900" y="862013"/>
                        <a:ext cx="609600" cy="349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9"/>
          <p:cNvGraphicFramePr>
            <a:graphicFrameLocks noChangeAspect="1"/>
          </p:cNvGraphicFramePr>
          <p:nvPr/>
        </p:nvGraphicFramePr>
        <p:xfrm>
          <a:off x="5365750" y="838200"/>
          <a:ext cx="12414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7" name="公式" r:id="rId7" imgW="33528000" imgH="10972800" progId="Equation.3">
                  <p:embed/>
                </p:oleObj>
              </mc:Choice>
              <mc:Fallback>
                <p:oleObj name="公式" r:id="rId7" imgW="33528000" imgH="10972800" progId="Equation.3">
                  <p:embed/>
                  <p:pic>
                    <p:nvPicPr>
                      <p:cNvPr id="0" name="图片 13436"/>
                      <p:cNvPicPr>
                        <a:picLocks noChangeAspect="1"/>
                      </p:cNvPicPr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365750" y="838200"/>
                        <a:ext cx="1241425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0"/>
          <p:cNvGraphicFramePr>
            <a:graphicFrameLocks noChangeAspect="1"/>
          </p:cNvGraphicFramePr>
          <p:nvPr/>
        </p:nvGraphicFramePr>
        <p:xfrm>
          <a:off x="4495800" y="819150"/>
          <a:ext cx="654050" cy="347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8" name="公式" r:id="rId9" imgW="17678400" imgH="9448800" progId="Equation.3">
                  <p:embed/>
                </p:oleObj>
              </mc:Choice>
              <mc:Fallback>
                <p:oleObj name="公式" r:id="rId9" imgW="17678400" imgH="9448800" progId="Equation.3">
                  <p:embed/>
                  <p:pic>
                    <p:nvPicPr>
                      <p:cNvPr id="0" name="图片 13437"/>
                      <p:cNvPicPr>
                        <a:picLocks noChangeAspect="1"/>
                      </p:cNvPicPr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95800" y="819150"/>
                        <a:ext cx="654050" cy="3476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1"/>
          <p:cNvGraphicFramePr>
            <a:graphicFrameLocks noChangeAspect="1"/>
          </p:cNvGraphicFramePr>
          <p:nvPr/>
        </p:nvGraphicFramePr>
        <p:xfrm>
          <a:off x="7588250" y="850900"/>
          <a:ext cx="812800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9" name="公式" r:id="rId11" imgW="21945600" imgH="9448800" progId="Equation.3">
                  <p:embed/>
                </p:oleObj>
              </mc:Choice>
              <mc:Fallback>
                <p:oleObj name="公式" r:id="rId11" imgW="21945600" imgH="9448800" progId="Equation.3">
                  <p:embed/>
                  <p:pic>
                    <p:nvPicPr>
                      <p:cNvPr id="0" name="图片 13438"/>
                      <p:cNvPicPr>
                        <a:picLocks noChangeAspect="1"/>
                      </p:cNvPicPr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588250" y="850900"/>
                        <a:ext cx="812800" cy="349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2"/>
          <p:cNvGraphicFramePr>
            <a:graphicFrameLocks noChangeAspect="1"/>
          </p:cNvGraphicFramePr>
          <p:nvPr/>
        </p:nvGraphicFramePr>
        <p:xfrm>
          <a:off x="2590800" y="1428750"/>
          <a:ext cx="2619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0" name="公式" r:id="rId13" imgW="7924800" imgH="9753600" progId="Equation.3">
                  <p:embed/>
                </p:oleObj>
              </mc:Choice>
              <mc:Fallback>
                <p:oleObj name="公式" r:id="rId13" imgW="7924800" imgH="9753600" progId="Equation.3">
                  <p:embed/>
                  <p:pic>
                    <p:nvPicPr>
                      <p:cNvPr id="0" name="图片 13439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90800" y="1428750"/>
                        <a:ext cx="261938" cy="32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63"/>
          <p:cNvGraphicFramePr>
            <a:graphicFrameLocks noChangeAspect="1"/>
          </p:cNvGraphicFramePr>
          <p:nvPr/>
        </p:nvGraphicFramePr>
        <p:xfrm>
          <a:off x="2579688" y="2876550"/>
          <a:ext cx="20002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1" name="公式" r:id="rId15" imgW="6096000" imgH="7620000" progId="Equation.3">
                  <p:embed/>
                </p:oleObj>
              </mc:Choice>
              <mc:Fallback>
                <p:oleObj name="公式" r:id="rId15" imgW="6096000" imgH="7620000" progId="Equation.3">
                  <p:embed/>
                  <p:pic>
                    <p:nvPicPr>
                      <p:cNvPr id="0" name="图片 13440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79688" y="2876550"/>
                        <a:ext cx="200025" cy="250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4"/>
          <p:cNvGraphicFramePr>
            <a:graphicFrameLocks noChangeAspect="1"/>
          </p:cNvGraphicFramePr>
          <p:nvPr/>
        </p:nvGraphicFramePr>
        <p:xfrm>
          <a:off x="3581400" y="1447800"/>
          <a:ext cx="30003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2" name="公式" r:id="rId17" imgW="6096000" imgH="5791200" progId="Equation.3">
                  <p:embed/>
                </p:oleObj>
              </mc:Choice>
              <mc:Fallback>
                <p:oleObj name="公式" r:id="rId17" imgW="6096000" imgH="5791200" progId="Equation.3">
                  <p:embed/>
                  <p:pic>
                    <p:nvPicPr>
                      <p:cNvPr id="0" name="图片 13441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3581400" y="1447800"/>
                        <a:ext cx="300038" cy="285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5"/>
          <p:cNvGraphicFramePr>
            <a:graphicFrameLocks noChangeAspect="1"/>
          </p:cNvGraphicFramePr>
          <p:nvPr/>
        </p:nvGraphicFramePr>
        <p:xfrm>
          <a:off x="9544050" y="1506538"/>
          <a:ext cx="285750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3" name="公式" r:id="rId19" imgW="5791200" imgH="2133600" progId="Equation.3">
                  <p:embed/>
                </p:oleObj>
              </mc:Choice>
              <mc:Fallback>
                <p:oleObj name="公式" r:id="rId19" imgW="5791200" imgH="2133600" progId="Equation.3">
                  <p:embed/>
                  <p:pic>
                    <p:nvPicPr>
                      <p:cNvPr id="0" name="图片 1344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44050" y="1506538"/>
                        <a:ext cx="285750" cy="104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04"/>
          <p:cNvGrpSpPr/>
          <p:nvPr/>
        </p:nvGrpSpPr>
        <p:grpSpPr bwMode="auto">
          <a:xfrm>
            <a:off x="2362200" y="742950"/>
            <a:ext cx="7772400" cy="2590800"/>
            <a:chOff x="576" y="2256"/>
            <a:chExt cx="4896" cy="1632"/>
          </a:xfrm>
        </p:grpSpPr>
        <p:sp>
          <p:nvSpPr>
            <p:cNvPr id="13" name="Line 70"/>
            <p:cNvSpPr>
              <a:spLocks noChangeShapeType="1"/>
            </p:cNvSpPr>
            <p:nvPr/>
          </p:nvSpPr>
          <p:spPr bwMode="auto">
            <a:xfrm>
              <a:off x="576" y="2256"/>
              <a:ext cx="0" cy="16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Line 72"/>
            <p:cNvSpPr>
              <a:spLocks noChangeShapeType="1"/>
            </p:cNvSpPr>
            <p:nvPr/>
          </p:nvSpPr>
          <p:spPr bwMode="auto">
            <a:xfrm>
              <a:off x="576" y="2256"/>
              <a:ext cx="489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" name="Line 73"/>
            <p:cNvSpPr>
              <a:spLocks noChangeShapeType="1"/>
            </p:cNvSpPr>
            <p:nvPr/>
          </p:nvSpPr>
          <p:spPr bwMode="auto">
            <a:xfrm>
              <a:off x="5472" y="2256"/>
              <a:ext cx="0" cy="16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74"/>
            <p:cNvSpPr>
              <a:spLocks noChangeShapeType="1"/>
            </p:cNvSpPr>
            <p:nvPr/>
          </p:nvSpPr>
          <p:spPr bwMode="auto">
            <a:xfrm>
              <a:off x="576" y="2600"/>
              <a:ext cx="48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75"/>
            <p:cNvSpPr>
              <a:spLocks noChangeShapeType="1"/>
            </p:cNvSpPr>
            <p:nvPr/>
          </p:nvSpPr>
          <p:spPr bwMode="auto">
            <a:xfrm>
              <a:off x="576" y="2986"/>
              <a:ext cx="48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76"/>
            <p:cNvSpPr>
              <a:spLocks noChangeShapeType="1"/>
            </p:cNvSpPr>
            <p:nvPr/>
          </p:nvSpPr>
          <p:spPr bwMode="auto">
            <a:xfrm>
              <a:off x="576" y="3373"/>
              <a:ext cx="4896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77"/>
            <p:cNvSpPr>
              <a:spLocks noChangeShapeType="1"/>
            </p:cNvSpPr>
            <p:nvPr/>
          </p:nvSpPr>
          <p:spPr bwMode="auto">
            <a:xfrm>
              <a:off x="576" y="3888"/>
              <a:ext cx="489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78"/>
            <p:cNvSpPr>
              <a:spLocks noChangeShapeType="1"/>
            </p:cNvSpPr>
            <p:nvPr/>
          </p:nvSpPr>
          <p:spPr bwMode="auto">
            <a:xfrm>
              <a:off x="1042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79"/>
            <p:cNvSpPr>
              <a:spLocks noChangeShapeType="1"/>
            </p:cNvSpPr>
            <p:nvPr/>
          </p:nvSpPr>
          <p:spPr bwMode="auto">
            <a:xfrm>
              <a:off x="1872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80"/>
            <p:cNvSpPr>
              <a:spLocks noChangeShapeType="1"/>
            </p:cNvSpPr>
            <p:nvPr/>
          </p:nvSpPr>
          <p:spPr bwMode="auto">
            <a:xfrm>
              <a:off x="2400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81"/>
            <p:cNvSpPr>
              <a:spLocks noChangeShapeType="1"/>
            </p:cNvSpPr>
            <p:nvPr/>
          </p:nvSpPr>
          <p:spPr bwMode="auto">
            <a:xfrm>
              <a:off x="3817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82"/>
            <p:cNvSpPr>
              <a:spLocks noChangeShapeType="1"/>
            </p:cNvSpPr>
            <p:nvPr/>
          </p:nvSpPr>
          <p:spPr bwMode="auto">
            <a:xfrm>
              <a:off x="4429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Line 83"/>
            <p:cNvSpPr>
              <a:spLocks noChangeShapeType="1"/>
            </p:cNvSpPr>
            <p:nvPr/>
          </p:nvSpPr>
          <p:spPr bwMode="auto">
            <a:xfrm>
              <a:off x="4848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84"/>
            <p:cNvSpPr>
              <a:spLocks noChangeShapeType="1"/>
            </p:cNvSpPr>
            <p:nvPr/>
          </p:nvSpPr>
          <p:spPr bwMode="auto">
            <a:xfrm>
              <a:off x="3351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7" name="Object 85"/>
          <p:cNvGraphicFramePr>
            <a:graphicFrameLocks noChangeAspect="1"/>
          </p:cNvGraphicFramePr>
          <p:nvPr/>
        </p:nvGraphicFramePr>
        <p:xfrm>
          <a:off x="2581275" y="2038350"/>
          <a:ext cx="3127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4" name="公式" r:id="rId21" imgW="9448800" imgH="9753600" progId="Equation.3">
                  <p:embed/>
                </p:oleObj>
              </mc:Choice>
              <mc:Fallback>
                <p:oleObj name="公式" r:id="rId21" imgW="9448800" imgH="9753600" progId="Equation.3">
                  <p:embed/>
                  <p:pic>
                    <p:nvPicPr>
                      <p:cNvPr id="0" name="图片 13443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81275" y="2038350"/>
                        <a:ext cx="312738" cy="32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6"/>
          <p:cNvGraphicFramePr>
            <a:graphicFrameLocks noChangeAspect="1"/>
          </p:cNvGraphicFramePr>
          <p:nvPr/>
        </p:nvGraphicFramePr>
        <p:xfrm>
          <a:off x="6902450" y="873125"/>
          <a:ext cx="406400" cy="269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5" name="公式" r:id="rId23" imgW="10972800" imgH="7315200" progId="Equation.3">
                  <p:embed/>
                </p:oleObj>
              </mc:Choice>
              <mc:Fallback>
                <p:oleObj name="公式" r:id="rId23" imgW="10972800" imgH="7315200" progId="Equation.3">
                  <p:embed/>
                  <p:pic>
                    <p:nvPicPr>
                      <p:cNvPr id="0" name="图片 13444"/>
                      <p:cNvPicPr>
                        <a:picLocks noChangeAspect="1"/>
                      </p:cNvPicPr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6902450" y="873125"/>
                        <a:ext cx="406400" cy="2698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87"/>
          <p:cNvGraphicFramePr>
            <a:graphicFrameLocks noChangeAspect="1"/>
          </p:cNvGraphicFramePr>
          <p:nvPr/>
        </p:nvGraphicFramePr>
        <p:xfrm>
          <a:off x="8736013" y="900113"/>
          <a:ext cx="179387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6" name="公式" r:id="rId25" imgW="4876800" imgH="7620000" progId="Equation.3">
                  <p:embed/>
                </p:oleObj>
              </mc:Choice>
              <mc:Fallback>
                <p:oleObj name="公式" r:id="rId25" imgW="4876800" imgH="7620000" progId="Equation.3">
                  <p:embed/>
                  <p:pic>
                    <p:nvPicPr>
                      <p:cNvPr id="0" name="图片 13445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736013" y="900113"/>
                        <a:ext cx="179387" cy="2809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88"/>
          <p:cNvGraphicFramePr>
            <a:graphicFrameLocks noChangeAspect="1"/>
          </p:cNvGraphicFramePr>
          <p:nvPr/>
        </p:nvGraphicFramePr>
        <p:xfrm>
          <a:off x="5886450" y="1550988"/>
          <a:ext cx="285750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7" name="公式" r:id="rId27" imgW="5791200" imgH="2133600" progId="Equation.3">
                  <p:embed/>
                </p:oleObj>
              </mc:Choice>
              <mc:Fallback>
                <p:oleObj name="公式" r:id="rId27" imgW="5791200" imgH="2133600" progId="Equation.3">
                  <p:embed/>
                  <p:pic>
                    <p:nvPicPr>
                      <p:cNvPr id="0" name="图片 13446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86450" y="1550988"/>
                        <a:ext cx="285750" cy="104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89"/>
          <p:cNvGraphicFramePr>
            <a:graphicFrameLocks noChangeAspect="1"/>
          </p:cNvGraphicFramePr>
          <p:nvPr/>
        </p:nvGraphicFramePr>
        <p:xfrm>
          <a:off x="5886450" y="2160588"/>
          <a:ext cx="285750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8" name="公式" r:id="rId28" imgW="5791200" imgH="2133600" progId="Equation.3">
                  <p:embed/>
                </p:oleObj>
              </mc:Choice>
              <mc:Fallback>
                <p:oleObj name="公式" r:id="rId28" imgW="5791200" imgH="2133600" progId="Equation.3">
                  <p:embed/>
                  <p:pic>
                    <p:nvPicPr>
                      <p:cNvPr id="0" name="图片 13447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5886450" y="2160588"/>
                        <a:ext cx="285750" cy="104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91"/>
          <p:cNvGraphicFramePr>
            <a:graphicFrameLocks noChangeAspect="1"/>
          </p:cNvGraphicFramePr>
          <p:nvPr/>
        </p:nvGraphicFramePr>
        <p:xfrm>
          <a:off x="7848600" y="2057400"/>
          <a:ext cx="30003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49" name="公式" r:id="rId29" imgW="6096000" imgH="5791200" progId="Equation.3">
                  <p:embed/>
                </p:oleObj>
              </mc:Choice>
              <mc:Fallback>
                <p:oleObj name="公式" r:id="rId29" imgW="6096000" imgH="5791200" progId="Equation.3">
                  <p:embed/>
                  <p:pic>
                    <p:nvPicPr>
                      <p:cNvPr id="0" name="图片 13448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848600" y="2057400"/>
                        <a:ext cx="300038" cy="285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Arc 93"/>
          <p:cNvSpPr/>
          <p:nvPr/>
        </p:nvSpPr>
        <p:spPr bwMode="auto">
          <a:xfrm>
            <a:off x="5791200" y="2800350"/>
            <a:ext cx="304800" cy="304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Arc 94"/>
          <p:cNvSpPr/>
          <p:nvPr/>
        </p:nvSpPr>
        <p:spPr bwMode="auto">
          <a:xfrm>
            <a:off x="3581400" y="2800350"/>
            <a:ext cx="396875" cy="304800"/>
          </a:xfrm>
          <a:custGeom>
            <a:avLst/>
            <a:gdLst>
              <a:gd name="G0" fmla="+- 21148 0 0"/>
              <a:gd name="G1" fmla="+- 21600 0 0"/>
              <a:gd name="G2" fmla="+- 21600 0 0"/>
              <a:gd name="T0" fmla="*/ 0 w 28134"/>
              <a:gd name="T1" fmla="*/ 17203 h 21600"/>
              <a:gd name="T2" fmla="*/ 28134 w 28134"/>
              <a:gd name="T3" fmla="*/ 1161 h 21600"/>
              <a:gd name="T4" fmla="*/ 21148 w 28134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8134" h="21600" fill="none" extrusionOk="0">
                <a:moveTo>
                  <a:pt x="0" y="17203"/>
                </a:moveTo>
                <a:cubicBezTo>
                  <a:pt x="2083" y="7182"/>
                  <a:pt x="10913" y="-1"/>
                  <a:pt x="21148" y="0"/>
                </a:cubicBezTo>
                <a:cubicBezTo>
                  <a:pt x="23524" y="0"/>
                  <a:pt x="25885" y="392"/>
                  <a:pt x="28134" y="1160"/>
                </a:cubicBezTo>
              </a:path>
              <a:path w="28134" h="21600" stroke="0" extrusionOk="0">
                <a:moveTo>
                  <a:pt x="0" y="17203"/>
                </a:moveTo>
                <a:cubicBezTo>
                  <a:pt x="2083" y="7182"/>
                  <a:pt x="10913" y="-1"/>
                  <a:pt x="21148" y="0"/>
                </a:cubicBezTo>
                <a:cubicBezTo>
                  <a:pt x="23524" y="0"/>
                  <a:pt x="25885" y="392"/>
                  <a:pt x="28134" y="1160"/>
                </a:cubicBezTo>
                <a:lnTo>
                  <a:pt x="21148" y="21600"/>
                </a:ln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headEnd type="none" w="sm" len="med"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Arc 96"/>
          <p:cNvSpPr/>
          <p:nvPr/>
        </p:nvSpPr>
        <p:spPr bwMode="auto">
          <a:xfrm>
            <a:off x="7772400" y="2724150"/>
            <a:ext cx="411163" cy="306388"/>
          </a:xfrm>
          <a:custGeom>
            <a:avLst/>
            <a:gdLst>
              <a:gd name="G0" fmla="+- 21600 0 0"/>
              <a:gd name="G1" fmla="+- 109 0 0"/>
              <a:gd name="G2" fmla="+- 21600 0 0"/>
              <a:gd name="T0" fmla="*/ 29129 w 29129"/>
              <a:gd name="T1" fmla="*/ 20355 h 21709"/>
              <a:gd name="T2" fmla="*/ 0 w 29129"/>
              <a:gd name="T3" fmla="*/ 0 h 21709"/>
              <a:gd name="T4" fmla="*/ 21600 w 29129"/>
              <a:gd name="T5" fmla="*/ 109 h 21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129" h="21709" fill="none" extrusionOk="0">
                <a:moveTo>
                  <a:pt x="29128" y="20354"/>
                </a:moveTo>
                <a:cubicBezTo>
                  <a:pt x="26719" y="21250"/>
                  <a:pt x="24170" y="21708"/>
                  <a:pt x="21600" y="21709"/>
                </a:cubicBezTo>
                <a:cubicBezTo>
                  <a:pt x="9670" y="21709"/>
                  <a:pt x="0" y="12038"/>
                  <a:pt x="0" y="109"/>
                </a:cubicBezTo>
                <a:cubicBezTo>
                  <a:pt x="-1" y="72"/>
                  <a:pt x="0" y="36"/>
                  <a:pt x="0" y="0"/>
                </a:cubicBezTo>
              </a:path>
              <a:path w="29129" h="21709" stroke="0" extrusionOk="0">
                <a:moveTo>
                  <a:pt x="29128" y="20354"/>
                </a:moveTo>
                <a:cubicBezTo>
                  <a:pt x="26719" y="21250"/>
                  <a:pt x="24170" y="21708"/>
                  <a:pt x="21600" y="21709"/>
                </a:cubicBezTo>
                <a:cubicBezTo>
                  <a:pt x="9670" y="21709"/>
                  <a:pt x="0" y="12038"/>
                  <a:pt x="0" y="109"/>
                </a:cubicBezTo>
                <a:cubicBezTo>
                  <a:pt x="-1" y="72"/>
                  <a:pt x="0" y="36"/>
                  <a:pt x="0" y="0"/>
                </a:cubicBezTo>
                <a:lnTo>
                  <a:pt x="21600" y="109"/>
                </a:ln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Text Box 98"/>
          <p:cNvSpPr txBox="1">
            <a:spLocks noChangeArrowheads="1"/>
          </p:cNvSpPr>
          <p:nvPr/>
        </p:nvSpPr>
        <p:spPr bwMode="auto">
          <a:xfrm>
            <a:off x="4375150" y="2632075"/>
            <a:ext cx="9906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</a:rPr>
              <a:t>极大值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37" name="Object 101"/>
          <p:cNvGraphicFramePr>
            <a:graphicFrameLocks noChangeAspect="1"/>
          </p:cNvGraphicFramePr>
          <p:nvPr/>
        </p:nvGraphicFramePr>
        <p:xfrm>
          <a:off x="8686800" y="2038350"/>
          <a:ext cx="2016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0" name="公式" r:id="rId30" imgW="4876800" imgH="7620000" progId="Equation.3">
                  <p:embed/>
                </p:oleObj>
              </mc:Choice>
              <mc:Fallback>
                <p:oleObj name="公式" r:id="rId30" imgW="4876800" imgH="7620000" progId="Equation.3">
                  <p:embed/>
                  <p:pic>
                    <p:nvPicPr>
                      <p:cNvPr id="0" name="图片 13449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686800" y="2038350"/>
                        <a:ext cx="201613" cy="315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02"/>
          <p:cNvSpPr txBox="1">
            <a:spLocks noChangeArrowheads="1"/>
          </p:cNvSpPr>
          <p:nvPr/>
        </p:nvSpPr>
        <p:spPr bwMode="auto">
          <a:xfrm>
            <a:off x="8479155" y="2677795"/>
            <a:ext cx="9906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</a:rPr>
              <a:t>拐点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39" name="Object 105"/>
          <p:cNvGraphicFramePr>
            <a:graphicFrameLocks noChangeAspect="1"/>
          </p:cNvGraphicFramePr>
          <p:nvPr/>
        </p:nvGraphicFramePr>
        <p:xfrm>
          <a:off x="4648200" y="1428750"/>
          <a:ext cx="2016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1" name="公式" r:id="rId31" imgW="4876800" imgH="7620000" progId="Equation.3">
                  <p:embed/>
                </p:oleObj>
              </mc:Choice>
              <mc:Fallback>
                <p:oleObj name="公式" r:id="rId31" imgW="4876800" imgH="7620000" progId="Equation.3">
                  <p:embed/>
                  <p:pic>
                    <p:nvPicPr>
                      <p:cNvPr id="0" name="图片 13450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4648200" y="1428750"/>
                        <a:ext cx="201613" cy="315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06"/>
          <p:cNvGraphicFramePr>
            <a:graphicFrameLocks noChangeAspect="1"/>
          </p:cNvGraphicFramePr>
          <p:nvPr/>
        </p:nvGraphicFramePr>
        <p:xfrm>
          <a:off x="8713788" y="1428750"/>
          <a:ext cx="2016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2" name="公式" r:id="rId32" imgW="4876800" imgH="7620000" progId="Equation.3">
                  <p:embed/>
                </p:oleObj>
              </mc:Choice>
              <mc:Fallback>
                <p:oleObj name="公式" r:id="rId32" imgW="4876800" imgH="7620000" progId="Equation.3">
                  <p:embed/>
                  <p:pic>
                    <p:nvPicPr>
                      <p:cNvPr id="0" name="图片 13451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8713788" y="1428750"/>
                        <a:ext cx="201612" cy="315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107"/>
          <p:cNvGraphicFramePr>
            <a:graphicFrameLocks noChangeAspect="1"/>
          </p:cNvGraphicFramePr>
          <p:nvPr/>
        </p:nvGraphicFramePr>
        <p:xfrm>
          <a:off x="7848600" y="1550988"/>
          <a:ext cx="285750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3" name="公式" r:id="rId33" imgW="5791200" imgH="2133600" progId="Equation.3">
                  <p:embed/>
                </p:oleObj>
              </mc:Choice>
              <mc:Fallback>
                <p:oleObj name="公式" r:id="rId33" imgW="5791200" imgH="2133600" progId="Equation.3">
                  <p:embed/>
                  <p:pic>
                    <p:nvPicPr>
                      <p:cNvPr id="0" name="图片 13452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848600" y="1550988"/>
                        <a:ext cx="285750" cy="104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08"/>
          <p:cNvGraphicFramePr>
            <a:graphicFrameLocks noChangeAspect="1"/>
          </p:cNvGraphicFramePr>
          <p:nvPr/>
        </p:nvGraphicFramePr>
        <p:xfrm>
          <a:off x="3581400" y="2160588"/>
          <a:ext cx="285750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4" name="公式" r:id="rId34" imgW="5791200" imgH="2133600" progId="Equation.3">
                  <p:embed/>
                </p:oleObj>
              </mc:Choice>
              <mc:Fallback>
                <p:oleObj name="公式" r:id="rId34" imgW="5791200" imgH="2133600" progId="Equation.3">
                  <p:embed/>
                  <p:pic>
                    <p:nvPicPr>
                      <p:cNvPr id="0" name="图片 1345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3581400" y="2160588"/>
                        <a:ext cx="285750" cy="104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09"/>
          <p:cNvGraphicFramePr>
            <a:graphicFrameLocks noChangeAspect="1"/>
          </p:cNvGraphicFramePr>
          <p:nvPr/>
        </p:nvGraphicFramePr>
        <p:xfrm>
          <a:off x="9525000" y="2084388"/>
          <a:ext cx="285750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5" name="公式" r:id="rId35" imgW="5791200" imgH="2133600" progId="Equation.3">
                  <p:embed/>
                </p:oleObj>
              </mc:Choice>
              <mc:Fallback>
                <p:oleObj name="公式" r:id="rId35" imgW="5791200" imgH="2133600" progId="Equation.3">
                  <p:embed/>
                  <p:pic>
                    <p:nvPicPr>
                      <p:cNvPr id="0" name="图片 13454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9525000" y="2084388"/>
                        <a:ext cx="285750" cy="104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Arc 110"/>
          <p:cNvSpPr/>
          <p:nvPr/>
        </p:nvSpPr>
        <p:spPr bwMode="auto">
          <a:xfrm>
            <a:off x="9525000" y="2800350"/>
            <a:ext cx="304800" cy="304800"/>
          </a:xfrm>
          <a:custGeom>
            <a:avLst/>
            <a:gdLst>
              <a:gd name="G0" fmla="+- 0 0 0"/>
              <a:gd name="G1" fmla="+- 21600 0 0"/>
              <a:gd name="G2" fmla="+- 21600 0 0"/>
              <a:gd name="T0" fmla="*/ 0 w 21600"/>
              <a:gd name="T1" fmla="*/ 0 h 21600"/>
              <a:gd name="T2" fmla="*/ 21600 w 21600"/>
              <a:gd name="T3" fmla="*/ 21600 h 21600"/>
              <a:gd name="T4" fmla="*/ 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tailEnd type="triangl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45" name="Object 111"/>
          <p:cNvGraphicFramePr>
            <a:graphicFrameLocks noChangeAspect="1"/>
          </p:cNvGraphicFramePr>
          <p:nvPr/>
        </p:nvGraphicFramePr>
        <p:xfrm>
          <a:off x="2568575" y="3619500"/>
          <a:ext cx="252413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6" name="公式" r:id="rId36" imgW="6096000" imgH="5791200" progId="Equation.3">
                  <p:embed/>
                </p:oleObj>
              </mc:Choice>
              <mc:Fallback>
                <p:oleObj name="公式" r:id="rId36" imgW="6096000" imgH="5791200" progId="Equation.3">
                  <p:embed/>
                  <p:pic>
                    <p:nvPicPr>
                      <p:cNvPr id="0" name="图片 13455"/>
                      <p:cNvPicPr>
                        <a:picLocks noChangeAspect="1"/>
                      </p:cNvPicPr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8575" y="3619500"/>
                        <a:ext cx="252413" cy="2397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14"/>
          <p:cNvGraphicFramePr>
            <a:graphicFrameLocks noChangeAspect="1"/>
          </p:cNvGraphicFramePr>
          <p:nvPr/>
        </p:nvGraphicFramePr>
        <p:xfrm>
          <a:off x="5105400" y="3562350"/>
          <a:ext cx="417513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7" name="公式" r:id="rId37" imgW="11277600" imgH="9448800" progId="Equation.3">
                  <p:embed/>
                </p:oleObj>
              </mc:Choice>
              <mc:Fallback>
                <p:oleObj name="公式" r:id="rId37" imgW="11277600" imgH="9448800" progId="Equation.3">
                  <p:embed/>
                  <p:pic>
                    <p:nvPicPr>
                      <p:cNvPr id="0" name="图片 13456"/>
                      <p:cNvPicPr>
                        <a:picLocks noChangeAspect="1"/>
                      </p:cNvPicPr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5105400" y="3562350"/>
                        <a:ext cx="417513" cy="3492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115"/>
          <p:cNvGraphicFramePr>
            <a:graphicFrameLocks noChangeAspect="1"/>
          </p:cNvGraphicFramePr>
          <p:nvPr/>
        </p:nvGraphicFramePr>
        <p:xfrm>
          <a:off x="3371850" y="3602038"/>
          <a:ext cx="157163" cy="268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8" name="公式" r:id="rId39" imgW="4267200" imgH="7315200" progId="Equation.3">
                  <p:embed/>
                </p:oleObj>
              </mc:Choice>
              <mc:Fallback>
                <p:oleObj name="公式" r:id="rId39" imgW="4267200" imgH="7315200" progId="Equation.3">
                  <p:embed/>
                  <p:pic>
                    <p:nvPicPr>
                      <p:cNvPr id="0" name="图片 13457"/>
                      <p:cNvPicPr>
                        <a:picLocks noChangeAspect="1"/>
                      </p:cNvPicPr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3371850" y="3602038"/>
                        <a:ext cx="157163" cy="268287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17"/>
          <p:cNvGraphicFramePr>
            <a:graphicFrameLocks noChangeAspect="1"/>
          </p:cNvGraphicFramePr>
          <p:nvPr/>
        </p:nvGraphicFramePr>
        <p:xfrm>
          <a:off x="2590800" y="4171950"/>
          <a:ext cx="2619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59" name="公式" r:id="rId41" imgW="7924800" imgH="9753600" progId="Equation.3">
                  <p:embed/>
                </p:oleObj>
              </mc:Choice>
              <mc:Fallback>
                <p:oleObj name="公式" r:id="rId41" imgW="7924800" imgH="9753600" progId="Equation.3">
                  <p:embed/>
                  <p:pic>
                    <p:nvPicPr>
                      <p:cNvPr id="0" name="图片 13458"/>
                      <p:cNvPicPr>
                        <a:picLocks noChangeAspect="1"/>
                      </p:cNvPicPr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590800" y="4171950"/>
                        <a:ext cx="261938" cy="32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18"/>
          <p:cNvGraphicFramePr>
            <a:graphicFrameLocks noChangeAspect="1"/>
          </p:cNvGraphicFramePr>
          <p:nvPr/>
        </p:nvGraphicFramePr>
        <p:xfrm>
          <a:off x="2579688" y="5619750"/>
          <a:ext cx="200025" cy="250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0" name="公式" r:id="rId42" imgW="6096000" imgH="7620000" progId="Equation.3">
                  <p:embed/>
                </p:oleObj>
              </mc:Choice>
              <mc:Fallback>
                <p:oleObj name="公式" r:id="rId42" imgW="6096000" imgH="7620000" progId="Equation.3">
                  <p:embed/>
                  <p:pic>
                    <p:nvPicPr>
                      <p:cNvPr id="0" name="图片 13459"/>
                      <p:cNvPicPr>
                        <a:picLocks noChangeAspect="1"/>
                      </p:cNvPicPr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579688" y="5619750"/>
                        <a:ext cx="200025" cy="25082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19"/>
          <p:cNvGraphicFramePr>
            <a:graphicFrameLocks noChangeAspect="1"/>
          </p:cNvGraphicFramePr>
          <p:nvPr/>
        </p:nvGraphicFramePr>
        <p:xfrm>
          <a:off x="4191000" y="4800600"/>
          <a:ext cx="30003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1" name="公式" r:id="rId43" imgW="6096000" imgH="5791200" progId="Equation.3">
                  <p:embed/>
                </p:oleObj>
              </mc:Choice>
              <mc:Fallback>
                <p:oleObj name="公式" r:id="rId43" imgW="6096000" imgH="5791200" progId="Equation.3">
                  <p:embed/>
                  <p:pic>
                    <p:nvPicPr>
                      <p:cNvPr id="0" name="图片 13460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191000" y="4800600"/>
                        <a:ext cx="300038" cy="285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36"/>
          <p:cNvGraphicFramePr>
            <a:graphicFrameLocks noChangeAspect="1"/>
          </p:cNvGraphicFramePr>
          <p:nvPr/>
        </p:nvGraphicFramePr>
        <p:xfrm>
          <a:off x="2581275" y="4781550"/>
          <a:ext cx="312738" cy="322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2" name="公式" r:id="rId44" imgW="9448800" imgH="9753600" progId="Equation.3">
                  <p:embed/>
                </p:oleObj>
              </mc:Choice>
              <mc:Fallback>
                <p:oleObj name="公式" r:id="rId44" imgW="9448800" imgH="9753600" progId="Equation.3">
                  <p:embed/>
                  <p:pic>
                    <p:nvPicPr>
                      <p:cNvPr id="0" name="图片 13461"/>
                      <p:cNvPicPr>
                        <a:picLocks noChangeAspect="1"/>
                      </p:cNvPicPr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2581275" y="4781550"/>
                        <a:ext cx="312738" cy="32226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46"/>
          <p:cNvSpPr txBox="1">
            <a:spLocks noChangeArrowheads="1"/>
          </p:cNvSpPr>
          <p:nvPr/>
        </p:nvSpPr>
        <p:spPr bwMode="auto">
          <a:xfrm>
            <a:off x="4876800" y="5467350"/>
            <a:ext cx="990600" cy="3987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 b="1">
                <a:solidFill>
                  <a:srgbClr val="FF0000"/>
                </a:solidFill>
              </a:rPr>
              <a:t>极小值</a:t>
            </a:r>
            <a:endParaRPr lang="zh-CN" altLang="en-US" sz="2000" b="1">
              <a:solidFill>
                <a:srgbClr val="FF0000"/>
              </a:solidFill>
            </a:endParaRPr>
          </a:p>
        </p:txBody>
      </p:sp>
      <p:graphicFrame>
        <p:nvGraphicFramePr>
          <p:cNvPr id="53" name="Object 151"/>
          <p:cNvGraphicFramePr>
            <a:graphicFrameLocks noChangeAspect="1"/>
          </p:cNvGraphicFramePr>
          <p:nvPr/>
        </p:nvGraphicFramePr>
        <p:xfrm>
          <a:off x="5208588" y="4171950"/>
          <a:ext cx="201612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3" name="公式" r:id="rId45" imgW="4876800" imgH="7620000" progId="Equation.3">
                  <p:embed/>
                </p:oleObj>
              </mc:Choice>
              <mc:Fallback>
                <p:oleObj name="公式" r:id="rId45" imgW="4876800" imgH="7620000" progId="Equation.3">
                  <p:embed/>
                  <p:pic>
                    <p:nvPicPr>
                      <p:cNvPr id="0" name="图片 13462"/>
                      <p:cNvPicPr>
                        <a:picLocks noChangeAspect="1"/>
                      </p:cNvPicPr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208588" y="4171950"/>
                        <a:ext cx="201612" cy="315913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154"/>
          <p:cNvGraphicFramePr>
            <a:graphicFrameLocks noChangeAspect="1"/>
          </p:cNvGraphicFramePr>
          <p:nvPr/>
        </p:nvGraphicFramePr>
        <p:xfrm>
          <a:off x="4191000" y="4217988"/>
          <a:ext cx="285750" cy="104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4" name="公式" r:id="rId46" imgW="5791200" imgH="2133600" progId="Equation.3">
                  <p:embed/>
                </p:oleObj>
              </mc:Choice>
              <mc:Fallback>
                <p:oleObj name="公式" r:id="rId46" imgW="5791200" imgH="2133600" progId="Equation.3">
                  <p:embed/>
                  <p:pic>
                    <p:nvPicPr>
                      <p:cNvPr id="0" name="图片 13463"/>
                      <p:cNvPicPr>
                        <a:picLocks noChangeAspect="1"/>
                      </p:cNvPicPr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191000" y="4217988"/>
                        <a:ext cx="285750" cy="1047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157"/>
          <p:cNvGraphicFramePr>
            <a:graphicFrameLocks noChangeAspect="1"/>
          </p:cNvGraphicFramePr>
          <p:nvPr/>
        </p:nvGraphicFramePr>
        <p:xfrm>
          <a:off x="3886200" y="3562350"/>
          <a:ext cx="8683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5" name="公式" r:id="rId47" imgW="23469600" imgH="10972800" progId="Equation.3">
                  <p:embed/>
                </p:oleObj>
              </mc:Choice>
              <mc:Fallback>
                <p:oleObj name="公式" r:id="rId47" imgW="23469600" imgH="10972800" progId="Equation.3">
                  <p:embed/>
                  <p:pic>
                    <p:nvPicPr>
                      <p:cNvPr id="0" name="图片 13464"/>
                      <p:cNvPicPr>
                        <a:picLocks noChangeAspect="1"/>
                      </p:cNvPicPr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886200" y="3562350"/>
                        <a:ext cx="868363" cy="40640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6" name="Object 158"/>
          <p:cNvGraphicFramePr>
            <a:graphicFrameLocks noChangeAspect="1"/>
          </p:cNvGraphicFramePr>
          <p:nvPr/>
        </p:nvGraphicFramePr>
        <p:xfrm>
          <a:off x="5883275" y="3533775"/>
          <a:ext cx="112712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6" name="公式" r:id="rId49" imgW="30480000" imgH="10972800" progId="Equation.3">
                  <p:embed/>
                </p:oleObj>
              </mc:Choice>
              <mc:Fallback>
                <p:oleObj name="公式" r:id="rId49" imgW="30480000" imgH="10972800" progId="Equation.3">
                  <p:embed/>
                  <p:pic>
                    <p:nvPicPr>
                      <p:cNvPr id="0" name="图片 13465"/>
                      <p:cNvPicPr>
                        <a:picLocks noChangeAspect="1"/>
                      </p:cNvPicPr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883275" y="3533775"/>
                        <a:ext cx="1127125" cy="407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7" name="Group 160"/>
          <p:cNvGrpSpPr/>
          <p:nvPr/>
        </p:nvGrpSpPr>
        <p:grpSpPr bwMode="auto">
          <a:xfrm>
            <a:off x="2362200" y="3486150"/>
            <a:ext cx="4800600" cy="2590800"/>
            <a:chOff x="576" y="2256"/>
            <a:chExt cx="3024" cy="1632"/>
          </a:xfrm>
        </p:grpSpPr>
        <p:sp>
          <p:nvSpPr>
            <p:cNvPr id="58" name="Line 122"/>
            <p:cNvSpPr>
              <a:spLocks noChangeShapeType="1"/>
            </p:cNvSpPr>
            <p:nvPr/>
          </p:nvSpPr>
          <p:spPr bwMode="auto">
            <a:xfrm>
              <a:off x="576" y="2256"/>
              <a:ext cx="0" cy="16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124"/>
            <p:cNvSpPr>
              <a:spLocks noChangeShapeType="1"/>
            </p:cNvSpPr>
            <p:nvPr/>
          </p:nvSpPr>
          <p:spPr bwMode="auto">
            <a:xfrm>
              <a:off x="3600" y="2256"/>
              <a:ext cx="0" cy="1632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0" name="Line 125"/>
            <p:cNvSpPr>
              <a:spLocks noChangeShapeType="1"/>
            </p:cNvSpPr>
            <p:nvPr/>
          </p:nvSpPr>
          <p:spPr bwMode="auto">
            <a:xfrm>
              <a:off x="576" y="2600"/>
              <a:ext cx="30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" name="Line 126"/>
            <p:cNvSpPr>
              <a:spLocks noChangeShapeType="1"/>
            </p:cNvSpPr>
            <p:nvPr/>
          </p:nvSpPr>
          <p:spPr bwMode="auto">
            <a:xfrm>
              <a:off x="576" y="2986"/>
              <a:ext cx="30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" name="Line 127"/>
            <p:cNvSpPr>
              <a:spLocks noChangeShapeType="1"/>
            </p:cNvSpPr>
            <p:nvPr/>
          </p:nvSpPr>
          <p:spPr bwMode="auto">
            <a:xfrm>
              <a:off x="576" y="3373"/>
              <a:ext cx="302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Line 128"/>
            <p:cNvSpPr>
              <a:spLocks noChangeShapeType="1"/>
            </p:cNvSpPr>
            <p:nvPr/>
          </p:nvSpPr>
          <p:spPr bwMode="auto">
            <a:xfrm>
              <a:off x="576" y="3888"/>
              <a:ext cx="302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" name="Line 129"/>
            <p:cNvSpPr>
              <a:spLocks noChangeShapeType="1"/>
            </p:cNvSpPr>
            <p:nvPr/>
          </p:nvSpPr>
          <p:spPr bwMode="auto">
            <a:xfrm>
              <a:off x="1042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Line 130"/>
            <p:cNvSpPr>
              <a:spLocks noChangeShapeType="1"/>
            </p:cNvSpPr>
            <p:nvPr/>
          </p:nvSpPr>
          <p:spPr bwMode="auto">
            <a:xfrm>
              <a:off x="1464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131"/>
            <p:cNvSpPr>
              <a:spLocks noChangeShapeType="1"/>
            </p:cNvSpPr>
            <p:nvPr/>
          </p:nvSpPr>
          <p:spPr bwMode="auto">
            <a:xfrm>
              <a:off x="2208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135"/>
            <p:cNvSpPr>
              <a:spLocks noChangeShapeType="1"/>
            </p:cNvSpPr>
            <p:nvPr/>
          </p:nvSpPr>
          <p:spPr bwMode="auto">
            <a:xfrm>
              <a:off x="2688" y="2256"/>
              <a:ext cx="0" cy="163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Line 159"/>
            <p:cNvSpPr>
              <a:spLocks noChangeShapeType="1"/>
            </p:cNvSpPr>
            <p:nvPr/>
          </p:nvSpPr>
          <p:spPr bwMode="auto">
            <a:xfrm>
              <a:off x="576" y="2256"/>
              <a:ext cx="3024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69" name="Object 161"/>
          <p:cNvGraphicFramePr>
            <a:graphicFrameLocks noChangeAspect="1"/>
          </p:cNvGraphicFramePr>
          <p:nvPr/>
        </p:nvGraphicFramePr>
        <p:xfrm>
          <a:off x="6324600" y="4191000"/>
          <a:ext cx="30003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7" name="公式" r:id="rId51" imgW="6096000" imgH="5791200" progId="Equation.3">
                  <p:embed/>
                </p:oleObj>
              </mc:Choice>
              <mc:Fallback>
                <p:oleObj name="公式" r:id="rId51" imgW="6096000" imgH="5791200" progId="Equation.3">
                  <p:embed/>
                  <p:pic>
                    <p:nvPicPr>
                      <p:cNvPr id="0" name="图片 13466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24600" y="4191000"/>
                        <a:ext cx="300038" cy="285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" name="Object 162"/>
          <p:cNvGraphicFramePr>
            <a:graphicFrameLocks noChangeAspect="1"/>
          </p:cNvGraphicFramePr>
          <p:nvPr/>
        </p:nvGraphicFramePr>
        <p:xfrm>
          <a:off x="6324600" y="4800600"/>
          <a:ext cx="30003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8" name="公式" r:id="rId52" imgW="6096000" imgH="5791200" progId="Equation.3">
                  <p:embed/>
                </p:oleObj>
              </mc:Choice>
              <mc:Fallback>
                <p:oleObj name="公式" r:id="rId52" imgW="6096000" imgH="5791200" progId="Equation.3">
                  <p:embed/>
                  <p:pic>
                    <p:nvPicPr>
                      <p:cNvPr id="0" name="图片 13467"/>
                      <p:cNvPicPr>
                        <a:picLocks noChangeAspect="1"/>
                      </p:cNvPicPr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6324600" y="4800600"/>
                        <a:ext cx="300038" cy="2857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" name="Arc 163"/>
          <p:cNvSpPr/>
          <p:nvPr/>
        </p:nvSpPr>
        <p:spPr bwMode="auto">
          <a:xfrm>
            <a:off x="6248400" y="5467350"/>
            <a:ext cx="304800" cy="346075"/>
          </a:xfrm>
          <a:custGeom>
            <a:avLst/>
            <a:gdLst>
              <a:gd name="G0" fmla="+- 0 0 0"/>
              <a:gd name="G1" fmla="+- 2931 0 0"/>
              <a:gd name="G2" fmla="+- 21600 0 0"/>
              <a:gd name="T0" fmla="*/ 21400 w 21600"/>
              <a:gd name="T1" fmla="*/ 0 h 24531"/>
              <a:gd name="T2" fmla="*/ 0 w 21600"/>
              <a:gd name="T3" fmla="*/ 24531 h 24531"/>
              <a:gd name="T4" fmla="*/ 0 w 21600"/>
              <a:gd name="T5" fmla="*/ 2931 h 24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4531" fill="none" extrusionOk="0">
                <a:moveTo>
                  <a:pt x="21400" y="-1"/>
                </a:moveTo>
                <a:cubicBezTo>
                  <a:pt x="21533" y="971"/>
                  <a:pt x="21600" y="1950"/>
                  <a:pt x="21600" y="2931"/>
                </a:cubicBezTo>
                <a:cubicBezTo>
                  <a:pt x="21600" y="14860"/>
                  <a:pt x="11929" y="24530"/>
                  <a:pt x="0" y="24531"/>
                </a:cubicBezTo>
              </a:path>
              <a:path w="21600" h="24531" stroke="0" extrusionOk="0">
                <a:moveTo>
                  <a:pt x="21400" y="-1"/>
                </a:moveTo>
                <a:cubicBezTo>
                  <a:pt x="21533" y="971"/>
                  <a:pt x="21600" y="1950"/>
                  <a:pt x="21600" y="2931"/>
                </a:cubicBezTo>
                <a:cubicBezTo>
                  <a:pt x="21600" y="14860"/>
                  <a:pt x="11929" y="24530"/>
                  <a:pt x="0" y="24531"/>
                </a:cubicBezTo>
                <a:lnTo>
                  <a:pt x="0" y="2931"/>
                </a:ln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Arc 164"/>
          <p:cNvSpPr/>
          <p:nvPr/>
        </p:nvSpPr>
        <p:spPr bwMode="auto">
          <a:xfrm>
            <a:off x="4114800" y="5467350"/>
            <a:ext cx="411163" cy="306388"/>
          </a:xfrm>
          <a:custGeom>
            <a:avLst/>
            <a:gdLst>
              <a:gd name="G0" fmla="+- 21600 0 0"/>
              <a:gd name="G1" fmla="+- 109 0 0"/>
              <a:gd name="G2" fmla="+- 21600 0 0"/>
              <a:gd name="T0" fmla="*/ 29129 w 29129"/>
              <a:gd name="T1" fmla="*/ 20355 h 21709"/>
              <a:gd name="T2" fmla="*/ 0 w 29129"/>
              <a:gd name="T3" fmla="*/ 0 h 21709"/>
              <a:gd name="T4" fmla="*/ 21600 w 29129"/>
              <a:gd name="T5" fmla="*/ 109 h 217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9129" h="21709" fill="none" extrusionOk="0">
                <a:moveTo>
                  <a:pt x="29128" y="20354"/>
                </a:moveTo>
                <a:cubicBezTo>
                  <a:pt x="26719" y="21250"/>
                  <a:pt x="24170" y="21708"/>
                  <a:pt x="21600" y="21709"/>
                </a:cubicBezTo>
                <a:cubicBezTo>
                  <a:pt x="9670" y="21709"/>
                  <a:pt x="0" y="12038"/>
                  <a:pt x="0" y="109"/>
                </a:cubicBezTo>
                <a:cubicBezTo>
                  <a:pt x="-1" y="72"/>
                  <a:pt x="0" y="36"/>
                  <a:pt x="0" y="0"/>
                </a:cubicBezTo>
              </a:path>
              <a:path w="29129" h="21709" stroke="0" extrusionOk="0">
                <a:moveTo>
                  <a:pt x="29128" y="20354"/>
                </a:moveTo>
                <a:cubicBezTo>
                  <a:pt x="26719" y="21250"/>
                  <a:pt x="24170" y="21708"/>
                  <a:pt x="21600" y="21709"/>
                </a:cubicBezTo>
                <a:cubicBezTo>
                  <a:pt x="9670" y="21709"/>
                  <a:pt x="0" y="12038"/>
                  <a:pt x="0" y="109"/>
                </a:cubicBezTo>
                <a:cubicBezTo>
                  <a:pt x="-1" y="72"/>
                  <a:pt x="0" y="36"/>
                  <a:pt x="0" y="0"/>
                </a:cubicBezTo>
                <a:lnTo>
                  <a:pt x="21600" y="109"/>
                </a:lnTo>
                <a:close/>
              </a:path>
            </a:pathLst>
          </a:custGeom>
          <a:noFill/>
          <a:ln w="31750">
            <a:solidFill>
              <a:schemeClr val="tx1"/>
            </a:solidFill>
            <a:round/>
            <a:headEnd type="triangle" w="sm" len="med"/>
            <a:tailEnd type="none" w="sm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73" name="Object 165"/>
          <p:cNvGraphicFramePr>
            <a:graphicFrameLocks noChangeAspect="1"/>
          </p:cNvGraphicFramePr>
          <p:nvPr/>
        </p:nvGraphicFramePr>
        <p:xfrm>
          <a:off x="7239000" y="3797300"/>
          <a:ext cx="21336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69" name="公式" r:id="rId53" imgW="59131200" imgH="12496800" progId="Equation.3">
                  <p:embed/>
                </p:oleObj>
              </mc:Choice>
              <mc:Fallback>
                <p:oleObj name="公式" r:id="rId53" imgW="59131200" imgH="12496800" progId="Equation.3">
                  <p:embed/>
                  <p:pic>
                    <p:nvPicPr>
                      <p:cNvPr id="0" name="图片 13468"/>
                      <p:cNvPicPr>
                        <a:picLocks noChangeAspect="1"/>
                      </p:cNvPicPr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7239000" y="3797300"/>
                        <a:ext cx="2133600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166"/>
          <p:cNvGraphicFramePr>
            <a:graphicFrameLocks noChangeAspect="1"/>
          </p:cNvGraphicFramePr>
          <p:nvPr/>
        </p:nvGraphicFramePr>
        <p:xfrm>
          <a:off x="9448800" y="3638550"/>
          <a:ext cx="923925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0" name="公式" r:id="rId55" imgW="25603200" imgH="19812000" progId="Equation.3">
                  <p:embed/>
                </p:oleObj>
              </mc:Choice>
              <mc:Fallback>
                <p:oleObj name="公式" r:id="rId55" imgW="25603200" imgH="19812000" progId="Equation.3">
                  <p:embed/>
                  <p:pic>
                    <p:nvPicPr>
                      <p:cNvPr id="0" name="图片 13469"/>
                      <p:cNvPicPr>
                        <a:picLocks noChangeAspect="1"/>
                      </p:cNvPicPr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9448800" y="3638550"/>
                        <a:ext cx="923925" cy="714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167"/>
          <p:cNvGraphicFramePr>
            <a:graphicFrameLocks noChangeAspect="1"/>
          </p:cNvGraphicFramePr>
          <p:nvPr/>
        </p:nvGraphicFramePr>
        <p:xfrm>
          <a:off x="7275513" y="4629150"/>
          <a:ext cx="201295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1" name="公式" r:id="rId57" imgW="55778400" imgH="12496800" progId="Equation.3">
                  <p:embed/>
                </p:oleObj>
              </mc:Choice>
              <mc:Fallback>
                <p:oleObj name="公式" r:id="rId57" imgW="55778400" imgH="12496800" progId="Equation.3">
                  <p:embed/>
                  <p:pic>
                    <p:nvPicPr>
                      <p:cNvPr id="0" name="图片 13470"/>
                      <p:cNvPicPr>
                        <a:picLocks noChangeAspect="1"/>
                      </p:cNvPicPr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7275513" y="4629150"/>
                        <a:ext cx="2012950" cy="450850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168"/>
          <p:cNvGraphicFramePr>
            <a:graphicFrameLocks noChangeAspect="1"/>
          </p:cNvGraphicFramePr>
          <p:nvPr/>
        </p:nvGraphicFramePr>
        <p:xfrm>
          <a:off x="9364663" y="4448175"/>
          <a:ext cx="693737" cy="714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2" name="公式" r:id="rId59" imgW="19202400" imgH="19812000" progId="Equation.3">
                  <p:embed/>
                </p:oleObj>
              </mc:Choice>
              <mc:Fallback>
                <p:oleObj name="公式" r:id="rId59" imgW="19202400" imgH="19812000" progId="Equation.3">
                  <p:embed/>
                  <p:pic>
                    <p:nvPicPr>
                      <p:cNvPr id="0" name="图片 13471"/>
                      <p:cNvPicPr>
                        <a:picLocks noChangeAspect="1"/>
                      </p:cNvPicPr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9364663" y="4448175"/>
                        <a:ext cx="693737" cy="714375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169"/>
          <p:cNvGraphicFramePr>
            <a:graphicFrameLocks noChangeAspect="1"/>
          </p:cNvGraphicFramePr>
          <p:nvPr/>
        </p:nvGraphicFramePr>
        <p:xfrm>
          <a:off x="7315200" y="5391150"/>
          <a:ext cx="18288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73" name="公式" r:id="rId61" imgW="46329600" imgH="10363200" progId="Equation.3">
                  <p:embed/>
                </p:oleObj>
              </mc:Choice>
              <mc:Fallback>
                <p:oleObj name="公式" r:id="rId61" imgW="46329600" imgH="10363200" progId="Equation.3">
                  <p:embed/>
                  <p:pic>
                    <p:nvPicPr>
                      <p:cNvPr id="0" name="图片 13472"/>
                      <p:cNvPicPr>
                        <a:picLocks noChangeAspect="1"/>
                      </p:cNvPicPr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7315200" y="5391150"/>
                        <a:ext cx="1828800" cy="407988"/>
                      </a:xfrm>
                      <a:prstGeom prst="rect">
                        <a:avLst/>
                      </a:prstGeom>
                      <a:noFill/>
                      <a:ln w="95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2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30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000"/>
                            </p:stCondLst>
                            <p:childTnLst>
                              <p:par>
                                <p:cTn id="9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1500"/>
                            </p:stCondLst>
                            <p:childTnLst>
                              <p:par>
                                <p:cTn id="9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20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3000"/>
                            </p:stCondLst>
                            <p:childTnLst>
                              <p:par>
                                <p:cTn id="1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500"/>
                            </p:stCondLst>
                            <p:childTnLst>
                              <p:par>
                                <p:cTn id="1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20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25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>
                            <p:stCondLst>
                              <p:cond delay="500"/>
                            </p:stCondLst>
                            <p:childTnLst>
                              <p:par>
                                <p:cTn id="1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>
                            <p:stCondLst>
                              <p:cond delay="10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>
                            <p:stCondLst>
                              <p:cond delay="5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>
                            <p:stCondLst>
                              <p:cond delay="1000"/>
                            </p:stCondLst>
                            <p:childTnLst>
                              <p:par>
                                <p:cTn id="1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36" grpId="0" bldLvl="0" animBg="1" autoUpdateAnimBg="0"/>
      <p:bldP spid="38" grpId="0" bldLvl="0" animBg="1" autoUpdateAnimBg="0"/>
      <p:bldP spid="44" grpId="0" bldLvl="0" animBg="1"/>
      <p:bldP spid="52" grpId="0" bldLvl="0" animBg="1" autoUpdateAnimBg="0"/>
      <p:bldP spid="71" grpId="0" bldLvl="0" animBg="1"/>
      <p:bldP spid="72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/>
          <p:nvPr/>
        </p:nvGrpSpPr>
        <p:grpSpPr bwMode="auto">
          <a:xfrm>
            <a:off x="2838450" y="1695450"/>
            <a:ext cx="3657600" cy="3848100"/>
            <a:chOff x="924" y="924"/>
            <a:chExt cx="2304" cy="2424"/>
          </a:xfrm>
        </p:grpSpPr>
        <p:sp>
          <p:nvSpPr>
            <p:cNvPr id="3" name="Arc 7"/>
            <p:cNvSpPr/>
            <p:nvPr/>
          </p:nvSpPr>
          <p:spPr bwMode="auto">
            <a:xfrm>
              <a:off x="2064" y="2160"/>
              <a:ext cx="576" cy="1056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1750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" name="Arc 8"/>
            <p:cNvSpPr/>
            <p:nvPr/>
          </p:nvSpPr>
          <p:spPr bwMode="auto">
            <a:xfrm>
              <a:off x="1488" y="1089"/>
              <a:ext cx="576" cy="1071"/>
            </a:xfrm>
            <a:custGeom>
              <a:avLst/>
              <a:gdLst>
                <a:gd name="G0" fmla="+- 21600 0 0"/>
                <a:gd name="G1" fmla="+- 314 0 0"/>
                <a:gd name="G2" fmla="+- 21600 0 0"/>
                <a:gd name="T0" fmla="*/ 21600 w 21600"/>
                <a:gd name="T1" fmla="*/ 21914 h 21914"/>
                <a:gd name="T2" fmla="*/ 2 w 21600"/>
                <a:gd name="T3" fmla="*/ 0 h 21914"/>
                <a:gd name="T4" fmla="*/ 21600 w 21600"/>
                <a:gd name="T5" fmla="*/ 314 h 219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914" fill="none" extrusionOk="0">
                  <a:moveTo>
                    <a:pt x="21600" y="21914"/>
                  </a:moveTo>
                  <a:cubicBezTo>
                    <a:pt x="9670" y="21914"/>
                    <a:pt x="0" y="12243"/>
                    <a:pt x="0" y="314"/>
                  </a:cubicBezTo>
                  <a:cubicBezTo>
                    <a:pt x="-1" y="209"/>
                    <a:pt x="0" y="104"/>
                    <a:pt x="2" y="0"/>
                  </a:cubicBezTo>
                </a:path>
                <a:path w="21600" h="21914" stroke="0" extrusionOk="0">
                  <a:moveTo>
                    <a:pt x="21600" y="21914"/>
                  </a:moveTo>
                  <a:cubicBezTo>
                    <a:pt x="9670" y="21914"/>
                    <a:pt x="0" y="12243"/>
                    <a:pt x="0" y="314"/>
                  </a:cubicBezTo>
                  <a:cubicBezTo>
                    <a:pt x="-1" y="209"/>
                    <a:pt x="0" y="104"/>
                    <a:pt x="2" y="0"/>
                  </a:cubicBezTo>
                  <a:lnTo>
                    <a:pt x="21600" y="314"/>
                  </a:lnTo>
                  <a:close/>
                </a:path>
              </a:pathLst>
            </a:custGeom>
            <a:noFill/>
            <a:ln w="31750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" name="Freeform 10"/>
            <p:cNvSpPr/>
            <p:nvPr/>
          </p:nvSpPr>
          <p:spPr bwMode="auto">
            <a:xfrm>
              <a:off x="924" y="3012"/>
              <a:ext cx="432" cy="336"/>
            </a:xfrm>
            <a:custGeom>
              <a:avLst/>
              <a:gdLst>
                <a:gd name="T0" fmla="*/ 0 w 400"/>
                <a:gd name="T1" fmla="*/ 304 h 304"/>
                <a:gd name="T2" fmla="*/ 336 w 400"/>
                <a:gd name="T3" fmla="*/ 16 h 304"/>
                <a:gd name="T4" fmla="*/ 384 w 400"/>
                <a:gd name="T5" fmla="*/ 208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0" h="304">
                  <a:moveTo>
                    <a:pt x="0" y="304"/>
                  </a:moveTo>
                  <a:cubicBezTo>
                    <a:pt x="136" y="168"/>
                    <a:pt x="272" y="32"/>
                    <a:pt x="336" y="16"/>
                  </a:cubicBezTo>
                  <a:cubicBezTo>
                    <a:pt x="400" y="0"/>
                    <a:pt x="376" y="176"/>
                    <a:pt x="384" y="208"/>
                  </a:cubicBezTo>
                </a:path>
              </a:pathLst>
            </a:custGeom>
            <a:noFill/>
            <a:ln w="31750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" name="Freeform 12"/>
            <p:cNvSpPr/>
            <p:nvPr/>
          </p:nvSpPr>
          <p:spPr bwMode="auto">
            <a:xfrm rot="-10647287">
              <a:off x="2796" y="924"/>
              <a:ext cx="432" cy="336"/>
            </a:xfrm>
            <a:custGeom>
              <a:avLst/>
              <a:gdLst>
                <a:gd name="T0" fmla="*/ 0 w 400"/>
                <a:gd name="T1" fmla="*/ 304 h 304"/>
                <a:gd name="T2" fmla="*/ 336 w 400"/>
                <a:gd name="T3" fmla="*/ 16 h 304"/>
                <a:gd name="T4" fmla="*/ 384 w 400"/>
                <a:gd name="T5" fmla="*/ 208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0" h="304">
                  <a:moveTo>
                    <a:pt x="0" y="304"/>
                  </a:moveTo>
                  <a:cubicBezTo>
                    <a:pt x="136" y="168"/>
                    <a:pt x="272" y="32"/>
                    <a:pt x="336" y="16"/>
                  </a:cubicBezTo>
                  <a:cubicBezTo>
                    <a:pt x="400" y="0"/>
                    <a:pt x="376" y="176"/>
                    <a:pt x="384" y="208"/>
                  </a:cubicBezTo>
                </a:path>
              </a:pathLst>
            </a:custGeom>
            <a:noFill/>
            <a:ln w="31750">
              <a:solidFill>
                <a:srgbClr val="0070C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20"/>
          <p:cNvGrpSpPr/>
          <p:nvPr/>
        </p:nvGrpSpPr>
        <p:grpSpPr bwMode="auto">
          <a:xfrm>
            <a:off x="2286000" y="952500"/>
            <a:ext cx="5334000" cy="4762500"/>
            <a:chOff x="576" y="456"/>
            <a:chExt cx="3360" cy="3000"/>
          </a:xfrm>
        </p:grpSpPr>
        <p:sp>
          <p:nvSpPr>
            <p:cNvPr id="8" name="Line 2"/>
            <p:cNvSpPr>
              <a:spLocks noChangeShapeType="1"/>
            </p:cNvSpPr>
            <p:nvPr/>
          </p:nvSpPr>
          <p:spPr bwMode="auto">
            <a:xfrm>
              <a:off x="576" y="2160"/>
              <a:ext cx="316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" name="Line 3"/>
            <p:cNvSpPr>
              <a:spLocks noChangeShapeType="1"/>
            </p:cNvSpPr>
            <p:nvPr/>
          </p:nvSpPr>
          <p:spPr bwMode="auto">
            <a:xfrm flipV="1">
              <a:off x="2064" y="672"/>
              <a:ext cx="0" cy="2784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0" name="Object 13"/>
            <p:cNvGraphicFramePr>
              <a:graphicFrameLocks noChangeAspect="1"/>
            </p:cNvGraphicFramePr>
            <p:nvPr/>
          </p:nvGraphicFramePr>
          <p:xfrm>
            <a:off x="3777" y="2064"/>
            <a:ext cx="159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37" name="公式" r:id="rId1" imgW="6096000" imgH="5791200" progId="Equation.3">
                    <p:embed/>
                  </p:oleObj>
                </mc:Choice>
                <mc:Fallback>
                  <p:oleObj name="公式" r:id="rId1" imgW="6096000" imgH="5791200" progId="Equation.3">
                    <p:embed/>
                    <p:pic>
                      <p:nvPicPr>
                        <p:cNvPr id="0" name="图片 1433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777" y="2064"/>
                          <a:ext cx="159" cy="1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14"/>
            <p:cNvGraphicFramePr>
              <a:graphicFrameLocks noChangeAspect="1"/>
            </p:cNvGraphicFramePr>
            <p:nvPr/>
          </p:nvGraphicFramePr>
          <p:xfrm>
            <a:off x="1968" y="456"/>
            <a:ext cx="15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7" name="公式" r:id="rId3" imgW="6096000" imgH="7620000" progId="Equation.3">
                    <p:embed/>
                  </p:oleObj>
                </mc:Choice>
                <mc:Fallback>
                  <p:oleObj name="公式" r:id="rId3" imgW="6096000" imgH="7620000" progId="Equation.3">
                    <p:embed/>
                    <p:pic>
                      <p:nvPicPr>
                        <p:cNvPr id="0" name="图片 14356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1968" y="456"/>
                          <a:ext cx="159" cy="19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" name="Object 15"/>
            <p:cNvGraphicFramePr>
              <a:graphicFrameLocks noChangeAspect="1"/>
            </p:cNvGraphicFramePr>
            <p:nvPr/>
          </p:nvGraphicFramePr>
          <p:xfrm>
            <a:off x="2088" y="2208"/>
            <a:ext cx="135" cy="1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8" name="公式" r:id="rId5" imgW="5181600" imgH="5791200" progId="Equation.3">
                    <p:embed/>
                  </p:oleObj>
                </mc:Choice>
                <mc:Fallback>
                  <p:oleObj name="公式" r:id="rId5" imgW="5181600" imgH="5791200" progId="Equation.3">
                    <p:embed/>
                    <p:pic>
                      <p:nvPicPr>
                        <p:cNvPr id="0" name="图片 14357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2088" y="2208"/>
                          <a:ext cx="135" cy="151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22"/>
          <p:cNvGrpSpPr/>
          <p:nvPr/>
        </p:nvGrpSpPr>
        <p:grpSpPr bwMode="auto">
          <a:xfrm>
            <a:off x="2667000" y="1676400"/>
            <a:ext cx="3962400" cy="3962400"/>
            <a:chOff x="816" y="912"/>
            <a:chExt cx="2496" cy="2496"/>
          </a:xfrm>
        </p:grpSpPr>
        <p:sp>
          <p:nvSpPr>
            <p:cNvPr id="14" name="Line 6"/>
            <p:cNvSpPr>
              <a:spLocks noChangeShapeType="1"/>
            </p:cNvSpPr>
            <p:nvPr/>
          </p:nvSpPr>
          <p:spPr bwMode="auto">
            <a:xfrm flipH="1">
              <a:off x="816" y="912"/>
              <a:ext cx="2496" cy="249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5" name="Object 16"/>
            <p:cNvGraphicFramePr>
              <a:graphicFrameLocks noChangeAspect="1"/>
            </p:cNvGraphicFramePr>
            <p:nvPr/>
          </p:nvGraphicFramePr>
          <p:xfrm>
            <a:off x="2112" y="1498"/>
            <a:ext cx="480" cy="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59" name="公式" r:id="rId7" imgW="992505" imgH="368300" progId="Equation.3">
                    <p:embed/>
                  </p:oleObj>
                </mc:Choice>
                <mc:Fallback>
                  <p:oleObj name="公式" r:id="rId7" imgW="992505" imgH="368300" progId="Equation.3">
                    <p:embed/>
                    <p:pic>
                      <p:nvPicPr>
                        <p:cNvPr id="0" name="图片 14358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112" y="1498"/>
                          <a:ext cx="480" cy="179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Group 21"/>
          <p:cNvGrpSpPr/>
          <p:nvPr/>
        </p:nvGrpSpPr>
        <p:grpSpPr bwMode="auto">
          <a:xfrm>
            <a:off x="3148013" y="1676400"/>
            <a:ext cx="2876550" cy="3905250"/>
            <a:chOff x="1119" y="912"/>
            <a:chExt cx="1812" cy="2460"/>
          </a:xfrm>
        </p:grpSpPr>
        <p:sp>
          <p:nvSpPr>
            <p:cNvPr id="17" name="Line 4"/>
            <p:cNvSpPr>
              <a:spLocks noChangeShapeType="1"/>
            </p:cNvSpPr>
            <p:nvPr/>
          </p:nvSpPr>
          <p:spPr bwMode="auto">
            <a:xfrm>
              <a:off x="1392" y="924"/>
              <a:ext cx="0" cy="24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5"/>
            <p:cNvSpPr>
              <a:spLocks noChangeShapeType="1"/>
            </p:cNvSpPr>
            <p:nvPr/>
          </p:nvSpPr>
          <p:spPr bwMode="auto">
            <a:xfrm>
              <a:off x="2760" y="912"/>
              <a:ext cx="0" cy="24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prstDash val="sysDot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" name="Object 17"/>
            <p:cNvGraphicFramePr>
              <a:graphicFrameLocks noChangeAspect="1"/>
            </p:cNvGraphicFramePr>
            <p:nvPr/>
          </p:nvGraphicFramePr>
          <p:xfrm>
            <a:off x="1119" y="2208"/>
            <a:ext cx="258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0" name="公式" r:id="rId9" imgW="535305" imgH="356870" progId="Equation.3">
                    <p:embed/>
                  </p:oleObj>
                </mc:Choice>
                <mc:Fallback>
                  <p:oleObj name="公式" r:id="rId9" imgW="535305" imgH="356870" progId="Equation.3">
                    <p:embed/>
                    <p:pic>
                      <p:nvPicPr>
                        <p:cNvPr id="0" name="图片 14359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119" y="2208"/>
                          <a:ext cx="258" cy="1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18"/>
            <p:cNvGraphicFramePr>
              <a:graphicFrameLocks noChangeAspect="1"/>
            </p:cNvGraphicFramePr>
            <p:nvPr/>
          </p:nvGraphicFramePr>
          <p:xfrm>
            <a:off x="2832" y="2208"/>
            <a:ext cx="9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61" name="公式" r:id="rId11" imgW="212090" imgH="356870" progId="Equation.3">
                    <p:embed/>
                  </p:oleObj>
                </mc:Choice>
                <mc:Fallback>
                  <p:oleObj name="公式" r:id="rId11" imgW="212090" imgH="356870" progId="Equation.3">
                    <p:embed/>
                    <p:pic>
                      <p:nvPicPr>
                        <p:cNvPr id="0" name="图片 14360"/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832" y="2208"/>
                          <a:ext cx="99" cy="172"/>
                        </a:xfrm>
                        <a:prstGeom prst="rect">
                          <a:avLst/>
                        </a:prstGeom>
                        <a:noFill/>
                        <a:ln w="9525"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Text Box 19"/>
          <p:cNvSpPr txBox="1">
            <a:spLocks noChangeArrowheads="1"/>
          </p:cNvSpPr>
          <p:nvPr/>
        </p:nvSpPr>
        <p:spPr bwMode="auto">
          <a:xfrm>
            <a:off x="2286000" y="852488"/>
            <a:ext cx="990600" cy="521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/>
              <a:t>作图</a:t>
            </a:r>
            <a:endParaRPr lang="zh-CN" altLang="en-US" sz="2800" b="1"/>
          </a:p>
        </p:txBody>
      </p:sp>
      <p:pic>
        <p:nvPicPr>
          <p:cNvPr id="22" name="Picture 26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0" y="762000"/>
            <a:ext cx="3276600" cy="2235200"/>
          </a:xfrm>
          <a:prstGeom prst="rect">
            <a:avLst/>
          </a:prstGeom>
          <a:noFill/>
          <a:ln w="3175">
            <a:solidFill>
              <a:schemeClr val="accent2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tx1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对象 -2147482161"/>
          <p:cNvGraphicFramePr>
            <a:graphicFrameLocks noChangeAspect="1"/>
          </p:cNvGraphicFramePr>
          <p:nvPr/>
        </p:nvGraphicFramePr>
        <p:xfrm>
          <a:off x="2714625" y="4022408"/>
          <a:ext cx="1538526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558800" imgH="203200" progId="Equation.DSMT4">
                  <p:embed/>
                </p:oleObj>
              </mc:Choice>
              <mc:Fallback>
                <p:oleObj name="" r:id="rId1" imgW="558800" imgH="2032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4625" y="4022408"/>
                        <a:ext cx="1538526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0" name="文本框 99"/>
          <p:cNvSpPr txBox="1"/>
          <p:nvPr/>
        </p:nvSpPr>
        <p:spPr>
          <a:xfrm>
            <a:off x="1879600" y="4022725"/>
            <a:ext cx="940435" cy="56896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noAutofit/>
          </a:bodyPr>
          <a:p>
            <a:pPr indent="0"/>
            <a:r>
              <a:rPr lang="en-US" alt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2.</a:t>
            </a:r>
            <a:r>
              <a:rPr 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设</a:t>
            </a:r>
            <a:endParaRPr lang="zh-CN" altLang="en-US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1" name="文本框 100"/>
          <p:cNvSpPr txBox="1"/>
          <p:nvPr/>
        </p:nvSpPr>
        <p:spPr>
          <a:xfrm>
            <a:off x="4174490" y="4004310"/>
            <a:ext cx="901065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是由</a:t>
            </a:r>
            <a:endParaRPr 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2" name="文本框 101"/>
          <p:cNvSpPr txBox="1"/>
          <p:nvPr/>
        </p:nvSpPr>
        <p:spPr>
          <a:xfrm>
            <a:off x="7490460" y="4046855"/>
            <a:ext cx="270891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确定的函数，求</a:t>
            </a:r>
            <a:endParaRPr 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3694430" y="4850765"/>
            <a:ext cx="6108700" cy="52197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zh-CN" sz="2800" b="1">
                <a:latin typeface="黑体" panose="02010609060101010101" pitchFamily="49" charset="-122"/>
                <a:ea typeface="黑体" panose="02010609060101010101" pitchFamily="49" charset="-122"/>
              </a:rPr>
              <a:t>的极值及凹凸区间和拐点.</a:t>
            </a:r>
            <a:endParaRPr lang="zh-CN" sz="2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3" name="对象 -2147482160"/>
          <p:cNvGraphicFramePr>
            <a:graphicFrameLocks noChangeAspect="1"/>
          </p:cNvGraphicFramePr>
          <p:nvPr/>
        </p:nvGraphicFramePr>
        <p:xfrm>
          <a:off x="5114290" y="3713480"/>
          <a:ext cx="2376000" cy="118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3" imgW="939165" imgH="482600" progId="Equation.DSMT4">
                  <p:embed/>
                </p:oleObj>
              </mc:Choice>
              <mc:Fallback>
                <p:oleObj name="" r:id="rId3" imgW="939165" imgH="48260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14290" y="3713480"/>
                        <a:ext cx="2376000" cy="1188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-2147482159"/>
          <p:cNvGraphicFramePr>
            <a:graphicFrameLocks noChangeAspect="1"/>
          </p:cNvGraphicFramePr>
          <p:nvPr/>
        </p:nvGraphicFramePr>
        <p:xfrm>
          <a:off x="2155825" y="4850448"/>
          <a:ext cx="1538526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5" imgW="558800" imgH="203200" progId="Equation.DSMT4">
                  <p:embed/>
                </p:oleObj>
              </mc:Choice>
              <mc:Fallback>
                <p:oleObj name="" r:id="rId5" imgW="558800" imgH="20320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155825" y="4850448"/>
                        <a:ext cx="1538526" cy="50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1879521" y="623739"/>
            <a:ext cx="7128792" cy="5835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>
            <a:spAutoFit/>
          </a:bodyPr>
          <a:p>
            <a:pPr algn="l">
              <a:spcBef>
                <a:spcPct val="50000"/>
              </a:spcBef>
              <a:buClrTx/>
              <a:buSzTx/>
              <a:buNone/>
            </a:pPr>
            <a:r>
              <a:rPr lang="zh-CN" altLang="en-US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练习</a:t>
            </a:r>
            <a:r>
              <a:rPr lang="zh-CN" altLang="en-US" sz="3200" b="1" dirty="0">
                <a:gradFill>
                  <a:gsLst>
                    <a:gs pos="0">
                      <a:srgbClr val="7B32B2"/>
                    </a:gs>
                    <a:gs pos="100000">
                      <a:srgbClr val="401A5D"/>
                    </a:gs>
                  </a:gsLst>
                  <a:lin scaled="0"/>
                </a:gradFill>
                <a:effectLst>
                  <a:outerShdw blurRad="38100" dist="38100" dir="2700000">
                    <a:srgbClr val="000000"/>
                  </a:outerShdw>
                </a:effectLst>
                <a:uFillTx/>
                <a:latin typeface="微软雅黑" panose="020B0503020204020204" charset="-122"/>
                <a:ea typeface="微软雅黑" panose="020B0503020204020204" charset="-122"/>
              </a:rPr>
              <a:t>巩固</a:t>
            </a:r>
            <a:endParaRPr lang="zh-CN" altLang="en-US" sz="3200" b="1" dirty="0">
              <a:gradFill>
                <a:gsLst>
                  <a:gs pos="0">
                    <a:srgbClr val="7B32B2"/>
                  </a:gs>
                  <a:gs pos="100000">
                    <a:srgbClr val="401A5D"/>
                  </a:gs>
                </a:gsLst>
                <a:lin scaled="0"/>
              </a:gradFill>
              <a:effectLst>
                <a:outerShdw blurRad="38100" dist="38100" dir="2700000">
                  <a:srgbClr val="000000"/>
                </a:outerShdw>
              </a:effectLst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/>
              <p:cNvSpPr txBox="1"/>
              <p:nvPr/>
            </p:nvSpPr>
            <p:spPr>
              <a:xfrm>
                <a:off x="1879600" y="1412875"/>
                <a:ext cx="8188325" cy="120650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noAutofit/>
              </a:bodyPr>
              <a:p>
                <a:pPr indent="0">
                  <a:lnSpc>
                    <a:spcPct val="110000"/>
                  </a:lnSpc>
                </a:pPr>
                <a:r>
                  <a:rPr lang="en-US" altLang="zh-CN" sz="2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1.</a:t>
                </a:r>
                <a:r>
                  <a:rPr lang="zh-CN" sz="2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设</a:t>
                </a:r>
                <a:r>
                  <a:rPr lang="en-US" altLang="zh-CN" sz="2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    </a:t>
                </a:r>
                <a:r>
                  <a:rPr lang="zh-CN" altLang="en-US" sz="2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在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𝒙</m:t>
                    </m:r>
                    <m:r>
                      <a:rPr lang="en-US" altLang="zh-CN" sz="2800" b="1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=</m:t>
                    </m:r>
                    <m:r>
                      <a:rPr lang="en-US" altLang="zh-CN" sz="2800" b="1" i="1">
                        <a:latin typeface="Cambria Math" panose="02040503050406030204" charset="0"/>
                        <a:ea typeface="黑体" panose="02010609060101010101" pitchFamily="49" charset="-122"/>
                        <a:cs typeface="Cambria Math" panose="02040503050406030204" charset="0"/>
                      </a:rPr>
                      <m:t>𝟎</m:t>
                    </m:r>
                  </m:oMath>
                </a14:m>
                <a:r>
                  <a:rPr lang="zh-CN" altLang="en-US" sz="2800" b="1">
                    <a:latin typeface="黑体" panose="02010609060101010101" pitchFamily="49" charset="-122"/>
                    <a:ea typeface="黑体" panose="02010609060101010101" pitchFamily="49" charset="-122"/>
                  </a:rPr>
                  <a:t>处二阶可导，在分别满足下述条件的情形下求</a:t>
                </a:r>
                <a:endParaRPr lang="zh-CN" altLang="en-US" sz="2800" b="1"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mc:Choice>
        <mc:Fallback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600" y="1412875"/>
                <a:ext cx="8188325" cy="120650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 w="9525"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对象 1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638800" y="3321050"/>
          <a:ext cx="9144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7" imgW="914400" imgH="215900" progId="Equation.KSEE3">
                  <p:embed/>
                </p:oleObj>
              </mc:Choice>
              <mc:Fallback>
                <p:oleObj name="" r:id="rId7" imgW="914400" imgH="2159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638800" y="3321050"/>
                        <a:ext cx="9144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714625" y="1508125"/>
          <a:ext cx="729000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r:id="rId9" imgW="342900" imgH="203200" progId="Equation.KSEE3">
                  <p:embed/>
                </p:oleObj>
              </mc:Choice>
              <mc:Fallback>
                <p:oleObj name="" r:id="rId9" imgW="342900" imgH="203200" progId="Equation.KSEE3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714625" y="1508125"/>
                        <a:ext cx="729000" cy="432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175125" y="1939925"/>
          <a:ext cx="2626105" cy="50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11" imgW="1257300" imgH="241300" progId="Equation.KSEE3">
                  <p:embed/>
                </p:oleObj>
              </mc:Choice>
              <mc:Fallback>
                <p:oleObj name="" r:id="rId11" imgW="1257300" imgH="241300" progId="Equation.KSEE3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175125" y="1939925"/>
                        <a:ext cx="2626105" cy="50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300605" y="2493010"/>
          <a:ext cx="2670968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r:id="rId13" imgW="1270000" imgH="393700" progId="Equation.KSEE3">
                  <p:embed/>
                </p:oleObj>
              </mc:Choice>
              <mc:Fallback>
                <p:oleObj name="" r:id="rId13" imgW="1270000" imgH="3937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300605" y="2493010"/>
                        <a:ext cx="2670968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329363" y="2493010"/>
          <a:ext cx="3738019" cy="82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15" imgW="1777365" imgH="393700" progId="Equation.KSEE3">
                  <p:embed/>
                </p:oleObj>
              </mc:Choice>
              <mc:Fallback>
                <p:oleObj name="" r:id="rId15" imgW="1777365" imgH="393700" progId="Equation.KSEE3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329363" y="2493010"/>
                        <a:ext cx="3738019" cy="82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/>
          <p:cNvSpPr txBox="1">
            <a:spLocks noChangeArrowheads="1"/>
          </p:cNvSpPr>
          <p:nvPr/>
        </p:nvSpPr>
        <p:spPr bwMode="auto">
          <a:xfrm>
            <a:off x="2865294" y="1645836"/>
            <a:ext cx="5536232" cy="5835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3200" b="1" dirty="0" smtClean="0">
                <a:solidFill>
                  <a:schemeClr val="accent6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zh-CN" sz="3200" b="1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黑体" panose="02010609060101010101" pitchFamily="49" charset="-122"/>
                <a:ea typeface="黑体" panose="02010609060101010101" pitchFamily="49" charset="-122"/>
              </a:rPr>
              <a:t>自测题和思考题解答   </a:t>
            </a:r>
            <a:endParaRPr lang="zh-CN" altLang="zh-CN" sz="3200" b="1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3199691" y="2404016"/>
            <a:ext cx="233172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rtlCol="0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扫</a:t>
            </a:r>
            <a:r>
              <a:rPr kumimoji="1" lang="en-US" altLang="zh-CN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P189</a:t>
            </a:r>
            <a:r>
              <a:rPr kumimoji="1"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二维码</a:t>
            </a:r>
            <a:endParaRPr kumimoji="1"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COMMONDATA" val="eyJoZGlkIjoiYTE3YTg1MGUwYzcxMDRmMDA0MjllMmFkNzVlNjE4YTEifQ=="/>
  <p:tag name="KSO_WPP_MARK_KEY" val="f1dcb546-a420-448d-afc4-3e080f48006f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895D1D"/>
      </a:dk2>
      <a:lt2>
        <a:srgbClr val="ECE9C6"/>
      </a:lt2>
      <a:accent1>
        <a:srgbClr val="873624"/>
      </a:accent1>
      <a:accent2>
        <a:srgbClr val="D6862D"/>
      </a:accent2>
      <a:accent3>
        <a:srgbClr val="D0BE40"/>
      </a:accent3>
      <a:accent4>
        <a:srgbClr val="877F6C"/>
      </a:accent4>
      <a:accent5>
        <a:srgbClr val="972109"/>
      </a:accent5>
      <a:accent6>
        <a:srgbClr val="AEB795"/>
      </a:accent6>
      <a:hlink>
        <a:srgbClr val="CC9900"/>
      </a:hlink>
      <a:folHlink>
        <a:srgbClr val="B2B2B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1275</Words>
  <Application>WPS 演示</Application>
  <PresentationFormat>宽屏</PresentationFormat>
  <Paragraphs>238</Paragraphs>
  <Slides>19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172</vt:i4>
      </vt:variant>
      <vt:variant>
        <vt:lpstr>幻灯片标题</vt:lpstr>
      </vt:variant>
      <vt:variant>
        <vt:i4>19</vt:i4>
      </vt:variant>
    </vt:vector>
  </HeadingPairs>
  <TitlesOfParts>
    <vt:vector size="208" baseType="lpstr">
      <vt:lpstr>Arial</vt:lpstr>
      <vt:lpstr>宋体</vt:lpstr>
      <vt:lpstr>Wingdings</vt:lpstr>
      <vt:lpstr>Wingdings</vt:lpstr>
      <vt:lpstr>微软雅黑</vt:lpstr>
      <vt:lpstr>黑体</vt:lpstr>
      <vt:lpstr>Times New Roman</vt:lpstr>
      <vt:lpstr>隶书</vt:lpstr>
      <vt:lpstr>楷体</vt:lpstr>
      <vt:lpstr>Malgun Gothic</vt:lpstr>
      <vt:lpstr>Symbol</vt:lpstr>
      <vt:lpstr>华文新魏</vt:lpstr>
      <vt:lpstr>Calibri</vt:lpstr>
      <vt:lpstr>Arial Unicode MS</vt:lpstr>
      <vt:lpstr>Cambria Math</vt:lpstr>
      <vt:lpstr>Office 主题​​</vt:lpstr>
      <vt:lpstr>1_Office 主题​​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Equation.KSEE3</vt:lpstr>
      <vt:lpstr>Equation.KSEE3</vt:lpstr>
      <vt:lpstr>Equation.DSMT4</vt:lpstr>
      <vt:lpstr>Equation.KSEE3</vt:lpstr>
      <vt:lpstr>Equation.KSEE3</vt:lpstr>
      <vt:lpstr>Equation.KSEE3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山人有鱼</cp:lastModifiedBy>
  <cp:revision>180</cp:revision>
  <dcterms:created xsi:type="dcterms:W3CDTF">2019-06-19T02:08:00Z</dcterms:created>
  <dcterms:modified xsi:type="dcterms:W3CDTF">2022-11-27T22:14:20Z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2052-11.1.0.12763</vt:lpwstr>
  </property>
  <property fmtid="{D5CDD505-2E9C-101B-9397-08002B2CF9AE}" pid="3" name="ICV">
    <vt:lpwstr>AC281998DD6440DEA739EE59416B6107</vt:lpwstr>
  </property>
</Properties>
</file>