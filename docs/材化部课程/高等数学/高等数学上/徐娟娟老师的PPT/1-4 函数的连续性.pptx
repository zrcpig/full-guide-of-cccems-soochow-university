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mf" ContentType="image/x-wmf"/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8"/>
  </p:notesMasterIdLst>
  <p:sldIdLst>
    <p:sldId id="307" r:id="rId4"/>
    <p:sldId id="308" r:id="rId5"/>
    <p:sldId id="309" r:id="rId6"/>
    <p:sldId id="311" r:id="rId7"/>
    <p:sldId id="379" r:id="rId9"/>
    <p:sldId id="381" r:id="rId10"/>
    <p:sldId id="382" r:id="rId11"/>
    <p:sldId id="310" r:id="rId12"/>
    <p:sldId id="312" r:id="rId13"/>
    <p:sldId id="375" r:id="rId14"/>
    <p:sldId id="378" r:id="rId15"/>
    <p:sldId id="320" r:id="rId16"/>
    <p:sldId id="321" r:id="rId17"/>
    <p:sldId id="322" r:id="rId18"/>
    <p:sldId id="323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8" r:id="rId28"/>
    <p:sldId id="269" r:id="rId29"/>
    <p:sldId id="270" r:id="rId30"/>
    <p:sldId id="271" r:id="rId31"/>
    <p:sldId id="272" r:id="rId32"/>
    <p:sldId id="273" r:id="rId33"/>
    <p:sldId id="274" r:id="rId34"/>
    <p:sldId id="275" r:id="rId35"/>
    <p:sldId id="276" r:id="rId36"/>
    <p:sldId id="277" r:id="rId37"/>
    <p:sldId id="278" r:id="rId38"/>
    <p:sldId id="279" r:id="rId39"/>
    <p:sldId id="281" r:id="rId40"/>
    <p:sldId id="282" r:id="rId41"/>
    <p:sldId id="283" r:id="rId42"/>
    <p:sldId id="284" r:id="rId43"/>
    <p:sldId id="285" r:id="rId44"/>
    <p:sldId id="286" r:id="rId45"/>
    <p:sldId id="287" r:id="rId46"/>
    <p:sldId id="288" r:id="rId47"/>
    <p:sldId id="383" r:id="rId48"/>
    <p:sldId id="289" r:id="rId49"/>
    <p:sldId id="290" r:id="rId50"/>
    <p:sldId id="291" r:id="rId51"/>
    <p:sldId id="292" r:id="rId52"/>
    <p:sldId id="293" r:id="rId53"/>
    <p:sldId id="294" r:id="rId54"/>
    <p:sldId id="295" r:id="rId55"/>
    <p:sldId id="296" r:id="rId56"/>
    <p:sldId id="297" r:id="rId57"/>
    <p:sldId id="298" r:id="rId58"/>
    <p:sldId id="299" r:id="rId59"/>
    <p:sldId id="300" r:id="rId60"/>
    <p:sldId id="301" r:id="rId61"/>
    <p:sldId id="302" r:id="rId62"/>
    <p:sldId id="303" r:id="rId63"/>
    <p:sldId id="304" r:id="rId64"/>
    <p:sldId id="305" r:id="rId65"/>
    <p:sldId id="306" r:id="rId66"/>
    <p:sldId id="325" r:id="rId67"/>
  </p:sldIdLst>
  <p:sldSz cx="12192000" cy="6858000"/>
  <p:notesSz cx="6858000" cy="9144000"/>
  <p:custDataLst>
    <p:tags r:id="rId7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yan" initials="k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30A0"/>
    <a:srgbClr val="AB5EA0"/>
    <a:srgbClr val="0066EA"/>
    <a:srgbClr val="D9D9D9"/>
    <a:srgbClr val="FFFFFF"/>
    <a:srgbClr val="DCDCDC"/>
    <a:srgbClr val="F0F0F0"/>
    <a:srgbClr val="E6E6E6"/>
    <a:srgbClr val="C8C8C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335"/>
        <p:guide pos="371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72" Type="http://schemas.openxmlformats.org/officeDocument/2006/relationships/tags" Target="tags/tag125.xml"/><Relationship Id="rId71" Type="http://schemas.openxmlformats.org/officeDocument/2006/relationships/commentAuthors" Target="commentAuthors.xml"/><Relationship Id="rId70" Type="http://schemas.openxmlformats.org/officeDocument/2006/relationships/tableStyles" Target="tableStyles.xml"/><Relationship Id="rId7" Type="http://schemas.openxmlformats.org/officeDocument/2006/relationships/slide" Target="slides/slide4.xml"/><Relationship Id="rId69" Type="http://schemas.openxmlformats.org/officeDocument/2006/relationships/viewProps" Target="viewProps.xml"/><Relationship Id="rId68" Type="http://schemas.openxmlformats.org/officeDocument/2006/relationships/presProps" Target="presProps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3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7" Type="http://schemas.openxmlformats.org/officeDocument/2006/relationships/image" Target="../media/image7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.wmf"/><Relationship Id="rId8" Type="http://schemas.openxmlformats.org/officeDocument/2006/relationships/image" Target="../media/image16.wmf"/><Relationship Id="rId7" Type="http://schemas.openxmlformats.org/officeDocument/2006/relationships/image" Target="../media/image15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27.wmf"/><Relationship Id="rId8" Type="http://schemas.openxmlformats.org/officeDocument/2006/relationships/image" Target="../media/image26.wmf"/><Relationship Id="rId7" Type="http://schemas.openxmlformats.org/officeDocument/2006/relationships/image" Target="../media/image25.wmf"/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6" Type="http://schemas.openxmlformats.org/officeDocument/2006/relationships/image" Target="../media/image34.wmf"/><Relationship Id="rId15" Type="http://schemas.openxmlformats.org/officeDocument/2006/relationships/image" Target="../media/image33.wmf"/><Relationship Id="rId14" Type="http://schemas.openxmlformats.org/officeDocument/2006/relationships/image" Target="../media/image32.wmf"/><Relationship Id="rId13" Type="http://schemas.openxmlformats.org/officeDocument/2006/relationships/image" Target="../media/image31.wmf"/><Relationship Id="rId12" Type="http://schemas.openxmlformats.org/officeDocument/2006/relationships/image" Target="../media/image30.wmf"/><Relationship Id="rId11" Type="http://schemas.openxmlformats.org/officeDocument/2006/relationships/image" Target="../media/image29.wmf"/><Relationship Id="rId10" Type="http://schemas.openxmlformats.org/officeDocument/2006/relationships/image" Target="../media/image28.wmf"/><Relationship Id="rId1" Type="http://schemas.openxmlformats.org/officeDocument/2006/relationships/image" Target="../media/image19.w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43.wmf"/><Relationship Id="rId8" Type="http://schemas.openxmlformats.org/officeDocument/2006/relationships/image" Target="../media/image42.wmf"/><Relationship Id="rId7" Type="http://schemas.openxmlformats.org/officeDocument/2006/relationships/image" Target="../media/image41.wmf"/><Relationship Id="rId6" Type="http://schemas.openxmlformats.org/officeDocument/2006/relationships/image" Target="../media/image40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0" Type="http://schemas.openxmlformats.org/officeDocument/2006/relationships/image" Target="../media/image44.wmf"/><Relationship Id="rId1" Type="http://schemas.openxmlformats.org/officeDocument/2006/relationships/image" Target="../media/image35.emf"/></Relationships>
</file>

<file path=ppt/drawings/_rels/vmlDrawing5.vml.rels><?xml version="1.0" encoding="UTF-8" standalone="yes"?>
<Relationships xmlns="http://schemas.openxmlformats.org/package/2006/relationships"><Relationship Id="rId6" Type="http://schemas.openxmlformats.org/officeDocument/2006/relationships/image" Target="../media/image50.wmf"/><Relationship Id="rId5" Type="http://schemas.openxmlformats.org/officeDocument/2006/relationships/image" Target="../media/image49.wmf"/><Relationship Id="rId4" Type="http://schemas.openxmlformats.org/officeDocument/2006/relationships/image" Target="../media/image48.wmf"/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drawings/_rels/vmlDrawing6.vml.rels><?xml version="1.0" encoding="UTF-8" standalone="yes"?>
<Relationships xmlns="http://schemas.openxmlformats.org/package/2006/relationships"><Relationship Id="rId6" Type="http://schemas.openxmlformats.org/officeDocument/2006/relationships/image" Target="../media/image47.wmf"/><Relationship Id="rId5" Type="http://schemas.openxmlformats.org/officeDocument/2006/relationships/image" Target="../media/image46.wmf"/><Relationship Id="rId4" Type="http://schemas.openxmlformats.org/officeDocument/2006/relationships/image" Target="../media/image55.wmf"/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7.vml.rels><?xml version="1.0" encoding="UTF-8" standalone="yes"?>
<Relationships xmlns="http://schemas.openxmlformats.org/package/2006/relationships"><Relationship Id="rId5" Type="http://schemas.openxmlformats.org/officeDocument/2006/relationships/image" Target="../media/image60.wmf"/><Relationship Id="rId4" Type="http://schemas.openxmlformats.org/officeDocument/2006/relationships/image" Target="../media/image59.wmf"/><Relationship Id="rId3" Type="http://schemas.openxmlformats.org/officeDocument/2006/relationships/image" Target="../media/image58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/Relationships>
</file>

<file path=ppt/drawings/_rels/vmlDrawing8.vml.rels><?xml version="1.0" encoding="UTF-8" standalone="yes"?>
<Relationships xmlns="http://schemas.openxmlformats.org/package/2006/relationships"><Relationship Id="rId9" Type="http://schemas.openxmlformats.org/officeDocument/2006/relationships/image" Target="../media/image69.wmf"/><Relationship Id="rId8" Type="http://schemas.openxmlformats.org/officeDocument/2006/relationships/image" Target="../media/image68.wmf"/><Relationship Id="rId7" Type="http://schemas.openxmlformats.org/officeDocument/2006/relationships/image" Target="../media/image67.wmf"/><Relationship Id="rId6" Type="http://schemas.openxmlformats.org/officeDocument/2006/relationships/image" Target="../media/image66.wmf"/><Relationship Id="rId5" Type="http://schemas.openxmlformats.org/officeDocument/2006/relationships/image" Target="../media/image65.wmf"/><Relationship Id="rId4" Type="http://schemas.openxmlformats.org/officeDocument/2006/relationships/image" Target="../media/image64.wmf"/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4" Type="http://schemas.openxmlformats.org/officeDocument/2006/relationships/image" Target="../media/image74.wmf"/><Relationship Id="rId13" Type="http://schemas.openxmlformats.org/officeDocument/2006/relationships/image" Target="../media/image73.emf"/><Relationship Id="rId12" Type="http://schemas.openxmlformats.org/officeDocument/2006/relationships/image" Target="../media/image72.wmf"/><Relationship Id="rId11" Type="http://schemas.openxmlformats.org/officeDocument/2006/relationships/image" Target="../media/image71.wmf"/><Relationship Id="rId10" Type="http://schemas.openxmlformats.org/officeDocument/2006/relationships/image" Target="../media/image70.wmf"/><Relationship Id="rId1" Type="http://schemas.openxmlformats.org/officeDocument/2006/relationships/image" Target="../media/image61.wmf"/></Relationships>
</file>

<file path=ppt/drawings/_rels/vmlDrawing9.vml.rels><?xml version="1.0" encoding="UTF-8" standalone="yes"?>
<Relationships xmlns="http://schemas.openxmlformats.org/package/2006/relationships"><Relationship Id="rId7" Type="http://schemas.openxmlformats.org/officeDocument/2006/relationships/image" Target="../media/image84.wmf"/><Relationship Id="rId6" Type="http://schemas.openxmlformats.org/officeDocument/2006/relationships/image" Target="../media/image83.wmf"/><Relationship Id="rId5" Type="http://schemas.openxmlformats.org/officeDocument/2006/relationships/image" Target="../media/image82.wmf"/><Relationship Id="rId4" Type="http://schemas.openxmlformats.org/officeDocument/2006/relationships/image" Target="../media/image81.wmf"/><Relationship Id="rId3" Type="http://schemas.openxmlformats.org/officeDocument/2006/relationships/image" Target="../media/image80.wmf"/><Relationship Id="rId2" Type="http://schemas.openxmlformats.org/officeDocument/2006/relationships/image" Target="../media/image79.wmf"/><Relationship Id="rId1" Type="http://schemas.openxmlformats.org/officeDocument/2006/relationships/image" Target="../media/image78.wmf"/></Relationships>
</file>

<file path=ppt/drawings/_rels/vmlDrawing10.vml.rels><?xml version="1.0" encoding="UTF-8" standalone="yes"?>
<Relationships xmlns="http://schemas.openxmlformats.org/package/2006/relationships"><Relationship Id="rId9" Type="http://schemas.openxmlformats.org/officeDocument/2006/relationships/image" Target="../media/image93.wmf"/><Relationship Id="rId8" Type="http://schemas.openxmlformats.org/officeDocument/2006/relationships/image" Target="../media/image92.wmf"/><Relationship Id="rId7" Type="http://schemas.openxmlformats.org/officeDocument/2006/relationships/image" Target="../media/image91.wmf"/><Relationship Id="rId6" Type="http://schemas.openxmlformats.org/officeDocument/2006/relationships/image" Target="../media/image90.wmf"/><Relationship Id="rId5" Type="http://schemas.openxmlformats.org/officeDocument/2006/relationships/image" Target="../media/image89.wmf"/><Relationship Id="rId4" Type="http://schemas.openxmlformats.org/officeDocument/2006/relationships/image" Target="../media/image88.wmf"/><Relationship Id="rId3" Type="http://schemas.openxmlformats.org/officeDocument/2006/relationships/image" Target="../media/image87.wmf"/><Relationship Id="rId2" Type="http://schemas.openxmlformats.org/officeDocument/2006/relationships/image" Target="../media/image86.wmf"/><Relationship Id="rId12" Type="http://schemas.openxmlformats.org/officeDocument/2006/relationships/image" Target="../media/image96.wmf"/><Relationship Id="rId11" Type="http://schemas.openxmlformats.org/officeDocument/2006/relationships/image" Target="../media/image95.wmf"/><Relationship Id="rId10" Type="http://schemas.openxmlformats.org/officeDocument/2006/relationships/image" Target="../media/image94.wmf"/><Relationship Id="rId1" Type="http://schemas.openxmlformats.org/officeDocument/2006/relationships/image" Target="../media/image85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wmf"/><Relationship Id="rId7" Type="http://schemas.openxmlformats.org/officeDocument/2006/relationships/image" Target="../media/image103.wmf"/><Relationship Id="rId6" Type="http://schemas.openxmlformats.org/officeDocument/2006/relationships/image" Target="../media/image102.wmf"/><Relationship Id="rId5" Type="http://schemas.openxmlformats.org/officeDocument/2006/relationships/image" Target="../media/image101.wmf"/><Relationship Id="rId4" Type="http://schemas.openxmlformats.org/officeDocument/2006/relationships/image" Target="../media/image100.wmf"/><Relationship Id="rId3" Type="http://schemas.openxmlformats.org/officeDocument/2006/relationships/image" Target="../media/image99.wmf"/><Relationship Id="rId2" Type="http://schemas.openxmlformats.org/officeDocument/2006/relationships/image" Target="../media/image98.wmf"/><Relationship Id="rId1" Type="http://schemas.openxmlformats.org/officeDocument/2006/relationships/image" Target="../media/image97.wmf"/></Relationships>
</file>

<file path=ppt/drawings/_rels/vmlDrawing12.vml.rels><?xml version="1.0" encoding="UTF-8" standalone="yes"?>
<Relationships xmlns="http://schemas.openxmlformats.org/package/2006/relationships"><Relationship Id="rId4" Type="http://schemas.openxmlformats.org/officeDocument/2006/relationships/image" Target="../media/image108.wmf"/><Relationship Id="rId3" Type="http://schemas.openxmlformats.org/officeDocument/2006/relationships/image" Target="../media/image107.wmf"/><Relationship Id="rId2" Type="http://schemas.openxmlformats.org/officeDocument/2006/relationships/image" Target="../media/image106.wmf"/><Relationship Id="rId1" Type="http://schemas.openxmlformats.org/officeDocument/2006/relationships/image" Target="../media/image105.wmf"/></Relationships>
</file>

<file path=ppt/drawings/_rels/vmlDrawing1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7.wmf"/><Relationship Id="rId8" Type="http://schemas.openxmlformats.org/officeDocument/2006/relationships/image" Target="../media/image116.wmf"/><Relationship Id="rId7" Type="http://schemas.openxmlformats.org/officeDocument/2006/relationships/image" Target="../media/image115.wmf"/><Relationship Id="rId6" Type="http://schemas.openxmlformats.org/officeDocument/2006/relationships/image" Target="../media/image114.wmf"/><Relationship Id="rId5" Type="http://schemas.openxmlformats.org/officeDocument/2006/relationships/image" Target="../media/image113.wmf"/><Relationship Id="rId4" Type="http://schemas.openxmlformats.org/officeDocument/2006/relationships/image" Target="../media/image112.wmf"/><Relationship Id="rId3" Type="http://schemas.openxmlformats.org/officeDocument/2006/relationships/image" Target="../media/image111.wmf"/><Relationship Id="rId2" Type="http://schemas.openxmlformats.org/officeDocument/2006/relationships/image" Target="../media/image110.wmf"/><Relationship Id="rId11" Type="http://schemas.openxmlformats.org/officeDocument/2006/relationships/image" Target="../media/image102.wmf"/><Relationship Id="rId10" Type="http://schemas.openxmlformats.org/officeDocument/2006/relationships/image" Target="../media/image101.wmf"/><Relationship Id="rId1" Type="http://schemas.openxmlformats.org/officeDocument/2006/relationships/image" Target="../media/image109.wmf"/></Relationships>
</file>

<file path=ppt/drawings/_rels/vmlDrawing14.vml.rels><?xml version="1.0" encoding="UTF-8" standalone="yes"?>
<Relationships xmlns="http://schemas.openxmlformats.org/package/2006/relationships"><Relationship Id="rId6" Type="http://schemas.openxmlformats.org/officeDocument/2006/relationships/image" Target="../media/image104.wmf"/><Relationship Id="rId5" Type="http://schemas.openxmlformats.org/officeDocument/2006/relationships/image" Target="../media/image103.wmf"/><Relationship Id="rId4" Type="http://schemas.openxmlformats.org/officeDocument/2006/relationships/image" Target="../media/image121.wmf"/><Relationship Id="rId3" Type="http://schemas.openxmlformats.org/officeDocument/2006/relationships/image" Target="../media/image120.wmf"/><Relationship Id="rId2" Type="http://schemas.openxmlformats.org/officeDocument/2006/relationships/image" Target="../media/image119.wmf"/><Relationship Id="rId1" Type="http://schemas.openxmlformats.org/officeDocument/2006/relationships/image" Target="../media/image118.wmf"/></Relationships>
</file>

<file path=ppt/drawings/_rels/vmlDrawing15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1.wmf"/><Relationship Id="rId8" Type="http://schemas.openxmlformats.org/officeDocument/2006/relationships/image" Target="../media/image130.wmf"/><Relationship Id="rId7" Type="http://schemas.openxmlformats.org/officeDocument/2006/relationships/image" Target="../media/image129.wmf"/><Relationship Id="rId6" Type="http://schemas.openxmlformats.org/officeDocument/2006/relationships/image" Target="../media/image128.wmf"/><Relationship Id="rId5" Type="http://schemas.openxmlformats.org/officeDocument/2006/relationships/image" Target="../media/image127.wmf"/><Relationship Id="rId4" Type="http://schemas.openxmlformats.org/officeDocument/2006/relationships/image" Target="../media/image126.wmf"/><Relationship Id="rId3" Type="http://schemas.openxmlformats.org/officeDocument/2006/relationships/image" Target="../media/image125.wmf"/><Relationship Id="rId2" Type="http://schemas.openxmlformats.org/officeDocument/2006/relationships/image" Target="../media/image124.wmf"/><Relationship Id="rId12" Type="http://schemas.openxmlformats.org/officeDocument/2006/relationships/image" Target="../media/image134.wmf"/><Relationship Id="rId11" Type="http://schemas.openxmlformats.org/officeDocument/2006/relationships/image" Target="../media/image133.wmf"/><Relationship Id="rId10" Type="http://schemas.openxmlformats.org/officeDocument/2006/relationships/image" Target="../media/image132.wmf"/><Relationship Id="rId1" Type="http://schemas.openxmlformats.org/officeDocument/2006/relationships/image" Target="../media/image123.wmf"/></Relationships>
</file>

<file path=ppt/drawings/_rels/vmlDrawing16.vml.rels><?xml version="1.0" encoding="UTF-8" standalone="yes"?>
<Relationships xmlns="http://schemas.openxmlformats.org/package/2006/relationships"><Relationship Id="rId9" Type="http://schemas.openxmlformats.org/officeDocument/2006/relationships/image" Target="../media/image143.wmf"/><Relationship Id="rId8" Type="http://schemas.openxmlformats.org/officeDocument/2006/relationships/image" Target="../media/image142.wmf"/><Relationship Id="rId7" Type="http://schemas.openxmlformats.org/officeDocument/2006/relationships/image" Target="../media/image141.wmf"/><Relationship Id="rId6" Type="http://schemas.openxmlformats.org/officeDocument/2006/relationships/image" Target="../media/image140.wmf"/><Relationship Id="rId5" Type="http://schemas.openxmlformats.org/officeDocument/2006/relationships/image" Target="../media/image139.wmf"/><Relationship Id="rId4" Type="http://schemas.openxmlformats.org/officeDocument/2006/relationships/image" Target="../media/image138.wmf"/><Relationship Id="rId3" Type="http://schemas.openxmlformats.org/officeDocument/2006/relationships/image" Target="../media/image137.wmf"/><Relationship Id="rId2" Type="http://schemas.openxmlformats.org/officeDocument/2006/relationships/image" Target="../media/image136.wmf"/><Relationship Id="rId13" Type="http://schemas.openxmlformats.org/officeDocument/2006/relationships/image" Target="../media/image147.wmf"/><Relationship Id="rId12" Type="http://schemas.openxmlformats.org/officeDocument/2006/relationships/image" Target="../media/image146.wmf"/><Relationship Id="rId11" Type="http://schemas.openxmlformats.org/officeDocument/2006/relationships/image" Target="../media/image145.wmf"/><Relationship Id="rId10" Type="http://schemas.openxmlformats.org/officeDocument/2006/relationships/image" Target="../media/image144.wmf"/><Relationship Id="rId1" Type="http://schemas.openxmlformats.org/officeDocument/2006/relationships/image" Target="../media/image135.wmf"/></Relationships>
</file>

<file path=ppt/drawings/_rels/vmlDrawing17.vml.rels><?xml version="1.0" encoding="UTF-8" standalone="yes"?>
<Relationships xmlns="http://schemas.openxmlformats.org/package/2006/relationships"><Relationship Id="rId7" Type="http://schemas.openxmlformats.org/officeDocument/2006/relationships/image" Target="../media/image154.wmf"/><Relationship Id="rId6" Type="http://schemas.openxmlformats.org/officeDocument/2006/relationships/image" Target="../media/image153.wmf"/><Relationship Id="rId5" Type="http://schemas.openxmlformats.org/officeDocument/2006/relationships/image" Target="../media/image152.wmf"/><Relationship Id="rId4" Type="http://schemas.openxmlformats.org/officeDocument/2006/relationships/image" Target="../media/image151.wmf"/><Relationship Id="rId3" Type="http://schemas.openxmlformats.org/officeDocument/2006/relationships/image" Target="../media/image150.wmf"/><Relationship Id="rId2" Type="http://schemas.openxmlformats.org/officeDocument/2006/relationships/image" Target="../media/image149.wmf"/><Relationship Id="rId1" Type="http://schemas.openxmlformats.org/officeDocument/2006/relationships/image" Target="../media/image148.wmf"/></Relationships>
</file>

<file path=ppt/drawings/_rels/vmlDrawing18.vml.rels><?xml version="1.0" encoding="UTF-8" standalone="yes"?>
<Relationships xmlns="http://schemas.openxmlformats.org/package/2006/relationships"><Relationship Id="rId9" Type="http://schemas.openxmlformats.org/officeDocument/2006/relationships/image" Target="../media/image163.wmf"/><Relationship Id="rId8" Type="http://schemas.openxmlformats.org/officeDocument/2006/relationships/image" Target="../media/image162.wmf"/><Relationship Id="rId7" Type="http://schemas.openxmlformats.org/officeDocument/2006/relationships/image" Target="../media/image161.wmf"/><Relationship Id="rId6" Type="http://schemas.openxmlformats.org/officeDocument/2006/relationships/image" Target="../media/image160.wmf"/><Relationship Id="rId5" Type="http://schemas.openxmlformats.org/officeDocument/2006/relationships/image" Target="../media/image159.wmf"/><Relationship Id="rId4" Type="http://schemas.openxmlformats.org/officeDocument/2006/relationships/image" Target="../media/image158.wmf"/><Relationship Id="rId3" Type="http://schemas.openxmlformats.org/officeDocument/2006/relationships/image" Target="../media/image157.wmf"/><Relationship Id="rId2" Type="http://schemas.openxmlformats.org/officeDocument/2006/relationships/image" Target="../media/image156.wmf"/><Relationship Id="rId12" Type="http://schemas.openxmlformats.org/officeDocument/2006/relationships/image" Target="../media/image166.wmf"/><Relationship Id="rId11" Type="http://schemas.openxmlformats.org/officeDocument/2006/relationships/image" Target="../media/image165.wmf"/><Relationship Id="rId10" Type="http://schemas.openxmlformats.org/officeDocument/2006/relationships/image" Target="../media/image164.wmf"/><Relationship Id="rId1" Type="http://schemas.openxmlformats.org/officeDocument/2006/relationships/image" Target="../media/image155.wmf"/></Relationships>
</file>

<file path=ppt/drawings/_rels/vmlDrawing19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5.wmf"/><Relationship Id="rId8" Type="http://schemas.openxmlformats.org/officeDocument/2006/relationships/image" Target="../media/image174.wmf"/><Relationship Id="rId7" Type="http://schemas.openxmlformats.org/officeDocument/2006/relationships/image" Target="../media/image173.wmf"/><Relationship Id="rId6" Type="http://schemas.openxmlformats.org/officeDocument/2006/relationships/image" Target="../media/image172.wmf"/><Relationship Id="rId5" Type="http://schemas.openxmlformats.org/officeDocument/2006/relationships/image" Target="../media/image171.wmf"/><Relationship Id="rId4" Type="http://schemas.openxmlformats.org/officeDocument/2006/relationships/image" Target="../media/image170.wmf"/><Relationship Id="rId3" Type="http://schemas.openxmlformats.org/officeDocument/2006/relationships/image" Target="../media/image169.wmf"/><Relationship Id="rId2" Type="http://schemas.openxmlformats.org/officeDocument/2006/relationships/image" Target="../media/image168.wmf"/><Relationship Id="rId10" Type="http://schemas.openxmlformats.org/officeDocument/2006/relationships/image" Target="../media/image176.wmf"/><Relationship Id="rId1" Type="http://schemas.openxmlformats.org/officeDocument/2006/relationships/image" Target="../media/image167.wmf"/></Relationships>
</file>

<file path=ppt/drawings/_rels/vmlDrawing20.vml.rels><?xml version="1.0" encoding="UTF-8" standalone="yes"?>
<Relationships xmlns="http://schemas.openxmlformats.org/package/2006/relationships"><Relationship Id="rId9" Type="http://schemas.openxmlformats.org/officeDocument/2006/relationships/image" Target="../media/image185.emf"/><Relationship Id="rId8" Type="http://schemas.openxmlformats.org/officeDocument/2006/relationships/image" Target="../media/image184.emf"/><Relationship Id="rId7" Type="http://schemas.openxmlformats.org/officeDocument/2006/relationships/image" Target="../media/image183.wmf"/><Relationship Id="rId6" Type="http://schemas.openxmlformats.org/officeDocument/2006/relationships/image" Target="../media/image182.wmf"/><Relationship Id="rId5" Type="http://schemas.openxmlformats.org/officeDocument/2006/relationships/image" Target="../media/image181.wmf"/><Relationship Id="rId4" Type="http://schemas.openxmlformats.org/officeDocument/2006/relationships/image" Target="../media/image180.wmf"/><Relationship Id="rId3" Type="http://schemas.openxmlformats.org/officeDocument/2006/relationships/image" Target="../media/image179.wmf"/><Relationship Id="rId2" Type="http://schemas.openxmlformats.org/officeDocument/2006/relationships/image" Target="../media/image178.wmf"/><Relationship Id="rId11" Type="http://schemas.openxmlformats.org/officeDocument/2006/relationships/image" Target="../media/image187.emf"/><Relationship Id="rId10" Type="http://schemas.openxmlformats.org/officeDocument/2006/relationships/image" Target="../media/image186.emf"/><Relationship Id="rId1" Type="http://schemas.openxmlformats.org/officeDocument/2006/relationships/image" Target="../media/image177.wmf"/></Relationships>
</file>

<file path=ppt/drawings/_rels/vmlDrawing2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96.wmf"/><Relationship Id="rId8" Type="http://schemas.openxmlformats.org/officeDocument/2006/relationships/image" Target="../media/image195.wmf"/><Relationship Id="rId7" Type="http://schemas.openxmlformats.org/officeDocument/2006/relationships/image" Target="../media/image194.wmf"/><Relationship Id="rId6" Type="http://schemas.openxmlformats.org/officeDocument/2006/relationships/image" Target="../media/image193.wmf"/><Relationship Id="rId5" Type="http://schemas.openxmlformats.org/officeDocument/2006/relationships/image" Target="../media/image192.wmf"/><Relationship Id="rId4" Type="http://schemas.openxmlformats.org/officeDocument/2006/relationships/image" Target="../media/image191.wmf"/><Relationship Id="rId3" Type="http://schemas.openxmlformats.org/officeDocument/2006/relationships/image" Target="../media/image190.wmf"/><Relationship Id="rId2" Type="http://schemas.openxmlformats.org/officeDocument/2006/relationships/image" Target="../media/image189.wmf"/><Relationship Id="rId11" Type="http://schemas.openxmlformats.org/officeDocument/2006/relationships/image" Target="../media/image198.wmf"/><Relationship Id="rId10" Type="http://schemas.openxmlformats.org/officeDocument/2006/relationships/image" Target="../media/image197.wmf"/><Relationship Id="rId1" Type="http://schemas.openxmlformats.org/officeDocument/2006/relationships/image" Target="../media/image188.wmf"/></Relationships>
</file>

<file path=ppt/drawings/_rels/vmlDrawing22.vml.rels><?xml version="1.0" encoding="UTF-8" standalone="yes"?>
<Relationships xmlns="http://schemas.openxmlformats.org/package/2006/relationships"><Relationship Id="rId9" Type="http://schemas.openxmlformats.org/officeDocument/2006/relationships/image" Target="../media/image207.wmf"/><Relationship Id="rId8" Type="http://schemas.openxmlformats.org/officeDocument/2006/relationships/image" Target="../media/image206.wmf"/><Relationship Id="rId7" Type="http://schemas.openxmlformats.org/officeDocument/2006/relationships/image" Target="../media/image205.wmf"/><Relationship Id="rId6" Type="http://schemas.openxmlformats.org/officeDocument/2006/relationships/image" Target="../media/image204.wmf"/><Relationship Id="rId5" Type="http://schemas.openxmlformats.org/officeDocument/2006/relationships/image" Target="../media/image203.wmf"/><Relationship Id="rId4" Type="http://schemas.openxmlformats.org/officeDocument/2006/relationships/image" Target="../media/image202.wmf"/><Relationship Id="rId3" Type="http://schemas.openxmlformats.org/officeDocument/2006/relationships/image" Target="../media/image201.wmf"/><Relationship Id="rId20" Type="http://schemas.openxmlformats.org/officeDocument/2006/relationships/image" Target="../media/image218.emf"/><Relationship Id="rId2" Type="http://schemas.openxmlformats.org/officeDocument/2006/relationships/image" Target="../media/image200.wmf"/><Relationship Id="rId19" Type="http://schemas.openxmlformats.org/officeDocument/2006/relationships/image" Target="../media/image217.wmf"/><Relationship Id="rId18" Type="http://schemas.openxmlformats.org/officeDocument/2006/relationships/image" Target="../media/image216.wmf"/><Relationship Id="rId17" Type="http://schemas.openxmlformats.org/officeDocument/2006/relationships/image" Target="../media/image215.wmf"/><Relationship Id="rId16" Type="http://schemas.openxmlformats.org/officeDocument/2006/relationships/image" Target="../media/image214.wmf"/><Relationship Id="rId15" Type="http://schemas.openxmlformats.org/officeDocument/2006/relationships/image" Target="../media/image213.wmf"/><Relationship Id="rId14" Type="http://schemas.openxmlformats.org/officeDocument/2006/relationships/image" Target="../media/image212.wmf"/><Relationship Id="rId13" Type="http://schemas.openxmlformats.org/officeDocument/2006/relationships/image" Target="../media/image211.wmf"/><Relationship Id="rId12" Type="http://schemas.openxmlformats.org/officeDocument/2006/relationships/image" Target="../media/image210.wmf"/><Relationship Id="rId11" Type="http://schemas.openxmlformats.org/officeDocument/2006/relationships/image" Target="../media/image209.wmf"/><Relationship Id="rId10" Type="http://schemas.openxmlformats.org/officeDocument/2006/relationships/image" Target="../media/image208.wmf"/><Relationship Id="rId1" Type="http://schemas.openxmlformats.org/officeDocument/2006/relationships/image" Target="../media/image199.wmf"/></Relationships>
</file>

<file path=ppt/drawings/_rels/vmlDrawing23.vml.rels><?xml version="1.0" encoding="UTF-8" standalone="yes"?>
<Relationships xmlns="http://schemas.openxmlformats.org/package/2006/relationships"><Relationship Id="rId9" Type="http://schemas.openxmlformats.org/officeDocument/2006/relationships/image" Target="../media/image227.wmf"/><Relationship Id="rId8" Type="http://schemas.openxmlformats.org/officeDocument/2006/relationships/image" Target="../media/image226.wmf"/><Relationship Id="rId7" Type="http://schemas.openxmlformats.org/officeDocument/2006/relationships/image" Target="../media/image225.wmf"/><Relationship Id="rId6" Type="http://schemas.openxmlformats.org/officeDocument/2006/relationships/image" Target="../media/image224.wmf"/><Relationship Id="rId5" Type="http://schemas.openxmlformats.org/officeDocument/2006/relationships/image" Target="../media/image223.wmf"/><Relationship Id="rId4" Type="http://schemas.openxmlformats.org/officeDocument/2006/relationships/image" Target="../media/image222.wmf"/><Relationship Id="rId3" Type="http://schemas.openxmlformats.org/officeDocument/2006/relationships/image" Target="../media/image221.wmf"/><Relationship Id="rId2" Type="http://schemas.openxmlformats.org/officeDocument/2006/relationships/image" Target="../media/image220.wmf"/><Relationship Id="rId18" Type="http://schemas.openxmlformats.org/officeDocument/2006/relationships/image" Target="../media/image236.wmf"/><Relationship Id="rId17" Type="http://schemas.openxmlformats.org/officeDocument/2006/relationships/image" Target="../media/image235.wmf"/><Relationship Id="rId16" Type="http://schemas.openxmlformats.org/officeDocument/2006/relationships/image" Target="../media/image234.wmf"/><Relationship Id="rId15" Type="http://schemas.openxmlformats.org/officeDocument/2006/relationships/image" Target="../media/image233.wmf"/><Relationship Id="rId14" Type="http://schemas.openxmlformats.org/officeDocument/2006/relationships/image" Target="../media/image232.wmf"/><Relationship Id="rId13" Type="http://schemas.openxmlformats.org/officeDocument/2006/relationships/image" Target="../media/image231.wmf"/><Relationship Id="rId12" Type="http://schemas.openxmlformats.org/officeDocument/2006/relationships/image" Target="../media/image230.wmf"/><Relationship Id="rId11" Type="http://schemas.openxmlformats.org/officeDocument/2006/relationships/image" Target="../media/image229.wmf"/><Relationship Id="rId10" Type="http://schemas.openxmlformats.org/officeDocument/2006/relationships/image" Target="../media/image228.wmf"/><Relationship Id="rId1" Type="http://schemas.openxmlformats.org/officeDocument/2006/relationships/image" Target="../media/image219.wmf"/></Relationships>
</file>

<file path=ppt/drawings/_rels/vmlDrawing24.vml.rels><?xml version="1.0" encoding="UTF-8" standalone="yes"?>
<Relationships xmlns="http://schemas.openxmlformats.org/package/2006/relationships"><Relationship Id="rId9" Type="http://schemas.openxmlformats.org/officeDocument/2006/relationships/image" Target="../media/image245.wmf"/><Relationship Id="rId8" Type="http://schemas.openxmlformats.org/officeDocument/2006/relationships/image" Target="../media/image244.wmf"/><Relationship Id="rId7" Type="http://schemas.openxmlformats.org/officeDocument/2006/relationships/image" Target="../media/image243.wmf"/><Relationship Id="rId6" Type="http://schemas.openxmlformats.org/officeDocument/2006/relationships/image" Target="../media/image242.wmf"/><Relationship Id="rId5" Type="http://schemas.openxmlformats.org/officeDocument/2006/relationships/image" Target="../media/image241.wmf"/><Relationship Id="rId4" Type="http://schemas.openxmlformats.org/officeDocument/2006/relationships/image" Target="../media/image240.wmf"/><Relationship Id="rId3" Type="http://schemas.openxmlformats.org/officeDocument/2006/relationships/image" Target="../media/image239.wmf"/><Relationship Id="rId2" Type="http://schemas.openxmlformats.org/officeDocument/2006/relationships/image" Target="../media/image238.wmf"/><Relationship Id="rId11" Type="http://schemas.openxmlformats.org/officeDocument/2006/relationships/image" Target="../media/image247.wmf"/><Relationship Id="rId10" Type="http://schemas.openxmlformats.org/officeDocument/2006/relationships/image" Target="../media/image246.wmf"/><Relationship Id="rId1" Type="http://schemas.openxmlformats.org/officeDocument/2006/relationships/image" Target="../media/image237.wmf"/></Relationships>
</file>

<file path=ppt/drawings/_rels/vmlDrawing25.vml.rels><?xml version="1.0" encoding="UTF-8" standalone="yes"?>
<Relationships xmlns="http://schemas.openxmlformats.org/package/2006/relationships"><Relationship Id="rId9" Type="http://schemas.openxmlformats.org/officeDocument/2006/relationships/image" Target="../media/image256.wmf"/><Relationship Id="rId8" Type="http://schemas.openxmlformats.org/officeDocument/2006/relationships/image" Target="../media/image255.wmf"/><Relationship Id="rId7" Type="http://schemas.openxmlformats.org/officeDocument/2006/relationships/image" Target="../media/image254.wmf"/><Relationship Id="rId6" Type="http://schemas.openxmlformats.org/officeDocument/2006/relationships/image" Target="../media/image253.wmf"/><Relationship Id="rId5" Type="http://schemas.openxmlformats.org/officeDocument/2006/relationships/image" Target="../media/image252.wmf"/><Relationship Id="rId4" Type="http://schemas.openxmlformats.org/officeDocument/2006/relationships/image" Target="../media/image251.wmf"/><Relationship Id="rId3" Type="http://schemas.openxmlformats.org/officeDocument/2006/relationships/image" Target="../media/image250.wmf"/><Relationship Id="rId2" Type="http://schemas.openxmlformats.org/officeDocument/2006/relationships/image" Target="../media/image249.wmf"/><Relationship Id="rId13" Type="http://schemas.openxmlformats.org/officeDocument/2006/relationships/image" Target="../media/image238.wmf"/><Relationship Id="rId12" Type="http://schemas.openxmlformats.org/officeDocument/2006/relationships/image" Target="../media/image259.wmf"/><Relationship Id="rId11" Type="http://schemas.openxmlformats.org/officeDocument/2006/relationships/image" Target="../media/image258.wmf"/><Relationship Id="rId10" Type="http://schemas.openxmlformats.org/officeDocument/2006/relationships/image" Target="../media/image257.wmf"/><Relationship Id="rId1" Type="http://schemas.openxmlformats.org/officeDocument/2006/relationships/image" Target="../media/image248.wmf"/></Relationships>
</file>

<file path=ppt/drawings/_rels/vmlDrawing26.vml.rels><?xml version="1.0" encoding="UTF-8" standalone="yes"?>
<Relationships xmlns="http://schemas.openxmlformats.org/package/2006/relationships"><Relationship Id="rId6" Type="http://schemas.openxmlformats.org/officeDocument/2006/relationships/image" Target="../media/image265.wmf"/><Relationship Id="rId5" Type="http://schemas.openxmlformats.org/officeDocument/2006/relationships/image" Target="../media/image264.wmf"/><Relationship Id="rId4" Type="http://schemas.openxmlformats.org/officeDocument/2006/relationships/image" Target="../media/image263.wmf"/><Relationship Id="rId3" Type="http://schemas.openxmlformats.org/officeDocument/2006/relationships/image" Target="../media/image262.wmf"/><Relationship Id="rId2" Type="http://schemas.openxmlformats.org/officeDocument/2006/relationships/image" Target="../media/image261.wmf"/><Relationship Id="rId1" Type="http://schemas.openxmlformats.org/officeDocument/2006/relationships/image" Target="../media/image260.wmf"/></Relationships>
</file>

<file path=ppt/drawings/_rels/vmlDrawing27.vml.rels><?xml version="1.0" encoding="UTF-8" standalone="yes"?>
<Relationships xmlns="http://schemas.openxmlformats.org/package/2006/relationships"><Relationship Id="rId9" Type="http://schemas.openxmlformats.org/officeDocument/2006/relationships/image" Target="../media/image274.wmf"/><Relationship Id="rId8" Type="http://schemas.openxmlformats.org/officeDocument/2006/relationships/image" Target="../media/image273.wmf"/><Relationship Id="rId7" Type="http://schemas.openxmlformats.org/officeDocument/2006/relationships/image" Target="../media/image272.wmf"/><Relationship Id="rId6" Type="http://schemas.openxmlformats.org/officeDocument/2006/relationships/image" Target="../media/image271.wmf"/><Relationship Id="rId5" Type="http://schemas.openxmlformats.org/officeDocument/2006/relationships/image" Target="../media/image270.wmf"/><Relationship Id="rId4" Type="http://schemas.openxmlformats.org/officeDocument/2006/relationships/image" Target="../media/image269.wmf"/><Relationship Id="rId3" Type="http://schemas.openxmlformats.org/officeDocument/2006/relationships/image" Target="../media/image268.wmf"/><Relationship Id="rId2" Type="http://schemas.openxmlformats.org/officeDocument/2006/relationships/image" Target="../media/image267.wmf"/><Relationship Id="rId1" Type="http://schemas.openxmlformats.org/officeDocument/2006/relationships/image" Target="../media/image266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2.wmf"/><Relationship Id="rId7" Type="http://schemas.openxmlformats.org/officeDocument/2006/relationships/image" Target="../media/image281.wmf"/><Relationship Id="rId6" Type="http://schemas.openxmlformats.org/officeDocument/2006/relationships/image" Target="../media/image280.wmf"/><Relationship Id="rId5" Type="http://schemas.openxmlformats.org/officeDocument/2006/relationships/image" Target="../media/image279.wmf"/><Relationship Id="rId4" Type="http://schemas.openxmlformats.org/officeDocument/2006/relationships/image" Target="../media/image278.wmf"/><Relationship Id="rId3" Type="http://schemas.openxmlformats.org/officeDocument/2006/relationships/image" Target="../media/image277.wmf"/><Relationship Id="rId2" Type="http://schemas.openxmlformats.org/officeDocument/2006/relationships/image" Target="../media/image276.wmf"/><Relationship Id="rId1" Type="http://schemas.openxmlformats.org/officeDocument/2006/relationships/image" Target="../media/image275.wmf"/></Relationships>
</file>

<file path=ppt/drawings/_rels/vmlDrawing29.vml.rels><?xml version="1.0" encoding="UTF-8" standalone="yes"?>
<Relationships xmlns="http://schemas.openxmlformats.org/package/2006/relationships"><Relationship Id="rId9" Type="http://schemas.openxmlformats.org/officeDocument/2006/relationships/image" Target="../media/image291.wmf"/><Relationship Id="rId8" Type="http://schemas.openxmlformats.org/officeDocument/2006/relationships/image" Target="../media/image290.wmf"/><Relationship Id="rId7" Type="http://schemas.openxmlformats.org/officeDocument/2006/relationships/image" Target="../media/image289.wmf"/><Relationship Id="rId6" Type="http://schemas.openxmlformats.org/officeDocument/2006/relationships/image" Target="../media/image288.wmf"/><Relationship Id="rId5" Type="http://schemas.openxmlformats.org/officeDocument/2006/relationships/image" Target="../media/image287.wmf"/><Relationship Id="rId4" Type="http://schemas.openxmlformats.org/officeDocument/2006/relationships/image" Target="../media/image286.wmf"/><Relationship Id="rId3" Type="http://schemas.openxmlformats.org/officeDocument/2006/relationships/image" Target="../media/image285.wmf"/><Relationship Id="rId2" Type="http://schemas.openxmlformats.org/officeDocument/2006/relationships/image" Target="../media/image284.wmf"/><Relationship Id="rId15" Type="http://schemas.openxmlformats.org/officeDocument/2006/relationships/image" Target="../media/image297.wmf"/><Relationship Id="rId14" Type="http://schemas.openxmlformats.org/officeDocument/2006/relationships/image" Target="../media/image296.wmf"/><Relationship Id="rId13" Type="http://schemas.openxmlformats.org/officeDocument/2006/relationships/image" Target="../media/image295.wmf"/><Relationship Id="rId12" Type="http://schemas.openxmlformats.org/officeDocument/2006/relationships/image" Target="../media/image294.wmf"/><Relationship Id="rId11" Type="http://schemas.openxmlformats.org/officeDocument/2006/relationships/image" Target="../media/image293.wmf"/><Relationship Id="rId10" Type="http://schemas.openxmlformats.org/officeDocument/2006/relationships/image" Target="../media/image292.wmf"/><Relationship Id="rId1" Type="http://schemas.openxmlformats.org/officeDocument/2006/relationships/image" Target="../media/image283.wmf"/></Relationships>
</file>

<file path=ppt/drawings/_rels/vmlDrawing30.vml.rels><?xml version="1.0" encoding="UTF-8" standalone="yes"?>
<Relationships xmlns="http://schemas.openxmlformats.org/package/2006/relationships"><Relationship Id="rId9" Type="http://schemas.openxmlformats.org/officeDocument/2006/relationships/image" Target="../media/image306.wmf"/><Relationship Id="rId8" Type="http://schemas.openxmlformats.org/officeDocument/2006/relationships/image" Target="../media/image305.wmf"/><Relationship Id="rId7" Type="http://schemas.openxmlformats.org/officeDocument/2006/relationships/image" Target="../media/image304.wmf"/><Relationship Id="rId6" Type="http://schemas.openxmlformats.org/officeDocument/2006/relationships/image" Target="../media/image303.wmf"/><Relationship Id="rId5" Type="http://schemas.openxmlformats.org/officeDocument/2006/relationships/image" Target="../media/image302.wmf"/><Relationship Id="rId4" Type="http://schemas.openxmlformats.org/officeDocument/2006/relationships/image" Target="../media/image301.wmf"/><Relationship Id="rId3" Type="http://schemas.openxmlformats.org/officeDocument/2006/relationships/image" Target="../media/image300.wmf"/><Relationship Id="rId2" Type="http://schemas.openxmlformats.org/officeDocument/2006/relationships/image" Target="../media/image299.wmf"/><Relationship Id="rId13" Type="http://schemas.openxmlformats.org/officeDocument/2006/relationships/image" Target="../media/image310.wmf"/><Relationship Id="rId12" Type="http://schemas.openxmlformats.org/officeDocument/2006/relationships/image" Target="../media/image309.wmf"/><Relationship Id="rId11" Type="http://schemas.openxmlformats.org/officeDocument/2006/relationships/image" Target="../media/image308.wmf"/><Relationship Id="rId10" Type="http://schemas.openxmlformats.org/officeDocument/2006/relationships/image" Target="../media/image307.wmf"/><Relationship Id="rId1" Type="http://schemas.openxmlformats.org/officeDocument/2006/relationships/image" Target="../media/image298.w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1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4.wmf"/><Relationship Id="rId2" Type="http://schemas.openxmlformats.org/officeDocument/2006/relationships/image" Target="../media/image313.wmf"/><Relationship Id="rId1" Type="http://schemas.openxmlformats.org/officeDocument/2006/relationships/image" Target="../media/image312.wmf"/></Relationships>
</file>

<file path=ppt/drawings/_rels/vmlDrawing33.vml.rels><?xml version="1.0" encoding="UTF-8" standalone="yes"?>
<Relationships xmlns="http://schemas.openxmlformats.org/package/2006/relationships"><Relationship Id="rId9" Type="http://schemas.openxmlformats.org/officeDocument/2006/relationships/image" Target="../media/image323.wmf"/><Relationship Id="rId8" Type="http://schemas.openxmlformats.org/officeDocument/2006/relationships/image" Target="../media/image322.wmf"/><Relationship Id="rId7" Type="http://schemas.openxmlformats.org/officeDocument/2006/relationships/image" Target="../media/image321.wmf"/><Relationship Id="rId6" Type="http://schemas.openxmlformats.org/officeDocument/2006/relationships/image" Target="../media/image320.wmf"/><Relationship Id="rId5" Type="http://schemas.openxmlformats.org/officeDocument/2006/relationships/image" Target="../media/image319.wmf"/><Relationship Id="rId4" Type="http://schemas.openxmlformats.org/officeDocument/2006/relationships/image" Target="../media/image318.wmf"/><Relationship Id="rId3" Type="http://schemas.openxmlformats.org/officeDocument/2006/relationships/image" Target="../media/image317.wmf"/><Relationship Id="rId2" Type="http://schemas.openxmlformats.org/officeDocument/2006/relationships/image" Target="../media/image316.wmf"/><Relationship Id="rId12" Type="http://schemas.openxmlformats.org/officeDocument/2006/relationships/image" Target="../media/image326.wmf"/><Relationship Id="rId11" Type="http://schemas.openxmlformats.org/officeDocument/2006/relationships/image" Target="../media/image325.wmf"/><Relationship Id="rId10" Type="http://schemas.openxmlformats.org/officeDocument/2006/relationships/image" Target="../media/image324.wmf"/><Relationship Id="rId1" Type="http://schemas.openxmlformats.org/officeDocument/2006/relationships/image" Target="../media/image315.wmf"/></Relationships>
</file>

<file path=ppt/drawings/_rels/vmlDrawing34.vml.rels><?xml version="1.0" encoding="UTF-8" standalone="yes"?>
<Relationships xmlns="http://schemas.openxmlformats.org/package/2006/relationships"><Relationship Id="rId9" Type="http://schemas.openxmlformats.org/officeDocument/2006/relationships/image" Target="../media/image335.wmf"/><Relationship Id="rId8" Type="http://schemas.openxmlformats.org/officeDocument/2006/relationships/image" Target="../media/image334.wmf"/><Relationship Id="rId7" Type="http://schemas.openxmlformats.org/officeDocument/2006/relationships/image" Target="../media/image333.wmf"/><Relationship Id="rId6" Type="http://schemas.openxmlformats.org/officeDocument/2006/relationships/image" Target="../media/image332.wmf"/><Relationship Id="rId5" Type="http://schemas.openxmlformats.org/officeDocument/2006/relationships/image" Target="../media/image331.wmf"/><Relationship Id="rId4" Type="http://schemas.openxmlformats.org/officeDocument/2006/relationships/image" Target="../media/image330.wmf"/><Relationship Id="rId3" Type="http://schemas.openxmlformats.org/officeDocument/2006/relationships/image" Target="../media/image329.wmf"/><Relationship Id="rId2" Type="http://schemas.openxmlformats.org/officeDocument/2006/relationships/image" Target="../media/image328.wmf"/><Relationship Id="rId14" Type="http://schemas.openxmlformats.org/officeDocument/2006/relationships/image" Target="../media/image340.wmf"/><Relationship Id="rId13" Type="http://schemas.openxmlformats.org/officeDocument/2006/relationships/image" Target="../media/image339.wmf"/><Relationship Id="rId12" Type="http://schemas.openxmlformats.org/officeDocument/2006/relationships/image" Target="../media/image338.wmf"/><Relationship Id="rId11" Type="http://schemas.openxmlformats.org/officeDocument/2006/relationships/image" Target="../media/image337.wmf"/><Relationship Id="rId10" Type="http://schemas.openxmlformats.org/officeDocument/2006/relationships/image" Target="../media/image336.wmf"/><Relationship Id="rId1" Type="http://schemas.openxmlformats.org/officeDocument/2006/relationships/image" Target="../media/image327.wmf"/></Relationships>
</file>

<file path=ppt/drawings/_rels/vmlDrawing35.vml.rels><?xml version="1.0" encoding="UTF-8" standalone="yes"?>
<Relationships xmlns="http://schemas.openxmlformats.org/package/2006/relationships"><Relationship Id="rId9" Type="http://schemas.openxmlformats.org/officeDocument/2006/relationships/image" Target="../media/image349.wmf"/><Relationship Id="rId8" Type="http://schemas.openxmlformats.org/officeDocument/2006/relationships/image" Target="../media/image348.wmf"/><Relationship Id="rId7" Type="http://schemas.openxmlformats.org/officeDocument/2006/relationships/image" Target="../media/image347.wmf"/><Relationship Id="rId6" Type="http://schemas.openxmlformats.org/officeDocument/2006/relationships/image" Target="../media/image346.wmf"/><Relationship Id="rId5" Type="http://schemas.openxmlformats.org/officeDocument/2006/relationships/image" Target="../media/image345.wmf"/><Relationship Id="rId4" Type="http://schemas.openxmlformats.org/officeDocument/2006/relationships/image" Target="../media/image344.wmf"/><Relationship Id="rId3" Type="http://schemas.openxmlformats.org/officeDocument/2006/relationships/image" Target="../media/image343.wmf"/><Relationship Id="rId2" Type="http://schemas.openxmlformats.org/officeDocument/2006/relationships/image" Target="../media/image342.wmf"/><Relationship Id="rId11" Type="http://schemas.openxmlformats.org/officeDocument/2006/relationships/image" Target="../media/image351.wmf"/><Relationship Id="rId10" Type="http://schemas.openxmlformats.org/officeDocument/2006/relationships/image" Target="../media/image350.wmf"/><Relationship Id="rId1" Type="http://schemas.openxmlformats.org/officeDocument/2006/relationships/image" Target="../media/image341.wmf"/></Relationships>
</file>

<file path=ppt/drawings/_rels/vmlDrawing36.vml.rels><?xml version="1.0" encoding="UTF-8" standalone="yes"?>
<Relationships xmlns="http://schemas.openxmlformats.org/package/2006/relationships"><Relationship Id="rId9" Type="http://schemas.openxmlformats.org/officeDocument/2006/relationships/image" Target="../media/image360.wmf"/><Relationship Id="rId8" Type="http://schemas.openxmlformats.org/officeDocument/2006/relationships/image" Target="../media/image359.wmf"/><Relationship Id="rId7" Type="http://schemas.openxmlformats.org/officeDocument/2006/relationships/image" Target="../media/image358.wmf"/><Relationship Id="rId6" Type="http://schemas.openxmlformats.org/officeDocument/2006/relationships/image" Target="../media/image357.wmf"/><Relationship Id="rId5" Type="http://schemas.openxmlformats.org/officeDocument/2006/relationships/image" Target="../media/image356.wmf"/><Relationship Id="rId4" Type="http://schemas.openxmlformats.org/officeDocument/2006/relationships/image" Target="../media/image355.wmf"/><Relationship Id="rId3" Type="http://schemas.openxmlformats.org/officeDocument/2006/relationships/image" Target="../media/image354.wmf"/><Relationship Id="rId23" Type="http://schemas.openxmlformats.org/officeDocument/2006/relationships/image" Target="../media/image374.wmf"/><Relationship Id="rId22" Type="http://schemas.openxmlformats.org/officeDocument/2006/relationships/image" Target="../media/image373.wmf"/><Relationship Id="rId21" Type="http://schemas.openxmlformats.org/officeDocument/2006/relationships/image" Target="../media/image372.wmf"/><Relationship Id="rId20" Type="http://schemas.openxmlformats.org/officeDocument/2006/relationships/image" Target="../media/image371.wmf"/><Relationship Id="rId2" Type="http://schemas.openxmlformats.org/officeDocument/2006/relationships/image" Target="../media/image353.wmf"/><Relationship Id="rId19" Type="http://schemas.openxmlformats.org/officeDocument/2006/relationships/image" Target="../media/image370.wmf"/><Relationship Id="rId18" Type="http://schemas.openxmlformats.org/officeDocument/2006/relationships/image" Target="../media/image369.wmf"/><Relationship Id="rId17" Type="http://schemas.openxmlformats.org/officeDocument/2006/relationships/image" Target="../media/image368.wmf"/><Relationship Id="rId16" Type="http://schemas.openxmlformats.org/officeDocument/2006/relationships/image" Target="../media/image367.wmf"/><Relationship Id="rId15" Type="http://schemas.openxmlformats.org/officeDocument/2006/relationships/image" Target="../media/image366.wmf"/><Relationship Id="rId14" Type="http://schemas.openxmlformats.org/officeDocument/2006/relationships/image" Target="../media/image365.wmf"/><Relationship Id="rId13" Type="http://schemas.openxmlformats.org/officeDocument/2006/relationships/image" Target="../media/image364.wmf"/><Relationship Id="rId12" Type="http://schemas.openxmlformats.org/officeDocument/2006/relationships/image" Target="../media/image363.wmf"/><Relationship Id="rId11" Type="http://schemas.openxmlformats.org/officeDocument/2006/relationships/image" Target="../media/image362.wmf"/><Relationship Id="rId10" Type="http://schemas.openxmlformats.org/officeDocument/2006/relationships/image" Target="../media/image361.wmf"/><Relationship Id="rId1" Type="http://schemas.openxmlformats.org/officeDocument/2006/relationships/image" Target="../media/image352.wmf"/></Relationships>
</file>

<file path=ppt/drawings/_rels/vmlDrawing3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2.wmf"/><Relationship Id="rId7" Type="http://schemas.openxmlformats.org/officeDocument/2006/relationships/image" Target="../media/image381.wmf"/><Relationship Id="rId6" Type="http://schemas.openxmlformats.org/officeDocument/2006/relationships/image" Target="../media/image380.wmf"/><Relationship Id="rId5" Type="http://schemas.openxmlformats.org/officeDocument/2006/relationships/image" Target="../media/image379.wmf"/><Relationship Id="rId4" Type="http://schemas.openxmlformats.org/officeDocument/2006/relationships/image" Target="../media/image378.wmf"/><Relationship Id="rId3" Type="http://schemas.openxmlformats.org/officeDocument/2006/relationships/image" Target="../media/image377.wmf"/><Relationship Id="rId2" Type="http://schemas.openxmlformats.org/officeDocument/2006/relationships/image" Target="../media/image376.wmf"/><Relationship Id="rId1" Type="http://schemas.openxmlformats.org/officeDocument/2006/relationships/image" Target="../media/image375.wmf"/></Relationships>
</file>

<file path=ppt/drawings/_rels/vmlDrawing38.vml.rels><?xml version="1.0" encoding="UTF-8" standalone="yes"?>
<Relationships xmlns="http://schemas.openxmlformats.org/package/2006/relationships"><Relationship Id="rId9" Type="http://schemas.openxmlformats.org/officeDocument/2006/relationships/image" Target="../media/image391.wmf"/><Relationship Id="rId8" Type="http://schemas.openxmlformats.org/officeDocument/2006/relationships/image" Target="../media/image390.wmf"/><Relationship Id="rId7" Type="http://schemas.openxmlformats.org/officeDocument/2006/relationships/image" Target="../media/image389.wmf"/><Relationship Id="rId6" Type="http://schemas.openxmlformats.org/officeDocument/2006/relationships/image" Target="../media/image388.wmf"/><Relationship Id="rId5" Type="http://schemas.openxmlformats.org/officeDocument/2006/relationships/image" Target="../media/image387.emf"/><Relationship Id="rId4" Type="http://schemas.openxmlformats.org/officeDocument/2006/relationships/image" Target="../media/image386.wmf"/><Relationship Id="rId3" Type="http://schemas.openxmlformats.org/officeDocument/2006/relationships/image" Target="../media/image385.wmf"/><Relationship Id="rId2" Type="http://schemas.openxmlformats.org/officeDocument/2006/relationships/image" Target="../media/image384.wmf"/><Relationship Id="rId12" Type="http://schemas.openxmlformats.org/officeDocument/2006/relationships/image" Target="../media/image394.wmf"/><Relationship Id="rId11" Type="http://schemas.openxmlformats.org/officeDocument/2006/relationships/image" Target="../media/image393.wmf"/><Relationship Id="rId10" Type="http://schemas.openxmlformats.org/officeDocument/2006/relationships/image" Target="../media/image392.wmf"/><Relationship Id="rId1" Type="http://schemas.openxmlformats.org/officeDocument/2006/relationships/image" Target="../media/image383.wmf"/></Relationships>
</file>

<file path=ppt/drawings/_rels/vmlDrawing39.vml.rels><?xml version="1.0" encoding="UTF-8" standalone="yes"?>
<Relationships xmlns="http://schemas.openxmlformats.org/package/2006/relationships"><Relationship Id="rId9" Type="http://schemas.openxmlformats.org/officeDocument/2006/relationships/image" Target="../media/image401.wmf"/><Relationship Id="rId8" Type="http://schemas.openxmlformats.org/officeDocument/2006/relationships/image" Target="../media/image400.wmf"/><Relationship Id="rId7" Type="http://schemas.openxmlformats.org/officeDocument/2006/relationships/image" Target="../media/image399.wmf"/><Relationship Id="rId6" Type="http://schemas.openxmlformats.org/officeDocument/2006/relationships/image" Target="../media/image398.wmf"/><Relationship Id="rId5" Type="http://schemas.openxmlformats.org/officeDocument/2006/relationships/image" Target="../media/image397.wmf"/><Relationship Id="rId4" Type="http://schemas.openxmlformats.org/officeDocument/2006/relationships/image" Target="../media/image396.wmf"/><Relationship Id="rId3" Type="http://schemas.openxmlformats.org/officeDocument/2006/relationships/image" Target="../media/image395.wmf"/><Relationship Id="rId2" Type="http://schemas.openxmlformats.org/officeDocument/2006/relationships/image" Target="../media/image384.wmf"/><Relationship Id="rId10" Type="http://schemas.openxmlformats.org/officeDocument/2006/relationships/image" Target="../media/image402.wmf"/><Relationship Id="rId1" Type="http://schemas.openxmlformats.org/officeDocument/2006/relationships/image" Target="../media/image383.wmf"/></Relationships>
</file>

<file path=ppt/drawings/_rels/vmlDrawing40.vml.rels><?xml version="1.0" encoding="UTF-8" standalone="yes"?>
<Relationships xmlns="http://schemas.openxmlformats.org/package/2006/relationships"><Relationship Id="rId9" Type="http://schemas.openxmlformats.org/officeDocument/2006/relationships/image" Target="../media/image410.wmf"/><Relationship Id="rId8" Type="http://schemas.openxmlformats.org/officeDocument/2006/relationships/image" Target="../media/image409.wmf"/><Relationship Id="rId7" Type="http://schemas.openxmlformats.org/officeDocument/2006/relationships/image" Target="../media/image408.wmf"/><Relationship Id="rId6" Type="http://schemas.openxmlformats.org/officeDocument/2006/relationships/image" Target="../media/image407.wmf"/><Relationship Id="rId5" Type="http://schemas.openxmlformats.org/officeDocument/2006/relationships/image" Target="../media/image406.wmf"/><Relationship Id="rId4" Type="http://schemas.openxmlformats.org/officeDocument/2006/relationships/image" Target="../media/image405.wmf"/><Relationship Id="rId3" Type="http://schemas.openxmlformats.org/officeDocument/2006/relationships/image" Target="../media/image404.wmf"/><Relationship Id="rId2" Type="http://schemas.openxmlformats.org/officeDocument/2006/relationships/image" Target="../media/image303.wmf"/><Relationship Id="rId10" Type="http://schemas.openxmlformats.org/officeDocument/2006/relationships/image" Target="../media/image411.wmf"/><Relationship Id="rId1" Type="http://schemas.openxmlformats.org/officeDocument/2006/relationships/image" Target="../media/image403.wmf"/></Relationships>
</file>

<file path=ppt/drawings/_rels/vmlDrawing41.vml.rels><?xml version="1.0" encoding="UTF-8" standalone="yes"?>
<Relationships xmlns="http://schemas.openxmlformats.org/package/2006/relationships"><Relationship Id="rId4" Type="http://schemas.openxmlformats.org/officeDocument/2006/relationships/image" Target="../media/image414.wmf"/><Relationship Id="rId3" Type="http://schemas.openxmlformats.org/officeDocument/2006/relationships/image" Target="../media/image387.emf"/><Relationship Id="rId2" Type="http://schemas.openxmlformats.org/officeDocument/2006/relationships/image" Target="../media/image413.wmf"/><Relationship Id="rId1" Type="http://schemas.openxmlformats.org/officeDocument/2006/relationships/image" Target="../media/image412.wmf"/></Relationships>
</file>

<file path=ppt/drawings/_rels/vmlDrawing42.vml.rels><?xml version="1.0" encoding="UTF-8" standalone="yes"?>
<Relationships xmlns="http://schemas.openxmlformats.org/package/2006/relationships"><Relationship Id="rId9" Type="http://schemas.openxmlformats.org/officeDocument/2006/relationships/image" Target="../media/image423.wmf"/><Relationship Id="rId8" Type="http://schemas.openxmlformats.org/officeDocument/2006/relationships/image" Target="../media/image422.wmf"/><Relationship Id="rId7" Type="http://schemas.openxmlformats.org/officeDocument/2006/relationships/image" Target="../media/image421.wmf"/><Relationship Id="rId6" Type="http://schemas.openxmlformats.org/officeDocument/2006/relationships/image" Target="../media/image420.wmf"/><Relationship Id="rId5" Type="http://schemas.openxmlformats.org/officeDocument/2006/relationships/image" Target="../media/image419.wmf"/><Relationship Id="rId4" Type="http://schemas.openxmlformats.org/officeDocument/2006/relationships/image" Target="../media/image418.wmf"/><Relationship Id="rId3" Type="http://schemas.openxmlformats.org/officeDocument/2006/relationships/image" Target="../media/image417.wmf"/><Relationship Id="rId2" Type="http://schemas.openxmlformats.org/officeDocument/2006/relationships/image" Target="../media/image416.wmf"/><Relationship Id="rId12" Type="http://schemas.openxmlformats.org/officeDocument/2006/relationships/image" Target="../media/image426.wmf"/><Relationship Id="rId11" Type="http://schemas.openxmlformats.org/officeDocument/2006/relationships/image" Target="../media/image425.wmf"/><Relationship Id="rId10" Type="http://schemas.openxmlformats.org/officeDocument/2006/relationships/image" Target="../media/image424.wmf"/><Relationship Id="rId1" Type="http://schemas.openxmlformats.org/officeDocument/2006/relationships/image" Target="../media/image415.wmf"/></Relationships>
</file>

<file path=ppt/drawings/_rels/vmlDrawing4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0.wmf"/></Relationships>
</file>

<file path=ppt/drawings/_rels/vmlDrawing44.vml.rels><?xml version="1.0" encoding="UTF-8" standalone="yes"?>
<Relationships xmlns="http://schemas.openxmlformats.org/package/2006/relationships"><Relationship Id="rId5" Type="http://schemas.openxmlformats.org/officeDocument/2006/relationships/image" Target="../media/image435.wmf"/><Relationship Id="rId4" Type="http://schemas.openxmlformats.org/officeDocument/2006/relationships/image" Target="../media/image434.wmf"/><Relationship Id="rId3" Type="http://schemas.openxmlformats.org/officeDocument/2006/relationships/image" Target="../media/image433.wmf"/><Relationship Id="rId2" Type="http://schemas.openxmlformats.org/officeDocument/2006/relationships/image" Target="../media/image432.wmf"/><Relationship Id="rId1" Type="http://schemas.openxmlformats.org/officeDocument/2006/relationships/image" Target="../media/image431.wmf"/></Relationships>
</file>

<file path=ppt/drawings/_rels/vmlDrawing45.vml.rels><?xml version="1.0" encoding="UTF-8" standalone="yes"?>
<Relationships xmlns="http://schemas.openxmlformats.org/package/2006/relationships"><Relationship Id="rId5" Type="http://schemas.openxmlformats.org/officeDocument/2006/relationships/image" Target="../media/image440.wmf"/><Relationship Id="rId4" Type="http://schemas.openxmlformats.org/officeDocument/2006/relationships/image" Target="../media/image439.wmf"/><Relationship Id="rId3" Type="http://schemas.openxmlformats.org/officeDocument/2006/relationships/image" Target="../media/image438.wmf"/><Relationship Id="rId2" Type="http://schemas.openxmlformats.org/officeDocument/2006/relationships/image" Target="../media/image437.wmf"/><Relationship Id="rId1" Type="http://schemas.openxmlformats.org/officeDocument/2006/relationships/image" Target="../media/image436.wmf"/></Relationships>
</file>

<file path=ppt/drawings/_rels/vmlDrawing46.vml.rels><?xml version="1.0" encoding="UTF-8" standalone="yes"?>
<Relationships xmlns="http://schemas.openxmlformats.org/package/2006/relationships"><Relationship Id="rId4" Type="http://schemas.openxmlformats.org/officeDocument/2006/relationships/image" Target="../media/image444.wmf"/><Relationship Id="rId3" Type="http://schemas.openxmlformats.org/officeDocument/2006/relationships/image" Target="../media/image443.wmf"/><Relationship Id="rId2" Type="http://schemas.openxmlformats.org/officeDocument/2006/relationships/image" Target="../media/image442.wmf"/><Relationship Id="rId1" Type="http://schemas.openxmlformats.org/officeDocument/2006/relationships/image" Target="../media/image441.wmf"/></Relationships>
</file>

<file path=ppt/drawings/_rels/vmlDrawing47.vml.rels><?xml version="1.0" encoding="UTF-8" standalone="yes"?>
<Relationships xmlns="http://schemas.openxmlformats.org/package/2006/relationships"><Relationship Id="rId6" Type="http://schemas.openxmlformats.org/officeDocument/2006/relationships/image" Target="../media/image450.wmf"/><Relationship Id="rId5" Type="http://schemas.openxmlformats.org/officeDocument/2006/relationships/image" Target="../media/image449.wmf"/><Relationship Id="rId4" Type="http://schemas.openxmlformats.org/officeDocument/2006/relationships/image" Target="../media/image448.wmf"/><Relationship Id="rId3" Type="http://schemas.openxmlformats.org/officeDocument/2006/relationships/image" Target="../media/image447.wmf"/><Relationship Id="rId2" Type="http://schemas.openxmlformats.org/officeDocument/2006/relationships/image" Target="../media/image446.wmf"/><Relationship Id="rId1" Type="http://schemas.openxmlformats.org/officeDocument/2006/relationships/image" Target="../media/image445.wmf"/></Relationships>
</file>

<file path=ppt/drawings/_rels/vmlDrawing48.vml.rels><?xml version="1.0" encoding="UTF-8" standalone="yes"?>
<Relationships xmlns="http://schemas.openxmlformats.org/package/2006/relationships"><Relationship Id="rId9" Type="http://schemas.openxmlformats.org/officeDocument/2006/relationships/image" Target="../media/image458.wmf"/><Relationship Id="rId8" Type="http://schemas.openxmlformats.org/officeDocument/2006/relationships/image" Target="../media/image457.wmf"/><Relationship Id="rId7" Type="http://schemas.openxmlformats.org/officeDocument/2006/relationships/image" Target="../media/image456.wmf"/><Relationship Id="rId6" Type="http://schemas.openxmlformats.org/officeDocument/2006/relationships/image" Target="../media/image455.wmf"/><Relationship Id="rId5" Type="http://schemas.openxmlformats.org/officeDocument/2006/relationships/image" Target="../media/image454.wmf"/><Relationship Id="rId4" Type="http://schemas.openxmlformats.org/officeDocument/2006/relationships/image" Target="../media/image453.wmf"/><Relationship Id="rId3" Type="http://schemas.openxmlformats.org/officeDocument/2006/relationships/image" Target="../media/image452.wmf"/><Relationship Id="rId2" Type="http://schemas.openxmlformats.org/officeDocument/2006/relationships/image" Target="../media/image451.wmf"/><Relationship Id="rId11" Type="http://schemas.openxmlformats.org/officeDocument/2006/relationships/image" Target="../media/image460.wmf"/><Relationship Id="rId10" Type="http://schemas.openxmlformats.org/officeDocument/2006/relationships/image" Target="../media/image459.wmf"/><Relationship Id="rId1" Type="http://schemas.openxmlformats.org/officeDocument/2006/relationships/image" Target="../media/image447.wmf"/></Relationships>
</file>

<file path=ppt/drawings/_rels/vmlDrawing49.vml.rels><?xml version="1.0" encoding="UTF-8" standalone="yes"?>
<Relationships xmlns="http://schemas.openxmlformats.org/package/2006/relationships"><Relationship Id="rId4" Type="http://schemas.openxmlformats.org/officeDocument/2006/relationships/image" Target="../media/image464.wmf"/><Relationship Id="rId3" Type="http://schemas.openxmlformats.org/officeDocument/2006/relationships/image" Target="../media/image463.wmf"/><Relationship Id="rId2" Type="http://schemas.openxmlformats.org/officeDocument/2006/relationships/image" Target="../media/image462.wmf"/><Relationship Id="rId1" Type="http://schemas.openxmlformats.org/officeDocument/2006/relationships/image" Target="../media/image461.wmf"/></Relationships>
</file>

<file path=ppt/drawings/_rels/vmlDrawing5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66.wmf"/><Relationship Id="rId1" Type="http://schemas.openxmlformats.org/officeDocument/2006/relationships/image" Target="../media/image465.wmf"/></Relationships>
</file>

<file path=ppt/drawings/_rels/vmlDrawing51.vml.rels><?xml version="1.0" encoding="UTF-8" standalone="yes"?>
<Relationships xmlns="http://schemas.openxmlformats.org/package/2006/relationships"><Relationship Id="rId9" Type="http://schemas.openxmlformats.org/officeDocument/2006/relationships/image" Target="../media/image475.wmf"/><Relationship Id="rId8" Type="http://schemas.openxmlformats.org/officeDocument/2006/relationships/image" Target="../media/image474.wmf"/><Relationship Id="rId7" Type="http://schemas.openxmlformats.org/officeDocument/2006/relationships/image" Target="../media/image473.wmf"/><Relationship Id="rId6" Type="http://schemas.openxmlformats.org/officeDocument/2006/relationships/image" Target="../media/image472.wmf"/><Relationship Id="rId5" Type="http://schemas.openxmlformats.org/officeDocument/2006/relationships/image" Target="../media/image471.wmf"/><Relationship Id="rId4" Type="http://schemas.openxmlformats.org/officeDocument/2006/relationships/image" Target="../media/image470.wmf"/><Relationship Id="rId3" Type="http://schemas.openxmlformats.org/officeDocument/2006/relationships/image" Target="../media/image469.wmf"/><Relationship Id="rId2" Type="http://schemas.openxmlformats.org/officeDocument/2006/relationships/image" Target="../media/image468.wmf"/><Relationship Id="rId1" Type="http://schemas.openxmlformats.org/officeDocument/2006/relationships/image" Target="../media/image467.wmf"/></Relationships>
</file>

<file path=ppt/drawings/_rels/vmlDrawing52.vml.rels><?xml version="1.0" encoding="UTF-8" standalone="yes"?>
<Relationships xmlns="http://schemas.openxmlformats.org/package/2006/relationships"><Relationship Id="rId7" Type="http://schemas.openxmlformats.org/officeDocument/2006/relationships/image" Target="../media/image480.wmf"/><Relationship Id="rId6" Type="http://schemas.openxmlformats.org/officeDocument/2006/relationships/image" Target="../media/image479.wmf"/><Relationship Id="rId5" Type="http://schemas.openxmlformats.org/officeDocument/2006/relationships/image" Target="../media/image478.wmf"/><Relationship Id="rId4" Type="http://schemas.openxmlformats.org/officeDocument/2006/relationships/image" Target="../media/image477.wmf"/><Relationship Id="rId3" Type="http://schemas.openxmlformats.org/officeDocument/2006/relationships/image" Target="../media/image476.wmf"/><Relationship Id="rId2" Type="http://schemas.openxmlformats.org/officeDocument/2006/relationships/image" Target="../media/image475.wmf"/><Relationship Id="rId1" Type="http://schemas.openxmlformats.org/officeDocument/2006/relationships/image" Target="../media/image474.wmf"/></Relationships>
</file>

<file path=ppt/drawings/_rels/vmlDrawing53.vml.rels><?xml version="1.0" encoding="UTF-8" standalone="yes"?>
<Relationships xmlns="http://schemas.openxmlformats.org/package/2006/relationships"><Relationship Id="rId6" Type="http://schemas.openxmlformats.org/officeDocument/2006/relationships/image" Target="../media/image486.wmf"/><Relationship Id="rId5" Type="http://schemas.openxmlformats.org/officeDocument/2006/relationships/image" Target="../media/image485.wmf"/><Relationship Id="rId4" Type="http://schemas.openxmlformats.org/officeDocument/2006/relationships/image" Target="../media/image484.wmf"/><Relationship Id="rId3" Type="http://schemas.openxmlformats.org/officeDocument/2006/relationships/image" Target="../media/image483.wmf"/><Relationship Id="rId2" Type="http://schemas.openxmlformats.org/officeDocument/2006/relationships/image" Target="../media/image482.wmf"/><Relationship Id="rId1" Type="http://schemas.openxmlformats.org/officeDocument/2006/relationships/image" Target="../media/image481.wmf"/></Relationships>
</file>

<file path=ppt/drawings/_rels/vmlDrawing54.vml.rels><?xml version="1.0" encoding="UTF-8" standalone="yes"?>
<Relationships xmlns="http://schemas.openxmlformats.org/package/2006/relationships"><Relationship Id="rId9" Type="http://schemas.openxmlformats.org/officeDocument/2006/relationships/image" Target="../media/image495.wmf"/><Relationship Id="rId8" Type="http://schemas.openxmlformats.org/officeDocument/2006/relationships/image" Target="../media/image494.wmf"/><Relationship Id="rId7" Type="http://schemas.openxmlformats.org/officeDocument/2006/relationships/image" Target="../media/image493.wmf"/><Relationship Id="rId6" Type="http://schemas.openxmlformats.org/officeDocument/2006/relationships/image" Target="../media/image492.wmf"/><Relationship Id="rId5" Type="http://schemas.openxmlformats.org/officeDocument/2006/relationships/image" Target="../media/image491.wmf"/><Relationship Id="rId4" Type="http://schemas.openxmlformats.org/officeDocument/2006/relationships/image" Target="../media/image490.wmf"/><Relationship Id="rId3" Type="http://schemas.openxmlformats.org/officeDocument/2006/relationships/image" Target="../media/image489.wmf"/><Relationship Id="rId2" Type="http://schemas.openxmlformats.org/officeDocument/2006/relationships/image" Target="../media/image488.wmf"/><Relationship Id="rId12" Type="http://schemas.openxmlformats.org/officeDocument/2006/relationships/image" Target="../media/image498.wmf"/><Relationship Id="rId11" Type="http://schemas.openxmlformats.org/officeDocument/2006/relationships/image" Target="../media/image497.wmf"/><Relationship Id="rId10" Type="http://schemas.openxmlformats.org/officeDocument/2006/relationships/image" Target="../media/image496.wmf"/><Relationship Id="rId1" Type="http://schemas.openxmlformats.org/officeDocument/2006/relationships/image" Target="../media/image487.wmf"/></Relationships>
</file>

<file path=ppt/drawings/_rels/vmlDrawing55.vml.rels><?xml version="1.0" encoding="UTF-8" standalone="yes"?>
<Relationships xmlns="http://schemas.openxmlformats.org/package/2006/relationships"><Relationship Id="rId4" Type="http://schemas.openxmlformats.org/officeDocument/2006/relationships/image" Target="../media/image486.wmf"/><Relationship Id="rId3" Type="http://schemas.openxmlformats.org/officeDocument/2006/relationships/image" Target="../media/image501.wmf"/><Relationship Id="rId2" Type="http://schemas.openxmlformats.org/officeDocument/2006/relationships/image" Target="../media/image500.wmf"/><Relationship Id="rId1" Type="http://schemas.openxmlformats.org/officeDocument/2006/relationships/image" Target="../media/image499.wmf"/></Relationships>
</file>

<file path=ppt/drawings/_rels/vmlDrawing56.vml.rels><?xml version="1.0" encoding="UTF-8" standalone="yes"?>
<Relationships xmlns="http://schemas.openxmlformats.org/package/2006/relationships"><Relationship Id="rId4" Type="http://schemas.openxmlformats.org/officeDocument/2006/relationships/image" Target="../media/image501.wmf"/><Relationship Id="rId3" Type="http://schemas.openxmlformats.org/officeDocument/2006/relationships/image" Target="../media/image504.wmf"/><Relationship Id="rId2" Type="http://schemas.openxmlformats.org/officeDocument/2006/relationships/image" Target="../media/image503.wmf"/><Relationship Id="rId1" Type="http://schemas.openxmlformats.org/officeDocument/2006/relationships/image" Target="../media/image50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4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wmf"/><Relationship Id="rId18" Type="http://schemas.openxmlformats.org/officeDocument/2006/relationships/vmlDrawing" Target="../drawings/vmlDrawing1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8.wmf"/><Relationship Id="rId15" Type="http://schemas.openxmlformats.org/officeDocument/2006/relationships/oleObject" Target="../embeddings/oleObject8.bin"/><Relationship Id="rId14" Type="http://schemas.openxmlformats.org/officeDocument/2006/relationships/image" Target="../media/image7.w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6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.bin"/><Relationship Id="rId8" Type="http://schemas.openxmlformats.org/officeDocument/2006/relationships/image" Target="../media/image12.wmf"/><Relationship Id="rId7" Type="http://schemas.openxmlformats.org/officeDocument/2006/relationships/oleObject" Target="../embeddings/oleObject12.bin"/><Relationship Id="rId6" Type="http://schemas.openxmlformats.org/officeDocument/2006/relationships/image" Target="../media/image11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0.wmf"/><Relationship Id="rId3" Type="http://schemas.openxmlformats.org/officeDocument/2006/relationships/oleObject" Target="../embeddings/oleObject10.bin"/><Relationship Id="rId21" Type="http://schemas.openxmlformats.org/officeDocument/2006/relationships/vmlDrawing" Target="../drawings/vmlDrawing2.vml"/><Relationship Id="rId20" Type="http://schemas.openxmlformats.org/officeDocument/2006/relationships/slideLayout" Target="../slideLayouts/slideLayout18.xml"/><Relationship Id="rId2" Type="http://schemas.openxmlformats.org/officeDocument/2006/relationships/image" Target="../media/image9.wmf"/><Relationship Id="rId19" Type="http://schemas.openxmlformats.org/officeDocument/2006/relationships/image" Target="../media/image18.png"/><Relationship Id="rId18" Type="http://schemas.openxmlformats.org/officeDocument/2006/relationships/image" Target="../media/image17.wmf"/><Relationship Id="rId17" Type="http://schemas.openxmlformats.org/officeDocument/2006/relationships/oleObject" Target="../embeddings/oleObject17.bin"/><Relationship Id="rId16" Type="http://schemas.openxmlformats.org/officeDocument/2006/relationships/image" Target="../media/image16.wmf"/><Relationship Id="rId15" Type="http://schemas.openxmlformats.org/officeDocument/2006/relationships/oleObject" Target="../embeddings/oleObject16.bin"/><Relationship Id="rId14" Type="http://schemas.openxmlformats.org/officeDocument/2006/relationships/image" Target="../media/image15.wmf"/><Relationship Id="rId13" Type="http://schemas.openxmlformats.org/officeDocument/2006/relationships/oleObject" Target="../embeddings/oleObject15.bin"/><Relationship Id="rId12" Type="http://schemas.openxmlformats.org/officeDocument/2006/relationships/image" Target="../media/image14.wmf"/><Relationship Id="rId11" Type="http://schemas.openxmlformats.org/officeDocument/2006/relationships/oleObject" Target="../embeddings/oleObject14.bin"/><Relationship Id="rId10" Type="http://schemas.openxmlformats.org/officeDocument/2006/relationships/image" Target="../media/image13.wmf"/><Relationship Id="rId1" Type="http://schemas.openxmlformats.org/officeDocument/2006/relationships/oleObject" Target="../embeddings/oleObject9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2.bin"/><Relationship Id="rId8" Type="http://schemas.openxmlformats.org/officeDocument/2006/relationships/image" Target="../media/image22.wmf"/><Relationship Id="rId7" Type="http://schemas.openxmlformats.org/officeDocument/2006/relationships/oleObject" Target="../embeddings/oleObject21.bin"/><Relationship Id="rId6" Type="http://schemas.openxmlformats.org/officeDocument/2006/relationships/image" Target="../media/image21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0.wmf"/><Relationship Id="rId35" Type="http://schemas.openxmlformats.org/officeDocument/2006/relationships/notesSlide" Target="../notesSlides/notesSlide1.xml"/><Relationship Id="rId34" Type="http://schemas.openxmlformats.org/officeDocument/2006/relationships/vmlDrawing" Target="../drawings/vmlDrawing3.vml"/><Relationship Id="rId33" Type="http://schemas.openxmlformats.org/officeDocument/2006/relationships/slideLayout" Target="../slideLayouts/slideLayout18.xml"/><Relationship Id="rId32" Type="http://schemas.openxmlformats.org/officeDocument/2006/relationships/image" Target="../media/image34.wmf"/><Relationship Id="rId31" Type="http://schemas.openxmlformats.org/officeDocument/2006/relationships/oleObject" Target="../embeddings/oleObject33.bin"/><Relationship Id="rId30" Type="http://schemas.openxmlformats.org/officeDocument/2006/relationships/image" Target="../media/image33.wmf"/><Relationship Id="rId3" Type="http://schemas.openxmlformats.org/officeDocument/2006/relationships/oleObject" Target="../embeddings/oleObject19.bin"/><Relationship Id="rId29" Type="http://schemas.openxmlformats.org/officeDocument/2006/relationships/oleObject" Target="../embeddings/oleObject32.bin"/><Relationship Id="rId28" Type="http://schemas.openxmlformats.org/officeDocument/2006/relationships/image" Target="../media/image32.wmf"/><Relationship Id="rId27" Type="http://schemas.openxmlformats.org/officeDocument/2006/relationships/oleObject" Target="../embeddings/oleObject31.bin"/><Relationship Id="rId26" Type="http://schemas.openxmlformats.org/officeDocument/2006/relationships/image" Target="../media/image31.wmf"/><Relationship Id="rId25" Type="http://schemas.openxmlformats.org/officeDocument/2006/relationships/oleObject" Target="../embeddings/oleObject30.bin"/><Relationship Id="rId24" Type="http://schemas.openxmlformats.org/officeDocument/2006/relationships/image" Target="../media/image30.wmf"/><Relationship Id="rId23" Type="http://schemas.openxmlformats.org/officeDocument/2006/relationships/oleObject" Target="../embeddings/oleObject29.bin"/><Relationship Id="rId22" Type="http://schemas.openxmlformats.org/officeDocument/2006/relationships/image" Target="../media/image29.wmf"/><Relationship Id="rId21" Type="http://schemas.openxmlformats.org/officeDocument/2006/relationships/oleObject" Target="../embeddings/oleObject28.bin"/><Relationship Id="rId20" Type="http://schemas.openxmlformats.org/officeDocument/2006/relationships/image" Target="../media/image28.wmf"/><Relationship Id="rId2" Type="http://schemas.openxmlformats.org/officeDocument/2006/relationships/image" Target="../media/image19.wmf"/><Relationship Id="rId19" Type="http://schemas.openxmlformats.org/officeDocument/2006/relationships/oleObject" Target="../embeddings/oleObject27.bin"/><Relationship Id="rId18" Type="http://schemas.openxmlformats.org/officeDocument/2006/relationships/image" Target="../media/image27.wmf"/><Relationship Id="rId17" Type="http://schemas.openxmlformats.org/officeDocument/2006/relationships/oleObject" Target="../embeddings/oleObject26.bin"/><Relationship Id="rId16" Type="http://schemas.openxmlformats.org/officeDocument/2006/relationships/image" Target="../media/image26.wmf"/><Relationship Id="rId15" Type="http://schemas.openxmlformats.org/officeDocument/2006/relationships/oleObject" Target="../embeddings/oleObject25.bin"/><Relationship Id="rId14" Type="http://schemas.openxmlformats.org/officeDocument/2006/relationships/image" Target="../media/image25.wmf"/><Relationship Id="rId13" Type="http://schemas.openxmlformats.org/officeDocument/2006/relationships/oleObject" Target="../embeddings/oleObject24.bin"/><Relationship Id="rId12" Type="http://schemas.openxmlformats.org/officeDocument/2006/relationships/image" Target="../media/image24.wmf"/><Relationship Id="rId11" Type="http://schemas.openxmlformats.org/officeDocument/2006/relationships/oleObject" Target="../embeddings/oleObject23.bin"/><Relationship Id="rId10" Type="http://schemas.openxmlformats.org/officeDocument/2006/relationships/image" Target="../media/image23.wmf"/><Relationship Id="rId1" Type="http://schemas.openxmlformats.org/officeDocument/2006/relationships/oleObject" Target="../embeddings/oleObject18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8.bin"/><Relationship Id="rId8" Type="http://schemas.openxmlformats.org/officeDocument/2006/relationships/image" Target="../media/image38.wmf"/><Relationship Id="rId7" Type="http://schemas.openxmlformats.org/officeDocument/2006/relationships/oleObject" Target="../embeddings/oleObject37.bin"/><Relationship Id="rId6" Type="http://schemas.openxmlformats.org/officeDocument/2006/relationships/image" Target="../media/image37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36.wmf"/><Relationship Id="rId3" Type="http://schemas.openxmlformats.org/officeDocument/2006/relationships/oleObject" Target="../embeddings/oleObject35.bin"/><Relationship Id="rId22" Type="http://schemas.openxmlformats.org/officeDocument/2006/relationships/vmlDrawing" Target="../drawings/vmlDrawing4.vml"/><Relationship Id="rId21" Type="http://schemas.openxmlformats.org/officeDocument/2006/relationships/slideLayout" Target="../slideLayouts/slideLayout18.xml"/><Relationship Id="rId20" Type="http://schemas.openxmlformats.org/officeDocument/2006/relationships/image" Target="../media/image44.wmf"/><Relationship Id="rId2" Type="http://schemas.openxmlformats.org/officeDocument/2006/relationships/image" Target="../media/image35.emf"/><Relationship Id="rId19" Type="http://schemas.openxmlformats.org/officeDocument/2006/relationships/oleObject" Target="../embeddings/oleObject43.bin"/><Relationship Id="rId18" Type="http://schemas.openxmlformats.org/officeDocument/2006/relationships/image" Target="../media/image43.wmf"/><Relationship Id="rId17" Type="http://schemas.openxmlformats.org/officeDocument/2006/relationships/oleObject" Target="../embeddings/oleObject42.bin"/><Relationship Id="rId16" Type="http://schemas.openxmlformats.org/officeDocument/2006/relationships/image" Target="../media/image42.wmf"/><Relationship Id="rId15" Type="http://schemas.openxmlformats.org/officeDocument/2006/relationships/oleObject" Target="../embeddings/oleObject41.bin"/><Relationship Id="rId14" Type="http://schemas.openxmlformats.org/officeDocument/2006/relationships/image" Target="../media/image41.wmf"/><Relationship Id="rId13" Type="http://schemas.openxmlformats.org/officeDocument/2006/relationships/oleObject" Target="../embeddings/oleObject40.bin"/><Relationship Id="rId12" Type="http://schemas.openxmlformats.org/officeDocument/2006/relationships/image" Target="../media/image40.wmf"/><Relationship Id="rId11" Type="http://schemas.openxmlformats.org/officeDocument/2006/relationships/oleObject" Target="../embeddings/oleObject39.bin"/><Relationship Id="rId10" Type="http://schemas.openxmlformats.org/officeDocument/2006/relationships/image" Target="../media/image39.wmf"/><Relationship Id="rId1" Type="http://schemas.openxmlformats.org/officeDocument/2006/relationships/oleObject" Target="../embeddings/oleObject34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8.bin"/><Relationship Id="rId8" Type="http://schemas.openxmlformats.org/officeDocument/2006/relationships/image" Target="../media/image48.wmf"/><Relationship Id="rId7" Type="http://schemas.openxmlformats.org/officeDocument/2006/relationships/oleObject" Target="../embeddings/oleObject47.bin"/><Relationship Id="rId6" Type="http://schemas.openxmlformats.org/officeDocument/2006/relationships/image" Target="../media/image47.wmf"/><Relationship Id="rId5" Type="http://schemas.openxmlformats.org/officeDocument/2006/relationships/oleObject" Target="../embeddings/oleObject46.bin"/><Relationship Id="rId4" Type="http://schemas.openxmlformats.org/officeDocument/2006/relationships/image" Target="../media/image46.wmf"/><Relationship Id="rId3" Type="http://schemas.openxmlformats.org/officeDocument/2006/relationships/oleObject" Target="../embeddings/oleObject45.bin"/><Relationship Id="rId2" Type="http://schemas.openxmlformats.org/officeDocument/2006/relationships/image" Target="../media/image45.wmf"/><Relationship Id="rId15" Type="http://schemas.openxmlformats.org/officeDocument/2006/relationships/vmlDrawing" Target="../drawings/vmlDrawing5.vml"/><Relationship Id="rId14" Type="http://schemas.openxmlformats.org/officeDocument/2006/relationships/slideLayout" Target="../slideLayouts/slideLayout18.xml"/><Relationship Id="rId13" Type="http://schemas.openxmlformats.org/officeDocument/2006/relationships/image" Target="../media/image51.png"/><Relationship Id="rId12" Type="http://schemas.openxmlformats.org/officeDocument/2006/relationships/image" Target="../media/image50.wmf"/><Relationship Id="rId11" Type="http://schemas.openxmlformats.org/officeDocument/2006/relationships/oleObject" Target="../embeddings/oleObject49.bin"/><Relationship Id="rId10" Type="http://schemas.openxmlformats.org/officeDocument/2006/relationships/image" Target="../media/image49.wmf"/><Relationship Id="rId1" Type="http://schemas.openxmlformats.org/officeDocument/2006/relationships/oleObject" Target="../embeddings/oleObject44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4.bin"/><Relationship Id="rId8" Type="http://schemas.openxmlformats.org/officeDocument/2006/relationships/image" Target="../media/image55.wmf"/><Relationship Id="rId7" Type="http://schemas.openxmlformats.org/officeDocument/2006/relationships/oleObject" Target="../embeddings/oleObject53.bin"/><Relationship Id="rId6" Type="http://schemas.openxmlformats.org/officeDocument/2006/relationships/image" Target="../media/image54.wmf"/><Relationship Id="rId5" Type="http://schemas.openxmlformats.org/officeDocument/2006/relationships/oleObject" Target="../embeddings/oleObject52.bin"/><Relationship Id="rId4" Type="http://schemas.openxmlformats.org/officeDocument/2006/relationships/image" Target="../media/image53.wmf"/><Relationship Id="rId3" Type="http://schemas.openxmlformats.org/officeDocument/2006/relationships/oleObject" Target="../embeddings/oleObject51.bin"/><Relationship Id="rId2" Type="http://schemas.openxmlformats.org/officeDocument/2006/relationships/image" Target="../media/image52.wmf"/><Relationship Id="rId14" Type="http://schemas.openxmlformats.org/officeDocument/2006/relationships/vmlDrawing" Target="../drawings/vmlDrawing6.vml"/><Relationship Id="rId13" Type="http://schemas.openxmlformats.org/officeDocument/2006/relationships/slideLayout" Target="../slideLayouts/slideLayout18.xml"/><Relationship Id="rId12" Type="http://schemas.openxmlformats.org/officeDocument/2006/relationships/image" Target="../media/image47.wmf"/><Relationship Id="rId11" Type="http://schemas.openxmlformats.org/officeDocument/2006/relationships/oleObject" Target="../embeddings/oleObject55.bin"/><Relationship Id="rId10" Type="http://schemas.openxmlformats.org/officeDocument/2006/relationships/image" Target="../media/image46.wmf"/><Relationship Id="rId1" Type="http://schemas.openxmlformats.org/officeDocument/2006/relationships/oleObject" Target="../embeddings/oleObject50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0.bin"/><Relationship Id="rId8" Type="http://schemas.openxmlformats.org/officeDocument/2006/relationships/image" Target="../media/image59.wmf"/><Relationship Id="rId7" Type="http://schemas.openxmlformats.org/officeDocument/2006/relationships/oleObject" Target="../embeddings/oleObject59.bin"/><Relationship Id="rId6" Type="http://schemas.openxmlformats.org/officeDocument/2006/relationships/image" Target="../media/image58.w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57.wmf"/><Relationship Id="rId3" Type="http://schemas.openxmlformats.org/officeDocument/2006/relationships/oleObject" Target="../embeddings/oleObject57.bin"/><Relationship Id="rId2" Type="http://schemas.openxmlformats.org/officeDocument/2006/relationships/image" Target="../media/image56.wmf"/><Relationship Id="rId12" Type="http://schemas.openxmlformats.org/officeDocument/2006/relationships/vmlDrawing" Target="../drawings/vmlDrawing7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60.wmf"/><Relationship Id="rId1" Type="http://schemas.openxmlformats.org/officeDocument/2006/relationships/oleObject" Target="../embeddings/oleObject56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5.bin"/><Relationship Id="rId8" Type="http://schemas.openxmlformats.org/officeDocument/2006/relationships/image" Target="../media/image64.wmf"/><Relationship Id="rId7" Type="http://schemas.openxmlformats.org/officeDocument/2006/relationships/oleObject" Target="../embeddings/oleObject64.bin"/><Relationship Id="rId6" Type="http://schemas.openxmlformats.org/officeDocument/2006/relationships/image" Target="../media/image63.wmf"/><Relationship Id="rId5" Type="http://schemas.openxmlformats.org/officeDocument/2006/relationships/oleObject" Target="../embeddings/oleObject63.bin"/><Relationship Id="rId4" Type="http://schemas.openxmlformats.org/officeDocument/2006/relationships/image" Target="../media/image62.wmf"/><Relationship Id="rId35" Type="http://schemas.openxmlformats.org/officeDocument/2006/relationships/vmlDrawing" Target="../drawings/vmlDrawing8.vml"/><Relationship Id="rId34" Type="http://schemas.openxmlformats.org/officeDocument/2006/relationships/slideLayout" Target="../slideLayouts/slideLayout18.xml"/><Relationship Id="rId33" Type="http://schemas.openxmlformats.org/officeDocument/2006/relationships/oleObject" Target="../embeddings/oleObject76.bin"/><Relationship Id="rId32" Type="http://schemas.openxmlformats.org/officeDocument/2006/relationships/image" Target="../media/image77.png"/><Relationship Id="rId31" Type="http://schemas.openxmlformats.org/officeDocument/2006/relationships/image" Target="../media/image76.png"/><Relationship Id="rId30" Type="http://schemas.openxmlformats.org/officeDocument/2006/relationships/image" Target="../media/image75.png"/><Relationship Id="rId3" Type="http://schemas.openxmlformats.org/officeDocument/2006/relationships/oleObject" Target="../embeddings/oleObject62.bin"/><Relationship Id="rId29" Type="http://schemas.openxmlformats.org/officeDocument/2006/relationships/image" Target="../media/image74.wmf"/><Relationship Id="rId28" Type="http://schemas.openxmlformats.org/officeDocument/2006/relationships/oleObject" Target="../embeddings/oleObject75.bin"/><Relationship Id="rId27" Type="http://schemas.openxmlformats.org/officeDocument/2006/relationships/oleObject" Target="../embeddings/oleObject74.bin"/><Relationship Id="rId26" Type="http://schemas.openxmlformats.org/officeDocument/2006/relationships/image" Target="../media/image73.emf"/><Relationship Id="rId25" Type="http://schemas.openxmlformats.org/officeDocument/2006/relationships/oleObject" Target="../embeddings/oleObject73.bin"/><Relationship Id="rId24" Type="http://schemas.openxmlformats.org/officeDocument/2006/relationships/image" Target="../media/image72.wmf"/><Relationship Id="rId23" Type="http://schemas.openxmlformats.org/officeDocument/2006/relationships/oleObject" Target="../embeddings/oleObject72.bin"/><Relationship Id="rId22" Type="http://schemas.openxmlformats.org/officeDocument/2006/relationships/image" Target="../media/image71.wmf"/><Relationship Id="rId21" Type="http://schemas.openxmlformats.org/officeDocument/2006/relationships/oleObject" Target="../embeddings/oleObject71.bin"/><Relationship Id="rId20" Type="http://schemas.openxmlformats.org/officeDocument/2006/relationships/image" Target="../media/image70.wmf"/><Relationship Id="rId2" Type="http://schemas.openxmlformats.org/officeDocument/2006/relationships/image" Target="../media/image61.wmf"/><Relationship Id="rId19" Type="http://schemas.openxmlformats.org/officeDocument/2006/relationships/oleObject" Target="../embeddings/oleObject70.bin"/><Relationship Id="rId18" Type="http://schemas.openxmlformats.org/officeDocument/2006/relationships/image" Target="../media/image69.wmf"/><Relationship Id="rId17" Type="http://schemas.openxmlformats.org/officeDocument/2006/relationships/oleObject" Target="../embeddings/oleObject69.bin"/><Relationship Id="rId16" Type="http://schemas.openxmlformats.org/officeDocument/2006/relationships/image" Target="../media/image68.wmf"/><Relationship Id="rId15" Type="http://schemas.openxmlformats.org/officeDocument/2006/relationships/oleObject" Target="../embeddings/oleObject68.bin"/><Relationship Id="rId14" Type="http://schemas.openxmlformats.org/officeDocument/2006/relationships/image" Target="../media/image67.wmf"/><Relationship Id="rId13" Type="http://schemas.openxmlformats.org/officeDocument/2006/relationships/oleObject" Target="../embeddings/oleObject67.bin"/><Relationship Id="rId12" Type="http://schemas.openxmlformats.org/officeDocument/2006/relationships/image" Target="../media/image66.wmf"/><Relationship Id="rId11" Type="http://schemas.openxmlformats.org/officeDocument/2006/relationships/oleObject" Target="../embeddings/oleObject66.bin"/><Relationship Id="rId10" Type="http://schemas.openxmlformats.org/officeDocument/2006/relationships/image" Target="../media/image65.wmf"/><Relationship Id="rId1" Type="http://schemas.openxmlformats.org/officeDocument/2006/relationships/oleObject" Target="../embeddings/oleObject61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1.bin"/><Relationship Id="rId8" Type="http://schemas.openxmlformats.org/officeDocument/2006/relationships/image" Target="../media/image81.wmf"/><Relationship Id="rId7" Type="http://schemas.openxmlformats.org/officeDocument/2006/relationships/oleObject" Target="../embeddings/oleObject80.bin"/><Relationship Id="rId6" Type="http://schemas.openxmlformats.org/officeDocument/2006/relationships/image" Target="../media/image80.wmf"/><Relationship Id="rId5" Type="http://schemas.openxmlformats.org/officeDocument/2006/relationships/oleObject" Target="../embeddings/oleObject79.bin"/><Relationship Id="rId4" Type="http://schemas.openxmlformats.org/officeDocument/2006/relationships/image" Target="../media/image79.wmf"/><Relationship Id="rId3" Type="http://schemas.openxmlformats.org/officeDocument/2006/relationships/oleObject" Target="../embeddings/oleObject78.bin"/><Relationship Id="rId2" Type="http://schemas.openxmlformats.org/officeDocument/2006/relationships/image" Target="../media/image78.wmf"/><Relationship Id="rId16" Type="http://schemas.openxmlformats.org/officeDocument/2006/relationships/vmlDrawing" Target="../drawings/vmlDrawing9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84.wmf"/><Relationship Id="rId13" Type="http://schemas.openxmlformats.org/officeDocument/2006/relationships/oleObject" Target="../embeddings/oleObject83.bin"/><Relationship Id="rId12" Type="http://schemas.openxmlformats.org/officeDocument/2006/relationships/image" Target="../media/image83.wmf"/><Relationship Id="rId11" Type="http://schemas.openxmlformats.org/officeDocument/2006/relationships/oleObject" Target="../embeddings/oleObject82.bin"/><Relationship Id="rId10" Type="http://schemas.openxmlformats.org/officeDocument/2006/relationships/image" Target="../media/image82.wmf"/><Relationship Id="rId1" Type="http://schemas.openxmlformats.org/officeDocument/2006/relationships/oleObject" Target="../embeddings/oleObject77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8.bin"/><Relationship Id="rId8" Type="http://schemas.openxmlformats.org/officeDocument/2006/relationships/image" Target="../media/image88.wmf"/><Relationship Id="rId7" Type="http://schemas.openxmlformats.org/officeDocument/2006/relationships/oleObject" Target="../embeddings/oleObject87.bin"/><Relationship Id="rId6" Type="http://schemas.openxmlformats.org/officeDocument/2006/relationships/image" Target="../media/image87.wmf"/><Relationship Id="rId5" Type="http://schemas.openxmlformats.org/officeDocument/2006/relationships/oleObject" Target="../embeddings/oleObject86.bin"/><Relationship Id="rId4" Type="http://schemas.openxmlformats.org/officeDocument/2006/relationships/image" Target="../media/image86.wmf"/><Relationship Id="rId3" Type="http://schemas.openxmlformats.org/officeDocument/2006/relationships/oleObject" Target="../embeddings/oleObject85.bin"/><Relationship Id="rId26" Type="http://schemas.openxmlformats.org/officeDocument/2006/relationships/vmlDrawing" Target="../drawings/vmlDrawing10.vml"/><Relationship Id="rId25" Type="http://schemas.openxmlformats.org/officeDocument/2006/relationships/slideLayout" Target="../slideLayouts/slideLayout18.xml"/><Relationship Id="rId24" Type="http://schemas.openxmlformats.org/officeDocument/2006/relationships/image" Target="../media/image96.wmf"/><Relationship Id="rId23" Type="http://schemas.openxmlformats.org/officeDocument/2006/relationships/oleObject" Target="../embeddings/oleObject95.bin"/><Relationship Id="rId22" Type="http://schemas.openxmlformats.org/officeDocument/2006/relationships/image" Target="../media/image95.wmf"/><Relationship Id="rId21" Type="http://schemas.openxmlformats.org/officeDocument/2006/relationships/oleObject" Target="../embeddings/oleObject94.bin"/><Relationship Id="rId20" Type="http://schemas.openxmlformats.org/officeDocument/2006/relationships/image" Target="../media/image94.wmf"/><Relationship Id="rId2" Type="http://schemas.openxmlformats.org/officeDocument/2006/relationships/image" Target="../media/image85.wmf"/><Relationship Id="rId19" Type="http://schemas.openxmlformats.org/officeDocument/2006/relationships/oleObject" Target="../embeddings/oleObject93.bin"/><Relationship Id="rId18" Type="http://schemas.openxmlformats.org/officeDocument/2006/relationships/image" Target="../media/image93.wmf"/><Relationship Id="rId17" Type="http://schemas.openxmlformats.org/officeDocument/2006/relationships/oleObject" Target="../embeddings/oleObject92.bin"/><Relationship Id="rId16" Type="http://schemas.openxmlformats.org/officeDocument/2006/relationships/image" Target="../media/image92.wmf"/><Relationship Id="rId15" Type="http://schemas.openxmlformats.org/officeDocument/2006/relationships/oleObject" Target="../embeddings/oleObject91.bin"/><Relationship Id="rId14" Type="http://schemas.openxmlformats.org/officeDocument/2006/relationships/image" Target="../media/image91.wmf"/><Relationship Id="rId13" Type="http://schemas.openxmlformats.org/officeDocument/2006/relationships/oleObject" Target="../embeddings/oleObject90.bin"/><Relationship Id="rId12" Type="http://schemas.openxmlformats.org/officeDocument/2006/relationships/image" Target="../media/image90.wmf"/><Relationship Id="rId11" Type="http://schemas.openxmlformats.org/officeDocument/2006/relationships/oleObject" Target="../embeddings/oleObject89.bin"/><Relationship Id="rId10" Type="http://schemas.openxmlformats.org/officeDocument/2006/relationships/image" Target="../media/image89.wmf"/><Relationship Id="rId1" Type="http://schemas.openxmlformats.org/officeDocument/2006/relationships/oleObject" Target="../embeddings/oleObject84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0.bin"/><Relationship Id="rId8" Type="http://schemas.openxmlformats.org/officeDocument/2006/relationships/image" Target="../media/image100.wmf"/><Relationship Id="rId7" Type="http://schemas.openxmlformats.org/officeDocument/2006/relationships/oleObject" Target="../embeddings/oleObject99.bin"/><Relationship Id="rId6" Type="http://schemas.openxmlformats.org/officeDocument/2006/relationships/image" Target="../media/image99.wmf"/><Relationship Id="rId5" Type="http://schemas.openxmlformats.org/officeDocument/2006/relationships/oleObject" Target="../embeddings/oleObject98.bin"/><Relationship Id="rId4" Type="http://schemas.openxmlformats.org/officeDocument/2006/relationships/image" Target="../media/image98.wmf"/><Relationship Id="rId3" Type="http://schemas.openxmlformats.org/officeDocument/2006/relationships/oleObject" Target="../embeddings/oleObject97.bin"/><Relationship Id="rId2" Type="http://schemas.openxmlformats.org/officeDocument/2006/relationships/image" Target="../media/image97.wmf"/><Relationship Id="rId18" Type="http://schemas.openxmlformats.org/officeDocument/2006/relationships/vmlDrawing" Target="../drawings/vmlDrawing11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104.wmf"/><Relationship Id="rId15" Type="http://schemas.openxmlformats.org/officeDocument/2006/relationships/oleObject" Target="../embeddings/oleObject103.bin"/><Relationship Id="rId14" Type="http://schemas.openxmlformats.org/officeDocument/2006/relationships/image" Target="../media/image103.wmf"/><Relationship Id="rId13" Type="http://schemas.openxmlformats.org/officeDocument/2006/relationships/oleObject" Target="../embeddings/oleObject102.bin"/><Relationship Id="rId12" Type="http://schemas.openxmlformats.org/officeDocument/2006/relationships/image" Target="../media/image102.wmf"/><Relationship Id="rId11" Type="http://schemas.openxmlformats.org/officeDocument/2006/relationships/oleObject" Target="../embeddings/oleObject101.bin"/><Relationship Id="rId10" Type="http://schemas.openxmlformats.org/officeDocument/2006/relationships/image" Target="../media/image101.wmf"/><Relationship Id="rId1" Type="http://schemas.openxmlformats.org/officeDocument/2006/relationships/oleObject" Target="../embeddings/oleObject96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108.wmf"/><Relationship Id="rId7" Type="http://schemas.openxmlformats.org/officeDocument/2006/relationships/oleObject" Target="../embeddings/oleObject107.bin"/><Relationship Id="rId6" Type="http://schemas.openxmlformats.org/officeDocument/2006/relationships/image" Target="../media/image107.wmf"/><Relationship Id="rId5" Type="http://schemas.openxmlformats.org/officeDocument/2006/relationships/oleObject" Target="../embeddings/oleObject106.bin"/><Relationship Id="rId4" Type="http://schemas.openxmlformats.org/officeDocument/2006/relationships/image" Target="../media/image106.wmf"/><Relationship Id="rId3" Type="http://schemas.openxmlformats.org/officeDocument/2006/relationships/oleObject" Target="../embeddings/oleObject105.bin"/><Relationship Id="rId2" Type="http://schemas.openxmlformats.org/officeDocument/2006/relationships/image" Target="../media/image105.wmf"/><Relationship Id="rId10" Type="http://schemas.openxmlformats.org/officeDocument/2006/relationships/vmlDrawing" Target="../drawings/vmlDrawing12.vml"/><Relationship Id="rId1" Type="http://schemas.openxmlformats.org/officeDocument/2006/relationships/oleObject" Target="../embeddings/oleObject104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2.bin"/><Relationship Id="rId8" Type="http://schemas.openxmlformats.org/officeDocument/2006/relationships/image" Target="../media/image112.wmf"/><Relationship Id="rId7" Type="http://schemas.openxmlformats.org/officeDocument/2006/relationships/oleObject" Target="../embeddings/oleObject111.bin"/><Relationship Id="rId6" Type="http://schemas.openxmlformats.org/officeDocument/2006/relationships/image" Target="../media/image111.wmf"/><Relationship Id="rId5" Type="http://schemas.openxmlformats.org/officeDocument/2006/relationships/oleObject" Target="../embeddings/oleObject110.bin"/><Relationship Id="rId4" Type="http://schemas.openxmlformats.org/officeDocument/2006/relationships/image" Target="../media/image110.wmf"/><Relationship Id="rId3" Type="http://schemas.openxmlformats.org/officeDocument/2006/relationships/oleObject" Target="../embeddings/oleObject109.bin"/><Relationship Id="rId24" Type="http://schemas.openxmlformats.org/officeDocument/2006/relationships/vmlDrawing" Target="../drawings/vmlDrawing13.vml"/><Relationship Id="rId23" Type="http://schemas.openxmlformats.org/officeDocument/2006/relationships/slideLayout" Target="../slideLayouts/slideLayout18.xml"/><Relationship Id="rId22" Type="http://schemas.openxmlformats.org/officeDocument/2006/relationships/image" Target="../media/image102.wmf"/><Relationship Id="rId21" Type="http://schemas.openxmlformats.org/officeDocument/2006/relationships/oleObject" Target="../embeddings/oleObject118.bin"/><Relationship Id="rId20" Type="http://schemas.openxmlformats.org/officeDocument/2006/relationships/image" Target="../media/image101.wmf"/><Relationship Id="rId2" Type="http://schemas.openxmlformats.org/officeDocument/2006/relationships/image" Target="../media/image109.wmf"/><Relationship Id="rId19" Type="http://schemas.openxmlformats.org/officeDocument/2006/relationships/oleObject" Target="../embeddings/oleObject117.bin"/><Relationship Id="rId18" Type="http://schemas.openxmlformats.org/officeDocument/2006/relationships/image" Target="../media/image117.wmf"/><Relationship Id="rId17" Type="http://schemas.openxmlformats.org/officeDocument/2006/relationships/oleObject" Target="../embeddings/oleObject116.bin"/><Relationship Id="rId16" Type="http://schemas.openxmlformats.org/officeDocument/2006/relationships/image" Target="../media/image116.wmf"/><Relationship Id="rId15" Type="http://schemas.openxmlformats.org/officeDocument/2006/relationships/oleObject" Target="../embeddings/oleObject115.bin"/><Relationship Id="rId14" Type="http://schemas.openxmlformats.org/officeDocument/2006/relationships/image" Target="../media/image115.wmf"/><Relationship Id="rId13" Type="http://schemas.openxmlformats.org/officeDocument/2006/relationships/oleObject" Target="../embeddings/oleObject114.bin"/><Relationship Id="rId12" Type="http://schemas.openxmlformats.org/officeDocument/2006/relationships/image" Target="../media/image114.wmf"/><Relationship Id="rId11" Type="http://schemas.openxmlformats.org/officeDocument/2006/relationships/oleObject" Target="../embeddings/oleObject113.bin"/><Relationship Id="rId10" Type="http://schemas.openxmlformats.org/officeDocument/2006/relationships/image" Target="../media/image113.wmf"/><Relationship Id="rId1" Type="http://schemas.openxmlformats.org/officeDocument/2006/relationships/oleObject" Target="../embeddings/oleObject108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3.bin"/><Relationship Id="rId8" Type="http://schemas.openxmlformats.org/officeDocument/2006/relationships/image" Target="../media/image121.wmf"/><Relationship Id="rId7" Type="http://schemas.openxmlformats.org/officeDocument/2006/relationships/oleObject" Target="../embeddings/oleObject122.bin"/><Relationship Id="rId6" Type="http://schemas.openxmlformats.org/officeDocument/2006/relationships/image" Target="../media/image120.wmf"/><Relationship Id="rId5" Type="http://schemas.openxmlformats.org/officeDocument/2006/relationships/oleObject" Target="../embeddings/oleObject121.bin"/><Relationship Id="rId4" Type="http://schemas.openxmlformats.org/officeDocument/2006/relationships/image" Target="../media/image119.wmf"/><Relationship Id="rId3" Type="http://schemas.openxmlformats.org/officeDocument/2006/relationships/oleObject" Target="../embeddings/oleObject120.bin"/><Relationship Id="rId2" Type="http://schemas.openxmlformats.org/officeDocument/2006/relationships/image" Target="../media/image118.wmf"/><Relationship Id="rId14" Type="http://schemas.openxmlformats.org/officeDocument/2006/relationships/vmlDrawing" Target="../drawings/vmlDrawing14.vml"/><Relationship Id="rId13" Type="http://schemas.openxmlformats.org/officeDocument/2006/relationships/slideLayout" Target="../slideLayouts/slideLayout18.xml"/><Relationship Id="rId12" Type="http://schemas.openxmlformats.org/officeDocument/2006/relationships/image" Target="../media/image104.wmf"/><Relationship Id="rId11" Type="http://schemas.openxmlformats.org/officeDocument/2006/relationships/oleObject" Target="../embeddings/oleObject124.bin"/><Relationship Id="rId10" Type="http://schemas.openxmlformats.org/officeDocument/2006/relationships/image" Target="../media/image103.wmf"/><Relationship Id="rId1" Type="http://schemas.openxmlformats.org/officeDocument/2006/relationships/oleObject" Target="../embeddings/oleObject119.bin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slide" Target="slide29.xml"/><Relationship Id="rId2" Type="http://schemas.openxmlformats.org/officeDocument/2006/relationships/slide" Target="slide21.xml"/><Relationship Id="rId1" Type="http://schemas.openxmlformats.org/officeDocument/2006/relationships/slide" Target="slide16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6.wmf"/><Relationship Id="rId8" Type="http://schemas.openxmlformats.org/officeDocument/2006/relationships/oleObject" Target="../embeddings/oleObject128.bin"/><Relationship Id="rId7" Type="http://schemas.openxmlformats.org/officeDocument/2006/relationships/image" Target="../media/image125.wmf"/><Relationship Id="rId6" Type="http://schemas.openxmlformats.org/officeDocument/2006/relationships/oleObject" Target="../embeddings/oleObject127.bin"/><Relationship Id="rId5" Type="http://schemas.openxmlformats.org/officeDocument/2006/relationships/image" Target="../media/image124.wmf"/><Relationship Id="rId4" Type="http://schemas.openxmlformats.org/officeDocument/2006/relationships/oleObject" Target="../embeddings/oleObject126.bin"/><Relationship Id="rId3" Type="http://schemas.openxmlformats.org/officeDocument/2006/relationships/image" Target="../media/image123.wmf"/><Relationship Id="rId27" Type="http://schemas.openxmlformats.org/officeDocument/2006/relationships/vmlDrawing" Target="../drawings/vmlDrawing15.vml"/><Relationship Id="rId26" Type="http://schemas.openxmlformats.org/officeDocument/2006/relationships/slideLayout" Target="../slideLayouts/slideLayout18.xml"/><Relationship Id="rId25" Type="http://schemas.openxmlformats.org/officeDocument/2006/relationships/image" Target="../media/image134.wmf"/><Relationship Id="rId24" Type="http://schemas.openxmlformats.org/officeDocument/2006/relationships/oleObject" Target="../embeddings/oleObject136.bin"/><Relationship Id="rId23" Type="http://schemas.openxmlformats.org/officeDocument/2006/relationships/image" Target="../media/image133.wmf"/><Relationship Id="rId22" Type="http://schemas.openxmlformats.org/officeDocument/2006/relationships/oleObject" Target="../embeddings/oleObject135.bin"/><Relationship Id="rId21" Type="http://schemas.openxmlformats.org/officeDocument/2006/relationships/image" Target="../media/image132.wmf"/><Relationship Id="rId20" Type="http://schemas.openxmlformats.org/officeDocument/2006/relationships/oleObject" Target="../embeddings/oleObject134.bin"/><Relationship Id="rId2" Type="http://schemas.openxmlformats.org/officeDocument/2006/relationships/oleObject" Target="../embeddings/oleObject125.bin"/><Relationship Id="rId19" Type="http://schemas.openxmlformats.org/officeDocument/2006/relationships/image" Target="../media/image131.wmf"/><Relationship Id="rId18" Type="http://schemas.openxmlformats.org/officeDocument/2006/relationships/oleObject" Target="../embeddings/oleObject133.bin"/><Relationship Id="rId17" Type="http://schemas.openxmlformats.org/officeDocument/2006/relationships/image" Target="../media/image130.wmf"/><Relationship Id="rId16" Type="http://schemas.openxmlformats.org/officeDocument/2006/relationships/oleObject" Target="../embeddings/oleObject132.bin"/><Relationship Id="rId15" Type="http://schemas.openxmlformats.org/officeDocument/2006/relationships/image" Target="../media/image129.wmf"/><Relationship Id="rId14" Type="http://schemas.openxmlformats.org/officeDocument/2006/relationships/oleObject" Target="../embeddings/oleObject131.bin"/><Relationship Id="rId13" Type="http://schemas.openxmlformats.org/officeDocument/2006/relationships/image" Target="../media/image128.wmf"/><Relationship Id="rId12" Type="http://schemas.openxmlformats.org/officeDocument/2006/relationships/oleObject" Target="../embeddings/oleObject130.bin"/><Relationship Id="rId11" Type="http://schemas.openxmlformats.org/officeDocument/2006/relationships/image" Target="../media/image127.wmf"/><Relationship Id="rId10" Type="http://schemas.openxmlformats.org/officeDocument/2006/relationships/oleObject" Target="../embeddings/oleObject129.bin"/><Relationship Id="rId1" Type="http://schemas.openxmlformats.org/officeDocument/2006/relationships/image" Target="../media/image122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1.bin"/><Relationship Id="rId8" Type="http://schemas.openxmlformats.org/officeDocument/2006/relationships/image" Target="../media/image138.wmf"/><Relationship Id="rId7" Type="http://schemas.openxmlformats.org/officeDocument/2006/relationships/oleObject" Target="../embeddings/oleObject140.bin"/><Relationship Id="rId6" Type="http://schemas.openxmlformats.org/officeDocument/2006/relationships/image" Target="../media/image137.wmf"/><Relationship Id="rId5" Type="http://schemas.openxmlformats.org/officeDocument/2006/relationships/oleObject" Target="../embeddings/oleObject139.bin"/><Relationship Id="rId4" Type="http://schemas.openxmlformats.org/officeDocument/2006/relationships/image" Target="../media/image136.wmf"/><Relationship Id="rId3" Type="http://schemas.openxmlformats.org/officeDocument/2006/relationships/oleObject" Target="../embeddings/oleObject138.bin"/><Relationship Id="rId28" Type="http://schemas.openxmlformats.org/officeDocument/2006/relationships/vmlDrawing" Target="../drawings/vmlDrawing16.vml"/><Relationship Id="rId27" Type="http://schemas.openxmlformats.org/officeDocument/2006/relationships/slideLayout" Target="../slideLayouts/slideLayout18.xml"/><Relationship Id="rId26" Type="http://schemas.openxmlformats.org/officeDocument/2006/relationships/image" Target="../media/image147.wmf"/><Relationship Id="rId25" Type="http://schemas.openxmlformats.org/officeDocument/2006/relationships/oleObject" Target="../embeddings/oleObject149.bin"/><Relationship Id="rId24" Type="http://schemas.openxmlformats.org/officeDocument/2006/relationships/image" Target="../media/image146.wmf"/><Relationship Id="rId23" Type="http://schemas.openxmlformats.org/officeDocument/2006/relationships/oleObject" Target="../embeddings/oleObject148.bin"/><Relationship Id="rId22" Type="http://schemas.openxmlformats.org/officeDocument/2006/relationships/image" Target="../media/image145.wmf"/><Relationship Id="rId21" Type="http://schemas.openxmlformats.org/officeDocument/2006/relationships/oleObject" Target="../embeddings/oleObject147.bin"/><Relationship Id="rId20" Type="http://schemas.openxmlformats.org/officeDocument/2006/relationships/image" Target="../media/image144.wmf"/><Relationship Id="rId2" Type="http://schemas.openxmlformats.org/officeDocument/2006/relationships/image" Target="../media/image135.wmf"/><Relationship Id="rId19" Type="http://schemas.openxmlformats.org/officeDocument/2006/relationships/oleObject" Target="../embeddings/oleObject146.bin"/><Relationship Id="rId18" Type="http://schemas.openxmlformats.org/officeDocument/2006/relationships/image" Target="../media/image143.wmf"/><Relationship Id="rId17" Type="http://schemas.openxmlformats.org/officeDocument/2006/relationships/oleObject" Target="../embeddings/oleObject145.bin"/><Relationship Id="rId16" Type="http://schemas.openxmlformats.org/officeDocument/2006/relationships/image" Target="../media/image142.wmf"/><Relationship Id="rId15" Type="http://schemas.openxmlformats.org/officeDocument/2006/relationships/oleObject" Target="../embeddings/oleObject144.bin"/><Relationship Id="rId14" Type="http://schemas.openxmlformats.org/officeDocument/2006/relationships/image" Target="../media/image141.wmf"/><Relationship Id="rId13" Type="http://schemas.openxmlformats.org/officeDocument/2006/relationships/oleObject" Target="../embeddings/oleObject143.bin"/><Relationship Id="rId12" Type="http://schemas.openxmlformats.org/officeDocument/2006/relationships/image" Target="../media/image140.wmf"/><Relationship Id="rId11" Type="http://schemas.openxmlformats.org/officeDocument/2006/relationships/oleObject" Target="../embeddings/oleObject142.bin"/><Relationship Id="rId10" Type="http://schemas.openxmlformats.org/officeDocument/2006/relationships/image" Target="../media/image139.wmf"/><Relationship Id="rId1" Type="http://schemas.openxmlformats.org/officeDocument/2006/relationships/oleObject" Target="../embeddings/oleObject137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4.bin"/><Relationship Id="rId8" Type="http://schemas.openxmlformats.org/officeDocument/2006/relationships/image" Target="../media/image151.wmf"/><Relationship Id="rId7" Type="http://schemas.openxmlformats.org/officeDocument/2006/relationships/oleObject" Target="../embeddings/oleObject153.bin"/><Relationship Id="rId6" Type="http://schemas.openxmlformats.org/officeDocument/2006/relationships/image" Target="../media/image150.wmf"/><Relationship Id="rId5" Type="http://schemas.openxmlformats.org/officeDocument/2006/relationships/oleObject" Target="../embeddings/oleObject152.bin"/><Relationship Id="rId4" Type="http://schemas.openxmlformats.org/officeDocument/2006/relationships/image" Target="../media/image149.wmf"/><Relationship Id="rId3" Type="http://schemas.openxmlformats.org/officeDocument/2006/relationships/oleObject" Target="../embeddings/oleObject151.bin"/><Relationship Id="rId2" Type="http://schemas.openxmlformats.org/officeDocument/2006/relationships/image" Target="../media/image148.wmf"/><Relationship Id="rId16" Type="http://schemas.openxmlformats.org/officeDocument/2006/relationships/vmlDrawing" Target="../drawings/vmlDrawing17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154.wmf"/><Relationship Id="rId13" Type="http://schemas.openxmlformats.org/officeDocument/2006/relationships/oleObject" Target="../embeddings/oleObject156.bin"/><Relationship Id="rId12" Type="http://schemas.openxmlformats.org/officeDocument/2006/relationships/image" Target="../media/image153.wmf"/><Relationship Id="rId11" Type="http://schemas.openxmlformats.org/officeDocument/2006/relationships/oleObject" Target="../embeddings/oleObject155.bin"/><Relationship Id="rId10" Type="http://schemas.openxmlformats.org/officeDocument/2006/relationships/image" Target="../media/image152.wmf"/><Relationship Id="rId1" Type="http://schemas.openxmlformats.org/officeDocument/2006/relationships/oleObject" Target="../embeddings/oleObject150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1.bin"/><Relationship Id="rId8" Type="http://schemas.openxmlformats.org/officeDocument/2006/relationships/image" Target="../media/image158.wmf"/><Relationship Id="rId7" Type="http://schemas.openxmlformats.org/officeDocument/2006/relationships/oleObject" Target="../embeddings/oleObject160.bin"/><Relationship Id="rId6" Type="http://schemas.openxmlformats.org/officeDocument/2006/relationships/image" Target="../media/image157.wmf"/><Relationship Id="rId5" Type="http://schemas.openxmlformats.org/officeDocument/2006/relationships/oleObject" Target="../embeddings/oleObject159.bin"/><Relationship Id="rId4" Type="http://schemas.openxmlformats.org/officeDocument/2006/relationships/image" Target="../media/image156.wmf"/><Relationship Id="rId3" Type="http://schemas.openxmlformats.org/officeDocument/2006/relationships/oleObject" Target="../embeddings/oleObject158.bin"/><Relationship Id="rId26" Type="http://schemas.openxmlformats.org/officeDocument/2006/relationships/vmlDrawing" Target="../drawings/vmlDrawing18.vml"/><Relationship Id="rId25" Type="http://schemas.openxmlformats.org/officeDocument/2006/relationships/slideLayout" Target="../slideLayouts/slideLayout18.xml"/><Relationship Id="rId24" Type="http://schemas.openxmlformats.org/officeDocument/2006/relationships/image" Target="../media/image166.wmf"/><Relationship Id="rId23" Type="http://schemas.openxmlformats.org/officeDocument/2006/relationships/oleObject" Target="../embeddings/oleObject168.bin"/><Relationship Id="rId22" Type="http://schemas.openxmlformats.org/officeDocument/2006/relationships/image" Target="../media/image165.wmf"/><Relationship Id="rId21" Type="http://schemas.openxmlformats.org/officeDocument/2006/relationships/oleObject" Target="../embeddings/oleObject167.bin"/><Relationship Id="rId20" Type="http://schemas.openxmlformats.org/officeDocument/2006/relationships/image" Target="../media/image164.wmf"/><Relationship Id="rId2" Type="http://schemas.openxmlformats.org/officeDocument/2006/relationships/image" Target="../media/image155.wmf"/><Relationship Id="rId19" Type="http://schemas.openxmlformats.org/officeDocument/2006/relationships/oleObject" Target="../embeddings/oleObject166.bin"/><Relationship Id="rId18" Type="http://schemas.openxmlformats.org/officeDocument/2006/relationships/image" Target="../media/image163.wmf"/><Relationship Id="rId17" Type="http://schemas.openxmlformats.org/officeDocument/2006/relationships/oleObject" Target="../embeddings/oleObject165.bin"/><Relationship Id="rId16" Type="http://schemas.openxmlformats.org/officeDocument/2006/relationships/image" Target="../media/image162.wmf"/><Relationship Id="rId15" Type="http://schemas.openxmlformats.org/officeDocument/2006/relationships/oleObject" Target="../embeddings/oleObject164.bin"/><Relationship Id="rId14" Type="http://schemas.openxmlformats.org/officeDocument/2006/relationships/image" Target="../media/image161.wmf"/><Relationship Id="rId13" Type="http://schemas.openxmlformats.org/officeDocument/2006/relationships/oleObject" Target="../embeddings/oleObject163.bin"/><Relationship Id="rId12" Type="http://schemas.openxmlformats.org/officeDocument/2006/relationships/image" Target="../media/image160.wmf"/><Relationship Id="rId11" Type="http://schemas.openxmlformats.org/officeDocument/2006/relationships/oleObject" Target="../embeddings/oleObject162.bin"/><Relationship Id="rId10" Type="http://schemas.openxmlformats.org/officeDocument/2006/relationships/image" Target="../media/image159.wmf"/><Relationship Id="rId1" Type="http://schemas.openxmlformats.org/officeDocument/2006/relationships/oleObject" Target="../embeddings/oleObject157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3.bin"/><Relationship Id="rId8" Type="http://schemas.openxmlformats.org/officeDocument/2006/relationships/image" Target="../media/image170.wmf"/><Relationship Id="rId7" Type="http://schemas.openxmlformats.org/officeDocument/2006/relationships/oleObject" Target="../embeddings/oleObject172.bin"/><Relationship Id="rId6" Type="http://schemas.openxmlformats.org/officeDocument/2006/relationships/image" Target="../media/image169.wmf"/><Relationship Id="rId5" Type="http://schemas.openxmlformats.org/officeDocument/2006/relationships/oleObject" Target="../embeddings/oleObject171.bin"/><Relationship Id="rId4" Type="http://schemas.openxmlformats.org/officeDocument/2006/relationships/image" Target="../media/image168.wmf"/><Relationship Id="rId3" Type="http://schemas.openxmlformats.org/officeDocument/2006/relationships/oleObject" Target="../embeddings/oleObject170.bin"/><Relationship Id="rId22" Type="http://schemas.openxmlformats.org/officeDocument/2006/relationships/vmlDrawing" Target="../drawings/vmlDrawing19.vml"/><Relationship Id="rId21" Type="http://schemas.openxmlformats.org/officeDocument/2006/relationships/slideLayout" Target="../slideLayouts/slideLayout18.xml"/><Relationship Id="rId20" Type="http://schemas.openxmlformats.org/officeDocument/2006/relationships/image" Target="../media/image176.wmf"/><Relationship Id="rId2" Type="http://schemas.openxmlformats.org/officeDocument/2006/relationships/image" Target="../media/image167.wmf"/><Relationship Id="rId19" Type="http://schemas.openxmlformats.org/officeDocument/2006/relationships/oleObject" Target="../embeddings/oleObject178.bin"/><Relationship Id="rId18" Type="http://schemas.openxmlformats.org/officeDocument/2006/relationships/image" Target="../media/image175.wmf"/><Relationship Id="rId17" Type="http://schemas.openxmlformats.org/officeDocument/2006/relationships/oleObject" Target="../embeddings/oleObject177.bin"/><Relationship Id="rId16" Type="http://schemas.openxmlformats.org/officeDocument/2006/relationships/image" Target="../media/image174.wmf"/><Relationship Id="rId15" Type="http://schemas.openxmlformats.org/officeDocument/2006/relationships/oleObject" Target="../embeddings/oleObject176.bin"/><Relationship Id="rId14" Type="http://schemas.openxmlformats.org/officeDocument/2006/relationships/image" Target="../media/image173.wmf"/><Relationship Id="rId13" Type="http://schemas.openxmlformats.org/officeDocument/2006/relationships/oleObject" Target="../embeddings/oleObject175.bin"/><Relationship Id="rId12" Type="http://schemas.openxmlformats.org/officeDocument/2006/relationships/image" Target="../media/image172.wmf"/><Relationship Id="rId11" Type="http://schemas.openxmlformats.org/officeDocument/2006/relationships/oleObject" Target="../embeddings/oleObject174.bin"/><Relationship Id="rId10" Type="http://schemas.openxmlformats.org/officeDocument/2006/relationships/image" Target="../media/image171.wmf"/><Relationship Id="rId1" Type="http://schemas.openxmlformats.org/officeDocument/2006/relationships/oleObject" Target="../embeddings/oleObject169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3.bin"/><Relationship Id="rId8" Type="http://schemas.openxmlformats.org/officeDocument/2006/relationships/image" Target="../media/image180.wmf"/><Relationship Id="rId7" Type="http://schemas.openxmlformats.org/officeDocument/2006/relationships/oleObject" Target="../embeddings/oleObject182.bin"/><Relationship Id="rId6" Type="http://schemas.openxmlformats.org/officeDocument/2006/relationships/image" Target="../media/image179.wmf"/><Relationship Id="rId5" Type="http://schemas.openxmlformats.org/officeDocument/2006/relationships/oleObject" Target="../embeddings/oleObject181.bin"/><Relationship Id="rId4" Type="http://schemas.openxmlformats.org/officeDocument/2006/relationships/image" Target="../media/image178.wmf"/><Relationship Id="rId3" Type="http://schemas.openxmlformats.org/officeDocument/2006/relationships/oleObject" Target="../embeddings/oleObject180.bin"/><Relationship Id="rId24" Type="http://schemas.openxmlformats.org/officeDocument/2006/relationships/vmlDrawing" Target="../drawings/vmlDrawing20.vml"/><Relationship Id="rId23" Type="http://schemas.openxmlformats.org/officeDocument/2006/relationships/slideLayout" Target="../slideLayouts/slideLayout18.xml"/><Relationship Id="rId22" Type="http://schemas.openxmlformats.org/officeDocument/2006/relationships/image" Target="../media/image187.emf"/><Relationship Id="rId21" Type="http://schemas.openxmlformats.org/officeDocument/2006/relationships/oleObject" Target="../embeddings/oleObject189.bin"/><Relationship Id="rId20" Type="http://schemas.openxmlformats.org/officeDocument/2006/relationships/image" Target="../media/image186.emf"/><Relationship Id="rId2" Type="http://schemas.openxmlformats.org/officeDocument/2006/relationships/image" Target="../media/image177.wmf"/><Relationship Id="rId19" Type="http://schemas.openxmlformats.org/officeDocument/2006/relationships/oleObject" Target="../embeddings/oleObject188.bin"/><Relationship Id="rId18" Type="http://schemas.openxmlformats.org/officeDocument/2006/relationships/image" Target="../media/image185.emf"/><Relationship Id="rId17" Type="http://schemas.openxmlformats.org/officeDocument/2006/relationships/oleObject" Target="../embeddings/oleObject187.bin"/><Relationship Id="rId16" Type="http://schemas.openxmlformats.org/officeDocument/2006/relationships/image" Target="../media/image184.emf"/><Relationship Id="rId15" Type="http://schemas.openxmlformats.org/officeDocument/2006/relationships/oleObject" Target="../embeddings/oleObject186.bin"/><Relationship Id="rId14" Type="http://schemas.openxmlformats.org/officeDocument/2006/relationships/image" Target="../media/image183.wmf"/><Relationship Id="rId13" Type="http://schemas.openxmlformats.org/officeDocument/2006/relationships/oleObject" Target="../embeddings/oleObject185.bin"/><Relationship Id="rId12" Type="http://schemas.openxmlformats.org/officeDocument/2006/relationships/image" Target="../media/image182.wmf"/><Relationship Id="rId11" Type="http://schemas.openxmlformats.org/officeDocument/2006/relationships/oleObject" Target="../embeddings/oleObject184.bin"/><Relationship Id="rId10" Type="http://schemas.openxmlformats.org/officeDocument/2006/relationships/image" Target="../media/image181.wmf"/><Relationship Id="rId1" Type="http://schemas.openxmlformats.org/officeDocument/2006/relationships/oleObject" Target="../embeddings/oleObject179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4.bin"/><Relationship Id="rId8" Type="http://schemas.openxmlformats.org/officeDocument/2006/relationships/image" Target="../media/image191.wmf"/><Relationship Id="rId7" Type="http://schemas.openxmlformats.org/officeDocument/2006/relationships/oleObject" Target="../embeddings/oleObject193.bin"/><Relationship Id="rId6" Type="http://schemas.openxmlformats.org/officeDocument/2006/relationships/image" Target="../media/image190.wmf"/><Relationship Id="rId5" Type="http://schemas.openxmlformats.org/officeDocument/2006/relationships/oleObject" Target="../embeddings/oleObject192.bin"/><Relationship Id="rId4" Type="http://schemas.openxmlformats.org/officeDocument/2006/relationships/image" Target="../media/image189.wmf"/><Relationship Id="rId3" Type="http://schemas.openxmlformats.org/officeDocument/2006/relationships/oleObject" Target="../embeddings/oleObject191.bin"/><Relationship Id="rId24" Type="http://schemas.openxmlformats.org/officeDocument/2006/relationships/vmlDrawing" Target="../drawings/vmlDrawing21.vml"/><Relationship Id="rId23" Type="http://schemas.openxmlformats.org/officeDocument/2006/relationships/slideLayout" Target="../slideLayouts/slideLayout18.xml"/><Relationship Id="rId22" Type="http://schemas.openxmlformats.org/officeDocument/2006/relationships/image" Target="../media/image198.wmf"/><Relationship Id="rId21" Type="http://schemas.openxmlformats.org/officeDocument/2006/relationships/oleObject" Target="../embeddings/oleObject200.bin"/><Relationship Id="rId20" Type="http://schemas.openxmlformats.org/officeDocument/2006/relationships/image" Target="../media/image197.wmf"/><Relationship Id="rId2" Type="http://schemas.openxmlformats.org/officeDocument/2006/relationships/image" Target="../media/image188.wmf"/><Relationship Id="rId19" Type="http://schemas.openxmlformats.org/officeDocument/2006/relationships/oleObject" Target="../embeddings/oleObject199.bin"/><Relationship Id="rId18" Type="http://schemas.openxmlformats.org/officeDocument/2006/relationships/image" Target="../media/image196.wmf"/><Relationship Id="rId17" Type="http://schemas.openxmlformats.org/officeDocument/2006/relationships/oleObject" Target="../embeddings/oleObject198.bin"/><Relationship Id="rId16" Type="http://schemas.openxmlformats.org/officeDocument/2006/relationships/image" Target="../media/image195.wmf"/><Relationship Id="rId15" Type="http://schemas.openxmlformats.org/officeDocument/2006/relationships/oleObject" Target="../embeddings/oleObject197.bin"/><Relationship Id="rId14" Type="http://schemas.openxmlformats.org/officeDocument/2006/relationships/image" Target="../media/image194.wmf"/><Relationship Id="rId13" Type="http://schemas.openxmlformats.org/officeDocument/2006/relationships/oleObject" Target="../embeddings/oleObject196.bin"/><Relationship Id="rId12" Type="http://schemas.openxmlformats.org/officeDocument/2006/relationships/image" Target="../media/image193.wmf"/><Relationship Id="rId11" Type="http://schemas.openxmlformats.org/officeDocument/2006/relationships/oleObject" Target="../embeddings/oleObject195.bin"/><Relationship Id="rId10" Type="http://schemas.openxmlformats.org/officeDocument/2006/relationships/image" Target="../media/image192.wmf"/><Relationship Id="rId1" Type="http://schemas.openxmlformats.org/officeDocument/2006/relationships/oleObject" Target="../embeddings/oleObject190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5.bin"/><Relationship Id="rId8" Type="http://schemas.openxmlformats.org/officeDocument/2006/relationships/image" Target="../media/image202.wmf"/><Relationship Id="rId7" Type="http://schemas.openxmlformats.org/officeDocument/2006/relationships/oleObject" Target="../embeddings/oleObject204.bin"/><Relationship Id="rId6" Type="http://schemas.openxmlformats.org/officeDocument/2006/relationships/image" Target="../media/image201.wmf"/><Relationship Id="rId5" Type="http://schemas.openxmlformats.org/officeDocument/2006/relationships/oleObject" Target="../embeddings/oleObject203.bin"/><Relationship Id="rId42" Type="http://schemas.openxmlformats.org/officeDocument/2006/relationships/vmlDrawing" Target="../drawings/vmlDrawing22.vml"/><Relationship Id="rId41" Type="http://schemas.openxmlformats.org/officeDocument/2006/relationships/slideLayout" Target="../slideLayouts/slideLayout18.xml"/><Relationship Id="rId40" Type="http://schemas.openxmlformats.org/officeDocument/2006/relationships/image" Target="../media/image218.emf"/><Relationship Id="rId4" Type="http://schemas.openxmlformats.org/officeDocument/2006/relationships/image" Target="../media/image200.wmf"/><Relationship Id="rId39" Type="http://schemas.openxmlformats.org/officeDocument/2006/relationships/oleObject" Target="../embeddings/oleObject220.bin"/><Relationship Id="rId38" Type="http://schemas.openxmlformats.org/officeDocument/2006/relationships/image" Target="../media/image217.wmf"/><Relationship Id="rId37" Type="http://schemas.openxmlformats.org/officeDocument/2006/relationships/oleObject" Target="../embeddings/oleObject219.bin"/><Relationship Id="rId36" Type="http://schemas.openxmlformats.org/officeDocument/2006/relationships/image" Target="../media/image216.wmf"/><Relationship Id="rId35" Type="http://schemas.openxmlformats.org/officeDocument/2006/relationships/oleObject" Target="../embeddings/oleObject218.bin"/><Relationship Id="rId34" Type="http://schemas.openxmlformats.org/officeDocument/2006/relationships/image" Target="../media/image215.wmf"/><Relationship Id="rId33" Type="http://schemas.openxmlformats.org/officeDocument/2006/relationships/oleObject" Target="../embeddings/oleObject217.bin"/><Relationship Id="rId32" Type="http://schemas.openxmlformats.org/officeDocument/2006/relationships/image" Target="../media/image214.wmf"/><Relationship Id="rId31" Type="http://schemas.openxmlformats.org/officeDocument/2006/relationships/oleObject" Target="../embeddings/oleObject216.bin"/><Relationship Id="rId30" Type="http://schemas.openxmlformats.org/officeDocument/2006/relationships/image" Target="../media/image213.wmf"/><Relationship Id="rId3" Type="http://schemas.openxmlformats.org/officeDocument/2006/relationships/oleObject" Target="../embeddings/oleObject202.bin"/><Relationship Id="rId29" Type="http://schemas.openxmlformats.org/officeDocument/2006/relationships/oleObject" Target="../embeddings/oleObject215.bin"/><Relationship Id="rId28" Type="http://schemas.openxmlformats.org/officeDocument/2006/relationships/image" Target="../media/image212.wmf"/><Relationship Id="rId27" Type="http://schemas.openxmlformats.org/officeDocument/2006/relationships/oleObject" Target="../embeddings/oleObject214.bin"/><Relationship Id="rId26" Type="http://schemas.openxmlformats.org/officeDocument/2006/relationships/image" Target="../media/image211.wmf"/><Relationship Id="rId25" Type="http://schemas.openxmlformats.org/officeDocument/2006/relationships/oleObject" Target="../embeddings/oleObject213.bin"/><Relationship Id="rId24" Type="http://schemas.openxmlformats.org/officeDocument/2006/relationships/image" Target="../media/image210.wmf"/><Relationship Id="rId23" Type="http://schemas.openxmlformats.org/officeDocument/2006/relationships/oleObject" Target="../embeddings/oleObject212.bin"/><Relationship Id="rId22" Type="http://schemas.openxmlformats.org/officeDocument/2006/relationships/image" Target="../media/image209.wmf"/><Relationship Id="rId21" Type="http://schemas.openxmlformats.org/officeDocument/2006/relationships/oleObject" Target="../embeddings/oleObject211.bin"/><Relationship Id="rId20" Type="http://schemas.openxmlformats.org/officeDocument/2006/relationships/image" Target="../media/image208.wmf"/><Relationship Id="rId2" Type="http://schemas.openxmlformats.org/officeDocument/2006/relationships/image" Target="../media/image199.wmf"/><Relationship Id="rId19" Type="http://schemas.openxmlformats.org/officeDocument/2006/relationships/oleObject" Target="../embeddings/oleObject210.bin"/><Relationship Id="rId18" Type="http://schemas.openxmlformats.org/officeDocument/2006/relationships/image" Target="../media/image207.wmf"/><Relationship Id="rId17" Type="http://schemas.openxmlformats.org/officeDocument/2006/relationships/oleObject" Target="../embeddings/oleObject209.bin"/><Relationship Id="rId16" Type="http://schemas.openxmlformats.org/officeDocument/2006/relationships/image" Target="../media/image206.wmf"/><Relationship Id="rId15" Type="http://schemas.openxmlformats.org/officeDocument/2006/relationships/oleObject" Target="../embeddings/oleObject208.bin"/><Relationship Id="rId14" Type="http://schemas.openxmlformats.org/officeDocument/2006/relationships/image" Target="../media/image205.wmf"/><Relationship Id="rId13" Type="http://schemas.openxmlformats.org/officeDocument/2006/relationships/oleObject" Target="../embeddings/oleObject207.bin"/><Relationship Id="rId12" Type="http://schemas.openxmlformats.org/officeDocument/2006/relationships/image" Target="../media/image204.wmf"/><Relationship Id="rId11" Type="http://schemas.openxmlformats.org/officeDocument/2006/relationships/oleObject" Target="../embeddings/oleObject206.bin"/><Relationship Id="rId10" Type="http://schemas.openxmlformats.org/officeDocument/2006/relationships/image" Target="../media/image203.wmf"/><Relationship Id="rId1" Type="http://schemas.openxmlformats.org/officeDocument/2006/relationships/oleObject" Target="../embeddings/oleObject201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25.bin"/><Relationship Id="rId8" Type="http://schemas.openxmlformats.org/officeDocument/2006/relationships/image" Target="../media/image222.wmf"/><Relationship Id="rId7" Type="http://schemas.openxmlformats.org/officeDocument/2006/relationships/oleObject" Target="../embeddings/oleObject224.bin"/><Relationship Id="rId6" Type="http://schemas.openxmlformats.org/officeDocument/2006/relationships/image" Target="../media/image221.wmf"/><Relationship Id="rId5" Type="http://schemas.openxmlformats.org/officeDocument/2006/relationships/oleObject" Target="../embeddings/oleObject223.bin"/><Relationship Id="rId4" Type="http://schemas.openxmlformats.org/officeDocument/2006/relationships/image" Target="../media/image220.wmf"/><Relationship Id="rId38" Type="http://schemas.openxmlformats.org/officeDocument/2006/relationships/vmlDrawing" Target="../drawings/vmlDrawing23.vml"/><Relationship Id="rId37" Type="http://schemas.openxmlformats.org/officeDocument/2006/relationships/slideLayout" Target="../slideLayouts/slideLayout18.xml"/><Relationship Id="rId36" Type="http://schemas.openxmlformats.org/officeDocument/2006/relationships/image" Target="../media/image236.wmf"/><Relationship Id="rId35" Type="http://schemas.openxmlformats.org/officeDocument/2006/relationships/oleObject" Target="../embeddings/oleObject238.bin"/><Relationship Id="rId34" Type="http://schemas.openxmlformats.org/officeDocument/2006/relationships/image" Target="../media/image235.wmf"/><Relationship Id="rId33" Type="http://schemas.openxmlformats.org/officeDocument/2006/relationships/oleObject" Target="../embeddings/oleObject237.bin"/><Relationship Id="rId32" Type="http://schemas.openxmlformats.org/officeDocument/2006/relationships/image" Target="../media/image234.wmf"/><Relationship Id="rId31" Type="http://schemas.openxmlformats.org/officeDocument/2006/relationships/oleObject" Target="../embeddings/oleObject236.bin"/><Relationship Id="rId30" Type="http://schemas.openxmlformats.org/officeDocument/2006/relationships/image" Target="../media/image233.wmf"/><Relationship Id="rId3" Type="http://schemas.openxmlformats.org/officeDocument/2006/relationships/oleObject" Target="../embeddings/oleObject222.bin"/><Relationship Id="rId29" Type="http://schemas.openxmlformats.org/officeDocument/2006/relationships/oleObject" Target="../embeddings/oleObject235.bin"/><Relationship Id="rId28" Type="http://schemas.openxmlformats.org/officeDocument/2006/relationships/image" Target="../media/image232.wmf"/><Relationship Id="rId27" Type="http://schemas.openxmlformats.org/officeDocument/2006/relationships/oleObject" Target="../embeddings/oleObject234.bin"/><Relationship Id="rId26" Type="http://schemas.openxmlformats.org/officeDocument/2006/relationships/image" Target="../media/image231.wmf"/><Relationship Id="rId25" Type="http://schemas.openxmlformats.org/officeDocument/2006/relationships/oleObject" Target="../embeddings/oleObject233.bin"/><Relationship Id="rId24" Type="http://schemas.openxmlformats.org/officeDocument/2006/relationships/image" Target="../media/image230.wmf"/><Relationship Id="rId23" Type="http://schemas.openxmlformats.org/officeDocument/2006/relationships/oleObject" Target="../embeddings/oleObject232.bin"/><Relationship Id="rId22" Type="http://schemas.openxmlformats.org/officeDocument/2006/relationships/image" Target="../media/image229.wmf"/><Relationship Id="rId21" Type="http://schemas.openxmlformats.org/officeDocument/2006/relationships/oleObject" Target="../embeddings/oleObject231.bin"/><Relationship Id="rId20" Type="http://schemas.openxmlformats.org/officeDocument/2006/relationships/image" Target="../media/image228.wmf"/><Relationship Id="rId2" Type="http://schemas.openxmlformats.org/officeDocument/2006/relationships/image" Target="../media/image219.wmf"/><Relationship Id="rId19" Type="http://schemas.openxmlformats.org/officeDocument/2006/relationships/oleObject" Target="../embeddings/oleObject230.bin"/><Relationship Id="rId18" Type="http://schemas.openxmlformats.org/officeDocument/2006/relationships/image" Target="../media/image227.wmf"/><Relationship Id="rId17" Type="http://schemas.openxmlformats.org/officeDocument/2006/relationships/oleObject" Target="../embeddings/oleObject229.bin"/><Relationship Id="rId16" Type="http://schemas.openxmlformats.org/officeDocument/2006/relationships/image" Target="../media/image226.wmf"/><Relationship Id="rId15" Type="http://schemas.openxmlformats.org/officeDocument/2006/relationships/oleObject" Target="../embeddings/oleObject228.bin"/><Relationship Id="rId14" Type="http://schemas.openxmlformats.org/officeDocument/2006/relationships/image" Target="../media/image225.wmf"/><Relationship Id="rId13" Type="http://schemas.openxmlformats.org/officeDocument/2006/relationships/oleObject" Target="../embeddings/oleObject227.bin"/><Relationship Id="rId12" Type="http://schemas.openxmlformats.org/officeDocument/2006/relationships/image" Target="../media/image224.wmf"/><Relationship Id="rId11" Type="http://schemas.openxmlformats.org/officeDocument/2006/relationships/oleObject" Target="../embeddings/oleObject226.bin"/><Relationship Id="rId10" Type="http://schemas.openxmlformats.org/officeDocument/2006/relationships/image" Target="../media/image223.wmf"/><Relationship Id="rId1" Type="http://schemas.openxmlformats.org/officeDocument/2006/relationships/oleObject" Target="../embeddings/oleObject221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43.bin"/><Relationship Id="rId8" Type="http://schemas.openxmlformats.org/officeDocument/2006/relationships/image" Target="../media/image240.wmf"/><Relationship Id="rId7" Type="http://schemas.openxmlformats.org/officeDocument/2006/relationships/oleObject" Target="../embeddings/oleObject242.bin"/><Relationship Id="rId6" Type="http://schemas.openxmlformats.org/officeDocument/2006/relationships/image" Target="../media/image239.wmf"/><Relationship Id="rId5" Type="http://schemas.openxmlformats.org/officeDocument/2006/relationships/oleObject" Target="../embeddings/oleObject241.bin"/><Relationship Id="rId4" Type="http://schemas.openxmlformats.org/officeDocument/2006/relationships/image" Target="../media/image238.wmf"/><Relationship Id="rId3" Type="http://schemas.openxmlformats.org/officeDocument/2006/relationships/oleObject" Target="../embeddings/oleObject240.bin"/><Relationship Id="rId24" Type="http://schemas.openxmlformats.org/officeDocument/2006/relationships/vmlDrawing" Target="../drawings/vmlDrawing24.vml"/><Relationship Id="rId23" Type="http://schemas.openxmlformats.org/officeDocument/2006/relationships/slideLayout" Target="../slideLayouts/slideLayout18.xml"/><Relationship Id="rId22" Type="http://schemas.openxmlformats.org/officeDocument/2006/relationships/image" Target="../media/image247.wmf"/><Relationship Id="rId21" Type="http://schemas.openxmlformats.org/officeDocument/2006/relationships/oleObject" Target="../embeddings/oleObject249.bin"/><Relationship Id="rId20" Type="http://schemas.openxmlformats.org/officeDocument/2006/relationships/image" Target="../media/image246.wmf"/><Relationship Id="rId2" Type="http://schemas.openxmlformats.org/officeDocument/2006/relationships/image" Target="../media/image237.wmf"/><Relationship Id="rId19" Type="http://schemas.openxmlformats.org/officeDocument/2006/relationships/oleObject" Target="../embeddings/oleObject248.bin"/><Relationship Id="rId18" Type="http://schemas.openxmlformats.org/officeDocument/2006/relationships/image" Target="../media/image245.wmf"/><Relationship Id="rId17" Type="http://schemas.openxmlformats.org/officeDocument/2006/relationships/oleObject" Target="../embeddings/oleObject247.bin"/><Relationship Id="rId16" Type="http://schemas.openxmlformats.org/officeDocument/2006/relationships/image" Target="../media/image244.wmf"/><Relationship Id="rId15" Type="http://schemas.openxmlformats.org/officeDocument/2006/relationships/oleObject" Target="../embeddings/oleObject246.bin"/><Relationship Id="rId14" Type="http://schemas.openxmlformats.org/officeDocument/2006/relationships/image" Target="../media/image243.wmf"/><Relationship Id="rId13" Type="http://schemas.openxmlformats.org/officeDocument/2006/relationships/oleObject" Target="../embeddings/oleObject245.bin"/><Relationship Id="rId12" Type="http://schemas.openxmlformats.org/officeDocument/2006/relationships/image" Target="../media/image242.wmf"/><Relationship Id="rId11" Type="http://schemas.openxmlformats.org/officeDocument/2006/relationships/oleObject" Target="../embeddings/oleObject244.bin"/><Relationship Id="rId10" Type="http://schemas.openxmlformats.org/officeDocument/2006/relationships/image" Target="../media/image241.wmf"/><Relationship Id="rId1" Type="http://schemas.openxmlformats.org/officeDocument/2006/relationships/oleObject" Target="../embeddings/oleObject239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54.bin"/><Relationship Id="rId8" Type="http://schemas.openxmlformats.org/officeDocument/2006/relationships/image" Target="../media/image251.wmf"/><Relationship Id="rId7" Type="http://schemas.openxmlformats.org/officeDocument/2006/relationships/oleObject" Target="../embeddings/oleObject253.bin"/><Relationship Id="rId6" Type="http://schemas.openxmlformats.org/officeDocument/2006/relationships/image" Target="../media/image250.wmf"/><Relationship Id="rId5" Type="http://schemas.openxmlformats.org/officeDocument/2006/relationships/oleObject" Target="../embeddings/oleObject252.bin"/><Relationship Id="rId4" Type="http://schemas.openxmlformats.org/officeDocument/2006/relationships/image" Target="../media/image249.wmf"/><Relationship Id="rId3" Type="http://schemas.openxmlformats.org/officeDocument/2006/relationships/oleObject" Target="../embeddings/oleObject251.bin"/><Relationship Id="rId28" Type="http://schemas.openxmlformats.org/officeDocument/2006/relationships/vmlDrawing" Target="../drawings/vmlDrawing25.vml"/><Relationship Id="rId27" Type="http://schemas.openxmlformats.org/officeDocument/2006/relationships/slideLayout" Target="../slideLayouts/slideLayout18.xml"/><Relationship Id="rId26" Type="http://schemas.openxmlformats.org/officeDocument/2006/relationships/image" Target="../media/image238.wmf"/><Relationship Id="rId25" Type="http://schemas.openxmlformats.org/officeDocument/2006/relationships/oleObject" Target="../embeddings/oleObject262.bin"/><Relationship Id="rId24" Type="http://schemas.openxmlformats.org/officeDocument/2006/relationships/image" Target="../media/image259.wmf"/><Relationship Id="rId23" Type="http://schemas.openxmlformats.org/officeDocument/2006/relationships/oleObject" Target="../embeddings/oleObject261.bin"/><Relationship Id="rId22" Type="http://schemas.openxmlformats.org/officeDocument/2006/relationships/image" Target="../media/image258.wmf"/><Relationship Id="rId21" Type="http://schemas.openxmlformats.org/officeDocument/2006/relationships/oleObject" Target="../embeddings/oleObject260.bin"/><Relationship Id="rId20" Type="http://schemas.openxmlformats.org/officeDocument/2006/relationships/image" Target="../media/image257.wmf"/><Relationship Id="rId2" Type="http://schemas.openxmlformats.org/officeDocument/2006/relationships/image" Target="../media/image248.wmf"/><Relationship Id="rId19" Type="http://schemas.openxmlformats.org/officeDocument/2006/relationships/oleObject" Target="../embeddings/oleObject259.bin"/><Relationship Id="rId18" Type="http://schemas.openxmlformats.org/officeDocument/2006/relationships/image" Target="../media/image256.wmf"/><Relationship Id="rId17" Type="http://schemas.openxmlformats.org/officeDocument/2006/relationships/oleObject" Target="../embeddings/oleObject258.bin"/><Relationship Id="rId16" Type="http://schemas.openxmlformats.org/officeDocument/2006/relationships/image" Target="../media/image255.wmf"/><Relationship Id="rId15" Type="http://schemas.openxmlformats.org/officeDocument/2006/relationships/oleObject" Target="../embeddings/oleObject257.bin"/><Relationship Id="rId14" Type="http://schemas.openxmlformats.org/officeDocument/2006/relationships/image" Target="../media/image254.wmf"/><Relationship Id="rId13" Type="http://schemas.openxmlformats.org/officeDocument/2006/relationships/oleObject" Target="../embeddings/oleObject256.bin"/><Relationship Id="rId12" Type="http://schemas.openxmlformats.org/officeDocument/2006/relationships/image" Target="../media/image253.wmf"/><Relationship Id="rId11" Type="http://schemas.openxmlformats.org/officeDocument/2006/relationships/oleObject" Target="../embeddings/oleObject255.bin"/><Relationship Id="rId10" Type="http://schemas.openxmlformats.org/officeDocument/2006/relationships/image" Target="../media/image252.wmf"/><Relationship Id="rId1" Type="http://schemas.openxmlformats.org/officeDocument/2006/relationships/oleObject" Target="../embeddings/oleObject250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67.bin"/><Relationship Id="rId8" Type="http://schemas.openxmlformats.org/officeDocument/2006/relationships/image" Target="../media/image263.wmf"/><Relationship Id="rId7" Type="http://schemas.openxmlformats.org/officeDocument/2006/relationships/oleObject" Target="../embeddings/oleObject266.bin"/><Relationship Id="rId6" Type="http://schemas.openxmlformats.org/officeDocument/2006/relationships/image" Target="../media/image262.wmf"/><Relationship Id="rId5" Type="http://schemas.openxmlformats.org/officeDocument/2006/relationships/oleObject" Target="../embeddings/oleObject265.bin"/><Relationship Id="rId4" Type="http://schemas.openxmlformats.org/officeDocument/2006/relationships/image" Target="../media/image261.wmf"/><Relationship Id="rId3" Type="http://schemas.openxmlformats.org/officeDocument/2006/relationships/oleObject" Target="../embeddings/oleObject264.bin"/><Relationship Id="rId2" Type="http://schemas.openxmlformats.org/officeDocument/2006/relationships/image" Target="../media/image260.wmf"/><Relationship Id="rId14" Type="http://schemas.openxmlformats.org/officeDocument/2006/relationships/vmlDrawing" Target="../drawings/vmlDrawing26.vml"/><Relationship Id="rId13" Type="http://schemas.openxmlformats.org/officeDocument/2006/relationships/slideLayout" Target="../slideLayouts/slideLayout18.xml"/><Relationship Id="rId12" Type="http://schemas.openxmlformats.org/officeDocument/2006/relationships/image" Target="../media/image265.wmf"/><Relationship Id="rId11" Type="http://schemas.openxmlformats.org/officeDocument/2006/relationships/oleObject" Target="../embeddings/oleObject268.bin"/><Relationship Id="rId10" Type="http://schemas.openxmlformats.org/officeDocument/2006/relationships/image" Target="../media/image264.wmf"/><Relationship Id="rId1" Type="http://schemas.openxmlformats.org/officeDocument/2006/relationships/oleObject" Target="../embeddings/oleObject263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73.bin"/><Relationship Id="rId8" Type="http://schemas.openxmlformats.org/officeDocument/2006/relationships/image" Target="../media/image269.wmf"/><Relationship Id="rId7" Type="http://schemas.openxmlformats.org/officeDocument/2006/relationships/oleObject" Target="../embeddings/oleObject272.bin"/><Relationship Id="rId6" Type="http://schemas.openxmlformats.org/officeDocument/2006/relationships/image" Target="../media/image268.wmf"/><Relationship Id="rId5" Type="http://schemas.openxmlformats.org/officeDocument/2006/relationships/oleObject" Target="../embeddings/oleObject271.bin"/><Relationship Id="rId4" Type="http://schemas.openxmlformats.org/officeDocument/2006/relationships/image" Target="../media/image267.wmf"/><Relationship Id="rId3" Type="http://schemas.openxmlformats.org/officeDocument/2006/relationships/oleObject" Target="../embeddings/oleObject270.bin"/><Relationship Id="rId20" Type="http://schemas.openxmlformats.org/officeDocument/2006/relationships/vmlDrawing" Target="../drawings/vmlDrawing27.vml"/><Relationship Id="rId2" Type="http://schemas.openxmlformats.org/officeDocument/2006/relationships/image" Target="../media/image266.wmf"/><Relationship Id="rId19" Type="http://schemas.openxmlformats.org/officeDocument/2006/relationships/slideLayout" Target="../slideLayouts/slideLayout18.xml"/><Relationship Id="rId18" Type="http://schemas.openxmlformats.org/officeDocument/2006/relationships/image" Target="../media/image274.wmf"/><Relationship Id="rId17" Type="http://schemas.openxmlformats.org/officeDocument/2006/relationships/oleObject" Target="../embeddings/oleObject277.bin"/><Relationship Id="rId16" Type="http://schemas.openxmlformats.org/officeDocument/2006/relationships/image" Target="../media/image273.wmf"/><Relationship Id="rId15" Type="http://schemas.openxmlformats.org/officeDocument/2006/relationships/oleObject" Target="../embeddings/oleObject276.bin"/><Relationship Id="rId14" Type="http://schemas.openxmlformats.org/officeDocument/2006/relationships/image" Target="../media/image272.wmf"/><Relationship Id="rId13" Type="http://schemas.openxmlformats.org/officeDocument/2006/relationships/oleObject" Target="../embeddings/oleObject275.bin"/><Relationship Id="rId12" Type="http://schemas.openxmlformats.org/officeDocument/2006/relationships/image" Target="../media/image271.wmf"/><Relationship Id="rId11" Type="http://schemas.openxmlformats.org/officeDocument/2006/relationships/oleObject" Target="../embeddings/oleObject274.bin"/><Relationship Id="rId10" Type="http://schemas.openxmlformats.org/officeDocument/2006/relationships/image" Target="../media/image270.wmf"/><Relationship Id="rId1" Type="http://schemas.openxmlformats.org/officeDocument/2006/relationships/oleObject" Target="../embeddings/oleObject269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82.bin"/><Relationship Id="rId8" Type="http://schemas.openxmlformats.org/officeDocument/2006/relationships/image" Target="../media/image278.wmf"/><Relationship Id="rId7" Type="http://schemas.openxmlformats.org/officeDocument/2006/relationships/oleObject" Target="../embeddings/oleObject281.bin"/><Relationship Id="rId6" Type="http://schemas.openxmlformats.org/officeDocument/2006/relationships/image" Target="../media/image277.wmf"/><Relationship Id="rId5" Type="http://schemas.openxmlformats.org/officeDocument/2006/relationships/oleObject" Target="../embeddings/oleObject280.bin"/><Relationship Id="rId4" Type="http://schemas.openxmlformats.org/officeDocument/2006/relationships/image" Target="../media/image276.wmf"/><Relationship Id="rId3" Type="http://schemas.openxmlformats.org/officeDocument/2006/relationships/oleObject" Target="../embeddings/oleObject279.bin"/><Relationship Id="rId2" Type="http://schemas.openxmlformats.org/officeDocument/2006/relationships/image" Target="../media/image275.wmf"/><Relationship Id="rId18" Type="http://schemas.openxmlformats.org/officeDocument/2006/relationships/vmlDrawing" Target="../drawings/vmlDrawing28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282.wmf"/><Relationship Id="rId15" Type="http://schemas.openxmlformats.org/officeDocument/2006/relationships/oleObject" Target="../embeddings/oleObject285.bin"/><Relationship Id="rId14" Type="http://schemas.openxmlformats.org/officeDocument/2006/relationships/image" Target="../media/image281.wmf"/><Relationship Id="rId13" Type="http://schemas.openxmlformats.org/officeDocument/2006/relationships/oleObject" Target="../embeddings/oleObject284.bin"/><Relationship Id="rId12" Type="http://schemas.openxmlformats.org/officeDocument/2006/relationships/image" Target="../media/image280.wmf"/><Relationship Id="rId11" Type="http://schemas.openxmlformats.org/officeDocument/2006/relationships/oleObject" Target="../embeddings/oleObject283.bin"/><Relationship Id="rId10" Type="http://schemas.openxmlformats.org/officeDocument/2006/relationships/image" Target="../media/image279.wmf"/><Relationship Id="rId1" Type="http://schemas.openxmlformats.org/officeDocument/2006/relationships/oleObject" Target="../embeddings/oleObject278.bin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90.bin"/><Relationship Id="rId8" Type="http://schemas.openxmlformats.org/officeDocument/2006/relationships/image" Target="../media/image286.wmf"/><Relationship Id="rId7" Type="http://schemas.openxmlformats.org/officeDocument/2006/relationships/oleObject" Target="../embeddings/oleObject289.bin"/><Relationship Id="rId6" Type="http://schemas.openxmlformats.org/officeDocument/2006/relationships/image" Target="../media/image285.wmf"/><Relationship Id="rId5" Type="http://schemas.openxmlformats.org/officeDocument/2006/relationships/oleObject" Target="../embeddings/oleObject288.bin"/><Relationship Id="rId4" Type="http://schemas.openxmlformats.org/officeDocument/2006/relationships/image" Target="../media/image284.wmf"/><Relationship Id="rId32" Type="http://schemas.openxmlformats.org/officeDocument/2006/relationships/vmlDrawing" Target="../drawings/vmlDrawing29.vml"/><Relationship Id="rId31" Type="http://schemas.openxmlformats.org/officeDocument/2006/relationships/slideLayout" Target="../slideLayouts/slideLayout18.xml"/><Relationship Id="rId30" Type="http://schemas.openxmlformats.org/officeDocument/2006/relationships/image" Target="../media/image297.wmf"/><Relationship Id="rId3" Type="http://schemas.openxmlformats.org/officeDocument/2006/relationships/oleObject" Target="../embeddings/oleObject287.bin"/><Relationship Id="rId29" Type="http://schemas.openxmlformats.org/officeDocument/2006/relationships/oleObject" Target="../embeddings/oleObject300.bin"/><Relationship Id="rId28" Type="http://schemas.openxmlformats.org/officeDocument/2006/relationships/image" Target="../media/image296.wmf"/><Relationship Id="rId27" Type="http://schemas.openxmlformats.org/officeDocument/2006/relationships/oleObject" Target="../embeddings/oleObject299.bin"/><Relationship Id="rId26" Type="http://schemas.openxmlformats.org/officeDocument/2006/relationships/image" Target="../media/image295.wmf"/><Relationship Id="rId25" Type="http://schemas.openxmlformats.org/officeDocument/2006/relationships/oleObject" Target="../embeddings/oleObject298.bin"/><Relationship Id="rId24" Type="http://schemas.openxmlformats.org/officeDocument/2006/relationships/image" Target="../media/image294.wmf"/><Relationship Id="rId23" Type="http://schemas.openxmlformats.org/officeDocument/2006/relationships/oleObject" Target="../embeddings/oleObject297.bin"/><Relationship Id="rId22" Type="http://schemas.openxmlformats.org/officeDocument/2006/relationships/image" Target="../media/image293.wmf"/><Relationship Id="rId21" Type="http://schemas.openxmlformats.org/officeDocument/2006/relationships/oleObject" Target="../embeddings/oleObject296.bin"/><Relationship Id="rId20" Type="http://schemas.openxmlformats.org/officeDocument/2006/relationships/image" Target="../media/image292.wmf"/><Relationship Id="rId2" Type="http://schemas.openxmlformats.org/officeDocument/2006/relationships/image" Target="../media/image283.wmf"/><Relationship Id="rId19" Type="http://schemas.openxmlformats.org/officeDocument/2006/relationships/oleObject" Target="../embeddings/oleObject295.bin"/><Relationship Id="rId18" Type="http://schemas.openxmlformats.org/officeDocument/2006/relationships/image" Target="../media/image291.wmf"/><Relationship Id="rId17" Type="http://schemas.openxmlformats.org/officeDocument/2006/relationships/oleObject" Target="../embeddings/oleObject294.bin"/><Relationship Id="rId16" Type="http://schemas.openxmlformats.org/officeDocument/2006/relationships/image" Target="../media/image290.wmf"/><Relationship Id="rId15" Type="http://schemas.openxmlformats.org/officeDocument/2006/relationships/oleObject" Target="../embeddings/oleObject293.bin"/><Relationship Id="rId14" Type="http://schemas.openxmlformats.org/officeDocument/2006/relationships/image" Target="../media/image289.wmf"/><Relationship Id="rId13" Type="http://schemas.openxmlformats.org/officeDocument/2006/relationships/oleObject" Target="../embeddings/oleObject292.bin"/><Relationship Id="rId12" Type="http://schemas.openxmlformats.org/officeDocument/2006/relationships/image" Target="../media/image288.wmf"/><Relationship Id="rId11" Type="http://schemas.openxmlformats.org/officeDocument/2006/relationships/oleObject" Target="../embeddings/oleObject291.bin"/><Relationship Id="rId10" Type="http://schemas.openxmlformats.org/officeDocument/2006/relationships/image" Target="../media/image287.wmf"/><Relationship Id="rId1" Type="http://schemas.openxmlformats.org/officeDocument/2006/relationships/oleObject" Target="../embeddings/oleObject286.bin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05.bin"/><Relationship Id="rId8" Type="http://schemas.openxmlformats.org/officeDocument/2006/relationships/image" Target="../media/image301.wmf"/><Relationship Id="rId7" Type="http://schemas.openxmlformats.org/officeDocument/2006/relationships/oleObject" Target="../embeddings/oleObject304.bin"/><Relationship Id="rId6" Type="http://schemas.openxmlformats.org/officeDocument/2006/relationships/image" Target="../media/image300.wmf"/><Relationship Id="rId5" Type="http://schemas.openxmlformats.org/officeDocument/2006/relationships/oleObject" Target="../embeddings/oleObject303.bin"/><Relationship Id="rId4" Type="http://schemas.openxmlformats.org/officeDocument/2006/relationships/image" Target="../media/image299.wmf"/><Relationship Id="rId3" Type="http://schemas.openxmlformats.org/officeDocument/2006/relationships/oleObject" Target="../embeddings/oleObject302.bin"/><Relationship Id="rId29" Type="http://schemas.openxmlformats.org/officeDocument/2006/relationships/vmlDrawing" Target="../drawings/vmlDrawing30.vml"/><Relationship Id="rId28" Type="http://schemas.openxmlformats.org/officeDocument/2006/relationships/slideLayout" Target="../slideLayouts/slideLayout18.xml"/><Relationship Id="rId27" Type="http://schemas.openxmlformats.org/officeDocument/2006/relationships/image" Target="../media/image310.wmf"/><Relationship Id="rId26" Type="http://schemas.openxmlformats.org/officeDocument/2006/relationships/oleObject" Target="../embeddings/oleObject314.bin"/><Relationship Id="rId25" Type="http://schemas.openxmlformats.org/officeDocument/2006/relationships/image" Target="../media/image309.wmf"/><Relationship Id="rId24" Type="http://schemas.openxmlformats.org/officeDocument/2006/relationships/oleObject" Target="../embeddings/oleObject313.bin"/><Relationship Id="rId23" Type="http://schemas.openxmlformats.org/officeDocument/2006/relationships/image" Target="../media/image308.wmf"/><Relationship Id="rId22" Type="http://schemas.openxmlformats.org/officeDocument/2006/relationships/oleObject" Target="../embeddings/oleObject312.bin"/><Relationship Id="rId21" Type="http://schemas.openxmlformats.org/officeDocument/2006/relationships/image" Target="../media/image307.wmf"/><Relationship Id="rId20" Type="http://schemas.openxmlformats.org/officeDocument/2006/relationships/oleObject" Target="../embeddings/oleObject311.bin"/><Relationship Id="rId2" Type="http://schemas.openxmlformats.org/officeDocument/2006/relationships/image" Target="../media/image298.wmf"/><Relationship Id="rId19" Type="http://schemas.openxmlformats.org/officeDocument/2006/relationships/image" Target="../media/image306.wmf"/><Relationship Id="rId18" Type="http://schemas.openxmlformats.org/officeDocument/2006/relationships/oleObject" Target="../embeddings/oleObject310.bin"/><Relationship Id="rId17" Type="http://schemas.openxmlformats.org/officeDocument/2006/relationships/image" Target="../media/image305.wmf"/><Relationship Id="rId16" Type="http://schemas.openxmlformats.org/officeDocument/2006/relationships/oleObject" Target="../embeddings/oleObject309.bin"/><Relationship Id="rId15" Type="http://schemas.openxmlformats.org/officeDocument/2006/relationships/image" Target="../media/image304.wmf"/><Relationship Id="rId14" Type="http://schemas.openxmlformats.org/officeDocument/2006/relationships/oleObject" Target="../embeddings/oleObject308.bin"/><Relationship Id="rId13" Type="http://schemas.openxmlformats.org/officeDocument/2006/relationships/oleObject" Target="../embeddings/oleObject307.bin"/><Relationship Id="rId12" Type="http://schemas.openxmlformats.org/officeDocument/2006/relationships/image" Target="../media/image303.wmf"/><Relationship Id="rId11" Type="http://schemas.openxmlformats.org/officeDocument/2006/relationships/oleObject" Target="../embeddings/oleObject306.bin"/><Relationship Id="rId10" Type="http://schemas.openxmlformats.org/officeDocument/2006/relationships/image" Target="../media/image302.wmf"/><Relationship Id="rId1" Type="http://schemas.openxmlformats.org/officeDocument/2006/relationships/oleObject" Target="../embeddings/oleObject301.bin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1.v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311.wmf"/><Relationship Id="rId1" Type="http://schemas.openxmlformats.org/officeDocument/2006/relationships/oleObject" Target="../embeddings/oleObject315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2.vml"/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314.wmf"/><Relationship Id="rId5" Type="http://schemas.openxmlformats.org/officeDocument/2006/relationships/oleObject" Target="../embeddings/oleObject318.bin"/><Relationship Id="rId4" Type="http://schemas.openxmlformats.org/officeDocument/2006/relationships/image" Target="../media/image313.wmf"/><Relationship Id="rId3" Type="http://schemas.openxmlformats.org/officeDocument/2006/relationships/oleObject" Target="../embeddings/oleObject317.bin"/><Relationship Id="rId2" Type="http://schemas.openxmlformats.org/officeDocument/2006/relationships/image" Target="../media/image312.wmf"/><Relationship Id="rId1" Type="http://schemas.openxmlformats.org/officeDocument/2006/relationships/oleObject" Target="../embeddings/oleObject316.bin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" Target="slide39.xml"/><Relationship Id="rId1" Type="http://schemas.openxmlformats.org/officeDocument/2006/relationships/slide" Target="slide37.xml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23.bin"/><Relationship Id="rId8" Type="http://schemas.openxmlformats.org/officeDocument/2006/relationships/image" Target="../media/image318.wmf"/><Relationship Id="rId7" Type="http://schemas.openxmlformats.org/officeDocument/2006/relationships/oleObject" Target="../embeddings/oleObject322.bin"/><Relationship Id="rId6" Type="http://schemas.openxmlformats.org/officeDocument/2006/relationships/image" Target="../media/image317.wmf"/><Relationship Id="rId5" Type="http://schemas.openxmlformats.org/officeDocument/2006/relationships/oleObject" Target="../embeddings/oleObject321.bin"/><Relationship Id="rId4" Type="http://schemas.openxmlformats.org/officeDocument/2006/relationships/image" Target="../media/image316.wmf"/><Relationship Id="rId3" Type="http://schemas.openxmlformats.org/officeDocument/2006/relationships/oleObject" Target="../embeddings/oleObject320.bin"/><Relationship Id="rId26" Type="http://schemas.openxmlformats.org/officeDocument/2006/relationships/vmlDrawing" Target="../drawings/vmlDrawing33.vml"/><Relationship Id="rId25" Type="http://schemas.openxmlformats.org/officeDocument/2006/relationships/slideLayout" Target="../slideLayouts/slideLayout18.xml"/><Relationship Id="rId24" Type="http://schemas.openxmlformats.org/officeDocument/2006/relationships/image" Target="../media/image326.wmf"/><Relationship Id="rId23" Type="http://schemas.openxmlformats.org/officeDocument/2006/relationships/oleObject" Target="../embeddings/oleObject330.bin"/><Relationship Id="rId22" Type="http://schemas.openxmlformats.org/officeDocument/2006/relationships/image" Target="../media/image325.wmf"/><Relationship Id="rId21" Type="http://schemas.openxmlformats.org/officeDocument/2006/relationships/oleObject" Target="../embeddings/oleObject329.bin"/><Relationship Id="rId20" Type="http://schemas.openxmlformats.org/officeDocument/2006/relationships/image" Target="../media/image324.wmf"/><Relationship Id="rId2" Type="http://schemas.openxmlformats.org/officeDocument/2006/relationships/image" Target="../media/image315.wmf"/><Relationship Id="rId19" Type="http://schemas.openxmlformats.org/officeDocument/2006/relationships/oleObject" Target="../embeddings/oleObject328.bin"/><Relationship Id="rId18" Type="http://schemas.openxmlformats.org/officeDocument/2006/relationships/image" Target="../media/image323.wmf"/><Relationship Id="rId17" Type="http://schemas.openxmlformats.org/officeDocument/2006/relationships/oleObject" Target="../embeddings/oleObject327.bin"/><Relationship Id="rId16" Type="http://schemas.openxmlformats.org/officeDocument/2006/relationships/image" Target="../media/image322.wmf"/><Relationship Id="rId15" Type="http://schemas.openxmlformats.org/officeDocument/2006/relationships/oleObject" Target="../embeddings/oleObject326.bin"/><Relationship Id="rId14" Type="http://schemas.openxmlformats.org/officeDocument/2006/relationships/image" Target="../media/image321.wmf"/><Relationship Id="rId13" Type="http://schemas.openxmlformats.org/officeDocument/2006/relationships/oleObject" Target="../embeddings/oleObject325.bin"/><Relationship Id="rId12" Type="http://schemas.openxmlformats.org/officeDocument/2006/relationships/image" Target="../media/image320.wmf"/><Relationship Id="rId11" Type="http://schemas.openxmlformats.org/officeDocument/2006/relationships/oleObject" Target="../embeddings/oleObject324.bin"/><Relationship Id="rId10" Type="http://schemas.openxmlformats.org/officeDocument/2006/relationships/image" Target="../media/image319.wmf"/><Relationship Id="rId1" Type="http://schemas.openxmlformats.org/officeDocument/2006/relationships/oleObject" Target="../embeddings/oleObject319.bin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35.bin"/><Relationship Id="rId8" Type="http://schemas.openxmlformats.org/officeDocument/2006/relationships/image" Target="../media/image330.wmf"/><Relationship Id="rId7" Type="http://schemas.openxmlformats.org/officeDocument/2006/relationships/oleObject" Target="../embeddings/oleObject334.bin"/><Relationship Id="rId6" Type="http://schemas.openxmlformats.org/officeDocument/2006/relationships/image" Target="../media/image329.wmf"/><Relationship Id="rId5" Type="http://schemas.openxmlformats.org/officeDocument/2006/relationships/oleObject" Target="../embeddings/oleObject333.bin"/><Relationship Id="rId4" Type="http://schemas.openxmlformats.org/officeDocument/2006/relationships/image" Target="../media/image328.wmf"/><Relationship Id="rId30" Type="http://schemas.openxmlformats.org/officeDocument/2006/relationships/vmlDrawing" Target="../drawings/vmlDrawing34.vml"/><Relationship Id="rId3" Type="http://schemas.openxmlformats.org/officeDocument/2006/relationships/oleObject" Target="../embeddings/oleObject332.bin"/><Relationship Id="rId29" Type="http://schemas.openxmlformats.org/officeDocument/2006/relationships/slideLayout" Target="../slideLayouts/slideLayout18.xml"/><Relationship Id="rId28" Type="http://schemas.openxmlformats.org/officeDocument/2006/relationships/image" Target="../media/image340.wmf"/><Relationship Id="rId27" Type="http://schemas.openxmlformats.org/officeDocument/2006/relationships/oleObject" Target="../embeddings/oleObject344.bin"/><Relationship Id="rId26" Type="http://schemas.openxmlformats.org/officeDocument/2006/relationships/image" Target="../media/image339.wmf"/><Relationship Id="rId25" Type="http://schemas.openxmlformats.org/officeDocument/2006/relationships/oleObject" Target="../embeddings/oleObject343.bin"/><Relationship Id="rId24" Type="http://schemas.openxmlformats.org/officeDocument/2006/relationships/image" Target="../media/image338.wmf"/><Relationship Id="rId23" Type="http://schemas.openxmlformats.org/officeDocument/2006/relationships/oleObject" Target="../embeddings/oleObject342.bin"/><Relationship Id="rId22" Type="http://schemas.openxmlformats.org/officeDocument/2006/relationships/image" Target="../media/image337.wmf"/><Relationship Id="rId21" Type="http://schemas.openxmlformats.org/officeDocument/2006/relationships/oleObject" Target="../embeddings/oleObject341.bin"/><Relationship Id="rId20" Type="http://schemas.openxmlformats.org/officeDocument/2006/relationships/image" Target="../media/image336.wmf"/><Relationship Id="rId2" Type="http://schemas.openxmlformats.org/officeDocument/2006/relationships/image" Target="../media/image327.wmf"/><Relationship Id="rId19" Type="http://schemas.openxmlformats.org/officeDocument/2006/relationships/oleObject" Target="../embeddings/oleObject340.bin"/><Relationship Id="rId18" Type="http://schemas.openxmlformats.org/officeDocument/2006/relationships/image" Target="../media/image335.wmf"/><Relationship Id="rId17" Type="http://schemas.openxmlformats.org/officeDocument/2006/relationships/oleObject" Target="../embeddings/oleObject339.bin"/><Relationship Id="rId16" Type="http://schemas.openxmlformats.org/officeDocument/2006/relationships/image" Target="../media/image334.wmf"/><Relationship Id="rId15" Type="http://schemas.openxmlformats.org/officeDocument/2006/relationships/oleObject" Target="../embeddings/oleObject338.bin"/><Relationship Id="rId14" Type="http://schemas.openxmlformats.org/officeDocument/2006/relationships/image" Target="../media/image333.wmf"/><Relationship Id="rId13" Type="http://schemas.openxmlformats.org/officeDocument/2006/relationships/oleObject" Target="../embeddings/oleObject337.bin"/><Relationship Id="rId12" Type="http://schemas.openxmlformats.org/officeDocument/2006/relationships/image" Target="../media/image332.wmf"/><Relationship Id="rId11" Type="http://schemas.openxmlformats.org/officeDocument/2006/relationships/oleObject" Target="../embeddings/oleObject336.bin"/><Relationship Id="rId10" Type="http://schemas.openxmlformats.org/officeDocument/2006/relationships/image" Target="../media/image331.wmf"/><Relationship Id="rId1" Type="http://schemas.openxmlformats.org/officeDocument/2006/relationships/oleObject" Target="../embeddings/oleObject331.bin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49.bin"/><Relationship Id="rId8" Type="http://schemas.openxmlformats.org/officeDocument/2006/relationships/image" Target="../media/image344.wmf"/><Relationship Id="rId7" Type="http://schemas.openxmlformats.org/officeDocument/2006/relationships/oleObject" Target="../embeddings/oleObject348.bin"/><Relationship Id="rId6" Type="http://schemas.openxmlformats.org/officeDocument/2006/relationships/image" Target="../media/image343.wmf"/><Relationship Id="rId5" Type="http://schemas.openxmlformats.org/officeDocument/2006/relationships/oleObject" Target="../embeddings/oleObject347.bin"/><Relationship Id="rId4" Type="http://schemas.openxmlformats.org/officeDocument/2006/relationships/image" Target="../media/image342.wmf"/><Relationship Id="rId3" Type="http://schemas.openxmlformats.org/officeDocument/2006/relationships/oleObject" Target="../embeddings/oleObject346.bin"/><Relationship Id="rId24" Type="http://schemas.openxmlformats.org/officeDocument/2006/relationships/vmlDrawing" Target="../drawings/vmlDrawing35.vml"/><Relationship Id="rId23" Type="http://schemas.openxmlformats.org/officeDocument/2006/relationships/slideLayout" Target="../slideLayouts/slideLayout18.xml"/><Relationship Id="rId22" Type="http://schemas.openxmlformats.org/officeDocument/2006/relationships/image" Target="../media/image351.wmf"/><Relationship Id="rId21" Type="http://schemas.openxmlformats.org/officeDocument/2006/relationships/oleObject" Target="../embeddings/oleObject355.bin"/><Relationship Id="rId20" Type="http://schemas.openxmlformats.org/officeDocument/2006/relationships/image" Target="../media/image350.wmf"/><Relationship Id="rId2" Type="http://schemas.openxmlformats.org/officeDocument/2006/relationships/image" Target="../media/image341.wmf"/><Relationship Id="rId19" Type="http://schemas.openxmlformats.org/officeDocument/2006/relationships/oleObject" Target="../embeddings/oleObject354.bin"/><Relationship Id="rId18" Type="http://schemas.openxmlformats.org/officeDocument/2006/relationships/image" Target="../media/image349.wmf"/><Relationship Id="rId17" Type="http://schemas.openxmlformats.org/officeDocument/2006/relationships/oleObject" Target="../embeddings/oleObject353.bin"/><Relationship Id="rId16" Type="http://schemas.openxmlformats.org/officeDocument/2006/relationships/image" Target="../media/image348.wmf"/><Relationship Id="rId15" Type="http://schemas.openxmlformats.org/officeDocument/2006/relationships/oleObject" Target="../embeddings/oleObject352.bin"/><Relationship Id="rId14" Type="http://schemas.openxmlformats.org/officeDocument/2006/relationships/image" Target="../media/image347.wmf"/><Relationship Id="rId13" Type="http://schemas.openxmlformats.org/officeDocument/2006/relationships/oleObject" Target="../embeddings/oleObject351.bin"/><Relationship Id="rId12" Type="http://schemas.openxmlformats.org/officeDocument/2006/relationships/image" Target="../media/image346.wmf"/><Relationship Id="rId11" Type="http://schemas.openxmlformats.org/officeDocument/2006/relationships/oleObject" Target="../embeddings/oleObject350.bin"/><Relationship Id="rId10" Type="http://schemas.openxmlformats.org/officeDocument/2006/relationships/image" Target="../media/image345.wmf"/><Relationship Id="rId1" Type="http://schemas.openxmlformats.org/officeDocument/2006/relationships/oleObject" Target="../embeddings/oleObject345.bin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60.bin"/><Relationship Id="rId8" Type="http://schemas.openxmlformats.org/officeDocument/2006/relationships/image" Target="../media/image355.wmf"/><Relationship Id="rId7" Type="http://schemas.openxmlformats.org/officeDocument/2006/relationships/oleObject" Target="../embeddings/oleObject359.bin"/><Relationship Id="rId6" Type="http://schemas.openxmlformats.org/officeDocument/2006/relationships/image" Target="../media/image354.wmf"/><Relationship Id="rId5" Type="http://schemas.openxmlformats.org/officeDocument/2006/relationships/oleObject" Target="../embeddings/oleObject358.bin"/><Relationship Id="rId48" Type="http://schemas.openxmlformats.org/officeDocument/2006/relationships/vmlDrawing" Target="../drawings/vmlDrawing36.vml"/><Relationship Id="rId47" Type="http://schemas.openxmlformats.org/officeDocument/2006/relationships/slideLayout" Target="../slideLayouts/slideLayout18.xml"/><Relationship Id="rId46" Type="http://schemas.openxmlformats.org/officeDocument/2006/relationships/image" Target="../media/image374.wmf"/><Relationship Id="rId45" Type="http://schemas.openxmlformats.org/officeDocument/2006/relationships/oleObject" Target="../embeddings/oleObject378.bin"/><Relationship Id="rId44" Type="http://schemas.openxmlformats.org/officeDocument/2006/relationships/image" Target="../media/image373.wmf"/><Relationship Id="rId43" Type="http://schemas.openxmlformats.org/officeDocument/2006/relationships/oleObject" Target="../embeddings/oleObject377.bin"/><Relationship Id="rId42" Type="http://schemas.openxmlformats.org/officeDocument/2006/relationships/image" Target="../media/image372.wmf"/><Relationship Id="rId41" Type="http://schemas.openxmlformats.org/officeDocument/2006/relationships/oleObject" Target="../embeddings/oleObject376.bin"/><Relationship Id="rId40" Type="http://schemas.openxmlformats.org/officeDocument/2006/relationships/image" Target="../media/image371.wmf"/><Relationship Id="rId4" Type="http://schemas.openxmlformats.org/officeDocument/2006/relationships/image" Target="../media/image353.wmf"/><Relationship Id="rId39" Type="http://schemas.openxmlformats.org/officeDocument/2006/relationships/oleObject" Target="../embeddings/oleObject375.bin"/><Relationship Id="rId38" Type="http://schemas.openxmlformats.org/officeDocument/2006/relationships/image" Target="../media/image370.wmf"/><Relationship Id="rId37" Type="http://schemas.openxmlformats.org/officeDocument/2006/relationships/oleObject" Target="../embeddings/oleObject374.bin"/><Relationship Id="rId36" Type="http://schemas.openxmlformats.org/officeDocument/2006/relationships/image" Target="../media/image369.wmf"/><Relationship Id="rId35" Type="http://schemas.openxmlformats.org/officeDocument/2006/relationships/oleObject" Target="../embeddings/oleObject373.bin"/><Relationship Id="rId34" Type="http://schemas.openxmlformats.org/officeDocument/2006/relationships/image" Target="../media/image368.wmf"/><Relationship Id="rId33" Type="http://schemas.openxmlformats.org/officeDocument/2006/relationships/oleObject" Target="../embeddings/oleObject372.bin"/><Relationship Id="rId32" Type="http://schemas.openxmlformats.org/officeDocument/2006/relationships/image" Target="../media/image367.wmf"/><Relationship Id="rId31" Type="http://schemas.openxmlformats.org/officeDocument/2006/relationships/oleObject" Target="../embeddings/oleObject371.bin"/><Relationship Id="rId30" Type="http://schemas.openxmlformats.org/officeDocument/2006/relationships/image" Target="../media/image366.wmf"/><Relationship Id="rId3" Type="http://schemas.openxmlformats.org/officeDocument/2006/relationships/oleObject" Target="../embeddings/oleObject357.bin"/><Relationship Id="rId29" Type="http://schemas.openxmlformats.org/officeDocument/2006/relationships/oleObject" Target="../embeddings/oleObject370.bin"/><Relationship Id="rId28" Type="http://schemas.openxmlformats.org/officeDocument/2006/relationships/image" Target="../media/image365.wmf"/><Relationship Id="rId27" Type="http://schemas.openxmlformats.org/officeDocument/2006/relationships/oleObject" Target="../embeddings/oleObject369.bin"/><Relationship Id="rId26" Type="http://schemas.openxmlformats.org/officeDocument/2006/relationships/image" Target="../media/image364.wmf"/><Relationship Id="rId25" Type="http://schemas.openxmlformats.org/officeDocument/2006/relationships/oleObject" Target="../embeddings/oleObject368.bin"/><Relationship Id="rId24" Type="http://schemas.openxmlformats.org/officeDocument/2006/relationships/image" Target="../media/image363.wmf"/><Relationship Id="rId23" Type="http://schemas.openxmlformats.org/officeDocument/2006/relationships/oleObject" Target="../embeddings/oleObject367.bin"/><Relationship Id="rId22" Type="http://schemas.openxmlformats.org/officeDocument/2006/relationships/image" Target="../media/image362.wmf"/><Relationship Id="rId21" Type="http://schemas.openxmlformats.org/officeDocument/2006/relationships/oleObject" Target="../embeddings/oleObject366.bin"/><Relationship Id="rId20" Type="http://schemas.openxmlformats.org/officeDocument/2006/relationships/image" Target="../media/image361.wmf"/><Relationship Id="rId2" Type="http://schemas.openxmlformats.org/officeDocument/2006/relationships/image" Target="../media/image352.wmf"/><Relationship Id="rId19" Type="http://schemas.openxmlformats.org/officeDocument/2006/relationships/oleObject" Target="../embeddings/oleObject365.bin"/><Relationship Id="rId18" Type="http://schemas.openxmlformats.org/officeDocument/2006/relationships/image" Target="../media/image360.wmf"/><Relationship Id="rId17" Type="http://schemas.openxmlformats.org/officeDocument/2006/relationships/oleObject" Target="../embeddings/oleObject364.bin"/><Relationship Id="rId16" Type="http://schemas.openxmlformats.org/officeDocument/2006/relationships/image" Target="../media/image359.wmf"/><Relationship Id="rId15" Type="http://schemas.openxmlformats.org/officeDocument/2006/relationships/oleObject" Target="../embeddings/oleObject363.bin"/><Relationship Id="rId14" Type="http://schemas.openxmlformats.org/officeDocument/2006/relationships/image" Target="../media/image358.wmf"/><Relationship Id="rId13" Type="http://schemas.openxmlformats.org/officeDocument/2006/relationships/oleObject" Target="../embeddings/oleObject362.bin"/><Relationship Id="rId12" Type="http://schemas.openxmlformats.org/officeDocument/2006/relationships/image" Target="../media/image357.wmf"/><Relationship Id="rId11" Type="http://schemas.openxmlformats.org/officeDocument/2006/relationships/oleObject" Target="../embeddings/oleObject361.bin"/><Relationship Id="rId10" Type="http://schemas.openxmlformats.org/officeDocument/2006/relationships/image" Target="../media/image356.wmf"/><Relationship Id="rId1" Type="http://schemas.openxmlformats.org/officeDocument/2006/relationships/oleObject" Target="../embeddings/oleObject356.bin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83.bin"/><Relationship Id="rId8" Type="http://schemas.openxmlformats.org/officeDocument/2006/relationships/image" Target="../media/image378.wmf"/><Relationship Id="rId7" Type="http://schemas.openxmlformats.org/officeDocument/2006/relationships/oleObject" Target="../embeddings/oleObject382.bin"/><Relationship Id="rId6" Type="http://schemas.openxmlformats.org/officeDocument/2006/relationships/image" Target="../media/image377.wmf"/><Relationship Id="rId5" Type="http://schemas.openxmlformats.org/officeDocument/2006/relationships/oleObject" Target="../embeddings/oleObject381.bin"/><Relationship Id="rId4" Type="http://schemas.openxmlformats.org/officeDocument/2006/relationships/image" Target="../media/image376.wmf"/><Relationship Id="rId3" Type="http://schemas.openxmlformats.org/officeDocument/2006/relationships/oleObject" Target="../embeddings/oleObject380.bin"/><Relationship Id="rId2" Type="http://schemas.openxmlformats.org/officeDocument/2006/relationships/image" Target="../media/image375.wmf"/><Relationship Id="rId18" Type="http://schemas.openxmlformats.org/officeDocument/2006/relationships/vmlDrawing" Target="../drawings/vmlDrawing37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382.wmf"/><Relationship Id="rId15" Type="http://schemas.openxmlformats.org/officeDocument/2006/relationships/oleObject" Target="../embeddings/oleObject386.bin"/><Relationship Id="rId14" Type="http://schemas.openxmlformats.org/officeDocument/2006/relationships/image" Target="../media/image381.wmf"/><Relationship Id="rId13" Type="http://schemas.openxmlformats.org/officeDocument/2006/relationships/oleObject" Target="../embeddings/oleObject385.bin"/><Relationship Id="rId12" Type="http://schemas.openxmlformats.org/officeDocument/2006/relationships/image" Target="../media/image380.wmf"/><Relationship Id="rId11" Type="http://schemas.openxmlformats.org/officeDocument/2006/relationships/oleObject" Target="../embeddings/oleObject384.bin"/><Relationship Id="rId10" Type="http://schemas.openxmlformats.org/officeDocument/2006/relationships/image" Target="../media/image379.wmf"/><Relationship Id="rId1" Type="http://schemas.openxmlformats.org/officeDocument/2006/relationships/oleObject" Target="../embeddings/oleObject379.bin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91.bin"/><Relationship Id="rId8" Type="http://schemas.openxmlformats.org/officeDocument/2006/relationships/image" Target="../media/image386.wmf"/><Relationship Id="rId7" Type="http://schemas.openxmlformats.org/officeDocument/2006/relationships/oleObject" Target="../embeddings/oleObject390.bin"/><Relationship Id="rId6" Type="http://schemas.openxmlformats.org/officeDocument/2006/relationships/image" Target="../media/image385.wmf"/><Relationship Id="rId5" Type="http://schemas.openxmlformats.org/officeDocument/2006/relationships/oleObject" Target="../embeddings/oleObject389.bin"/><Relationship Id="rId4" Type="http://schemas.openxmlformats.org/officeDocument/2006/relationships/image" Target="../media/image384.wmf"/><Relationship Id="rId3" Type="http://schemas.openxmlformats.org/officeDocument/2006/relationships/oleObject" Target="../embeddings/oleObject388.bin"/><Relationship Id="rId28" Type="http://schemas.openxmlformats.org/officeDocument/2006/relationships/vmlDrawing" Target="../drawings/vmlDrawing38.vml"/><Relationship Id="rId27" Type="http://schemas.openxmlformats.org/officeDocument/2006/relationships/slideLayout" Target="../slideLayouts/slideLayout18.xml"/><Relationship Id="rId26" Type="http://schemas.openxmlformats.org/officeDocument/2006/relationships/image" Target="../media/image394.wmf"/><Relationship Id="rId25" Type="http://schemas.openxmlformats.org/officeDocument/2006/relationships/oleObject" Target="../embeddings/oleObject400.bin"/><Relationship Id="rId24" Type="http://schemas.openxmlformats.org/officeDocument/2006/relationships/image" Target="../media/image393.wmf"/><Relationship Id="rId23" Type="http://schemas.openxmlformats.org/officeDocument/2006/relationships/oleObject" Target="../embeddings/oleObject399.bin"/><Relationship Id="rId22" Type="http://schemas.openxmlformats.org/officeDocument/2006/relationships/oleObject" Target="../embeddings/oleObject398.bin"/><Relationship Id="rId21" Type="http://schemas.openxmlformats.org/officeDocument/2006/relationships/image" Target="../media/image392.wmf"/><Relationship Id="rId20" Type="http://schemas.openxmlformats.org/officeDocument/2006/relationships/oleObject" Target="../embeddings/oleObject397.bin"/><Relationship Id="rId2" Type="http://schemas.openxmlformats.org/officeDocument/2006/relationships/image" Target="../media/image383.wmf"/><Relationship Id="rId19" Type="http://schemas.openxmlformats.org/officeDocument/2006/relationships/image" Target="../media/image391.wmf"/><Relationship Id="rId18" Type="http://schemas.openxmlformats.org/officeDocument/2006/relationships/oleObject" Target="../embeddings/oleObject396.bin"/><Relationship Id="rId17" Type="http://schemas.openxmlformats.org/officeDocument/2006/relationships/oleObject" Target="../embeddings/oleObject395.bin"/><Relationship Id="rId16" Type="http://schemas.openxmlformats.org/officeDocument/2006/relationships/image" Target="../media/image390.wmf"/><Relationship Id="rId15" Type="http://schemas.openxmlformats.org/officeDocument/2006/relationships/oleObject" Target="../embeddings/oleObject394.bin"/><Relationship Id="rId14" Type="http://schemas.openxmlformats.org/officeDocument/2006/relationships/image" Target="../media/image389.wmf"/><Relationship Id="rId13" Type="http://schemas.openxmlformats.org/officeDocument/2006/relationships/oleObject" Target="../embeddings/oleObject393.bin"/><Relationship Id="rId12" Type="http://schemas.openxmlformats.org/officeDocument/2006/relationships/image" Target="../media/image388.wmf"/><Relationship Id="rId11" Type="http://schemas.openxmlformats.org/officeDocument/2006/relationships/oleObject" Target="../embeddings/oleObject392.bin"/><Relationship Id="rId10" Type="http://schemas.openxmlformats.org/officeDocument/2006/relationships/image" Target="../media/image387.emf"/><Relationship Id="rId1" Type="http://schemas.openxmlformats.org/officeDocument/2006/relationships/oleObject" Target="../embeddings/oleObject387.bin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05.bin"/><Relationship Id="rId8" Type="http://schemas.openxmlformats.org/officeDocument/2006/relationships/image" Target="../media/image396.wmf"/><Relationship Id="rId7" Type="http://schemas.openxmlformats.org/officeDocument/2006/relationships/oleObject" Target="../embeddings/oleObject404.bin"/><Relationship Id="rId6" Type="http://schemas.openxmlformats.org/officeDocument/2006/relationships/image" Target="../media/image395.wmf"/><Relationship Id="rId5" Type="http://schemas.openxmlformats.org/officeDocument/2006/relationships/oleObject" Target="../embeddings/oleObject403.bin"/><Relationship Id="rId4" Type="http://schemas.openxmlformats.org/officeDocument/2006/relationships/image" Target="../media/image384.wmf"/><Relationship Id="rId3" Type="http://schemas.openxmlformats.org/officeDocument/2006/relationships/oleObject" Target="../embeddings/oleObject402.bin"/><Relationship Id="rId25" Type="http://schemas.openxmlformats.org/officeDocument/2006/relationships/vmlDrawing" Target="../drawings/vmlDrawing39.vml"/><Relationship Id="rId24" Type="http://schemas.openxmlformats.org/officeDocument/2006/relationships/slideLayout" Target="../slideLayouts/slideLayout18.xml"/><Relationship Id="rId23" Type="http://schemas.openxmlformats.org/officeDocument/2006/relationships/oleObject" Target="../embeddings/oleObject413.bin"/><Relationship Id="rId22" Type="http://schemas.openxmlformats.org/officeDocument/2006/relationships/image" Target="../media/image402.wmf"/><Relationship Id="rId21" Type="http://schemas.openxmlformats.org/officeDocument/2006/relationships/oleObject" Target="../embeddings/oleObject412.bin"/><Relationship Id="rId20" Type="http://schemas.openxmlformats.org/officeDocument/2006/relationships/image" Target="../media/image401.wmf"/><Relationship Id="rId2" Type="http://schemas.openxmlformats.org/officeDocument/2006/relationships/image" Target="../media/image383.wmf"/><Relationship Id="rId19" Type="http://schemas.openxmlformats.org/officeDocument/2006/relationships/oleObject" Target="../embeddings/oleObject411.bin"/><Relationship Id="rId18" Type="http://schemas.openxmlformats.org/officeDocument/2006/relationships/image" Target="../media/image400.wmf"/><Relationship Id="rId17" Type="http://schemas.openxmlformats.org/officeDocument/2006/relationships/oleObject" Target="../embeddings/oleObject410.bin"/><Relationship Id="rId16" Type="http://schemas.openxmlformats.org/officeDocument/2006/relationships/image" Target="../media/image399.wmf"/><Relationship Id="rId15" Type="http://schemas.openxmlformats.org/officeDocument/2006/relationships/oleObject" Target="../embeddings/oleObject409.bin"/><Relationship Id="rId14" Type="http://schemas.openxmlformats.org/officeDocument/2006/relationships/image" Target="../media/image398.wmf"/><Relationship Id="rId13" Type="http://schemas.openxmlformats.org/officeDocument/2006/relationships/oleObject" Target="../embeddings/oleObject408.bin"/><Relationship Id="rId12" Type="http://schemas.openxmlformats.org/officeDocument/2006/relationships/image" Target="../media/image397.wmf"/><Relationship Id="rId11" Type="http://schemas.openxmlformats.org/officeDocument/2006/relationships/oleObject" Target="../embeddings/oleObject407.bin"/><Relationship Id="rId10" Type="http://schemas.openxmlformats.org/officeDocument/2006/relationships/oleObject" Target="../embeddings/oleObject406.bin"/><Relationship Id="rId1" Type="http://schemas.openxmlformats.org/officeDocument/2006/relationships/oleObject" Target="../embeddings/oleObject401.bin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image" Target="../media/image405.wmf"/><Relationship Id="rId8" Type="http://schemas.openxmlformats.org/officeDocument/2006/relationships/oleObject" Target="../embeddings/oleObject418.bin"/><Relationship Id="rId7" Type="http://schemas.openxmlformats.org/officeDocument/2006/relationships/oleObject" Target="../embeddings/oleObject417.bin"/><Relationship Id="rId6" Type="http://schemas.openxmlformats.org/officeDocument/2006/relationships/image" Target="../media/image404.wmf"/><Relationship Id="rId5" Type="http://schemas.openxmlformats.org/officeDocument/2006/relationships/oleObject" Target="../embeddings/oleObject416.bin"/><Relationship Id="rId4" Type="http://schemas.openxmlformats.org/officeDocument/2006/relationships/image" Target="../media/image303.wmf"/><Relationship Id="rId3" Type="http://schemas.openxmlformats.org/officeDocument/2006/relationships/oleObject" Target="../embeddings/oleObject415.bin"/><Relationship Id="rId23" Type="http://schemas.openxmlformats.org/officeDocument/2006/relationships/vmlDrawing" Target="../drawings/vmlDrawing40.vml"/><Relationship Id="rId22" Type="http://schemas.openxmlformats.org/officeDocument/2006/relationships/slideLayout" Target="../slideLayouts/slideLayout18.xml"/><Relationship Id="rId21" Type="http://schemas.openxmlformats.org/officeDocument/2006/relationships/image" Target="../media/image411.wmf"/><Relationship Id="rId20" Type="http://schemas.openxmlformats.org/officeDocument/2006/relationships/oleObject" Target="../embeddings/oleObject424.bin"/><Relationship Id="rId2" Type="http://schemas.openxmlformats.org/officeDocument/2006/relationships/image" Target="../media/image403.wmf"/><Relationship Id="rId19" Type="http://schemas.openxmlformats.org/officeDocument/2006/relationships/image" Target="../media/image410.wmf"/><Relationship Id="rId18" Type="http://schemas.openxmlformats.org/officeDocument/2006/relationships/oleObject" Target="../embeddings/oleObject423.bin"/><Relationship Id="rId17" Type="http://schemas.openxmlformats.org/officeDocument/2006/relationships/image" Target="../media/image409.wmf"/><Relationship Id="rId16" Type="http://schemas.openxmlformats.org/officeDocument/2006/relationships/oleObject" Target="../embeddings/oleObject422.bin"/><Relationship Id="rId15" Type="http://schemas.openxmlformats.org/officeDocument/2006/relationships/image" Target="../media/image408.wmf"/><Relationship Id="rId14" Type="http://schemas.openxmlformats.org/officeDocument/2006/relationships/oleObject" Target="../embeddings/oleObject421.bin"/><Relationship Id="rId13" Type="http://schemas.openxmlformats.org/officeDocument/2006/relationships/image" Target="../media/image407.wmf"/><Relationship Id="rId12" Type="http://schemas.openxmlformats.org/officeDocument/2006/relationships/oleObject" Target="../embeddings/oleObject420.bin"/><Relationship Id="rId11" Type="http://schemas.openxmlformats.org/officeDocument/2006/relationships/image" Target="../media/image406.wmf"/><Relationship Id="rId10" Type="http://schemas.openxmlformats.org/officeDocument/2006/relationships/oleObject" Target="../embeddings/oleObject419.bin"/><Relationship Id="rId1" Type="http://schemas.openxmlformats.org/officeDocument/2006/relationships/oleObject" Target="../embeddings/oleObject414.bin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414.wmf"/><Relationship Id="rId7" Type="http://schemas.openxmlformats.org/officeDocument/2006/relationships/oleObject" Target="../embeddings/oleObject428.bin"/><Relationship Id="rId6" Type="http://schemas.openxmlformats.org/officeDocument/2006/relationships/image" Target="../media/image387.emf"/><Relationship Id="rId5" Type="http://schemas.openxmlformats.org/officeDocument/2006/relationships/oleObject" Target="../embeddings/oleObject427.bin"/><Relationship Id="rId4" Type="http://schemas.openxmlformats.org/officeDocument/2006/relationships/image" Target="../media/image413.wmf"/><Relationship Id="rId3" Type="http://schemas.openxmlformats.org/officeDocument/2006/relationships/oleObject" Target="../embeddings/oleObject426.bin"/><Relationship Id="rId2" Type="http://schemas.openxmlformats.org/officeDocument/2006/relationships/image" Target="../media/image412.wmf"/><Relationship Id="rId10" Type="http://schemas.openxmlformats.org/officeDocument/2006/relationships/vmlDrawing" Target="../drawings/vmlDrawing41.vml"/><Relationship Id="rId1" Type="http://schemas.openxmlformats.org/officeDocument/2006/relationships/oleObject" Target="../embeddings/oleObject425.bin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33.bin"/><Relationship Id="rId8" Type="http://schemas.openxmlformats.org/officeDocument/2006/relationships/image" Target="../media/image418.wmf"/><Relationship Id="rId7" Type="http://schemas.openxmlformats.org/officeDocument/2006/relationships/oleObject" Target="../embeddings/oleObject432.bin"/><Relationship Id="rId6" Type="http://schemas.openxmlformats.org/officeDocument/2006/relationships/image" Target="../media/image417.wmf"/><Relationship Id="rId5" Type="http://schemas.openxmlformats.org/officeDocument/2006/relationships/oleObject" Target="../embeddings/oleObject431.bin"/><Relationship Id="rId4" Type="http://schemas.openxmlformats.org/officeDocument/2006/relationships/image" Target="../media/image416.wmf"/><Relationship Id="rId3" Type="http://schemas.openxmlformats.org/officeDocument/2006/relationships/oleObject" Target="../embeddings/oleObject430.bin"/><Relationship Id="rId26" Type="http://schemas.openxmlformats.org/officeDocument/2006/relationships/vmlDrawing" Target="../drawings/vmlDrawing42.vml"/><Relationship Id="rId25" Type="http://schemas.openxmlformats.org/officeDocument/2006/relationships/slideLayout" Target="../slideLayouts/slideLayout18.xml"/><Relationship Id="rId24" Type="http://schemas.openxmlformats.org/officeDocument/2006/relationships/image" Target="../media/image426.wmf"/><Relationship Id="rId23" Type="http://schemas.openxmlformats.org/officeDocument/2006/relationships/oleObject" Target="../embeddings/oleObject440.bin"/><Relationship Id="rId22" Type="http://schemas.openxmlformats.org/officeDocument/2006/relationships/image" Target="../media/image425.wmf"/><Relationship Id="rId21" Type="http://schemas.openxmlformats.org/officeDocument/2006/relationships/oleObject" Target="../embeddings/oleObject439.bin"/><Relationship Id="rId20" Type="http://schemas.openxmlformats.org/officeDocument/2006/relationships/image" Target="../media/image424.wmf"/><Relationship Id="rId2" Type="http://schemas.openxmlformats.org/officeDocument/2006/relationships/image" Target="../media/image415.wmf"/><Relationship Id="rId19" Type="http://schemas.openxmlformats.org/officeDocument/2006/relationships/oleObject" Target="../embeddings/oleObject438.bin"/><Relationship Id="rId18" Type="http://schemas.openxmlformats.org/officeDocument/2006/relationships/image" Target="../media/image423.wmf"/><Relationship Id="rId17" Type="http://schemas.openxmlformats.org/officeDocument/2006/relationships/oleObject" Target="../embeddings/oleObject437.bin"/><Relationship Id="rId16" Type="http://schemas.openxmlformats.org/officeDocument/2006/relationships/image" Target="../media/image422.wmf"/><Relationship Id="rId15" Type="http://schemas.openxmlformats.org/officeDocument/2006/relationships/oleObject" Target="../embeddings/oleObject436.bin"/><Relationship Id="rId14" Type="http://schemas.openxmlformats.org/officeDocument/2006/relationships/image" Target="../media/image421.wmf"/><Relationship Id="rId13" Type="http://schemas.openxmlformats.org/officeDocument/2006/relationships/oleObject" Target="../embeddings/oleObject435.bin"/><Relationship Id="rId12" Type="http://schemas.openxmlformats.org/officeDocument/2006/relationships/image" Target="../media/image420.wmf"/><Relationship Id="rId11" Type="http://schemas.openxmlformats.org/officeDocument/2006/relationships/oleObject" Target="../embeddings/oleObject434.bin"/><Relationship Id="rId10" Type="http://schemas.openxmlformats.org/officeDocument/2006/relationships/image" Target="../media/image419.wmf"/><Relationship Id="rId1" Type="http://schemas.openxmlformats.org/officeDocument/2006/relationships/oleObject" Target="../embeddings/oleObject429.bin"/></Relationships>
</file>

<file path=ppt/slides/_rels/slide4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slide" Target="slide16.xml"/><Relationship Id="rId4" Type="http://schemas.openxmlformats.org/officeDocument/2006/relationships/slide" Target="slide34.xml"/><Relationship Id="rId3" Type="http://schemas.openxmlformats.org/officeDocument/2006/relationships/slide" Target="slide24.xml"/><Relationship Id="rId2" Type="http://schemas.openxmlformats.org/officeDocument/2006/relationships/slide" Target="slide17.xml"/><Relationship Id="rId1" Type="http://schemas.openxmlformats.org/officeDocument/2006/relationships/hyperlink" Target="../&#30446;&#24405;&#20027;&#30028;&#38754;.pptx#5.%20&#24187;&#28783;&#29255;%205" TargetMode="External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429.png"/><Relationship Id="rId2" Type="http://schemas.openxmlformats.org/officeDocument/2006/relationships/image" Target="../media/image428.jpeg"/><Relationship Id="rId1" Type="http://schemas.openxmlformats.org/officeDocument/2006/relationships/image" Target="../media/image427.jpeg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3.v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430.wmf"/><Relationship Id="rId1" Type="http://schemas.openxmlformats.org/officeDocument/2006/relationships/oleObject" Target="../embeddings/oleObject441.bin"/></Relationships>
</file>

<file path=ppt/slides/_rels/slide5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46.bin"/><Relationship Id="rId8" Type="http://schemas.openxmlformats.org/officeDocument/2006/relationships/image" Target="../media/image434.wmf"/><Relationship Id="rId7" Type="http://schemas.openxmlformats.org/officeDocument/2006/relationships/oleObject" Target="../embeddings/oleObject445.bin"/><Relationship Id="rId6" Type="http://schemas.openxmlformats.org/officeDocument/2006/relationships/image" Target="../media/image433.wmf"/><Relationship Id="rId5" Type="http://schemas.openxmlformats.org/officeDocument/2006/relationships/oleObject" Target="../embeddings/oleObject444.bin"/><Relationship Id="rId4" Type="http://schemas.openxmlformats.org/officeDocument/2006/relationships/image" Target="../media/image432.wmf"/><Relationship Id="rId3" Type="http://schemas.openxmlformats.org/officeDocument/2006/relationships/oleObject" Target="../embeddings/oleObject443.bin"/><Relationship Id="rId2" Type="http://schemas.openxmlformats.org/officeDocument/2006/relationships/image" Target="../media/image431.wmf"/><Relationship Id="rId12" Type="http://schemas.openxmlformats.org/officeDocument/2006/relationships/vmlDrawing" Target="../drawings/vmlDrawing44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435.wmf"/><Relationship Id="rId1" Type="http://schemas.openxmlformats.org/officeDocument/2006/relationships/oleObject" Target="../embeddings/oleObject442.bin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51.bin"/><Relationship Id="rId8" Type="http://schemas.openxmlformats.org/officeDocument/2006/relationships/image" Target="../media/image439.wmf"/><Relationship Id="rId7" Type="http://schemas.openxmlformats.org/officeDocument/2006/relationships/oleObject" Target="../embeddings/oleObject450.bin"/><Relationship Id="rId6" Type="http://schemas.openxmlformats.org/officeDocument/2006/relationships/image" Target="../media/image438.wmf"/><Relationship Id="rId5" Type="http://schemas.openxmlformats.org/officeDocument/2006/relationships/oleObject" Target="../embeddings/oleObject449.bin"/><Relationship Id="rId4" Type="http://schemas.openxmlformats.org/officeDocument/2006/relationships/image" Target="../media/image437.wmf"/><Relationship Id="rId3" Type="http://schemas.openxmlformats.org/officeDocument/2006/relationships/oleObject" Target="../embeddings/oleObject448.bin"/><Relationship Id="rId2" Type="http://schemas.openxmlformats.org/officeDocument/2006/relationships/image" Target="../media/image436.wmf"/><Relationship Id="rId12" Type="http://schemas.openxmlformats.org/officeDocument/2006/relationships/vmlDrawing" Target="../drawings/vmlDrawing45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440.wmf"/><Relationship Id="rId1" Type="http://schemas.openxmlformats.org/officeDocument/2006/relationships/oleObject" Target="../embeddings/oleObject447.bin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444.wmf"/><Relationship Id="rId7" Type="http://schemas.openxmlformats.org/officeDocument/2006/relationships/oleObject" Target="../embeddings/oleObject455.bin"/><Relationship Id="rId6" Type="http://schemas.openxmlformats.org/officeDocument/2006/relationships/image" Target="../media/image443.wmf"/><Relationship Id="rId5" Type="http://schemas.openxmlformats.org/officeDocument/2006/relationships/oleObject" Target="../embeddings/oleObject454.bin"/><Relationship Id="rId4" Type="http://schemas.openxmlformats.org/officeDocument/2006/relationships/image" Target="../media/image442.wmf"/><Relationship Id="rId3" Type="http://schemas.openxmlformats.org/officeDocument/2006/relationships/oleObject" Target="../embeddings/oleObject453.bin"/><Relationship Id="rId2" Type="http://schemas.openxmlformats.org/officeDocument/2006/relationships/image" Target="../media/image441.wmf"/><Relationship Id="rId10" Type="http://schemas.openxmlformats.org/officeDocument/2006/relationships/vmlDrawing" Target="../drawings/vmlDrawing46.vml"/><Relationship Id="rId1" Type="http://schemas.openxmlformats.org/officeDocument/2006/relationships/oleObject" Target="../embeddings/oleObject452.bin"/></Relationships>
</file>

<file path=ppt/slides/_rels/slide5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60.bin"/><Relationship Id="rId8" Type="http://schemas.openxmlformats.org/officeDocument/2006/relationships/image" Target="../media/image448.wmf"/><Relationship Id="rId7" Type="http://schemas.openxmlformats.org/officeDocument/2006/relationships/oleObject" Target="../embeddings/oleObject459.bin"/><Relationship Id="rId6" Type="http://schemas.openxmlformats.org/officeDocument/2006/relationships/image" Target="../media/image447.wmf"/><Relationship Id="rId5" Type="http://schemas.openxmlformats.org/officeDocument/2006/relationships/oleObject" Target="../embeddings/oleObject458.bin"/><Relationship Id="rId4" Type="http://schemas.openxmlformats.org/officeDocument/2006/relationships/image" Target="../media/image446.wmf"/><Relationship Id="rId3" Type="http://schemas.openxmlformats.org/officeDocument/2006/relationships/oleObject" Target="../embeddings/oleObject457.bin"/><Relationship Id="rId2" Type="http://schemas.openxmlformats.org/officeDocument/2006/relationships/image" Target="../media/image445.wmf"/><Relationship Id="rId14" Type="http://schemas.openxmlformats.org/officeDocument/2006/relationships/vmlDrawing" Target="../drawings/vmlDrawing47.vml"/><Relationship Id="rId13" Type="http://schemas.openxmlformats.org/officeDocument/2006/relationships/slideLayout" Target="../slideLayouts/slideLayout18.xml"/><Relationship Id="rId12" Type="http://schemas.openxmlformats.org/officeDocument/2006/relationships/image" Target="../media/image450.wmf"/><Relationship Id="rId11" Type="http://schemas.openxmlformats.org/officeDocument/2006/relationships/oleObject" Target="../embeddings/oleObject461.bin"/><Relationship Id="rId10" Type="http://schemas.openxmlformats.org/officeDocument/2006/relationships/image" Target="../media/image449.wmf"/><Relationship Id="rId1" Type="http://schemas.openxmlformats.org/officeDocument/2006/relationships/oleObject" Target="../embeddings/oleObject456.bin"/></Relationships>
</file>

<file path=ppt/slides/_rels/slide5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66.bin"/><Relationship Id="rId8" Type="http://schemas.openxmlformats.org/officeDocument/2006/relationships/image" Target="../media/image453.wmf"/><Relationship Id="rId7" Type="http://schemas.openxmlformats.org/officeDocument/2006/relationships/oleObject" Target="../embeddings/oleObject465.bin"/><Relationship Id="rId6" Type="http://schemas.openxmlformats.org/officeDocument/2006/relationships/image" Target="../media/image452.wmf"/><Relationship Id="rId5" Type="http://schemas.openxmlformats.org/officeDocument/2006/relationships/oleObject" Target="../embeddings/oleObject464.bin"/><Relationship Id="rId4" Type="http://schemas.openxmlformats.org/officeDocument/2006/relationships/image" Target="../media/image451.wmf"/><Relationship Id="rId3" Type="http://schemas.openxmlformats.org/officeDocument/2006/relationships/oleObject" Target="../embeddings/oleObject463.bin"/><Relationship Id="rId24" Type="http://schemas.openxmlformats.org/officeDocument/2006/relationships/vmlDrawing" Target="../drawings/vmlDrawing48.vml"/><Relationship Id="rId23" Type="http://schemas.openxmlformats.org/officeDocument/2006/relationships/slideLayout" Target="../slideLayouts/slideLayout18.xml"/><Relationship Id="rId22" Type="http://schemas.openxmlformats.org/officeDocument/2006/relationships/image" Target="../media/image460.wmf"/><Relationship Id="rId21" Type="http://schemas.openxmlformats.org/officeDocument/2006/relationships/oleObject" Target="../embeddings/oleObject472.bin"/><Relationship Id="rId20" Type="http://schemas.openxmlformats.org/officeDocument/2006/relationships/image" Target="../media/image459.wmf"/><Relationship Id="rId2" Type="http://schemas.openxmlformats.org/officeDocument/2006/relationships/image" Target="../media/image447.wmf"/><Relationship Id="rId19" Type="http://schemas.openxmlformats.org/officeDocument/2006/relationships/oleObject" Target="../embeddings/oleObject471.bin"/><Relationship Id="rId18" Type="http://schemas.openxmlformats.org/officeDocument/2006/relationships/image" Target="../media/image458.wmf"/><Relationship Id="rId17" Type="http://schemas.openxmlformats.org/officeDocument/2006/relationships/oleObject" Target="../embeddings/oleObject470.bin"/><Relationship Id="rId16" Type="http://schemas.openxmlformats.org/officeDocument/2006/relationships/image" Target="../media/image457.wmf"/><Relationship Id="rId15" Type="http://schemas.openxmlformats.org/officeDocument/2006/relationships/oleObject" Target="../embeddings/oleObject469.bin"/><Relationship Id="rId14" Type="http://schemas.openxmlformats.org/officeDocument/2006/relationships/image" Target="../media/image456.wmf"/><Relationship Id="rId13" Type="http://schemas.openxmlformats.org/officeDocument/2006/relationships/oleObject" Target="../embeddings/oleObject468.bin"/><Relationship Id="rId12" Type="http://schemas.openxmlformats.org/officeDocument/2006/relationships/image" Target="../media/image455.wmf"/><Relationship Id="rId11" Type="http://schemas.openxmlformats.org/officeDocument/2006/relationships/oleObject" Target="../embeddings/oleObject467.bin"/><Relationship Id="rId10" Type="http://schemas.openxmlformats.org/officeDocument/2006/relationships/image" Target="../media/image454.wmf"/><Relationship Id="rId1" Type="http://schemas.openxmlformats.org/officeDocument/2006/relationships/oleObject" Target="../embeddings/oleObject462.bin"/></Relationships>
</file>

<file path=ppt/slides/_rels/slide5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77.bin"/><Relationship Id="rId8" Type="http://schemas.openxmlformats.org/officeDocument/2006/relationships/image" Target="../media/image464.wmf"/><Relationship Id="rId7" Type="http://schemas.openxmlformats.org/officeDocument/2006/relationships/oleObject" Target="../embeddings/oleObject476.bin"/><Relationship Id="rId6" Type="http://schemas.openxmlformats.org/officeDocument/2006/relationships/image" Target="../media/image463.wmf"/><Relationship Id="rId5" Type="http://schemas.openxmlformats.org/officeDocument/2006/relationships/oleObject" Target="../embeddings/oleObject475.bin"/><Relationship Id="rId4" Type="http://schemas.openxmlformats.org/officeDocument/2006/relationships/image" Target="../media/image462.wmf"/><Relationship Id="rId3" Type="http://schemas.openxmlformats.org/officeDocument/2006/relationships/oleObject" Target="../embeddings/oleObject474.bin"/><Relationship Id="rId2" Type="http://schemas.openxmlformats.org/officeDocument/2006/relationships/image" Target="../media/image461.wmf"/><Relationship Id="rId12" Type="http://schemas.openxmlformats.org/officeDocument/2006/relationships/vmlDrawing" Target="../drawings/vmlDrawing49.vml"/><Relationship Id="rId11" Type="http://schemas.openxmlformats.org/officeDocument/2006/relationships/slideLayout" Target="../slideLayouts/slideLayout18.xml"/><Relationship Id="rId10" Type="http://schemas.openxmlformats.org/officeDocument/2006/relationships/oleObject" Target="../embeddings/oleObject478.bin"/><Relationship Id="rId1" Type="http://schemas.openxmlformats.org/officeDocument/2006/relationships/oleObject" Target="../embeddings/oleObject473.bin"/></Relationships>
</file>

<file path=ppt/slides/_rels/slide5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0.vml"/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466.wmf"/><Relationship Id="rId3" Type="http://schemas.openxmlformats.org/officeDocument/2006/relationships/oleObject" Target="../embeddings/oleObject480.bin"/><Relationship Id="rId2" Type="http://schemas.openxmlformats.org/officeDocument/2006/relationships/image" Target="../media/image465.wmf"/><Relationship Id="rId1" Type="http://schemas.openxmlformats.org/officeDocument/2006/relationships/oleObject" Target="../embeddings/oleObject479.bin"/></Relationships>
</file>

<file path=ppt/slides/_rels/slide5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85.bin"/><Relationship Id="rId8" Type="http://schemas.openxmlformats.org/officeDocument/2006/relationships/image" Target="../media/image470.wmf"/><Relationship Id="rId7" Type="http://schemas.openxmlformats.org/officeDocument/2006/relationships/oleObject" Target="../embeddings/oleObject484.bin"/><Relationship Id="rId6" Type="http://schemas.openxmlformats.org/officeDocument/2006/relationships/image" Target="../media/image469.wmf"/><Relationship Id="rId5" Type="http://schemas.openxmlformats.org/officeDocument/2006/relationships/oleObject" Target="../embeddings/oleObject483.bin"/><Relationship Id="rId4" Type="http://schemas.openxmlformats.org/officeDocument/2006/relationships/image" Target="../media/image468.wmf"/><Relationship Id="rId3" Type="http://schemas.openxmlformats.org/officeDocument/2006/relationships/oleObject" Target="../embeddings/oleObject482.bin"/><Relationship Id="rId20" Type="http://schemas.openxmlformats.org/officeDocument/2006/relationships/vmlDrawing" Target="../drawings/vmlDrawing51.vml"/><Relationship Id="rId2" Type="http://schemas.openxmlformats.org/officeDocument/2006/relationships/image" Target="../media/image467.wmf"/><Relationship Id="rId19" Type="http://schemas.openxmlformats.org/officeDocument/2006/relationships/slideLayout" Target="../slideLayouts/slideLayout18.xml"/><Relationship Id="rId18" Type="http://schemas.openxmlformats.org/officeDocument/2006/relationships/image" Target="../media/image475.wmf"/><Relationship Id="rId17" Type="http://schemas.openxmlformats.org/officeDocument/2006/relationships/oleObject" Target="../embeddings/oleObject489.bin"/><Relationship Id="rId16" Type="http://schemas.openxmlformats.org/officeDocument/2006/relationships/image" Target="../media/image474.wmf"/><Relationship Id="rId15" Type="http://schemas.openxmlformats.org/officeDocument/2006/relationships/oleObject" Target="../embeddings/oleObject488.bin"/><Relationship Id="rId14" Type="http://schemas.openxmlformats.org/officeDocument/2006/relationships/image" Target="../media/image473.wmf"/><Relationship Id="rId13" Type="http://schemas.openxmlformats.org/officeDocument/2006/relationships/oleObject" Target="../embeddings/oleObject487.bin"/><Relationship Id="rId12" Type="http://schemas.openxmlformats.org/officeDocument/2006/relationships/image" Target="../media/image472.wmf"/><Relationship Id="rId11" Type="http://schemas.openxmlformats.org/officeDocument/2006/relationships/oleObject" Target="../embeddings/oleObject486.bin"/><Relationship Id="rId10" Type="http://schemas.openxmlformats.org/officeDocument/2006/relationships/image" Target="../media/image471.wmf"/><Relationship Id="rId1" Type="http://schemas.openxmlformats.org/officeDocument/2006/relationships/oleObject" Target="../embeddings/oleObject481.bin"/></Relationships>
</file>

<file path=ppt/slides/_rels/slide5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94.bin"/><Relationship Id="rId8" Type="http://schemas.openxmlformats.org/officeDocument/2006/relationships/image" Target="../media/image477.wmf"/><Relationship Id="rId7" Type="http://schemas.openxmlformats.org/officeDocument/2006/relationships/oleObject" Target="../embeddings/oleObject493.bin"/><Relationship Id="rId6" Type="http://schemas.openxmlformats.org/officeDocument/2006/relationships/image" Target="../media/image476.wmf"/><Relationship Id="rId5" Type="http://schemas.openxmlformats.org/officeDocument/2006/relationships/oleObject" Target="../embeddings/oleObject492.bin"/><Relationship Id="rId4" Type="http://schemas.openxmlformats.org/officeDocument/2006/relationships/image" Target="../media/image475.wmf"/><Relationship Id="rId3" Type="http://schemas.openxmlformats.org/officeDocument/2006/relationships/oleObject" Target="../embeddings/oleObject491.bin"/><Relationship Id="rId2" Type="http://schemas.openxmlformats.org/officeDocument/2006/relationships/image" Target="../media/image474.wmf"/><Relationship Id="rId16" Type="http://schemas.openxmlformats.org/officeDocument/2006/relationships/vmlDrawing" Target="../drawings/vmlDrawing52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480.wmf"/><Relationship Id="rId13" Type="http://schemas.openxmlformats.org/officeDocument/2006/relationships/oleObject" Target="../embeddings/oleObject496.bin"/><Relationship Id="rId12" Type="http://schemas.openxmlformats.org/officeDocument/2006/relationships/image" Target="../media/image479.wmf"/><Relationship Id="rId11" Type="http://schemas.openxmlformats.org/officeDocument/2006/relationships/oleObject" Target="../embeddings/oleObject495.bin"/><Relationship Id="rId10" Type="http://schemas.openxmlformats.org/officeDocument/2006/relationships/image" Target="../media/image478.wmf"/><Relationship Id="rId1" Type="http://schemas.openxmlformats.org/officeDocument/2006/relationships/oleObject" Target="../embeddings/oleObject490.bin"/></Relationships>
</file>

<file path=ppt/slides/_rels/slide5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01.bin"/><Relationship Id="rId8" Type="http://schemas.openxmlformats.org/officeDocument/2006/relationships/image" Target="../media/image484.wmf"/><Relationship Id="rId7" Type="http://schemas.openxmlformats.org/officeDocument/2006/relationships/oleObject" Target="../embeddings/oleObject500.bin"/><Relationship Id="rId6" Type="http://schemas.openxmlformats.org/officeDocument/2006/relationships/image" Target="../media/image483.wmf"/><Relationship Id="rId5" Type="http://schemas.openxmlformats.org/officeDocument/2006/relationships/oleObject" Target="../embeddings/oleObject499.bin"/><Relationship Id="rId4" Type="http://schemas.openxmlformats.org/officeDocument/2006/relationships/image" Target="../media/image482.wmf"/><Relationship Id="rId3" Type="http://schemas.openxmlformats.org/officeDocument/2006/relationships/oleObject" Target="../embeddings/oleObject498.bin"/><Relationship Id="rId2" Type="http://schemas.openxmlformats.org/officeDocument/2006/relationships/image" Target="../media/image481.wmf"/><Relationship Id="rId14" Type="http://schemas.openxmlformats.org/officeDocument/2006/relationships/vmlDrawing" Target="../drawings/vmlDrawing53.vml"/><Relationship Id="rId13" Type="http://schemas.openxmlformats.org/officeDocument/2006/relationships/slideLayout" Target="../slideLayouts/slideLayout18.xml"/><Relationship Id="rId12" Type="http://schemas.openxmlformats.org/officeDocument/2006/relationships/image" Target="../media/image486.wmf"/><Relationship Id="rId11" Type="http://schemas.openxmlformats.org/officeDocument/2006/relationships/oleObject" Target="../embeddings/oleObject502.bin"/><Relationship Id="rId10" Type="http://schemas.openxmlformats.org/officeDocument/2006/relationships/image" Target="../media/image485.wmf"/><Relationship Id="rId1" Type="http://schemas.openxmlformats.org/officeDocument/2006/relationships/oleObject" Target="../embeddings/oleObject497.bin"/></Relationships>
</file>

<file path=ppt/slides/_rels/slide6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07.bin"/><Relationship Id="rId8" Type="http://schemas.openxmlformats.org/officeDocument/2006/relationships/image" Target="../media/image490.wmf"/><Relationship Id="rId7" Type="http://schemas.openxmlformats.org/officeDocument/2006/relationships/oleObject" Target="../embeddings/oleObject506.bin"/><Relationship Id="rId6" Type="http://schemas.openxmlformats.org/officeDocument/2006/relationships/image" Target="../media/image489.wmf"/><Relationship Id="rId5" Type="http://schemas.openxmlformats.org/officeDocument/2006/relationships/oleObject" Target="../embeddings/oleObject505.bin"/><Relationship Id="rId4" Type="http://schemas.openxmlformats.org/officeDocument/2006/relationships/image" Target="../media/image488.wmf"/><Relationship Id="rId3" Type="http://schemas.openxmlformats.org/officeDocument/2006/relationships/oleObject" Target="../embeddings/oleObject504.bin"/><Relationship Id="rId26" Type="http://schemas.openxmlformats.org/officeDocument/2006/relationships/vmlDrawing" Target="../drawings/vmlDrawing54.vml"/><Relationship Id="rId25" Type="http://schemas.openxmlformats.org/officeDocument/2006/relationships/slideLayout" Target="../slideLayouts/slideLayout18.xml"/><Relationship Id="rId24" Type="http://schemas.openxmlformats.org/officeDocument/2006/relationships/image" Target="../media/image498.wmf"/><Relationship Id="rId23" Type="http://schemas.openxmlformats.org/officeDocument/2006/relationships/oleObject" Target="../embeddings/oleObject514.bin"/><Relationship Id="rId22" Type="http://schemas.openxmlformats.org/officeDocument/2006/relationships/image" Target="../media/image497.wmf"/><Relationship Id="rId21" Type="http://schemas.openxmlformats.org/officeDocument/2006/relationships/oleObject" Target="../embeddings/oleObject513.bin"/><Relationship Id="rId20" Type="http://schemas.openxmlformats.org/officeDocument/2006/relationships/image" Target="../media/image496.wmf"/><Relationship Id="rId2" Type="http://schemas.openxmlformats.org/officeDocument/2006/relationships/image" Target="../media/image487.wmf"/><Relationship Id="rId19" Type="http://schemas.openxmlformats.org/officeDocument/2006/relationships/oleObject" Target="../embeddings/oleObject512.bin"/><Relationship Id="rId18" Type="http://schemas.openxmlformats.org/officeDocument/2006/relationships/image" Target="../media/image495.wmf"/><Relationship Id="rId17" Type="http://schemas.openxmlformats.org/officeDocument/2006/relationships/oleObject" Target="../embeddings/oleObject511.bin"/><Relationship Id="rId16" Type="http://schemas.openxmlformats.org/officeDocument/2006/relationships/image" Target="../media/image494.wmf"/><Relationship Id="rId15" Type="http://schemas.openxmlformats.org/officeDocument/2006/relationships/oleObject" Target="../embeddings/oleObject510.bin"/><Relationship Id="rId14" Type="http://schemas.openxmlformats.org/officeDocument/2006/relationships/image" Target="../media/image493.wmf"/><Relationship Id="rId13" Type="http://schemas.openxmlformats.org/officeDocument/2006/relationships/oleObject" Target="../embeddings/oleObject509.bin"/><Relationship Id="rId12" Type="http://schemas.openxmlformats.org/officeDocument/2006/relationships/image" Target="../media/image492.wmf"/><Relationship Id="rId11" Type="http://schemas.openxmlformats.org/officeDocument/2006/relationships/oleObject" Target="../embeddings/oleObject508.bin"/><Relationship Id="rId10" Type="http://schemas.openxmlformats.org/officeDocument/2006/relationships/image" Target="../media/image491.wmf"/><Relationship Id="rId1" Type="http://schemas.openxmlformats.org/officeDocument/2006/relationships/oleObject" Target="../embeddings/oleObject503.bin"/></Relationships>
</file>

<file path=ppt/slides/_rels/slide6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486.wmf"/><Relationship Id="rId7" Type="http://schemas.openxmlformats.org/officeDocument/2006/relationships/oleObject" Target="../embeddings/oleObject518.bin"/><Relationship Id="rId6" Type="http://schemas.openxmlformats.org/officeDocument/2006/relationships/image" Target="../media/image501.wmf"/><Relationship Id="rId5" Type="http://schemas.openxmlformats.org/officeDocument/2006/relationships/oleObject" Target="../embeddings/oleObject517.bin"/><Relationship Id="rId4" Type="http://schemas.openxmlformats.org/officeDocument/2006/relationships/image" Target="../media/image500.wmf"/><Relationship Id="rId3" Type="http://schemas.openxmlformats.org/officeDocument/2006/relationships/oleObject" Target="../embeddings/oleObject516.bin"/><Relationship Id="rId2" Type="http://schemas.openxmlformats.org/officeDocument/2006/relationships/image" Target="../media/image499.wmf"/><Relationship Id="rId10" Type="http://schemas.openxmlformats.org/officeDocument/2006/relationships/vmlDrawing" Target="../drawings/vmlDrawing55.vml"/><Relationship Id="rId1" Type="http://schemas.openxmlformats.org/officeDocument/2006/relationships/oleObject" Target="../embeddings/oleObject515.bin"/></Relationships>
</file>

<file path=ppt/slides/_rels/slide6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501.wmf"/><Relationship Id="rId7" Type="http://schemas.openxmlformats.org/officeDocument/2006/relationships/oleObject" Target="../embeddings/oleObject522.bin"/><Relationship Id="rId6" Type="http://schemas.openxmlformats.org/officeDocument/2006/relationships/image" Target="../media/image504.wmf"/><Relationship Id="rId5" Type="http://schemas.openxmlformats.org/officeDocument/2006/relationships/oleObject" Target="../embeddings/oleObject521.bin"/><Relationship Id="rId4" Type="http://schemas.openxmlformats.org/officeDocument/2006/relationships/image" Target="../media/image503.wmf"/><Relationship Id="rId3" Type="http://schemas.openxmlformats.org/officeDocument/2006/relationships/oleObject" Target="../embeddings/oleObject520.bin"/><Relationship Id="rId2" Type="http://schemas.openxmlformats.org/officeDocument/2006/relationships/image" Target="../media/image502.wmf"/><Relationship Id="rId10" Type="http://schemas.openxmlformats.org/officeDocument/2006/relationships/vmlDrawing" Target="../drawings/vmlDrawing56.vml"/><Relationship Id="rId1" Type="http://schemas.openxmlformats.org/officeDocument/2006/relationships/oleObject" Target="../embeddings/oleObject519.bin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64638" y="2199114"/>
            <a:ext cx="363589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latin typeface="+mn-ea"/>
              </a:rPr>
              <a:t>本小节内容提要：</a:t>
            </a:r>
            <a:endParaRPr lang="zh-CN" altLang="en-US" sz="3600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4" name="TextBox 3">
            <a:hlinkClick r:id="" action="ppaction://noaction"/>
          </p:cNvPr>
          <p:cNvSpPr txBox="1"/>
          <p:nvPr/>
        </p:nvSpPr>
        <p:spPr>
          <a:xfrm>
            <a:off x="2799383" y="3055392"/>
            <a:ext cx="496855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一. 无穷小量的比较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TextBox 4">
            <a:hlinkClick r:id="" action="ppaction://noaction"/>
          </p:cNvPr>
          <p:cNvSpPr txBox="1"/>
          <p:nvPr/>
        </p:nvSpPr>
        <p:spPr>
          <a:xfrm>
            <a:off x="2799000" y="3912533"/>
            <a:ext cx="496855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二．等价无穷量小替换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529330" y="958215"/>
            <a:ext cx="609600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-609600"/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1.3.2  无穷小量的比较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indent="-609600"/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等价无穷小量替换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44626" y="756633"/>
            <a:ext cx="496855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无穷小量的比较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" name="Object 27"/>
          <p:cNvGraphicFramePr>
            <a:graphicFrameLocks noChangeAspect="1"/>
          </p:cNvGraphicFramePr>
          <p:nvPr/>
        </p:nvGraphicFramePr>
        <p:xfrm>
          <a:off x="3548063" y="1594579"/>
          <a:ext cx="1435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89" name="Equation" r:id="rId1" imgW="34442400" imgH="10363200" progId="Equation.DSMT4">
                  <p:embed/>
                </p:oleObj>
              </mc:Choice>
              <mc:Fallback>
                <p:oleObj name="Equation" r:id="rId1" imgW="34442400" imgH="10363200" progId="Equation.DSMT4">
                  <p:embed/>
                  <p:pic>
                    <p:nvPicPr>
                      <p:cNvPr id="0" name="图片 3788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48063" y="1594579"/>
                        <a:ext cx="14351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28"/>
          <p:cNvSpPr txBox="1">
            <a:spLocks noChangeArrowheads="1"/>
          </p:cNvSpPr>
          <p:nvPr/>
        </p:nvSpPr>
        <p:spPr bwMode="auto">
          <a:xfrm>
            <a:off x="6925653" y="1524952"/>
            <a:ext cx="2133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都是无穷小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endParaRPr kumimoji="1"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Text Box 29"/>
          <p:cNvSpPr txBox="1">
            <a:spLocks noChangeArrowheads="1"/>
          </p:cNvSpPr>
          <p:nvPr/>
        </p:nvSpPr>
        <p:spPr bwMode="auto">
          <a:xfrm>
            <a:off x="2334603" y="1539240"/>
            <a:ext cx="1371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引例 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.</a:t>
            </a:r>
            <a:endParaRPr kumimoji="1" lang="en-US" altLang="zh-CN" sz="2800" b="1" dirty="0">
              <a:solidFill>
                <a:schemeClr val="tx1"/>
              </a:solidFill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6" name="Object 30"/>
          <p:cNvGraphicFramePr>
            <a:graphicFrameLocks noChangeAspect="1"/>
          </p:cNvGraphicFramePr>
          <p:nvPr/>
        </p:nvGraphicFramePr>
        <p:xfrm>
          <a:off x="3713163" y="2153379"/>
          <a:ext cx="9017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87" name="Equation" r:id="rId3" imgW="21640800" imgH="21336000" progId="Equation.DSMT4">
                  <p:embed/>
                </p:oleObj>
              </mc:Choice>
              <mc:Fallback>
                <p:oleObj name="Equation" r:id="rId3" imgW="21640800" imgH="21336000" progId="Equation.DSMT4">
                  <p:embed/>
                  <p:pic>
                    <p:nvPicPr>
                      <p:cNvPr id="0" name="图片 3798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13163" y="2153379"/>
                        <a:ext cx="9017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1"/>
          <p:cNvGraphicFramePr>
            <a:graphicFrameLocks noChangeAspect="1"/>
          </p:cNvGraphicFramePr>
          <p:nvPr/>
        </p:nvGraphicFramePr>
        <p:xfrm>
          <a:off x="4763852" y="2475344"/>
          <a:ext cx="5715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88" name="Equation" r:id="rId5" imgW="13716000" imgH="8839200" progId="Equation.DSMT4">
                  <p:embed/>
                </p:oleObj>
              </mc:Choice>
              <mc:Fallback>
                <p:oleObj name="Equation" r:id="rId5" imgW="13716000" imgH="8839200" progId="Equation.DSMT4">
                  <p:embed/>
                  <p:pic>
                    <p:nvPicPr>
                      <p:cNvPr id="0" name="图片 37987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63852" y="2475344"/>
                        <a:ext cx="571500" cy="368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2"/>
          <p:cNvGraphicFramePr>
            <a:graphicFrameLocks noChangeAspect="1"/>
          </p:cNvGraphicFramePr>
          <p:nvPr/>
        </p:nvGraphicFramePr>
        <p:xfrm>
          <a:off x="4678363" y="3290029"/>
          <a:ext cx="1257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89" name="Equation" r:id="rId7" imgW="30175200" imgH="20116800" progId="Equation.DSMT4">
                  <p:embed/>
                </p:oleObj>
              </mc:Choice>
              <mc:Fallback>
                <p:oleObj name="Equation" r:id="rId7" imgW="30175200" imgH="20116800" progId="Equation.DSMT4">
                  <p:embed/>
                  <p:pic>
                    <p:nvPicPr>
                      <p:cNvPr id="0" name="图片 37988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78363" y="3290029"/>
                        <a:ext cx="12573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3"/>
          <p:cNvGraphicFramePr>
            <a:graphicFrameLocks noChangeAspect="1"/>
          </p:cNvGraphicFramePr>
          <p:nvPr/>
        </p:nvGraphicFramePr>
        <p:xfrm>
          <a:off x="6069013" y="3577367"/>
          <a:ext cx="698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90" name="Equation" r:id="rId9" imgW="16764000" imgH="7620000" progId="Equation.DSMT4">
                  <p:embed/>
                </p:oleObj>
              </mc:Choice>
              <mc:Fallback>
                <p:oleObj name="Equation" r:id="rId9" imgW="16764000" imgH="7620000" progId="Equation.DSMT4">
                  <p:embed/>
                  <p:pic>
                    <p:nvPicPr>
                      <p:cNvPr id="0" name="图片 37989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069013" y="3577367"/>
                        <a:ext cx="6985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4"/>
          <p:cNvGraphicFramePr>
            <a:graphicFrameLocks noChangeAspect="1"/>
          </p:cNvGraphicFramePr>
          <p:nvPr/>
        </p:nvGraphicFramePr>
        <p:xfrm>
          <a:off x="6284913" y="2204179"/>
          <a:ext cx="1257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91" name="Equation" r:id="rId11" imgW="30175200" imgH="20116800" progId="Equation.DSMT4">
                  <p:embed/>
                </p:oleObj>
              </mc:Choice>
              <mc:Fallback>
                <p:oleObj name="Equation" r:id="rId11" imgW="30175200" imgH="20116800" progId="Equation.DSMT4">
                  <p:embed/>
                  <p:pic>
                    <p:nvPicPr>
                      <p:cNvPr id="0" name="图片 37990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284913" y="2204179"/>
                        <a:ext cx="12573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5"/>
          <p:cNvGraphicFramePr>
            <a:graphicFrameLocks noChangeAspect="1"/>
          </p:cNvGraphicFramePr>
          <p:nvPr/>
        </p:nvGraphicFramePr>
        <p:xfrm>
          <a:off x="7643813" y="2205767"/>
          <a:ext cx="635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92" name="Equation" r:id="rId13" imgW="15240000" imgH="20116800" progId="Equation.DSMT4">
                  <p:embed/>
                </p:oleObj>
              </mc:Choice>
              <mc:Fallback>
                <p:oleObj name="Equation" r:id="rId13" imgW="15240000" imgH="20116800" progId="Equation.DSMT4">
                  <p:embed/>
                  <p:pic>
                    <p:nvPicPr>
                      <p:cNvPr id="0" name="图片 37991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643813" y="2205767"/>
                        <a:ext cx="6350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36"/>
          <p:cNvSpPr txBox="1">
            <a:spLocks noChangeArrowheads="1"/>
          </p:cNvSpPr>
          <p:nvPr/>
        </p:nvSpPr>
        <p:spPr bwMode="auto">
          <a:xfrm>
            <a:off x="8906853" y="1523365"/>
            <a:ext cx="6292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但</a:t>
            </a:r>
            <a:r>
              <a:rPr kumimoji="1" lang="zh-CN" altLang="en-US" sz="2800" dirty="0">
                <a:latin typeface="Times New Roman" panose="02020603050405020304" pitchFamily="18" charset="0"/>
                <a:ea typeface="楷体_GB2312" charset="-122"/>
              </a:rPr>
              <a:t> </a:t>
            </a:r>
            <a:endParaRPr kumimoji="1" lang="zh-CN" altLang="en-US" sz="2800" dirty="0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13" name="Text Box 37"/>
          <p:cNvSpPr txBox="1">
            <a:spLocks noChangeArrowheads="1"/>
          </p:cNvSpPr>
          <p:nvPr/>
        </p:nvSpPr>
        <p:spPr bwMode="auto">
          <a:xfrm>
            <a:off x="2461603" y="4430395"/>
            <a:ext cx="608266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可见无穷小趋于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的速度是多样的 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endParaRPr kumimoji="1"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4" name="Object 38"/>
          <p:cNvGraphicFramePr>
            <a:graphicFrameLocks noChangeAspect="1"/>
          </p:cNvGraphicFramePr>
          <p:nvPr/>
        </p:nvGraphicFramePr>
        <p:xfrm>
          <a:off x="5110163" y="1543779"/>
          <a:ext cx="1727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93" name="Equation" r:id="rId15" imgW="41452800" imgH="10972800" progId="Equation.DSMT4">
                  <p:embed/>
                </p:oleObj>
              </mc:Choice>
              <mc:Fallback>
                <p:oleObj name="Equation" r:id="rId15" imgW="41452800" imgH="10972800" progId="Equation.DSMT4">
                  <p:embed/>
                  <p:pic>
                    <p:nvPicPr>
                      <p:cNvPr id="0" name="图片 37992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110163" y="1543779"/>
                        <a:ext cx="17272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/>
        </p:nvGraphicFramePr>
        <p:xfrm>
          <a:off x="2169721" y="4064799"/>
          <a:ext cx="2097132" cy="827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3" name="Equation" r:id="rId1" imgW="24079200" imgH="9448800" progId="Equation.DSMT4">
                  <p:embed/>
                </p:oleObj>
              </mc:Choice>
              <mc:Fallback>
                <p:oleObj name="Equation" r:id="rId1" imgW="24079200" imgH="9448800" progId="Equation.DSMT4">
                  <p:embed/>
                  <p:pic>
                    <p:nvPicPr>
                      <p:cNvPr id="0" name="图片 3891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69721" y="4064799"/>
                        <a:ext cx="2097132" cy="82720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1127125" y="789940"/>
            <a:ext cx="1295400" cy="64452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2166675" y="1405028"/>
          <a:ext cx="1405855" cy="8310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23" name="Equation" r:id="rId3" imgW="16154400" imgH="9448800" progId="Equation.DSMT4">
                  <p:embed/>
                </p:oleObj>
              </mc:Choice>
              <mc:Fallback>
                <p:oleObj name="Equation" r:id="rId3" imgW="16154400" imgH="9448800" progId="Equation.DSMT4">
                  <p:embed/>
                  <p:pic>
                    <p:nvPicPr>
                      <p:cNvPr id="0" name="图片 3902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66675" y="1405028"/>
                        <a:ext cx="1405855" cy="83108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584325" y="1550015"/>
            <a:ext cx="838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3656927" y="1514793"/>
            <a:ext cx="5167727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则称 </a:t>
            </a:r>
            <a:r>
              <a:rPr kumimoji="1" lang="zh-CN" altLang="en-US" sz="2800" b="1" i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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是比 </a:t>
            </a:r>
            <a:r>
              <a:rPr kumimoji="1" lang="zh-CN" altLang="en-US" sz="2800" b="1" i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 </a:t>
            </a:r>
            <a:r>
              <a:rPr kumimoji="1" lang="zh-CN" altLang="en-US" sz="2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高阶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的无穷小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,</a:t>
            </a:r>
            <a:endParaRPr kumimoji="1"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9436184" y="1595227"/>
          <a:ext cx="1238862" cy="4310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24" name="Equation" r:id="rId5" imgW="14325600" imgH="4876800" progId="Equation.DSMT4">
                  <p:embed/>
                </p:oleObj>
              </mc:Choice>
              <mc:Fallback>
                <p:oleObj name="Equation" r:id="rId5" imgW="14325600" imgH="4876800" progId="Equation.DSMT4">
                  <p:embed/>
                  <p:pic>
                    <p:nvPicPr>
                      <p:cNvPr id="0" name="图片 39023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436184" y="1595227"/>
                        <a:ext cx="1238862" cy="43107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2169532" y="2311808"/>
          <a:ext cx="1487411" cy="831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25" name="Equation" r:id="rId7" imgW="17068800" imgH="9448800" progId="Equation.DSMT4">
                  <p:embed/>
                </p:oleObj>
              </mc:Choice>
              <mc:Fallback>
                <p:oleObj name="Equation" r:id="rId7" imgW="17068800" imgH="9448800" progId="Equation.DSMT4">
                  <p:embed/>
                  <p:pic>
                    <p:nvPicPr>
                      <p:cNvPr id="0" name="图片 39024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69532" y="2311808"/>
                        <a:ext cx="1487411" cy="8310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1584325" y="2460943"/>
            <a:ext cx="838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1584325" y="3342323"/>
            <a:ext cx="838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1584325" y="4206875"/>
            <a:ext cx="838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3090600" y="4907688"/>
          <a:ext cx="1355367" cy="831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26" name="Equation" r:id="rId9" imgW="15544800" imgH="9448800" progId="Equation.DSMT4">
                  <p:embed/>
                </p:oleObj>
              </mc:Choice>
              <mc:Fallback>
                <p:oleObj name="Equation" r:id="rId9" imgW="15544800" imgH="9448800" progId="Equation.DSMT4">
                  <p:embed/>
                  <p:pic>
                    <p:nvPicPr>
                      <p:cNvPr id="0" name="图片 39025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090600" y="4907688"/>
                        <a:ext cx="1355367" cy="8310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1131570" y="5046980"/>
            <a:ext cx="208534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特别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地，若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9916371" y="5626143"/>
          <a:ext cx="850505" cy="4388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27" name="Equation" r:id="rId11" imgW="9753600" imgH="4876800" progId="Equation.DSMT4">
                  <p:embed/>
                </p:oleObj>
              </mc:Choice>
              <mc:Fallback>
                <p:oleObj name="Equation" r:id="rId11" imgW="9753600" imgH="4876800" progId="Equation.DSMT4">
                  <p:embed/>
                  <p:pic>
                    <p:nvPicPr>
                      <p:cNvPr id="0" name="图片 3902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916371" y="5626143"/>
                        <a:ext cx="850505" cy="43884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9915736" y="5106010"/>
          <a:ext cx="850505" cy="4349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28" name="Equation" r:id="rId13" imgW="9753600" imgH="4876800" progId="Equation.DSMT4">
                  <p:embed/>
                </p:oleObj>
              </mc:Choice>
              <mc:Fallback>
                <p:oleObj name="Equation" r:id="rId13" imgW="9753600" imgH="4876800" progId="Equation.DSMT4">
                  <p:embed/>
                  <p:pic>
                    <p:nvPicPr>
                      <p:cNvPr id="0" name="图片 39027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915736" y="5106010"/>
                        <a:ext cx="850505" cy="43496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2166546" y="3217953"/>
          <a:ext cx="1965090" cy="831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29" name="Equation" r:id="rId15" imgW="22555200" imgH="9448800" progId="Equation.DSMT4">
                  <p:embed/>
                </p:oleObj>
              </mc:Choice>
              <mc:Fallback>
                <p:oleObj name="Equation" r:id="rId15" imgW="22555200" imgH="9448800" progId="Equation.DSMT4">
                  <p:embed/>
                  <p:pic>
                    <p:nvPicPr>
                      <p:cNvPr id="0" name="图片 39028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166546" y="3217953"/>
                        <a:ext cx="1965090" cy="8310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9436100" y="5583917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8" name="Group 18"/>
          <p:cNvGrpSpPr/>
          <p:nvPr/>
        </p:nvGrpSpPr>
        <p:grpSpPr bwMode="auto">
          <a:xfrm>
            <a:off x="2422525" y="792163"/>
            <a:ext cx="8334375" cy="536575"/>
            <a:chOff x="912" y="129"/>
            <a:chExt cx="5250" cy="338"/>
          </a:xfrm>
        </p:grpSpPr>
        <p:graphicFrame>
          <p:nvGraphicFramePr>
            <p:cNvPr id="19" name="Object 19"/>
            <p:cNvGraphicFramePr>
              <a:graphicFrameLocks noChangeAspect="1"/>
            </p:cNvGraphicFramePr>
            <p:nvPr/>
          </p:nvGraphicFramePr>
          <p:xfrm>
            <a:off x="1250" y="153"/>
            <a:ext cx="483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30" name="Equation" r:id="rId17" imgW="8229600" imgH="4876800" progId="Equation.DSMT4">
                    <p:embed/>
                  </p:oleObj>
                </mc:Choice>
                <mc:Fallback>
                  <p:oleObj name="Equation" r:id="rId17" imgW="8229600" imgH="4876800" progId="Equation.DSMT4">
                    <p:embed/>
                    <p:pic>
                      <p:nvPicPr>
                        <p:cNvPr id="0" name="图片 3902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250" y="153"/>
                          <a:ext cx="483" cy="29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Text Box 20"/>
            <p:cNvSpPr txBox="1">
              <a:spLocks noChangeArrowheads="1"/>
            </p:cNvSpPr>
            <p:nvPr/>
          </p:nvSpPr>
          <p:spPr bwMode="auto">
            <a:xfrm>
              <a:off x="912" y="129"/>
              <a:ext cx="340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设</a:t>
              </a:r>
              <a:endPara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1708" y="138"/>
                  <a:ext cx="4454" cy="32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1" lang="zh-CN" altLang="en-US" sz="2800" b="1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是自变量同一变化过程中的无穷小</a:t>
                  </a:r>
                  <a:r>
                    <a:rPr kumimoji="1" lang="en-US" altLang="zh-CN" sz="2800" b="1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,</a:t>
                  </a:r>
                  <a:r>
                    <a:rPr kumimoji="1" lang="zh-CN" altLang="en-US" sz="2800" b="1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且</a:t>
                  </a:r>
                  <a14:m>
                    <m:oMath xmlns:m="http://schemas.openxmlformats.org/officeDocument/2006/math">
                      <m:r>
                        <a:rPr kumimoji="1" lang="en-US" altLang="zh-CN" sz="2800" b="1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𝜶</m:t>
                      </m:r>
                      <m:r>
                        <a:rPr kumimoji="1" lang="en-US" altLang="zh-CN" sz="2800" b="1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≠</m:t>
                      </m:r>
                      <m:r>
                        <a:rPr kumimoji="1" lang="en-US" altLang="zh-CN" sz="2800" b="1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𝟎</m:t>
                      </m:r>
                      <m:r>
                        <a:rPr kumimoji="1" lang="en-US" altLang="zh-CN" sz="2800" b="1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a14:m>
                  <a:endParaRPr kumimoji="1" lang="en-US" altLang="zh-CN" sz="2800" b="1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>
            <p:sp>
              <p:nvSpPr>
                <p:cNvPr id="21" name="Text 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08" y="138"/>
                  <a:ext cx="4454" cy="329"/>
                </a:xfrm>
                <a:prstGeom prst="rect">
                  <a:avLst/>
                </a:prstGeom>
                <a:blipFill rotWithShape="1">
                  <a:blip r:embed="rId19"/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2" name="Text Box 22"/>
          <p:cNvSpPr txBox="1">
            <a:spLocks noChangeArrowheads="1"/>
          </p:cNvSpPr>
          <p:nvPr/>
        </p:nvSpPr>
        <p:spPr bwMode="auto">
          <a:xfrm>
            <a:off x="8642350" y="1515110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记作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Text Box 23"/>
          <p:cNvSpPr txBox="1">
            <a:spLocks noChangeArrowheads="1"/>
          </p:cNvSpPr>
          <p:nvPr/>
        </p:nvSpPr>
        <p:spPr bwMode="auto">
          <a:xfrm>
            <a:off x="3813840" y="2460625"/>
            <a:ext cx="5204047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则称 </a:t>
            </a:r>
            <a:r>
              <a:rPr kumimoji="1" lang="zh-CN" altLang="en-US" sz="2800" b="1" i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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是比 </a:t>
            </a:r>
            <a:r>
              <a:rPr kumimoji="1" lang="zh-CN" altLang="en-US" sz="2800" b="1" i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 </a:t>
            </a: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低阶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的无穷小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;</a:t>
            </a:r>
            <a:endParaRPr kumimoji="1"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Text Box 24"/>
          <p:cNvSpPr txBox="1">
            <a:spLocks noChangeArrowheads="1"/>
          </p:cNvSpPr>
          <p:nvPr/>
        </p:nvSpPr>
        <p:spPr bwMode="auto">
          <a:xfrm>
            <a:off x="4183148" y="3357880"/>
            <a:ext cx="5023718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则称 </a:t>
            </a:r>
            <a:r>
              <a:rPr kumimoji="1" lang="zh-CN" altLang="en-US" sz="2800" b="1" i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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是 </a:t>
            </a:r>
            <a:r>
              <a:rPr kumimoji="1" lang="zh-CN" altLang="en-US" sz="2800" b="1" i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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的</a:t>
            </a:r>
            <a:r>
              <a:rPr kumimoji="1" lang="zh-CN" altLang="en-US" sz="2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同阶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无穷小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;</a:t>
            </a:r>
            <a:endParaRPr kumimoji="1"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Text Box 25"/>
          <p:cNvSpPr txBox="1">
            <a:spLocks noChangeArrowheads="1"/>
          </p:cNvSpPr>
          <p:nvPr/>
        </p:nvSpPr>
        <p:spPr bwMode="auto">
          <a:xfrm>
            <a:off x="4266333" y="4202113"/>
            <a:ext cx="5832647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则称 </a:t>
            </a:r>
            <a:r>
              <a:rPr kumimoji="1" lang="zh-CN" altLang="en-US" sz="2800" b="1" i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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是关于 </a:t>
            </a:r>
            <a:r>
              <a:rPr kumimoji="1" lang="zh-CN" altLang="en-US" sz="2800" b="1" i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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的</a:t>
            </a:r>
            <a:r>
              <a:rPr kumimoji="1" lang="zh-CN" altLang="en-US" sz="2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kumimoji="1" lang="en-US" altLang="zh-CN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kumimoji="1" lang="en-US" altLang="zh-CN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2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阶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无穷小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;</a:t>
            </a:r>
            <a:endParaRPr kumimoji="1" lang="en-US" altLang="zh-CN" sz="2800" b="1" dirty="0">
              <a:latin typeface="黑体" panose="02010609060101010101" pitchFamily="49" charset="-122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26" name="Text Box 26"/>
          <p:cNvSpPr txBox="1">
            <a:spLocks noChangeArrowheads="1"/>
          </p:cNvSpPr>
          <p:nvPr/>
        </p:nvSpPr>
        <p:spPr bwMode="auto">
          <a:xfrm>
            <a:off x="4446306" y="5046980"/>
            <a:ext cx="495868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则称 </a:t>
            </a:r>
            <a:r>
              <a:rPr lang="zh-CN" altLang="en-US" sz="2800" b="1" i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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是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i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</a:t>
            </a:r>
            <a:r>
              <a:rPr lang="zh-CN" altLang="en-US" sz="28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kumimoji="1" lang="zh-CN" altLang="en-US" sz="2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等价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无穷小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" name="Text Box 27"/>
          <p:cNvSpPr txBox="1">
            <a:spLocks noChangeArrowheads="1"/>
          </p:cNvSpPr>
          <p:nvPr/>
        </p:nvSpPr>
        <p:spPr bwMode="auto">
          <a:xfrm>
            <a:off x="9017635" y="5062220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记作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2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2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2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2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500"/>
                            </p:stCondLst>
                            <p:childTnLst>
                              <p:par>
                                <p:cTn id="1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1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1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1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500"/>
                            </p:stCondLst>
                            <p:childTnLst>
                              <p:par>
                                <p:cTn id="1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 autoUpdateAnimBg="0"/>
      <p:bldP spid="6" grpId="0" autoUpdateAnimBg="0" uiExpand="1" build="p"/>
      <p:bldP spid="9" grpId="0" bldLvl="0" animBg="1" autoUpdateAnimBg="0"/>
      <p:bldP spid="10" grpId="0" bldLvl="0" animBg="1" autoUpdateAnimBg="0"/>
      <p:bldP spid="11" grpId="0" bldLvl="0" animBg="1" autoUpdateAnimBg="0"/>
      <p:bldP spid="13" grpId="0" bldLvl="0" animBg="1" autoUpdateAnimBg="0"/>
      <p:bldP spid="17" grpId="0" autoUpdateAnimBg="0" uiExpand="1" build="p"/>
      <p:bldP spid="22" grpId="0" autoUpdateAnimBg="0" build="p"/>
      <p:bldP spid="23" grpId="0" autoUpdateAnimBg="0" uiExpand="1" build="p"/>
      <p:bldP spid="24" grpId="0" autoUpdateAnimBg="0" uiExpand="1" build="p"/>
      <p:bldP spid="25" grpId="0" autoUpdateAnimBg="0" uiExpand="1" build="p"/>
      <p:bldP spid="26" grpId="0" autoUpdateAnimBg="0" uiExpand="1" build="p"/>
      <p:bldP spid="27" grpId="0" autoUpdateAnimBg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057400" y="1051560"/>
            <a:ext cx="2327275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例如</a:t>
            </a:r>
            <a:r>
              <a:rPr lang="en-US" altLang="zh-CN" sz="2800" b="1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800" b="1" smtClean="0">
                <a:latin typeface="黑体" panose="02010609060101010101" pitchFamily="49" charset="-122"/>
                <a:ea typeface="黑体" panose="02010609060101010101" pitchFamily="49" charset="-122"/>
              </a:rPr>
              <a:t>当</a:t>
            </a:r>
            <a:endParaRPr lang="zh-CN" altLang="en-US" sz="2800" b="1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3561115" y="1800284"/>
          <a:ext cx="1505032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1" name="Equation" r:id="rId1" imgW="32918400" imgH="9448800" progId="Equation.DSMT4">
                  <p:embed/>
                </p:oleObj>
              </mc:Choice>
              <mc:Fallback>
                <p:oleObj name="Equation" r:id="rId1" imgW="32918400" imgH="9448800" progId="Equation.DSMT4">
                  <p:embed/>
                  <p:pic>
                    <p:nvPicPr>
                      <p:cNvPr id="0" name="图片 4096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61115" y="1800284"/>
                        <a:ext cx="1505032" cy="43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6207760" y="1774726"/>
            <a:ext cx="838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～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3657635" y="1113195"/>
          <a:ext cx="949598" cy="408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2" name="Equation" r:id="rId3" imgW="10058400" imgH="4267200" progId="Equation.DSMT4">
                  <p:embed/>
                </p:oleObj>
              </mc:Choice>
              <mc:Fallback>
                <p:oleObj name="Equation" r:id="rId3" imgW="10058400" imgH="4267200" progId="Equation.DSMT4">
                  <p:embed/>
                  <p:pic>
                    <p:nvPicPr>
                      <p:cNvPr id="0" name="图片 4096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57635" y="1113195"/>
                        <a:ext cx="949598" cy="4087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1708150" y="1449388"/>
            <a:ext cx="182880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kumimoji="1" lang="zh-CN" altLang="zh-CN" sz="32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4606925" y="1061403"/>
            <a:ext cx="685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时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3121343" y="1702118"/>
          <a:ext cx="406000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3" name="Equation" r:id="rId5" imgW="8839200" imgH="10972800" progId="Equation.DSMT4">
                  <p:embed/>
                </p:oleObj>
              </mc:Choice>
              <mc:Fallback>
                <p:oleObj name="Equation" r:id="rId5" imgW="8839200" imgH="10972800" progId="Equation.DSMT4">
                  <p:embed/>
                  <p:pic>
                    <p:nvPicPr>
                      <p:cNvPr id="0" name="图片 4096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21343" y="1702118"/>
                        <a:ext cx="406000" cy="504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4318000" y="1774508"/>
          <a:ext cx="558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4" name="Equation" r:id="rId7" imgW="13411200" imgH="10972800" progId="Equation.DSMT4">
                  <p:embed/>
                </p:oleObj>
              </mc:Choice>
              <mc:Fallback>
                <p:oleObj name="Equation" r:id="rId7" imgW="13411200" imgH="10972800" progId="Equation.DSMT4">
                  <p:embed/>
                  <p:pic>
                    <p:nvPicPr>
                      <p:cNvPr id="0" name="图片 4096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18000" y="1774508"/>
                        <a:ext cx="5588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5067618" y="1774508"/>
          <a:ext cx="1212387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5" name="Equation" r:id="rId9" imgW="26517600" imgH="9448800" progId="Equation.DSMT4">
                  <p:embed/>
                </p:oleObj>
              </mc:Choice>
              <mc:Fallback>
                <p:oleObj name="Equation" r:id="rId9" imgW="26517600" imgH="9448800" progId="Equation.DSMT4">
                  <p:embed/>
                  <p:pic>
                    <p:nvPicPr>
                      <p:cNvPr id="0" name="图片 4096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067618" y="1774508"/>
                        <a:ext cx="1212387" cy="43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6703060" y="1871663"/>
          <a:ext cx="270000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6" name="Equation" r:id="rId11" imgW="5486400" imgH="7315200" progId="Equation.DSMT4">
                  <p:embed/>
                </p:oleObj>
              </mc:Choice>
              <mc:Fallback>
                <p:oleObj name="Equation" r:id="rId11" imgW="5486400" imgH="7315200" progId="Equation.DSMT4">
                  <p:embed/>
                  <p:pic>
                    <p:nvPicPr>
                      <p:cNvPr id="0" name="图片 4096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703060" y="1871663"/>
                        <a:ext cx="270000" cy="360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6972618" y="1838325"/>
          <a:ext cx="1215310" cy="3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7" name="Equation" r:id="rId13" imgW="27127200" imgH="8839200" progId="Equation.DSMT4">
                  <p:embed/>
                </p:oleObj>
              </mc:Choice>
              <mc:Fallback>
                <p:oleObj name="Equation" r:id="rId13" imgW="27127200" imgH="8839200" progId="Equation.DSMT4">
                  <p:embed/>
                  <p:pic>
                    <p:nvPicPr>
                      <p:cNvPr id="0" name="图片 4096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972618" y="1838325"/>
                        <a:ext cx="1215310" cy="39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8187948" y="1775361"/>
            <a:ext cx="838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～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8717915" y="1895475"/>
          <a:ext cx="270000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8" name="Equation" r:id="rId15" imgW="5486400" imgH="7315200" progId="Equation.DSMT4">
                  <p:embed/>
                </p:oleObj>
              </mc:Choice>
              <mc:Fallback>
                <p:oleObj name="Equation" r:id="rId15" imgW="5486400" imgH="7315200" progId="Equation.DSMT4">
                  <p:embed/>
                  <p:pic>
                    <p:nvPicPr>
                      <p:cNvPr id="0" name="图片 4096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717915" y="1895475"/>
                        <a:ext cx="270000" cy="360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8"/>
          <p:cNvGraphicFramePr>
            <a:graphicFrameLocks noChangeAspect="1"/>
          </p:cNvGraphicFramePr>
          <p:nvPr/>
        </p:nvGraphicFramePr>
        <p:xfrm>
          <a:off x="3319780" y="2447290"/>
          <a:ext cx="1727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9" name="Equation" r:id="rId17" imgW="41452800" imgH="20116800" progId="Equation.DSMT4">
                  <p:embed/>
                </p:oleObj>
              </mc:Choice>
              <mc:Fallback>
                <p:oleObj name="Equation" r:id="rId17" imgW="41452800" imgH="20116800" progId="Equation.DSMT4">
                  <p:embed/>
                  <p:pic>
                    <p:nvPicPr>
                      <p:cNvPr id="0" name="图片 40968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319780" y="2447290"/>
                        <a:ext cx="17272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9"/>
          <p:cNvGraphicFramePr>
            <a:graphicFrameLocks noChangeAspect="1"/>
          </p:cNvGraphicFramePr>
          <p:nvPr/>
        </p:nvGraphicFramePr>
        <p:xfrm>
          <a:off x="5152390" y="2452370"/>
          <a:ext cx="18796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0" name="Equation" r:id="rId19" imgW="45110400" imgH="21031200" progId="Equation.DSMT4">
                  <p:embed/>
                </p:oleObj>
              </mc:Choice>
              <mc:Fallback>
                <p:oleObj name="Equation" r:id="rId19" imgW="45110400" imgH="21031200" progId="Equation.DSMT4">
                  <p:embed/>
                  <p:pic>
                    <p:nvPicPr>
                      <p:cNvPr id="0" name="图片 40969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152390" y="2452370"/>
                        <a:ext cx="1879600" cy="876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20"/>
          <p:cNvSpPr txBox="1">
            <a:spLocks noChangeArrowheads="1"/>
          </p:cNvSpPr>
          <p:nvPr/>
        </p:nvSpPr>
        <p:spPr bwMode="auto">
          <a:xfrm>
            <a:off x="2057400" y="2605088"/>
            <a:ext cx="1600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又如，</a:t>
            </a:r>
            <a:endParaRPr kumimoji="1" lang="zh-CN" altLang="en-US" sz="2800" b="1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8" name="Object 21"/>
          <p:cNvGraphicFramePr>
            <a:graphicFrameLocks noChangeAspect="1"/>
          </p:cNvGraphicFramePr>
          <p:nvPr/>
        </p:nvGraphicFramePr>
        <p:xfrm>
          <a:off x="6070600" y="2957830"/>
          <a:ext cx="800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1" name="Equation" r:id="rId21" imgW="19202400" imgH="11277600" progId="Equation.DSMT4">
                  <p:embed/>
                </p:oleObj>
              </mc:Choice>
              <mc:Fallback>
                <p:oleObj name="Equation" r:id="rId21" imgW="19202400" imgH="11277600" progId="Equation.DSMT4">
                  <p:embed/>
                  <p:pic>
                    <p:nvPicPr>
                      <p:cNvPr id="0" name="图片 40970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070600" y="2957830"/>
                        <a:ext cx="800100" cy="469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2"/>
          <p:cNvGraphicFramePr>
            <a:graphicFrameLocks noChangeAspect="1"/>
          </p:cNvGraphicFramePr>
          <p:nvPr/>
        </p:nvGraphicFramePr>
        <p:xfrm>
          <a:off x="7137400" y="2503170"/>
          <a:ext cx="5842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2" name="Equation" r:id="rId23" imgW="14020800" imgH="19812000" progId="Equation.DSMT4">
                  <p:embed/>
                </p:oleObj>
              </mc:Choice>
              <mc:Fallback>
                <p:oleObj name="Equation" r:id="rId23" imgW="14020800" imgH="19812000" progId="Equation.DSMT4">
                  <p:embed/>
                  <p:pic>
                    <p:nvPicPr>
                      <p:cNvPr id="0" name="图片 40971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137400" y="2503170"/>
                        <a:ext cx="5842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23"/>
          <p:cNvSpPr txBox="1">
            <a:spLocks noChangeArrowheads="1"/>
          </p:cNvSpPr>
          <p:nvPr/>
        </p:nvSpPr>
        <p:spPr bwMode="auto">
          <a:xfrm>
            <a:off x="2057400" y="3498850"/>
            <a:ext cx="838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故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1" name="Object 24"/>
          <p:cNvGraphicFramePr>
            <a:graphicFrameLocks noChangeAspect="1"/>
          </p:cNvGraphicFramePr>
          <p:nvPr/>
        </p:nvGraphicFramePr>
        <p:xfrm>
          <a:off x="2540953" y="3562668"/>
          <a:ext cx="901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3" name="Equation" r:id="rId25" imgW="21640800" imgH="9448800" progId="Equation.DSMT4">
                  <p:embed/>
                </p:oleObj>
              </mc:Choice>
              <mc:Fallback>
                <p:oleObj name="Equation" r:id="rId25" imgW="21640800" imgH="9448800" progId="Equation.DSMT4">
                  <p:embed/>
                  <p:pic>
                    <p:nvPicPr>
                      <p:cNvPr id="0" name="图片 40972"/>
                      <p:cNvPicPr>
                        <a:picLocks noChangeAspect="1"/>
                      </p:cNvPicPr>
                      <p:nvPr/>
                    </p:nvPicPr>
                    <p:blipFill>
                      <a:blip r:embed="rId2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540953" y="3562668"/>
                        <a:ext cx="9017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25"/>
          <p:cNvSpPr txBox="1">
            <a:spLocks noChangeArrowheads="1"/>
          </p:cNvSpPr>
          <p:nvPr/>
        </p:nvSpPr>
        <p:spPr bwMode="auto">
          <a:xfrm>
            <a:off x="3390900" y="3498850"/>
            <a:ext cx="838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时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3" name="Object 26"/>
          <p:cNvGraphicFramePr>
            <a:graphicFrameLocks noChangeAspect="1"/>
          </p:cNvGraphicFramePr>
          <p:nvPr/>
        </p:nvGraphicFramePr>
        <p:xfrm>
          <a:off x="3878580" y="3559493"/>
          <a:ext cx="1168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4" name="Equation" r:id="rId27" imgW="28041600" imgH="9448800" progId="Equation.DSMT4">
                  <p:embed/>
                </p:oleObj>
              </mc:Choice>
              <mc:Fallback>
                <p:oleObj name="Equation" r:id="rId27" imgW="28041600" imgH="9448800" progId="Equation.DSMT4">
                  <p:embed/>
                  <p:pic>
                    <p:nvPicPr>
                      <p:cNvPr id="0" name="图片 40973"/>
                      <p:cNvPicPr>
                        <a:picLocks noChangeAspect="1"/>
                      </p:cNvPicPr>
                      <p:nvPr/>
                    </p:nvPicPr>
                    <p:blipFill>
                      <a:blip r:embed="rId2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878580" y="3559493"/>
                        <a:ext cx="11684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27"/>
          <p:cNvSpPr txBox="1">
            <a:spLocks noChangeArrowheads="1"/>
          </p:cNvSpPr>
          <p:nvPr/>
        </p:nvSpPr>
        <p:spPr bwMode="auto">
          <a:xfrm>
            <a:off x="5046980" y="3492500"/>
            <a:ext cx="4038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是关于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的二阶无穷小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endParaRPr kumimoji="1"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5" name="Group 28"/>
          <p:cNvGrpSpPr/>
          <p:nvPr/>
        </p:nvGrpSpPr>
        <p:grpSpPr bwMode="auto">
          <a:xfrm>
            <a:off x="3319463" y="4054475"/>
            <a:ext cx="2771774" cy="646113"/>
            <a:chOff x="1279" y="3344"/>
            <a:chExt cx="1746" cy="407"/>
          </a:xfrm>
        </p:grpSpPr>
        <p:graphicFrame>
          <p:nvGraphicFramePr>
            <p:cNvPr id="26" name="Object 29"/>
            <p:cNvGraphicFramePr>
              <a:graphicFrameLocks noChangeAspect="1"/>
            </p:cNvGraphicFramePr>
            <p:nvPr/>
          </p:nvGraphicFramePr>
          <p:xfrm>
            <a:off x="1279" y="3422"/>
            <a:ext cx="876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75" name="Equation" r:id="rId29" imgW="28041600" imgH="9448800" progId="Equation.DSMT4">
                    <p:embed/>
                  </p:oleObj>
                </mc:Choice>
                <mc:Fallback>
                  <p:oleObj name="Equation" r:id="rId29" imgW="28041600" imgH="9448800" progId="Equation.DSMT4">
                    <p:embed/>
                    <p:pic>
                      <p:nvPicPr>
                        <p:cNvPr id="0" name="图片 4097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1279" y="3422"/>
                          <a:ext cx="876" cy="29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Object 30"/>
            <p:cNvGraphicFramePr>
              <a:graphicFrameLocks noChangeAspect="1"/>
            </p:cNvGraphicFramePr>
            <p:nvPr/>
          </p:nvGraphicFramePr>
          <p:xfrm>
            <a:off x="2514" y="3344"/>
            <a:ext cx="511" cy="3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76" name="Equation" r:id="rId31" imgW="14935200" imgH="11277600" progId="Equation.DSMT4">
                    <p:embed/>
                  </p:oleObj>
                </mc:Choice>
                <mc:Fallback>
                  <p:oleObj name="Equation" r:id="rId31" imgW="14935200" imgH="11277600" progId="Equation.DSMT4">
                    <p:embed/>
                    <p:pic>
                      <p:nvPicPr>
                        <p:cNvPr id="0" name="图片 4097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2514" y="3344"/>
                          <a:ext cx="511" cy="38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" name="Text Box 31"/>
            <p:cNvSpPr txBox="1">
              <a:spLocks noChangeArrowheads="1"/>
            </p:cNvSpPr>
            <p:nvPr/>
          </p:nvSpPr>
          <p:spPr bwMode="auto">
            <a:xfrm>
              <a:off x="2152" y="3422"/>
              <a:ext cx="528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～</a:t>
              </a:r>
              <a:endPara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29" name="Text Box 32"/>
          <p:cNvSpPr txBox="1">
            <a:spLocks noChangeArrowheads="1"/>
          </p:cNvSpPr>
          <p:nvPr/>
        </p:nvSpPr>
        <p:spPr bwMode="auto">
          <a:xfrm>
            <a:off x="8869680" y="3495675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且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" name="Rectangle 2"/>
          <p:cNvSpPr txBox="1">
            <a:spLocks noChangeArrowheads="1"/>
          </p:cNvSpPr>
          <p:nvPr/>
        </p:nvSpPr>
        <p:spPr>
          <a:xfrm>
            <a:off x="1459230" y="4964430"/>
            <a:ext cx="109855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kumimoji="1" lang="zh-CN" altLang="en-US" sz="2800" b="1">
              <a:solidFill>
                <a:schemeClr val="accent5">
                  <a:lumMod val="60000"/>
                  <a:lumOff val="4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3" name="Text Box 14"/>
          <p:cNvSpPr txBox="1">
            <a:spLocks noChangeArrowheads="1"/>
          </p:cNvSpPr>
          <p:nvPr/>
        </p:nvSpPr>
        <p:spPr bwMode="auto">
          <a:xfrm>
            <a:off x="1569720" y="5029200"/>
            <a:ext cx="109093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p>
            <a:pPr>
              <a:spcBef>
                <a:spcPts val="1680"/>
              </a:spcBef>
              <a:spcAft>
                <a:spcPts val="0"/>
              </a:spcAft>
            </a:pPr>
            <a:r>
              <a:rPr kumimoji="1" lang="zh-CN" sz="2800" b="1" kern="120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注意</a:t>
            </a:r>
            <a:r>
              <a:rPr kumimoji="1" lang="en-US" sz="2800" b="1" kern="1200" dirty="0" smtClean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黑体" panose="02010609060101010101" pitchFamily="49" charset="-122"/>
                <a:cs typeface="Times New Roman" panose="02020603050405020304"/>
              </a:rPr>
              <a:t>:</a:t>
            </a:r>
            <a:endParaRPr kumimoji="1" lang="en-US" sz="2800" b="1" kern="1200" dirty="0" smtClean="0">
              <a:solidFill>
                <a:schemeClr val="accent5">
                  <a:lumMod val="60000"/>
                  <a:lumOff val="40000"/>
                </a:schemeClr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/>
            </a:endParaRPr>
          </a:p>
        </p:txBody>
      </p:sp>
      <p:sp>
        <p:nvSpPr>
          <p:cNvPr id="34" name="Text Box 14"/>
          <p:cNvSpPr txBox="1">
            <a:spLocks noChangeArrowheads="1"/>
          </p:cNvSpPr>
          <p:nvPr/>
        </p:nvSpPr>
        <p:spPr bwMode="auto">
          <a:xfrm>
            <a:off x="2473325" y="5029200"/>
            <a:ext cx="872934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p>
            <a:pPr>
              <a:spcBef>
                <a:spcPts val="1680"/>
              </a:spcBef>
              <a:spcAft>
                <a:spcPts val="0"/>
              </a:spcAft>
            </a:pPr>
            <a:r>
              <a:rPr kumimoji="1" lang="en-US" altLang="zh-CN" sz="28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1.</a:t>
            </a:r>
            <a:r>
              <a:rPr kumimoji="1" lang="zh-CN" altLang="en-US" sz="28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高阶无穷小代表的是一类（而不是一个）函数；</a:t>
            </a:r>
            <a:endParaRPr lang="zh-CN" sz="1200" dirty="0">
              <a:solidFill>
                <a:schemeClr val="tx2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5" name="Text Box 14"/>
          <p:cNvSpPr txBox="1">
            <a:spLocks noChangeArrowheads="1"/>
          </p:cNvSpPr>
          <p:nvPr/>
        </p:nvSpPr>
        <p:spPr bwMode="auto">
          <a:xfrm>
            <a:off x="2473325" y="5697855"/>
            <a:ext cx="872934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p>
            <a:pPr>
              <a:spcBef>
                <a:spcPts val="1680"/>
              </a:spcBef>
              <a:spcAft>
                <a:spcPts val="0"/>
              </a:spcAft>
            </a:pPr>
            <a:r>
              <a:rPr kumimoji="1" lang="en-US" altLang="zh-CN" sz="28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2.</a:t>
            </a:r>
            <a:r>
              <a:rPr kumimoji="1" lang="zh-CN" altLang="en-US" sz="28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无穷小的</a:t>
            </a:r>
            <a:r>
              <a:rPr kumimoji="1" lang="zh-CN" altLang="en-US" sz="28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等价关系</a:t>
            </a:r>
            <a:r>
              <a:rPr kumimoji="1" lang="zh-CN" altLang="en-US" sz="28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不是相等关系</a:t>
            </a:r>
            <a:r>
              <a:rPr kumimoji="1" lang="en-US" altLang="zh-CN" sz="28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.</a:t>
            </a:r>
            <a:endParaRPr kumimoji="1" lang="en-US" altLang="zh-CN" sz="2800" b="1" dirty="0" smtClean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cxnSp>
        <p:nvCxnSpPr>
          <p:cNvPr id="50" name="直接连接符 49"/>
          <p:cNvCxnSpPr/>
          <p:nvPr/>
        </p:nvCxnSpPr>
        <p:spPr>
          <a:xfrm>
            <a:off x="1648460" y="4925695"/>
            <a:ext cx="9239250" cy="0"/>
          </a:xfrm>
          <a:prstGeom prst="line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 autoUpdateAnimBg="0"/>
      <p:bldP spid="13" grpId="0" bldLvl="0" animBg="1" autoUpdateAnimBg="0"/>
      <p:bldP spid="17" grpId="0" bldLvl="0" animBg="1" autoUpdateAnimBg="0"/>
      <p:bldP spid="20" grpId="0" bldLvl="0" animBg="1" autoUpdateAnimBg="0"/>
      <p:bldP spid="22" grpId="0" bldLvl="0" animBg="1" autoUpdateAnimBg="0"/>
      <p:bldP spid="24" grpId="0" bldLvl="0" animBg="1" autoUpdateAnimBg="0"/>
      <p:bldP spid="29" grpId="0" autoUpdateAnimBg="0" uiExpand="1" build="p"/>
      <p:bldP spid="33" grpId="0" bldLvl="0" animBg="1"/>
      <p:bldP spid="34" grpId="0" bldLvl="0" animBg="1"/>
      <p:bldP spid="35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ChangeArrowheads="1"/>
          </p:cNvSpPr>
          <p:nvPr/>
        </p:nvSpPr>
        <p:spPr bwMode="auto">
          <a:xfrm>
            <a:off x="1430715" y="723563"/>
            <a:ext cx="1691957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spcAft>
                <a:spcPts val="0"/>
              </a:spcAft>
            </a:pPr>
            <a:r>
              <a:rPr lang="zh-CN" altLang="en-US" sz="2800" b="1" kern="12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例13.</a:t>
            </a:r>
            <a:r>
              <a:rPr lang="en-US" sz="3200" b="1" kern="1200" dirty="0">
                <a:solidFill>
                  <a:srgbClr val="7030A0"/>
                </a:solidFill>
                <a:effectLst/>
                <a:latin typeface="Calibri" panose="020F0502020204030204"/>
                <a:ea typeface="楷体_GB2312"/>
                <a:cs typeface="Times New Roman" panose="02020603050405020304"/>
              </a:rPr>
              <a:t> </a:t>
            </a:r>
            <a:r>
              <a:rPr lang="zh-CN" altLang="en-US" sz="3200" b="1" kern="1200" dirty="0" smtClean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当</a:t>
            </a:r>
            <a:endParaRPr lang="zh-CN" sz="1200" dirty="0"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044468" y="831513"/>
          <a:ext cx="901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3" name="Equation" r:id="rId1" imgW="1059180" imgH="457200" progId="Equation.DSMT4">
                  <p:embed/>
                </p:oleObj>
              </mc:Choice>
              <mc:Fallback>
                <p:oleObj name="Equation" r:id="rId1" imgW="1059180" imgH="457200" progId="Equation.DSMT4">
                  <p:embed/>
                  <p:pic>
                    <p:nvPicPr>
                      <p:cNvPr id="0" name="图片 44032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044468" y="831513"/>
                        <a:ext cx="9017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 bwMode="auto">
          <a:xfrm>
            <a:off x="4006111" y="764838"/>
            <a:ext cx="483044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时，以下关系哪些是正确的？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595180" y="1673131"/>
          <a:ext cx="30099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07" name="Equation" r:id="rId3" imgW="72237600" imgH="11582400" progId="Equation.DSMT4">
                  <p:embed/>
                </p:oleObj>
              </mc:Choice>
              <mc:Fallback>
                <p:oleObj name="Equation" r:id="rId3" imgW="72237600" imgH="11582400" progId="Equation.DSMT4">
                  <p:embed/>
                  <p:pic>
                    <p:nvPicPr>
                      <p:cNvPr id="0" name="图片 4420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5180" y="1673131"/>
                        <a:ext cx="3009900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384985" y="1666771"/>
          <a:ext cx="325437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09" name="Equation" r:id="rId5" imgW="78333600" imgH="11887200" progId="Equation.DSMT4">
                  <p:embed/>
                </p:oleObj>
              </mc:Choice>
              <mc:Fallback>
                <p:oleObj name="Equation" r:id="rId5" imgW="78333600" imgH="11887200" progId="Equation.DSMT4">
                  <p:embed/>
                  <p:pic>
                    <p:nvPicPr>
                      <p:cNvPr id="0" name="图片 4420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84985" y="1666771"/>
                        <a:ext cx="3254375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4"/>
          <p:cNvSpPr txBox="1">
            <a:spLocks noChangeArrowheads="1"/>
          </p:cNvSpPr>
          <p:nvPr/>
        </p:nvSpPr>
        <p:spPr bwMode="auto">
          <a:xfrm>
            <a:off x="1430080" y="2549793"/>
            <a:ext cx="8208912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1680"/>
              </a:spcBef>
              <a:spcAft>
                <a:spcPts val="0"/>
              </a:spcAft>
            </a:pPr>
            <a:r>
              <a:rPr kumimoji="1" lang="zh-CN" sz="2800" b="1" kern="1200" dirty="0">
                <a:solidFill>
                  <a:srgbClr val="7030A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解</a:t>
            </a:r>
            <a:r>
              <a:rPr kumimoji="1" lang="en-US" sz="2800" b="1" kern="1200" dirty="0" smtClean="0">
                <a:solidFill>
                  <a:srgbClr val="7030A0"/>
                </a:solidFill>
                <a:effectLst/>
                <a:latin typeface="黑体" panose="02010609060101010101" pitchFamily="49" charset="-122"/>
                <a:cs typeface="Times New Roman" panose="02020603050405020304"/>
              </a:rPr>
              <a:t>:</a:t>
            </a:r>
            <a:endParaRPr lang="zh-CN" sz="1200" dirty="0">
              <a:solidFill>
                <a:schemeClr val="tx2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067829" y="2587734"/>
          <a:ext cx="4191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10" name="Equation" r:id="rId7" imgW="10058400" imgH="11582400" progId="Equation.DSMT4">
                  <p:embed/>
                </p:oleObj>
              </mc:Choice>
              <mc:Fallback>
                <p:oleObj name="Equation" r:id="rId7" imgW="10058400" imgH="11582400" progId="Equation.DSMT4">
                  <p:embed/>
                  <p:pic>
                    <p:nvPicPr>
                      <p:cNvPr id="0" name="图片 4420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067829" y="2587734"/>
                        <a:ext cx="419100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384479" y="2569955"/>
          <a:ext cx="2992438" cy="5016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11" name="Equation" r:id="rId9" imgW="71628000" imgH="11887200" progId="Equation.DSMT4">
                  <p:embed/>
                </p:oleObj>
              </mc:Choice>
              <mc:Fallback>
                <p:oleObj name="Equation" r:id="rId9" imgW="71628000" imgH="11887200" progId="Equation.DSMT4">
                  <p:embed/>
                  <p:pic>
                    <p:nvPicPr>
                      <p:cNvPr id="0" name="图片 4421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384479" y="2569955"/>
                        <a:ext cx="2992438" cy="5016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 bwMode="auto">
          <a:xfrm>
            <a:off x="2486823" y="2549010"/>
            <a:ext cx="8978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例如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TextBox 15"/>
          <p:cNvSpPr txBox="1"/>
          <p:nvPr/>
        </p:nvSpPr>
        <p:spPr bwMode="auto">
          <a:xfrm>
            <a:off x="6494921" y="2550280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但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Rectangle 1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7035077" y="2623930"/>
          <a:ext cx="1612900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12" name="Equation" r:id="rId11" imgW="38709600" imgH="9448800" progId="Equation.DSMT4">
                  <p:embed/>
                </p:oleObj>
              </mc:Choice>
              <mc:Fallback>
                <p:oleObj name="Equation" r:id="rId11" imgW="38709600" imgH="9448800" progId="Equation.DSMT4">
                  <p:embed/>
                  <p:pic>
                    <p:nvPicPr>
                      <p:cNvPr id="0" name="图片 4421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035077" y="2623930"/>
                        <a:ext cx="1612900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 bwMode="auto">
          <a:xfrm>
            <a:off x="8647873" y="2554725"/>
            <a:ext cx="197231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故（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）错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Rectangle 2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8" name="Rectangle 2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1" name="Rectangle 2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2047875" y="3599443"/>
          <a:ext cx="4572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57" name="Equation" r:id="rId13" imgW="10972800" imgH="11582400" progId="Equation.DSMT4">
                  <p:embed/>
                </p:oleObj>
              </mc:Choice>
              <mc:Fallback>
                <p:oleObj name="Equation" r:id="rId13" imgW="10972800" imgH="11582400" progId="Equation.DSMT4">
                  <p:embed/>
                  <p:pic>
                    <p:nvPicPr>
                      <p:cNvPr id="0" name="图片 4505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047875" y="3599443"/>
                        <a:ext cx="457200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Box 2"/>
          <p:cNvSpPr txBox="1"/>
          <p:nvPr/>
        </p:nvSpPr>
        <p:spPr bwMode="auto">
          <a:xfrm>
            <a:off x="2584906" y="3582983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3125153" y="3551183"/>
          <a:ext cx="2025650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28" name="Equation" r:id="rId15" imgW="48463200" imgH="14020800" progId="Equation.DSMT4">
                  <p:embed/>
                </p:oleObj>
              </mc:Choice>
              <mc:Fallback>
                <p:oleObj name="Equation" r:id="rId15" imgW="48463200" imgH="14020800" progId="Equation.DSMT4">
                  <p:embed/>
                  <p:pic>
                    <p:nvPicPr>
                      <p:cNvPr id="0" name="图片 4512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125153" y="3551183"/>
                        <a:ext cx="2025650" cy="5921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Box 4"/>
          <p:cNvSpPr txBox="1"/>
          <p:nvPr/>
        </p:nvSpPr>
        <p:spPr bwMode="auto">
          <a:xfrm>
            <a:off x="5256150" y="3566473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5901148" y="3338498"/>
          <a:ext cx="1925638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29" name="Equation" r:id="rId17" imgW="46024800" imgH="21640800" progId="Equation.DSMT4">
                  <p:embed/>
                </p:oleObj>
              </mc:Choice>
              <mc:Fallback>
                <p:oleObj name="Equation" r:id="rId17" imgW="46024800" imgH="21640800" progId="Equation.DSMT4">
                  <p:embed/>
                  <p:pic>
                    <p:nvPicPr>
                      <p:cNvPr id="0" name="图片 45128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901148" y="3338498"/>
                        <a:ext cx="1925638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6"/>
          <p:cNvSpPr txBox="1"/>
          <p:nvPr/>
        </p:nvSpPr>
        <p:spPr bwMode="auto">
          <a:xfrm>
            <a:off x="8075032" y="3586158"/>
            <a:ext cx="8978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从而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0" name="对象 39"/>
          <p:cNvGraphicFramePr>
            <a:graphicFrameLocks noChangeAspect="1"/>
          </p:cNvGraphicFramePr>
          <p:nvPr/>
        </p:nvGraphicFramePr>
        <p:xfrm>
          <a:off x="4019883" y="4416584"/>
          <a:ext cx="394017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30" name="Equation" r:id="rId19" imgW="94183200" imgH="21640800" progId="Equation.DSMT4">
                  <p:embed/>
                </p:oleObj>
              </mc:Choice>
              <mc:Fallback>
                <p:oleObj name="Equation" r:id="rId19" imgW="94183200" imgH="21640800" progId="Equation.DSMT4">
                  <p:embed/>
                  <p:pic>
                    <p:nvPicPr>
                      <p:cNvPr id="0" name="图片 45129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019883" y="4416584"/>
                        <a:ext cx="3940175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Box 10"/>
          <p:cNvSpPr txBox="1"/>
          <p:nvPr/>
        </p:nvSpPr>
        <p:spPr bwMode="auto">
          <a:xfrm>
            <a:off x="2585345" y="5646306"/>
            <a:ext cx="197231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故（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）对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5" grpId="0"/>
      <p:bldP spid="16" grpId="0"/>
      <p:bldP spid="19" grpId="0"/>
      <p:bldP spid="37" grpId="0"/>
      <p:bldP spid="39" grpId="0"/>
      <p:bldP spid="41" grpId="0"/>
      <p:bldP spid="3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ChangeArrowheads="1"/>
          </p:cNvSpPr>
          <p:nvPr/>
        </p:nvSpPr>
        <p:spPr bwMode="auto">
          <a:xfrm>
            <a:off x="1524060" y="222548"/>
            <a:ext cx="1296143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spcAft>
                <a:spcPts val="0"/>
              </a:spcAft>
            </a:pPr>
            <a:r>
              <a:rPr lang="zh-CN" altLang="en-US" sz="2800" b="1" kern="12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例14.</a:t>
            </a:r>
            <a:r>
              <a:rPr lang="en-US" sz="3200" b="1" kern="1200" dirty="0" smtClean="0">
                <a:solidFill>
                  <a:srgbClr val="7030A0"/>
                </a:solidFill>
                <a:effectLst/>
                <a:latin typeface="Calibri" panose="020F0502020204030204"/>
                <a:ea typeface="楷体_GB2312"/>
                <a:cs typeface="Times New Roman" panose="02020603050405020304"/>
              </a:rPr>
              <a:t> </a:t>
            </a:r>
            <a:endParaRPr lang="zh-CN" sz="1200" dirty="0">
              <a:solidFill>
                <a:srgbClr val="7030A0"/>
              </a:solidFill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2472857" y="260648"/>
            <a:ext cx="698477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试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确定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的值，使下列各函数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与 </a:t>
            </a:r>
            <a:r>
              <a:rPr lang="en-US" altLang="zh-CN" sz="2800" b="1" i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i="1" baseline="30000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zh-CN" altLang="en-US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endParaRPr lang="zh-CN" altLang="en-US" sz="2800" b="1" i="1" baseline="30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 bwMode="auto">
          <a:xfrm>
            <a:off x="1628835" y="832148"/>
            <a:ext cx="51879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指定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变化过程中为同阶无穷小．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941392" y="1513483"/>
          <a:ext cx="4875213" cy="4762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1" name="Equation" r:id="rId1" imgW="117348000" imgH="11582400" progId="Equation.DSMT4">
                  <p:embed/>
                </p:oleObj>
              </mc:Choice>
              <mc:Fallback>
                <p:oleObj name="Equation" r:id="rId1" imgW="117348000" imgH="11582400" progId="Equation.DSMT4">
                  <p:embed/>
                  <p:pic>
                    <p:nvPicPr>
                      <p:cNvPr id="0" name="图片 4608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41392" y="1513483"/>
                        <a:ext cx="4875213" cy="4762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941392" y="2044715"/>
          <a:ext cx="4343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69" name="Equation" r:id="rId3" imgW="104241600" imgH="21336000" progId="Equation.DSMT4">
                  <p:embed/>
                </p:oleObj>
              </mc:Choice>
              <mc:Fallback>
                <p:oleObj name="Equation" r:id="rId3" imgW="104241600" imgH="21336000" progId="Equation.DSMT4">
                  <p:embed/>
                  <p:pic>
                    <p:nvPicPr>
                      <p:cNvPr id="0" name="图片 46168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41392" y="2044715"/>
                        <a:ext cx="43434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1941392" y="3127678"/>
          <a:ext cx="5008563" cy="6032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70" name="Equation" r:id="rId5" imgW="120396000" imgH="14630400" progId="Equation.DSMT4">
                  <p:embed/>
                </p:oleObj>
              </mc:Choice>
              <mc:Fallback>
                <p:oleObj name="Equation" r:id="rId5" imgW="120396000" imgH="14630400" progId="Equation.DSMT4">
                  <p:embed/>
                  <p:pic>
                    <p:nvPicPr>
                      <p:cNvPr id="0" name="图片 46169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41392" y="3127678"/>
                        <a:ext cx="5008563" cy="6032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 bwMode="auto">
          <a:xfrm>
            <a:off x="1524313" y="3924419"/>
            <a:ext cx="69773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800" b="1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28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考虑除式的非零极限（先判断再计算）</a:t>
            </a:r>
            <a:endParaRPr kumimoji="1" lang="zh-CN" altLang="en-US" sz="2800" b="1" dirty="0" smtClean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1524313" y="4717906"/>
            <a:ext cx="14351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由</a:t>
            </a:r>
            <a:endParaRPr lang="zh-CN" altLang="en-US" sz="28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Rectangle 1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2958985" y="4513312"/>
          <a:ext cx="6396038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71" name="Equation" r:id="rId7" imgW="153924000" imgH="22555200" progId="Equation.DSMT4">
                  <p:embed/>
                </p:oleObj>
              </mc:Choice>
              <mc:Fallback>
                <p:oleObj name="Equation" r:id="rId7" imgW="153924000" imgH="22555200" progId="Equation.DSMT4">
                  <p:embed/>
                  <p:pic>
                    <p:nvPicPr>
                      <p:cNvPr id="0" name="图片 46170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58985" y="4513312"/>
                        <a:ext cx="6396038" cy="9318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2958783" y="5572701"/>
          <a:ext cx="4586287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72" name="Equation" r:id="rId9" imgW="131673600" imgH="20116800" progId="Equation.DSMT4">
                  <p:embed/>
                </p:oleObj>
              </mc:Choice>
              <mc:Fallback>
                <p:oleObj name="Equation" r:id="rId9" imgW="131673600" imgH="20116800" progId="Equation.DSMT4">
                  <p:embed/>
                  <p:pic>
                    <p:nvPicPr>
                      <p:cNvPr id="0" name="图片 46171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58783" y="5572701"/>
                        <a:ext cx="4586287" cy="8334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7748014" y="5684619"/>
            <a:ext cx="109791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/>
          <a:lstStyle/>
          <a:p>
            <a:pPr>
              <a:spcAft>
                <a:spcPts val="0"/>
              </a:spcAft>
            </a:pPr>
            <a:r>
              <a:rPr lang="zh-CN" sz="3200" b="1" kern="12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/>
              </a:rPr>
              <a:t>所以</a:t>
            </a:r>
            <a:endParaRPr lang="zh-CN" sz="3200" b="1" kern="1200" dirty="0">
              <a:solidFill>
                <a:srgbClr val="000000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8846309" y="5827494"/>
          <a:ext cx="812800" cy="323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73" name="Equation" r:id="rId11" imgW="19507200" imgH="7620000" progId="Equation.DSMT4">
                  <p:embed/>
                </p:oleObj>
              </mc:Choice>
              <mc:Fallback>
                <p:oleObj name="Equation" r:id="rId11" imgW="19507200" imgH="7620000" progId="Equation.DSMT4">
                  <p:embed/>
                  <p:pic>
                    <p:nvPicPr>
                      <p:cNvPr id="0" name="图片 46172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846309" y="5827494"/>
                        <a:ext cx="812800" cy="323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本框 23"/>
              <p:cNvSpPr txBox="1"/>
              <p:nvPr/>
            </p:nvSpPr>
            <p:spPr>
              <a:xfrm>
                <a:off x="7863840" y="2103120"/>
                <a:ext cx="3392805" cy="732790"/>
              </a:xfrm>
              <a:prstGeom prst="rect">
                <a:avLst/>
              </a:prstGeom>
              <a:noFill/>
              <a:ln w="19050" cmpd="sng">
                <a:solidFill>
                  <a:schemeClr val="accent5">
                    <a:lumMod val="60000"/>
                    <a:lumOff val="40000"/>
                  </a:schemeClr>
                </a:solidFill>
                <a:prstDash val="solid"/>
              </a:ln>
            </p:spPr>
            <p:txBody>
              <a:bodyPr wrap="square" rtlCol="0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𝑡𝑎𝑛𝑥</m:t>
                      </m:r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𝑠𝑖𝑛𝑥</m:t>
                      </m:r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∼</m:t>
                      </m:r>
                      <m:box>
                        <m:boxPr>
                          <m:noBreak m:val="on"/>
                          <m:ctrlP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  <m:sSup>
                        <m:sSupPr>
                          <m:ctrlP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altLang="zh-CN" sz="2800"/>
              </a:p>
            </p:txBody>
          </p:sp>
        </mc:Choice>
        <mc:Fallback>
          <p:sp>
            <p:nvSpPr>
              <p:cNvPr id="24" name="文本框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3840" y="2103120"/>
                <a:ext cx="3392805" cy="732790"/>
              </a:xfrm>
              <a:prstGeom prst="rect">
                <a:avLst/>
              </a:prstGeom>
              <a:blipFill rotWithShape="1">
                <a:blip r:embed="rId13"/>
                <a:stretch>
                  <a:fillRect l="-281" t="-1300" r="-281" b="-1300"/>
                </a:stretch>
              </a:blipFill>
              <a:ln w="19050" cmpd="sng">
                <a:solidFill>
                  <a:schemeClr val="accent5">
                    <a:lumMod val="60000"/>
                    <a:lumOff val="40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9" grpId="0" bldLvl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TextBox 11"/>
          <p:cNvSpPr txBox="1"/>
          <p:nvPr/>
        </p:nvSpPr>
        <p:spPr bwMode="auto">
          <a:xfrm>
            <a:off x="958910" y="2493485"/>
            <a:ext cx="179260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由于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047266" y="1900833"/>
          <a:ext cx="2260600" cy="1708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89" name="Equation" r:id="rId1" imgW="54254400" imgH="41148000" progId="Equation.DSMT4">
                  <p:embed/>
                </p:oleObj>
              </mc:Choice>
              <mc:Fallback>
                <p:oleObj name="Equation" r:id="rId1" imgW="54254400" imgH="41148000" progId="Equation.DSMT4">
                  <p:embed/>
                  <p:pic>
                    <p:nvPicPr>
                      <p:cNvPr id="0" name="图片 4718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47266" y="1900833"/>
                        <a:ext cx="2260600" cy="17081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6"/>
          <p:cNvSpPr txBox="1"/>
          <p:nvPr/>
        </p:nvSpPr>
        <p:spPr bwMode="auto">
          <a:xfrm>
            <a:off x="5831701" y="2493670"/>
            <a:ext cx="89051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ts val="1680"/>
              </a:spcBef>
              <a:spcAft>
                <a:spcPts val="0"/>
              </a:spcAft>
            </a:pPr>
            <a:r>
              <a:rPr lang="zh-CN" sz="2800" b="1" kern="12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故</a:t>
            </a:r>
            <a:endParaRPr lang="zh-CN" sz="1200" dirty="0"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6522995" y="2592720"/>
          <a:ext cx="1039813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90" name="Equation" r:id="rId3" imgW="24688800" imgH="7620000" progId="Equation.DSMT4">
                  <p:embed/>
                </p:oleObj>
              </mc:Choice>
              <mc:Fallback>
                <p:oleObj name="Equation" r:id="rId3" imgW="24688800" imgH="7620000" progId="Equation.DSMT4">
                  <p:embed/>
                  <p:pic>
                    <p:nvPicPr>
                      <p:cNvPr id="0" name="图片 4718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22995" y="2592720"/>
                        <a:ext cx="1039813" cy="323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 bwMode="auto">
          <a:xfrm>
            <a:off x="958910" y="4192905"/>
            <a:ext cx="179260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由于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2873589" y="3923350"/>
          <a:ext cx="4948238" cy="1060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91" name="Equation" r:id="rId5" imgW="118567200" imgH="25298400" progId="Equation.DSMT4">
                  <p:embed/>
                </p:oleObj>
              </mc:Choice>
              <mc:Fallback>
                <p:oleObj name="Equation" r:id="rId5" imgW="118567200" imgH="25298400" progId="Equation.DSMT4">
                  <p:embed/>
                  <p:pic>
                    <p:nvPicPr>
                      <p:cNvPr id="0" name="图片 4719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73589" y="3923350"/>
                        <a:ext cx="4948238" cy="10604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6"/>
          <p:cNvSpPr txBox="1"/>
          <p:nvPr/>
        </p:nvSpPr>
        <p:spPr bwMode="auto">
          <a:xfrm>
            <a:off x="2094347" y="5465162"/>
            <a:ext cx="89051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ts val="1680"/>
              </a:spcBef>
              <a:spcAft>
                <a:spcPts val="0"/>
              </a:spcAft>
            </a:pPr>
            <a:r>
              <a:rPr lang="zh-CN" altLang="en-US" sz="2800" b="1" kern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故</a:t>
            </a:r>
            <a:endParaRPr lang="zh-CN" sz="1200" dirty="0"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2985666" y="5298123"/>
          <a:ext cx="898525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92" name="Equation" r:id="rId7" imgW="21336000" imgH="20116800" progId="Equation.DSMT4">
                  <p:embed/>
                </p:oleObj>
              </mc:Choice>
              <mc:Fallback>
                <p:oleObj name="Equation" r:id="rId7" imgW="21336000" imgH="20116800" progId="Equation.DSMT4">
                  <p:embed/>
                  <p:pic>
                    <p:nvPicPr>
                      <p:cNvPr id="0" name="图片 4719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85666" y="5298123"/>
                        <a:ext cx="898525" cy="8556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1263212" y="497855"/>
          <a:ext cx="4343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69" name="Equation" r:id="rId9" imgW="104241600" imgH="21336000" progId="Equation.DSMT4">
                  <p:embed/>
                </p:oleObj>
              </mc:Choice>
              <mc:Fallback>
                <p:oleObj name="Equation" r:id="rId9" imgW="104241600" imgH="21336000" progId="Equation.DSMT4">
                  <p:embed/>
                  <p:pic>
                    <p:nvPicPr>
                      <p:cNvPr id="0" name="图片 4616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63212" y="497855"/>
                        <a:ext cx="43434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5832037" y="641018"/>
          <a:ext cx="5008563" cy="6032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70" name="Equation" r:id="rId11" imgW="120396000" imgH="14630400" progId="Equation.DSMT4">
                  <p:embed/>
                </p:oleObj>
              </mc:Choice>
              <mc:Fallback>
                <p:oleObj name="Equation" r:id="rId11" imgW="120396000" imgH="14630400" progId="Equation.DSMT4">
                  <p:embed/>
                  <p:pic>
                    <p:nvPicPr>
                      <p:cNvPr id="0" name="图片 4616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832037" y="641018"/>
                        <a:ext cx="5008563" cy="6032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3" name="直接连接符 22"/>
          <p:cNvCxnSpPr/>
          <p:nvPr/>
        </p:nvCxnSpPr>
        <p:spPr>
          <a:xfrm>
            <a:off x="1263015" y="1447800"/>
            <a:ext cx="1025271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7" grpId="0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1598930" y="1168718"/>
            <a:ext cx="3457079" cy="64452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等价无穷小的性质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4217353" y="1983740"/>
          <a:ext cx="1300162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37" name="Equation" r:id="rId1" imgW="10363200" imgH="3657600" progId="Equation.DSMT4">
                  <p:embed/>
                </p:oleObj>
              </mc:Choice>
              <mc:Fallback>
                <p:oleObj name="Equation" r:id="rId1" imgW="10363200" imgH="3657600" progId="Equation.DSMT4">
                  <p:embed/>
                  <p:pic>
                    <p:nvPicPr>
                      <p:cNvPr id="0" name="图片 3993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217353" y="1983740"/>
                        <a:ext cx="1300162" cy="4587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2063750" y="1951673"/>
            <a:ext cx="25273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自反性：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" name="Object 28"/>
          <p:cNvGraphicFramePr>
            <a:graphicFrameLocks noChangeAspect="1"/>
          </p:cNvGraphicFramePr>
          <p:nvPr/>
        </p:nvGraphicFramePr>
        <p:xfrm>
          <a:off x="4795203" y="2681288"/>
          <a:ext cx="1376362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99" name="Equation" r:id="rId3" imgW="10972800" imgH="4876800" progId="Equation.DSMT4">
                  <p:embed/>
                </p:oleObj>
              </mc:Choice>
              <mc:Fallback>
                <p:oleObj name="Equation" r:id="rId3" imgW="10972800" imgH="4876800" progId="Equation.DSMT4">
                  <p:embed/>
                  <p:pic>
                    <p:nvPicPr>
                      <p:cNvPr id="0" name="图片 39998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5203" y="2681288"/>
                        <a:ext cx="1376362" cy="6111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29"/>
          <p:cNvSpPr txBox="1">
            <a:spLocks noChangeArrowheads="1"/>
          </p:cNvSpPr>
          <p:nvPr/>
        </p:nvSpPr>
        <p:spPr bwMode="auto">
          <a:xfrm>
            <a:off x="2063750" y="2726055"/>
            <a:ext cx="319532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对称性：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7" name="Object 30"/>
          <p:cNvGraphicFramePr>
            <a:graphicFrameLocks noChangeAspect="1"/>
          </p:cNvGraphicFramePr>
          <p:nvPr/>
        </p:nvGraphicFramePr>
        <p:xfrm>
          <a:off x="6694170" y="2662238"/>
          <a:ext cx="1338263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00" name="Equation" r:id="rId5" imgW="10668000" imgH="4876800" progId="Equation.DSMT4">
                  <p:embed/>
                </p:oleObj>
              </mc:Choice>
              <mc:Fallback>
                <p:oleObj name="Equation" r:id="rId5" imgW="10668000" imgH="4876800" progId="Equation.DSMT4">
                  <p:embed/>
                  <p:pic>
                    <p:nvPicPr>
                      <p:cNvPr id="0" name="图片 39999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694170" y="2662238"/>
                        <a:ext cx="1338263" cy="6111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31"/>
          <p:cNvSpPr txBox="1">
            <a:spLocks noChangeArrowheads="1"/>
          </p:cNvSpPr>
          <p:nvPr/>
        </p:nvSpPr>
        <p:spPr bwMode="auto">
          <a:xfrm>
            <a:off x="6171565" y="2706688"/>
            <a:ext cx="70485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9" name="Object 32"/>
          <p:cNvGraphicFramePr>
            <a:graphicFrameLocks noChangeAspect="1"/>
          </p:cNvGraphicFramePr>
          <p:nvPr/>
        </p:nvGraphicFramePr>
        <p:xfrm>
          <a:off x="4759325" y="3485515"/>
          <a:ext cx="2673350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01" name="Equation" r:id="rId7" imgW="21336000" imgH="4876800" progId="Equation.DSMT4">
                  <p:embed/>
                </p:oleObj>
              </mc:Choice>
              <mc:Fallback>
                <p:oleObj name="Equation" r:id="rId7" imgW="21336000" imgH="4876800" progId="Equation.DSMT4">
                  <p:embed/>
                  <p:pic>
                    <p:nvPicPr>
                      <p:cNvPr id="0" name="图片 40000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59325" y="3485515"/>
                        <a:ext cx="2673350" cy="6111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33"/>
          <p:cNvSpPr txBox="1">
            <a:spLocks noChangeArrowheads="1"/>
          </p:cNvSpPr>
          <p:nvPr/>
        </p:nvSpPr>
        <p:spPr bwMode="auto">
          <a:xfrm>
            <a:off x="2063750" y="3531235"/>
            <a:ext cx="299275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(3)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传递性：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1" name="Object 34"/>
          <p:cNvGraphicFramePr>
            <a:graphicFrameLocks noChangeAspect="1"/>
          </p:cNvGraphicFramePr>
          <p:nvPr/>
        </p:nvGraphicFramePr>
        <p:xfrm>
          <a:off x="8032750" y="3601720"/>
          <a:ext cx="122555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02" name="Equation" r:id="rId9" imgW="9753600" imgH="3962400" progId="Equation.DSMT4">
                  <p:embed/>
                </p:oleObj>
              </mc:Choice>
              <mc:Fallback>
                <p:oleObj name="Equation" r:id="rId9" imgW="9753600" imgH="3962400" progId="Equation.DSMT4">
                  <p:embed/>
                  <p:pic>
                    <p:nvPicPr>
                      <p:cNvPr id="0" name="图片 40001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032750" y="3601720"/>
                        <a:ext cx="1225550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35"/>
          <p:cNvSpPr txBox="1">
            <a:spLocks noChangeArrowheads="1"/>
          </p:cNvSpPr>
          <p:nvPr/>
        </p:nvSpPr>
        <p:spPr bwMode="auto">
          <a:xfrm>
            <a:off x="7432675" y="3529965"/>
            <a:ext cx="70485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 autoUpdateAnimBg="0"/>
      <p:bldP spid="6" grpId="0" bldLvl="0" animBg="1" autoUpdateAnimBg="0"/>
      <p:bldP spid="8" grpId="0" bldLvl="0" animBg="1" autoUpdateAnimBg="0"/>
      <p:bldP spid="10" grpId="0" bldLvl="0" animBg="1" autoUpdateAnimBg="0"/>
      <p:bldP spid="12" grpId="0" bldLvl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3348990" y="1213485"/>
            <a:ext cx="57467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～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2846705" y="1908493"/>
            <a:ext cx="685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～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3140710" y="1256030"/>
          <a:ext cx="961548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5" name="Equation" r:id="rId1" imgW="21031200" imgH="9448800" progId="Equation.DSMT4">
                  <p:embed/>
                </p:oleObj>
              </mc:Choice>
              <mc:Fallback>
                <p:oleObj name="Equation" r:id="rId1" imgW="21031200" imgH="9448800" progId="Equation.DSMT4">
                  <p:embed/>
                  <p:pic>
                    <p:nvPicPr>
                      <p:cNvPr id="0" name="图片 41984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140710" y="1256030"/>
                        <a:ext cx="961548" cy="43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4220845" y="1406525"/>
            <a:ext cx="1066800" cy="63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 flipH="1">
            <a:off x="4220845" y="151384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5407159" y="1221011"/>
          <a:ext cx="2034257" cy="505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6" name="Equation" r:id="rId3" imgW="19812000" imgH="4876800" progId="Equation.DSMT4">
                  <p:embed/>
                </p:oleObj>
              </mc:Choice>
              <mc:Fallback>
                <p:oleObj name="Equation" r:id="rId3" imgW="19812000" imgH="4876800" progId="Equation.DSMT4">
                  <p:embed/>
                  <p:pic>
                    <p:nvPicPr>
                      <p:cNvPr id="0" name="图片 4198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07159" y="1221011"/>
                        <a:ext cx="2034257" cy="5051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1833880" y="1908175"/>
            <a:ext cx="914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</a:t>
            </a:r>
            <a:r>
              <a:rPr kumimoji="1"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3682365" y="211709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4594225" y="1732915"/>
          <a:ext cx="1333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7" name="Equation" r:id="rId5" imgW="32004000" imgH="20116800" progId="Equation.DSMT4">
                  <p:embed/>
                </p:oleObj>
              </mc:Choice>
              <mc:Fallback>
                <p:oleObj name="Equation" r:id="rId5" imgW="32004000" imgH="20116800" progId="Equation.DSMT4">
                  <p:embed/>
                  <p:pic>
                    <p:nvPicPr>
                      <p:cNvPr id="0" name="图片 4198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94225" y="1732915"/>
                        <a:ext cx="13335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4546600" y="2660015"/>
          <a:ext cx="2259013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8" name="Equation" r:id="rId7" imgW="54254400" imgH="22555200" progId="Equation.DSMT4">
                  <p:embed/>
                </p:oleObj>
              </mc:Choice>
              <mc:Fallback>
                <p:oleObj name="Equation" r:id="rId7" imgW="54254400" imgH="22555200" progId="Equation.DSMT4">
                  <p:embed/>
                  <p:pic>
                    <p:nvPicPr>
                      <p:cNvPr id="0" name="图片 4198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46600" y="2660015"/>
                        <a:ext cx="2259013" cy="939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7762875" y="2710815"/>
          <a:ext cx="2019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9" name="Equation" r:id="rId9" imgW="48463200" imgH="20116800" progId="Equation.DSMT4">
                  <p:embed/>
                </p:oleObj>
              </mc:Choice>
              <mc:Fallback>
                <p:oleObj name="Equation" r:id="rId9" imgW="48463200" imgH="20116800" progId="Equation.DSMT4">
                  <p:embed/>
                  <p:pic>
                    <p:nvPicPr>
                      <p:cNvPr id="0" name="图片 4198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762875" y="2710815"/>
                        <a:ext cx="20193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7119620" y="2868930"/>
            <a:ext cx="88138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即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4594225" y="3915093"/>
          <a:ext cx="199390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0" name="Equation" r:id="rId11" imgW="47853600" imgH="9448800" progId="Equation.DSMT4">
                  <p:embed/>
                </p:oleObj>
              </mc:Choice>
              <mc:Fallback>
                <p:oleObj name="Equation" r:id="rId11" imgW="47853600" imgH="9448800" progId="Equation.DSMT4">
                  <p:embed/>
                  <p:pic>
                    <p:nvPicPr>
                      <p:cNvPr id="0" name="图片 4198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594225" y="3915093"/>
                        <a:ext cx="1993900" cy="3952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6750685" y="3871278"/>
            <a:ext cx="990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即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7315835" y="3910965"/>
          <a:ext cx="1943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1" name="Equation" r:id="rId13" imgW="46634400" imgH="9448800" progId="Equation.DSMT4">
                  <p:embed/>
                </p:oleObj>
              </mc:Choice>
              <mc:Fallback>
                <p:oleObj name="Equation" r:id="rId13" imgW="46634400" imgH="9448800" progId="Equation.DSMT4">
                  <p:embed/>
                  <p:pic>
                    <p:nvPicPr>
                      <p:cNvPr id="0" name="图片 4199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315835" y="3910965"/>
                        <a:ext cx="19431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1564640" y="4633278"/>
            <a:ext cx="1143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例如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endParaRPr kumimoji="1"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0" name="Object 20"/>
          <p:cNvGraphicFramePr>
            <a:graphicFrameLocks noChangeAspect="1"/>
          </p:cNvGraphicFramePr>
          <p:nvPr/>
        </p:nvGraphicFramePr>
        <p:xfrm>
          <a:off x="2620645" y="4681220"/>
          <a:ext cx="1333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2" name="Equation" r:id="rId15" imgW="32004000" imgH="10363200" progId="Equation.DSMT4">
                  <p:embed/>
                </p:oleObj>
              </mc:Choice>
              <mc:Fallback>
                <p:oleObj name="Equation" r:id="rId15" imgW="32004000" imgH="10363200" progId="Equation.DSMT4">
                  <p:embed/>
                  <p:pic>
                    <p:nvPicPr>
                      <p:cNvPr id="0" name="图片 4199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620645" y="4681220"/>
                        <a:ext cx="13335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1"/>
          <p:cNvGraphicFramePr>
            <a:graphicFrameLocks noChangeAspect="1"/>
          </p:cNvGraphicFramePr>
          <p:nvPr/>
        </p:nvGraphicFramePr>
        <p:xfrm>
          <a:off x="4041140" y="4700270"/>
          <a:ext cx="1308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3" name="Equation" r:id="rId17" imgW="31394400" imgH="9448800" progId="Equation.DSMT4">
                  <p:embed/>
                </p:oleObj>
              </mc:Choice>
              <mc:Fallback>
                <p:oleObj name="Equation" r:id="rId17" imgW="31394400" imgH="9448800" progId="Equation.DSMT4">
                  <p:embed/>
                  <p:pic>
                    <p:nvPicPr>
                      <p:cNvPr id="0" name="图片 41992"/>
                      <p:cNvPicPr>
                        <a:picLocks noChangeAspect="1"/>
                      </p:cNvPicPr>
                      <p:nvPr/>
                    </p:nvPicPr>
                    <p:blipFill>
                      <a:blip r:embed="rId1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041140" y="4700270"/>
                        <a:ext cx="13081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22"/>
          <p:cNvSpPr txBox="1">
            <a:spLocks noChangeArrowheads="1"/>
          </p:cNvSpPr>
          <p:nvPr/>
        </p:nvSpPr>
        <p:spPr bwMode="auto">
          <a:xfrm>
            <a:off x="4590415" y="4651058"/>
            <a:ext cx="75882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～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Text Box 25"/>
          <p:cNvSpPr txBox="1">
            <a:spLocks noChangeArrowheads="1"/>
          </p:cNvSpPr>
          <p:nvPr/>
        </p:nvSpPr>
        <p:spPr bwMode="auto">
          <a:xfrm>
            <a:off x="5401310" y="4645978"/>
            <a:ext cx="1143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故</a:t>
            </a:r>
            <a:endParaRPr kumimoji="1" lang="zh-CN" altLang="en-US" sz="2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6" name="Object 26"/>
          <p:cNvGraphicFramePr>
            <a:graphicFrameLocks noChangeAspect="1"/>
          </p:cNvGraphicFramePr>
          <p:nvPr/>
        </p:nvGraphicFramePr>
        <p:xfrm>
          <a:off x="5927725" y="4678680"/>
          <a:ext cx="1333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5" name="Equation" r:id="rId19" imgW="32004000" imgH="10363200" progId="Equation.DSMT4">
                  <p:embed/>
                </p:oleObj>
              </mc:Choice>
              <mc:Fallback>
                <p:oleObj name="Equation" r:id="rId19" imgW="32004000" imgH="10363200" progId="Equation.DSMT4">
                  <p:embed/>
                  <p:pic>
                    <p:nvPicPr>
                      <p:cNvPr id="0" name="图片 41994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927725" y="4678680"/>
                        <a:ext cx="13335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7"/>
          <p:cNvGraphicFramePr>
            <a:graphicFrameLocks noChangeAspect="1"/>
          </p:cNvGraphicFramePr>
          <p:nvPr/>
        </p:nvGraphicFramePr>
        <p:xfrm>
          <a:off x="7371715" y="4684395"/>
          <a:ext cx="2235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6" name="Equation" r:id="rId21" imgW="53644800" imgH="9448800" progId="Equation.DSMT4">
                  <p:embed/>
                </p:oleObj>
              </mc:Choice>
              <mc:Fallback>
                <p:oleObj name="Equation" r:id="rId21" imgW="53644800" imgH="9448800" progId="Equation.DSMT4">
                  <p:embed/>
                  <p:pic>
                    <p:nvPicPr>
                      <p:cNvPr id="0" name="图片 41995"/>
                      <p:cNvPicPr>
                        <a:picLocks noChangeAspect="1"/>
                      </p:cNvPicPr>
                      <p:nvPr/>
                    </p:nvPicPr>
                    <p:blipFill>
                      <a:blip r:embed="rId2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371715" y="4684395"/>
                        <a:ext cx="22352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Line 29"/>
          <p:cNvSpPr>
            <a:spLocks noChangeShapeType="1"/>
          </p:cNvSpPr>
          <p:nvPr/>
        </p:nvSpPr>
        <p:spPr bwMode="auto">
          <a:xfrm>
            <a:off x="3682365" y="223647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" name="Line 30"/>
          <p:cNvSpPr>
            <a:spLocks noChangeShapeType="1"/>
          </p:cNvSpPr>
          <p:nvPr/>
        </p:nvSpPr>
        <p:spPr bwMode="auto">
          <a:xfrm>
            <a:off x="3682365" y="306578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" name="Line 31"/>
          <p:cNvSpPr>
            <a:spLocks noChangeShapeType="1"/>
          </p:cNvSpPr>
          <p:nvPr/>
        </p:nvSpPr>
        <p:spPr bwMode="auto">
          <a:xfrm>
            <a:off x="3682365" y="3181985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" name="Line 32"/>
          <p:cNvSpPr>
            <a:spLocks noChangeShapeType="1"/>
          </p:cNvSpPr>
          <p:nvPr/>
        </p:nvSpPr>
        <p:spPr bwMode="auto">
          <a:xfrm>
            <a:off x="3669665" y="403733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3" name="Line 33"/>
          <p:cNvSpPr>
            <a:spLocks noChangeShapeType="1"/>
          </p:cNvSpPr>
          <p:nvPr/>
        </p:nvSpPr>
        <p:spPr bwMode="auto">
          <a:xfrm>
            <a:off x="3669665" y="4159885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5" name="Text Box 42"/>
          <p:cNvSpPr txBox="1">
            <a:spLocks noChangeArrowheads="1"/>
          </p:cNvSpPr>
          <p:nvPr/>
        </p:nvSpPr>
        <p:spPr bwMode="auto">
          <a:xfrm>
            <a:off x="1524000" y="513080"/>
            <a:ext cx="188976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1.3.5</a:t>
            </a:r>
            <a:endParaRPr lang="en-US" altLang="zh-CN" sz="2800" b="1" dirty="0" smtClean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6" name="TextBox 35"/>
          <p:cNvSpPr txBox="1"/>
          <p:nvPr/>
        </p:nvSpPr>
        <p:spPr bwMode="auto">
          <a:xfrm>
            <a:off x="2846993" y="512996"/>
            <a:ext cx="447294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（等价无穷小表示定理）设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7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7315835" y="586591"/>
          <a:ext cx="6413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8" name="Equation" r:id="rId23" imgW="15544800" imgH="9144000" progId="Equation.DSMT4">
                  <p:embed/>
                </p:oleObj>
              </mc:Choice>
              <mc:Fallback>
                <p:oleObj name="Equation" r:id="rId23" imgW="15544800" imgH="9144000" progId="Equation.DSMT4">
                  <p:embed/>
                  <p:pic>
                    <p:nvPicPr>
                      <p:cNvPr id="0" name="图片 41997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315835" y="586591"/>
                        <a:ext cx="641350" cy="374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38"/>
          <p:cNvSpPr txBox="1"/>
          <p:nvPr/>
        </p:nvSpPr>
        <p:spPr bwMode="auto">
          <a:xfrm>
            <a:off x="7956967" y="512996"/>
            <a:ext cx="215011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是无穷小量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0" name="TextBox 39"/>
          <p:cNvSpPr txBox="1"/>
          <p:nvPr/>
        </p:nvSpPr>
        <p:spPr bwMode="auto">
          <a:xfrm>
            <a:off x="2600638" y="1213168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1" name="对象 40"/>
          <p:cNvGraphicFramePr>
            <a:graphicFrameLocks noChangeAspect="1"/>
          </p:cNvGraphicFramePr>
          <p:nvPr/>
        </p:nvGraphicFramePr>
        <p:xfrm>
          <a:off x="2707640" y="1972310"/>
          <a:ext cx="876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9" name="Equation" r:id="rId25" imgW="1026160" imgH="457200" progId="Equation.DSMT4">
                  <p:embed/>
                </p:oleObj>
              </mc:Choice>
              <mc:Fallback>
                <p:oleObj name="Equation" r:id="rId25" imgW="1026160" imgH="457200" progId="Equation.DSMT4">
                  <p:embed/>
                  <p:pic>
                    <p:nvPicPr>
                      <p:cNvPr id="0" name="图片 41998"/>
                      <p:cNvPicPr>
                        <a:picLocks noChangeAspect="1"/>
                      </p:cNvPicPr>
                      <p:nvPr/>
                    </p:nvPicPr>
                    <p:blipFill>
                      <a:blip r:embed="rId2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707640" y="1972310"/>
                        <a:ext cx="8763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9"/>
          <p:cNvSpPr txBox="1">
            <a:spLocks noChangeArrowheads="1"/>
          </p:cNvSpPr>
          <p:nvPr/>
        </p:nvSpPr>
        <p:spPr bwMode="auto">
          <a:xfrm>
            <a:off x="1564640" y="5350193"/>
            <a:ext cx="1143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又如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endParaRPr kumimoji="1" lang="en-US" altLang="zh-CN" sz="2800" b="1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4" name="Object 26"/>
          <p:cNvGraphicFramePr>
            <a:graphicFrameLocks noChangeAspect="1"/>
          </p:cNvGraphicFramePr>
          <p:nvPr/>
        </p:nvGraphicFramePr>
        <p:xfrm>
          <a:off x="2620645" y="5395595"/>
          <a:ext cx="1333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" name="Equation" r:id="rId27" imgW="32004000" imgH="10363200" progId="Equation.DSMT4">
                  <p:embed/>
                </p:oleObj>
              </mc:Choice>
              <mc:Fallback>
                <p:oleObj name="Equation" r:id="rId27" imgW="32004000" imgH="10363200" progId="Equation.DSMT4">
                  <p:embed/>
                  <p:pic>
                    <p:nvPicPr>
                      <p:cNvPr id="0" name="图片 41994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620645" y="5395595"/>
                        <a:ext cx="13335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638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28" imgW="914400" imgH="215900" progId="Equation.KSEE3">
                  <p:embed/>
                </p:oleObj>
              </mc:Choice>
              <mc:Fallback>
                <p:oleObj name="" r:id="rId28" imgW="9144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5638800" y="3321050"/>
                        <a:ext cx="914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4" name="文本框 43"/>
              <p:cNvSpPr txBox="1"/>
              <p:nvPr/>
            </p:nvSpPr>
            <p:spPr>
              <a:xfrm>
                <a:off x="4041076" y="5395849"/>
                <a:ext cx="3011805" cy="45275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𝑓</m:t>
                      </m:r>
                      <m:r>
                        <a:rPr lang="en-US" altLang="zh-CN" sz="24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  <m:r>
                        <a:rPr lang="en-US" altLang="zh-CN" sz="24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2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sz="24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sz="24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7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3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4" name="文本框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1076" y="5395849"/>
                <a:ext cx="3011805" cy="452755"/>
              </a:xfrm>
              <a:prstGeom prst="rect">
                <a:avLst/>
              </a:prstGeom>
              <a:blipFill rotWithShape="1">
                <a:blip r:embed="rId30"/>
                <a:stretch>
                  <a:fillRect l="-19" t="-56" r="19" b="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文本框 44"/>
              <p:cNvSpPr txBox="1"/>
              <p:nvPr/>
            </p:nvSpPr>
            <p:spPr>
              <a:xfrm>
                <a:off x="7052881" y="5423154"/>
                <a:ext cx="1831340" cy="46037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2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𝑜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),</m:t>
                      </m:r>
                    </m:oMath>
                  </m:oMathPara>
                </a14:m>
                <a:endParaRPr lang="en-US" altLang="zh-CN" sz="2400"/>
              </a:p>
            </p:txBody>
          </p:sp>
        </mc:Choice>
        <mc:Fallback>
          <p:sp>
            <p:nvSpPr>
              <p:cNvPr id="45" name="文本框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2881" y="5423154"/>
                <a:ext cx="1831340" cy="460375"/>
              </a:xfrm>
              <a:prstGeom prst="rect">
                <a:avLst/>
              </a:prstGeom>
              <a:blipFill rotWithShape="1">
                <a:blip r:embed="rId31"/>
                <a:stretch>
                  <a:fillRect l="-31" t="-55" r="31" b="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 Box 17"/>
          <p:cNvSpPr txBox="1">
            <a:spLocks noChangeArrowheads="1"/>
          </p:cNvSpPr>
          <p:nvPr/>
        </p:nvSpPr>
        <p:spPr bwMode="auto">
          <a:xfrm flipH="1">
            <a:off x="8884285" y="5361305"/>
            <a:ext cx="5911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p>
            <a:pPr>
              <a:spcBef>
                <a:spcPct val="50000"/>
              </a:spcBef>
            </a:pPr>
            <a:r>
              <a:rPr kumimoji="1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故</a:t>
            </a:r>
            <a:endParaRPr kumimoji="1" lang="zh-CN" altLang="en-US" sz="2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本框 46"/>
              <p:cNvSpPr txBox="1"/>
              <p:nvPr/>
            </p:nvSpPr>
            <p:spPr>
              <a:xfrm>
                <a:off x="4102036" y="5980049"/>
                <a:ext cx="1642745" cy="46037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𝑓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)∼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2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lang="en-US" altLang="zh-CN" sz="2400"/>
              </a:p>
            </p:txBody>
          </p:sp>
        </mc:Choice>
        <mc:Fallback>
          <p:sp>
            <p:nvSpPr>
              <p:cNvPr id="47" name="文本框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2036" y="5980049"/>
                <a:ext cx="1642745" cy="460375"/>
              </a:xfrm>
              <a:prstGeom prst="rect">
                <a:avLst/>
              </a:prstGeom>
              <a:blipFill rotWithShape="1">
                <a:blip r:embed="rId32"/>
                <a:stretch>
                  <a:fillRect l="-35" t="-55" r="35" b="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8" name="Object 26"/>
          <p:cNvGraphicFramePr>
            <a:graphicFrameLocks noChangeAspect="1"/>
          </p:cNvGraphicFramePr>
          <p:nvPr/>
        </p:nvGraphicFramePr>
        <p:xfrm>
          <a:off x="2600325" y="6008370"/>
          <a:ext cx="1333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" name="Equation" r:id="rId33" imgW="32004000" imgH="10363200" progId="Equation.DSMT4">
                  <p:embed/>
                </p:oleObj>
              </mc:Choice>
              <mc:Fallback>
                <p:oleObj name="Equation" r:id="rId33" imgW="32004000" imgH="10363200" progId="Equation.DSMT4">
                  <p:embed/>
                  <p:pic>
                    <p:nvPicPr>
                      <p:cNvPr id="0" name="图片 41994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600325" y="6008370"/>
                        <a:ext cx="13335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0" name="直接连接符 49"/>
          <p:cNvCxnSpPr/>
          <p:nvPr/>
        </p:nvCxnSpPr>
        <p:spPr>
          <a:xfrm>
            <a:off x="1564640" y="4633595"/>
            <a:ext cx="9239250" cy="0"/>
          </a:xfrm>
          <a:prstGeom prst="line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500"/>
                            </p:stCondLst>
                            <p:childTnLst>
                              <p:par>
                                <p:cTn id="1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3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 autoUpdateAnimBg="0"/>
      <p:bldP spid="6" grpId="0" bldLvl="0" animBg="1"/>
      <p:bldP spid="7" grpId="0" bldLvl="0" animBg="1"/>
      <p:bldP spid="9" grpId="0" bldLvl="0" animBg="1" autoUpdateAnimBg="0"/>
      <p:bldP spid="10" grpId="0" bldLvl="0" animBg="1"/>
      <p:bldP spid="15" grpId="0" bldLvl="0" animBg="1" autoUpdateAnimBg="0"/>
      <p:bldP spid="17" grpId="0" bldLvl="0" animBg="1" autoUpdateAnimBg="0"/>
      <p:bldP spid="19" grpId="0" bldLvl="0" animBg="1" autoUpdateAnimBg="0"/>
      <p:bldP spid="22" grpId="0" bldLvl="0" animBg="1" autoUpdateAnimBg="0"/>
      <p:bldP spid="25" grpId="0" bldLvl="0" animBg="1" autoUpdateAnimBg="0"/>
      <p:bldP spid="29" grpId="0" bldLvl="0" animBg="1"/>
      <p:bldP spid="30" grpId="0" bldLvl="0" animBg="1"/>
      <p:bldP spid="31" grpId="0" bldLvl="0" animBg="1"/>
      <p:bldP spid="32" grpId="0" bldLvl="0" animBg="1"/>
      <p:bldP spid="33" grpId="0" bldLvl="0" animBg="1"/>
      <p:bldP spid="11" grpId="0" bldLvl="0" animBg="1" autoUpdateAnimBg="0"/>
      <p:bldP spid="46" grpId="0" bldLvl="0" animBg="1" autoUpdateAnimBg="0"/>
      <p:bldP spid="44" grpId="0"/>
      <p:bldP spid="4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 bwMode="auto">
          <a:xfrm>
            <a:off x="1833935" y="901229"/>
            <a:ext cx="625856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1.3.6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（等价无穷小量替换定理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8092566" y="968528"/>
          <a:ext cx="1504951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29" name="Equation" r:id="rId1" imgW="36271200" imgH="9448800" progId="Equation.DSMT4">
                  <p:embed/>
                </p:oleObj>
              </mc:Choice>
              <mc:Fallback>
                <p:oleObj name="Equation" r:id="rId1" imgW="36271200" imgH="9448800" progId="Equation.DSMT4">
                  <p:embed/>
                  <p:pic>
                    <p:nvPicPr>
                      <p:cNvPr id="0" name="图片 4812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092566" y="968528"/>
                        <a:ext cx="1504951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1853243" y="1510948"/>
            <a:ext cx="644017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是自变量在同一变化过程中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的无穷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小量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8292883" y="1596789"/>
          <a:ext cx="1023938" cy="3492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01" name="Equation" r:id="rId3" imgW="24384000" imgH="8229600" progId="Equation.DSMT4">
                  <p:embed/>
                </p:oleObj>
              </mc:Choice>
              <mc:Fallback>
                <p:oleObj name="Equation" r:id="rId3" imgW="24384000" imgH="8229600" progId="Equation.DSMT4">
                  <p:embed/>
                  <p:pic>
                    <p:nvPicPr>
                      <p:cNvPr id="0" name="图片 48200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292883" y="1596789"/>
                        <a:ext cx="1023938" cy="3492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991190" y="2254649"/>
          <a:ext cx="1049338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02" name="Equation" r:id="rId5" imgW="24993600" imgH="9448800" progId="Equation.DSMT4">
                  <p:embed/>
                </p:oleObj>
              </mc:Choice>
              <mc:Fallback>
                <p:oleObj name="Equation" r:id="rId5" imgW="24993600" imgH="9448800" progId="Equation.DSMT4">
                  <p:embed/>
                  <p:pic>
                    <p:nvPicPr>
                      <p:cNvPr id="0" name="图片 48201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91190" y="2254649"/>
                        <a:ext cx="1049338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3626874" y="2049543"/>
          <a:ext cx="920751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03" name="Equation" r:id="rId7" imgW="22250400" imgH="20116800" progId="Equation.DSMT4">
                  <p:embed/>
                </p:oleObj>
              </mc:Choice>
              <mc:Fallback>
                <p:oleObj name="Equation" r:id="rId7" imgW="22250400" imgH="20116800" progId="Equation.DSMT4">
                  <p:embed/>
                  <p:pic>
                    <p:nvPicPr>
                      <p:cNvPr id="0" name="图片 48202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26874" y="2049543"/>
                        <a:ext cx="920751" cy="831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 bwMode="auto">
          <a:xfrm>
            <a:off x="3040257" y="2187349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且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4594077" y="2187349"/>
            <a:ext cx="16129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存在，则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6253758" y="2050043"/>
          <a:ext cx="2179638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04" name="Equation" r:id="rId9" imgW="52120800" imgH="20116800" progId="Equation.DSMT4">
                  <p:embed/>
                </p:oleObj>
              </mc:Choice>
              <mc:Fallback>
                <p:oleObj name="Equation" r:id="rId9" imgW="52120800" imgH="20116800" progId="Equation.DSMT4">
                  <p:embed/>
                  <p:pic>
                    <p:nvPicPr>
                      <p:cNvPr id="0" name="图片 48203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253758" y="2050043"/>
                        <a:ext cx="2179638" cy="831851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4"/>
          <p:cNvSpPr txBox="1">
            <a:spLocks noChangeArrowheads="1"/>
          </p:cNvSpPr>
          <p:nvPr/>
        </p:nvSpPr>
        <p:spPr bwMode="auto">
          <a:xfrm>
            <a:off x="1991544" y="3168139"/>
            <a:ext cx="936104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1680"/>
              </a:spcBef>
              <a:spcAft>
                <a:spcPts val="0"/>
              </a:spcAft>
            </a:pPr>
            <a:r>
              <a:rPr kumimoji="1" lang="zh-CN" sz="2800" b="1" kern="1200" dirty="0">
                <a:solidFill>
                  <a:srgbClr val="7030A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证</a:t>
            </a:r>
            <a:r>
              <a:rPr kumimoji="1" lang="en-US" sz="2800" b="1" kern="1200" dirty="0">
                <a:solidFill>
                  <a:srgbClr val="7030A0"/>
                </a:solidFill>
                <a:effectLst/>
                <a:latin typeface="黑体" panose="02010609060101010101" pitchFamily="49" charset="-122"/>
                <a:ea typeface="宋体" panose="02010600030101010101" pitchFamily="2" charset="-122"/>
                <a:cs typeface="Times New Roman" panose="02020603050405020304"/>
              </a:rPr>
              <a:t>:</a:t>
            </a:r>
            <a:endParaRPr lang="zh-CN" sz="1200" dirty="0">
              <a:solidFill>
                <a:srgbClr val="7030A0"/>
              </a:solidFill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2060124" y="3654400"/>
          <a:ext cx="3554413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05" name="Equation" r:id="rId11" imgW="85039200" imgH="23774400" progId="Equation.DSMT4">
                  <p:embed/>
                </p:oleObj>
              </mc:Choice>
              <mc:Fallback>
                <p:oleObj name="Equation" r:id="rId11" imgW="85039200" imgH="23774400" progId="Equation.DSMT4">
                  <p:embed/>
                  <p:pic>
                    <p:nvPicPr>
                      <p:cNvPr id="0" name="图片 48204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060124" y="3654400"/>
                        <a:ext cx="3554413" cy="977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22"/>
          <p:cNvSpPr txBox="1"/>
          <p:nvPr/>
        </p:nvSpPr>
        <p:spPr bwMode="auto">
          <a:xfrm>
            <a:off x="1991544" y="4632553"/>
            <a:ext cx="10775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ts val="1680"/>
              </a:spcBef>
              <a:spcAft>
                <a:spcPts val="0"/>
              </a:spcAft>
            </a:pPr>
            <a:r>
              <a:rPr lang="zh-CN" sz="2800" b="1" kern="12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证毕</a:t>
            </a:r>
            <a:r>
              <a:rPr lang="en-US" sz="2800" b="1" kern="12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.</a:t>
            </a:r>
            <a:endParaRPr lang="zh-CN" sz="1200" dirty="0"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48206" name="Object 78"/>
          <p:cNvGraphicFramePr>
            <a:graphicFrameLocks noChangeAspect="1"/>
          </p:cNvGraphicFramePr>
          <p:nvPr/>
        </p:nvGraphicFramePr>
        <p:xfrm>
          <a:off x="5703957" y="3692386"/>
          <a:ext cx="46482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13" imgW="111556800" imgH="21640800" progId="Equation.DSMT4">
                  <p:embed/>
                </p:oleObj>
              </mc:Choice>
              <mc:Fallback>
                <p:oleObj name="Equation" r:id="rId13" imgW="111556800" imgH="21640800" progId="Equation.DSMT4">
                  <p:embed/>
                  <p:pic>
                    <p:nvPicPr>
                      <p:cNvPr id="0" name="图片 48205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703957" y="3692386"/>
                        <a:ext cx="46482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Box 14"/>
          <p:cNvSpPr txBox="1">
            <a:spLocks noChangeArrowheads="1"/>
          </p:cNvSpPr>
          <p:nvPr/>
        </p:nvSpPr>
        <p:spPr bwMode="auto">
          <a:xfrm>
            <a:off x="1913890" y="5405120"/>
            <a:ext cx="109093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p>
            <a:pPr>
              <a:spcBef>
                <a:spcPts val="1680"/>
              </a:spcBef>
              <a:spcAft>
                <a:spcPts val="0"/>
              </a:spcAft>
            </a:pPr>
            <a:r>
              <a:rPr kumimoji="1" lang="zh-CN" sz="2800" b="1" kern="120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注意</a:t>
            </a:r>
            <a:r>
              <a:rPr kumimoji="1" lang="en-US" sz="2800" b="1" kern="1200" dirty="0" smtClean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黑体" panose="02010609060101010101" pitchFamily="49" charset="-122"/>
                <a:cs typeface="Times New Roman" panose="02020603050405020304"/>
              </a:rPr>
              <a:t>:</a:t>
            </a:r>
            <a:endParaRPr kumimoji="1" lang="en-US" sz="2800" b="1" kern="1200" dirty="0" smtClean="0">
              <a:solidFill>
                <a:schemeClr val="accent5">
                  <a:lumMod val="60000"/>
                  <a:lumOff val="40000"/>
                </a:schemeClr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/>
            </a:endParaRPr>
          </a:p>
        </p:txBody>
      </p:sp>
      <p:sp>
        <p:nvSpPr>
          <p:cNvPr id="31" name="Text Box 5"/>
          <p:cNvSpPr txBox="1">
            <a:spLocks noChangeArrowheads="1"/>
          </p:cNvSpPr>
          <p:nvPr/>
        </p:nvSpPr>
        <p:spPr bwMode="auto">
          <a:xfrm>
            <a:off x="2927350" y="5434965"/>
            <a:ext cx="8195310" cy="953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无穷小的积、商可分别等价替换，无穷小的代数和一般不能分别等价替换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50" name="直接连接符 49"/>
          <p:cNvCxnSpPr/>
          <p:nvPr/>
        </p:nvCxnSpPr>
        <p:spPr>
          <a:xfrm>
            <a:off x="1833880" y="5405120"/>
            <a:ext cx="9239250" cy="0"/>
          </a:xfrm>
          <a:prstGeom prst="line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8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13" grpId="0"/>
      <p:bldP spid="14" grpId="0"/>
      <p:bldP spid="17" grpId="0" bldLvl="0" animBg="1"/>
      <p:bldP spid="19" grpId="0"/>
      <p:bldP spid="33" grpId="0" bldLvl="0" animBg="1"/>
      <p:bldP spid="31" grpId="0" bldLvl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456180" y="434975"/>
            <a:ext cx="340233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设对同一变化过程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endParaRPr kumimoji="1"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5642610" y="385445"/>
            <a:ext cx="2572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 i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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,</a:t>
            </a:r>
            <a:r>
              <a:rPr kumimoji="1" lang="en-US" altLang="zh-CN" sz="2800" b="1" i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 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为无穷小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,</a:t>
            </a:r>
            <a:endParaRPr kumimoji="1"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1532255" y="450215"/>
            <a:ext cx="136525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说明</a:t>
            </a:r>
            <a:r>
              <a:rPr lang="en-US" altLang="zh-CN" sz="2800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lang="en-US" altLang="zh-CN" sz="2800" b="1" dirty="0" smtClean="0">
              <a:solidFill>
                <a:schemeClr val="accent5">
                  <a:lumMod val="60000"/>
                  <a:lumOff val="4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456180" y="988695"/>
            <a:ext cx="197231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小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的性质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endParaRPr kumimoji="1"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8098862" y="385500"/>
            <a:ext cx="197040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由等价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无穷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4276725" y="1016000"/>
            <a:ext cx="447484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有时可简化极限运算过程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endParaRPr kumimoji="1"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8" name="Object 31"/>
          <p:cNvGraphicFramePr>
            <a:graphicFrameLocks noChangeAspect="1"/>
          </p:cNvGraphicFramePr>
          <p:nvPr/>
        </p:nvGraphicFramePr>
        <p:xfrm>
          <a:off x="4108450" y="1767663"/>
          <a:ext cx="1384200" cy="431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3" name="Equation" r:id="rId1" imgW="33223200" imgH="10363200" progId="Equation.DSMT4">
                  <p:embed/>
                </p:oleObj>
              </mc:Choice>
              <mc:Fallback>
                <p:oleObj name="Equation" r:id="rId1" imgW="33223200" imgH="10363200" progId="Equation.DSMT4">
                  <p:embed/>
                  <p:pic>
                    <p:nvPicPr>
                      <p:cNvPr id="0" name="图片 49152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108450" y="1767663"/>
                        <a:ext cx="1384200" cy="4316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48"/>
          <p:cNvGraphicFramePr>
            <a:graphicFrameLocks noChangeAspect="1"/>
          </p:cNvGraphicFramePr>
          <p:nvPr/>
        </p:nvGraphicFramePr>
        <p:xfrm>
          <a:off x="5519936" y="3084001"/>
          <a:ext cx="21590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19" name="Equation" r:id="rId3" imgW="51816000" imgH="11582400" progId="Equation.DSMT4">
                  <p:embed/>
                </p:oleObj>
              </mc:Choice>
              <mc:Fallback>
                <p:oleObj name="Equation" r:id="rId3" imgW="51816000" imgH="11582400" progId="Equation.DSMT4">
                  <p:embed/>
                  <p:pic>
                    <p:nvPicPr>
                      <p:cNvPr id="0" name="图片 49318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519936" y="3084001"/>
                        <a:ext cx="2159000" cy="4794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51"/>
          <p:cNvGraphicFramePr>
            <a:graphicFrameLocks noChangeAspect="1"/>
          </p:cNvGraphicFramePr>
          <p:nvPr/>
        </p:nvGraphicFramePr>
        <p:xfrm>
          <a:off x="1758950" y="4674592"/>
          <a:ext cx="2349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20" name="Equation" r:id="rId5" imgW="56388000" imgH="11582400" progId="Equation.DSMT4">
                  <p:embed/>
                </p:oleObj>
              </mc:Choice>
              <mc:Fallback>
                <p:oleObj name="Equation" r:id="rId5" imgW="56388000" imgH="11582400" progId="Equation.DSMT4">
                  <p:embed/>
                  <p:pic>
                    <p:nvPicPr>
                      <p:cNvPr id="0" name="图片 49319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758950" y="4674592"/>
                        <a:ext cx="23495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54"/>
          <p:cNvGraphicFramePr>
            <a:graphicFrameLocks noChangeAspect="1"/>
          </p:cNvGraphicFramePr>
          <p:nvPr/>
        </p:nvGraphicFramePr>
        <p:xfrm>
          <a:off x="5519936" y="4662145"/>
          <a:ext cx="19685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21" name="Equation" r:id="rId7" imgW="47244000" imgH="11887200" progId="Equation.DSMT4">
                  <p:embed/>
                </p:oleObj>
              </mc:Choice>
              <mc:Fallback>
                <p:oleObj name="Equation" r:id="rId7" imgW="47244000" imgH="11887200" progId="Equation.DSMT4">
                  <p:embed/>
                  <p:pic>
                    <p:nvPicPr>
                      <p:cNvPr id="0" name="图片 49320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519936" y="4662145"/>
                        <a:ext cx="1968500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Box 34"/>
          <p:cNvSpPr txBox="1"/>
          <p:nvPr/>
        </p:nvSpPr>
        <p:spPr bwMode="auto">
          <a:xfrm>
            <a:off x="1647825" y="1722438"/>
            <a:ext cx="23336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命题</a:t>
            </a:r>
            <a:r>
              <a:rPr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1.3.3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当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7" name="Rectangle 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5519936" y="3632820"/>
          <a:ext cx="29972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22" name="Equation" r:id="rId9" imgW="71932800" imgH="21031200" progId="Equation.DSMT4">
                  <p:embed/>
                </p:oleObj>
              </mc:Choice>
              <mc:Fallback>
                <p:oleObj name="Equation" r:id="rId9" imgW="71932800" imgH="21031200" progId="Equation.DSMT4">
                  <p:embed/>
                  <p:pic>
                    <p:nvPicPr>
                      <p:cNvPr id="0" name="图片 49321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519936" y="3632820"/>
                        <a:ext cx="2997200" cy="876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Rectangle 2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0" name="对象 39"/>
          <p:cNvGraphicFramePr>
            <a:graphicFrameLocks noChangeAspect="1"/>
          </p:cNvGraphicFramePr>
          <p:nvPr/>
        </p:nvGraphicFramePr>
        <p:xfrm>
          <a:off x="1758950" y="5472038"/>
          <a:ext cx="2393951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23" name="Equation" r:id="rId11" imgW="57607200" imgH="11887200" progId="Equation.DSMT4">
                  <p:embed/>
                </p:oleObj>
              </mc:Choice>
              <mc:Fallback>
                <p:oleObj name="Equation" r:id="rId11" imgW="57607200" imgH="11887200" progId="Equation.DSMT4">
                  <p:embed/>
                  <p:pic>
                    <p:nvPicPr>
                      <p:cNvPr id="0" name="图片 49322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758950" y="5472038"/>
                        <a:ext cx="2393951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2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2" name="对象 41"/>
          <p:cNvGraphicFramePr>
            <a:graphicFrameLocks noChangeAspect="1"/>
          </p:cNvGraphicFramePr>
          <p:nvPr/>
        </p:nvGraphicFramePr>
        <p:xfrm>
          <a:off x="5519936" y="5453980"/>
          <a:ext cx="4265613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24" name="Equation" r:id="rId13" imgW="102717600" imgH="11887200" progId="Equation.DSMT4">
                  <p:embed/>
                </p:oleObj>
              </mc:Choice>
              <mc:Fallback>
                <p:oleObj name="Equation" r:id="rId13" imgW="102717600" imgH="11887200" progId="Equation.DSMT4">
                  <p:embed/>
                  <p:pic>
                    <p:nvPicPr>
                      <p:cNvPr id="0" name="图片 49323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519936" y="5453980"/>
                        <a:ext cx="4265613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Rectangle 2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4" name="对象 43"/>
          <p:cNvGraphicFramePr>
            <a:graphicFrameLocks noChangeAspect="1"/>
          </p:cNvGraphicFramePr>
          <p:nvPr/>
        </p:nvGraphicFramePr>
        <p:xfrm>
          <a:off x="2195364" y="5967243"/>
          <a:ext cx="1795463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25" name="Equation" r:id="rId15" imgW="43281600" imgH="11582400" progId="Equation.DSMT4">
                  <p:embed/>
                </p:oleObj>
              </mc:Choice>
              <mc:Fallback>
                <p:oleObj name="Equation" r:id="rId15" imgW="43281600" imgH="11582400" progId="Equation.DSMT4">
                  <p:embed/>
                  <p:pic>
                    <p:nvPicPr>
                      <p:cNvPr id="0" name="图片 49324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195364" y="5967243"/>
                        <a:ext cx="1795463" cy="4746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Rectangle 5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6" name="对象 45"/>
          <p:cNvGraphicFramePr>
            <a:graphicFrameLocks noChangeAspect="1"/>
          </p:cNvGraphicFramePr>
          <p:nvPr/>
        </p:nvGraphicFramePr>
        <p:xfrm>
          <a:off x="1758950" y="2382500"/>
          <a:ext cx="1762125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26" name="Equation" r:id="rId17" imgW="42062400" imgH="11582400" progId="Equation.DSMT4">
                  <p:embed/>
                </p:oleObj>
              </mc:Choice>
              <mc:Fallback>
                <p:oleObj name="Equation" r:id="rId17" imgW="42062400" imgH="11582400" progId="Equation.DSMT4">
                  <p:embed/>
                  <p:pic>
                    <p:nvPicPr>
                      <p:cNvPr id="0" name="图片 49325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758950" y="2382500"/>
                        <a:ext cx="1762125" cy="4905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Rectangle 5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8" name="对象 47"/>
          <p:cNvGraphicFramePr>
            <a:graphicFrameLocks noChangeAspect="1"/>
          </p:cNvGraphicFramePr>
          <p:nvPr/>
        </p:nvGraphicFramePr>
        <p:xfrm>
          <a:off x="5519936" y="2348880"/>
          <a:ext cx="18542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27" name="Equation" r:id="rId19" imgW="44500800" imgH="11582400" progId="Equation.DSMT4">
                  <p:embed/>
                </p:oleObj>
              </mc:Choice>
              <mc:Fallback>
                <p:oleObj name="Equation" r:id="rId19" imgW="44500800" imgH="11582400" progId="Equation.DSMT4">
                  <p:embed/>
                  <p:pic>
                    <p:nvPicPr>
                      <p:cNvPr id="0" name="图片 49326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519936" y="2348880"/>
                        <a:ext cx="1854200" cy="4730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Rectangle 5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0" name="对象 49"/>
          <p:cNvGraphicFramePr>
            <a:graphicFrameLocks noChangeAspect="1"/>
          </p:cNvGraphicFramePr>
          <p:nvPr/>
        </p:nvGraphicFramePr>
        <p:xfrm>
          <a:off x="1758950" y="3010470"/>
          <a:ext cx="2232025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28" name="Equation" r:id="rId21" imgW="53340000" imgH="11582400" progId="Equation.DSMT4">
                  <p:embed/>
                </p:oleObj>
              </mc:Choice>
              <mc:Fallback>
                <p:oleObj name="Equation" r:id="rId21" imgW="53340000" imgH="11582400" progId="Equation.DSMT4">
                  <p:embed/>
                  <p:pic>
                    <p:nvPicPr>
                      <p:cNvPr id="0" name="图片 49327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758950" y="3010470"/>
                        <a:ext cx="2232025" cy="4905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Rectangle 5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2" name="对象 51"/>
          <p:cNvGraphicFramePr>
            <a:graphicFrameLocks noChangeAspect="1"/>
          </p:cNvGraphicFramePr>
          <p:nvPr/>
        </p:nvGraphicFramePr>
        <p:xfrm>
          <a:off x="1758950" y="3560812"/>
          <a:ext cx="2517775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29" name="Equation" r:id="rId23" imgW="60655200" imgH="21031200" progId="Equation.DSMT4">
                  <p:embed/>
                </p:oleObj>
              </mc:Choice>
              <mc:Fallback>
                <p:oleObj name="Equation" r:id="rId23" imgW="60655200" imgH="21031200" progId="Equation.DSMT4">
                  <p:embed/>
                  <p:pic>
                    <p:nvPicPr>
                      <p:cNvPr id="0" name="图片 49328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758950" y="3560812"/>
                        <a:ext cx="2517775" cy="876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ChangeArrowheads="1"/>
          </p:cNvSpPr>
          <p:nvPr/>
        </p:nvSpPr>
        <p:spPr bwMode="auto">
          <a:xfrm>
            <a:off x="1847528" y="260648"/>
            <a:ext cx="338391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spcAft>
                <a:spcPts val="0"/>
              </a:spcAft>
            </a:pPr>
            <a:r>
              <a:rPr lang="zh-CN" sz="3200" b="1" kern="1200" dirty="0" smtClean="0">
                <a:solidFill>
                  <a:srgbClr val="7030A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例</a:t>
            </a:r>
            <a:r>
              <a:rPr lang="en-US" altLang="zh-CN" sz="3200" b="1" kern="1200" dirty="0" smtClean="0">
                <a:solidFill>
                  <a:srgbClr val="7030A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15</a:t>
            </a:r>
            <a:r>
              <a:rPr lang="en-US" sz="3200" b="1" kern="1200" dirty="0" smtClean="0">
                <a:solidFill>
                  <a:srgbClr val="7030A0"/>
                </a:solidFill>
                <a:effectLst/>
                <a:latin typeface="Calibri" panose="020F0502020204030204"/>
                <a:ea typeface="楷体_GB2312"/>
                <a:cs typeface="Times New Roman" panose="02020603050405020304"/>
              </a:rPr>
              <a:t>. </a:t>
            </a:r>
            <a:r>
              <a:rPr lang="zh-CN" sz="3200" b="1" kern="12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/>
              </a:rPr>
              <a:t>计算极限</a:t>
            </a:r>
            <a:endParaRPr lang="zh-CN" sz="1200" dirty="0"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444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274247" y="870248"/>
          <a:ext cx="253047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77" name="Equation" r:id="rId1" imgW="60960000" imgH="21336000" progId="Equation.DSMT4">
                  <p:embed/>
                </p:oleObj>
              </mc:Choice>
              <mc:Fallback>
                <p:oleObj name="Equation" r:id="rId1" imgW="60960000" imgH="21336000" progId="Equation.DSMT4">
                  <p:embed/>
                  <p:pic>
                    <p:nvPicPr>
                      <p:cNvPr id="0" name="图片 5017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74247" y="870248"/>
                        <a:ext cx="2530475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6392863" y="927388"/>
          <a:ext cx="30226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75" name="Equation" r:id="rId3" imgW="72542400" imgH="20116800" progId="Equation.DSMT4">
                  <p:embed/>
                </p:oleObj>
              </mc:Choice>
              <mc:Fallback>
                <p:oleObj name="Equation" r:id="rId3" imgW="72542400" imgH="20116800" progId="Equation.DSMT4">
                  <p:embed/>
                  <p:pic>
                    <p:nvPicPr>
                      <p:cNvPr id="0" name="图片 5027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92863" y="927388"/>
                        <a:ext cx="3022600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274247" y="2107929"/>
          <a:ext cx="3089275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76" name="Equation" r:id="rId5" imgW="74371200" imgH="20116800" progId="Equation.DSMT4">
                  <p:embed/>
                </p:oleObj>
              </mc:Choice>
              <mc:Fallback>
                <p:oleObj name="Equation" r:id="rId5" imgW="74371200" imgH="20116800" progId="Equation.DSMT4">
                  <p:embed/>
                  <p:pic>
                    <p:nvPicPr>
                      <p:cNvPr id="0" name="图片 5027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74247" y="2107929"/>
                        <a:ext cx="3089275" cy="8302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392863" y="1966805"/>
          <a:ext cx="3632200" cy="971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77" name="Equation" r:id="rId7" imgW="87172800" imgH="23164800" progId="Equation.DSMT4">
                  <p:embed/>
                </p:oleObj>
              </mc:Choice>
              <mc:Fallback>
                <p:oleObj name="Equation" r:id="rId7" imgW="87172800" imgH="23164800" progId="Equation.DSMT4">
                  <p:embed/>
                  <p:pic>
                    <p:nvPicPr>
                      <p:cNvPr id="0" name="图片 5027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92863" y="1966805"/>
                        <a:ext cx="3632200" cy="9715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274247" y="3269727"/>
          <a:ext cx="2628901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78" name="Equation" r:id="rId9" imgW="63093600" imgH="19812000" progId="Equation.DSMT4">
                  <p:embed/>
                </p:oleObj>
              </mc:Choice>
              <mc:Fallback>
                <p:oleObj name="Equation" r:id="rId9" imgW="63093600" imgH="19812000" progId="Equation.DSMT4">
                  <p:embed/>
                  <p:pic>
                    <p:nvPicPr>
                      <p:cNvPr id="0" name="图片 50277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274247" y="3269727"/>
                        <a:ext cx="2628901" cy="8175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6392863" y="3256413"/>
          <a:ext cx="4013200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79" name="Equation" r:id="rId11" imgW="96316800" imgH="20116800" progId="Equation.DSMT4">
                  <p:embed/>
                </p:oleObj>
              </mc:Choice>
              <mc:Fallback>
                <p:oleObj name="Equation" r:id="rId11" imgW="96316800" imgH="20116800" progId="Equation.DSMT4">
                  <p:embed/>
                  <p:pic>
                    <p:nvPicPr>
                      <p:cNvPr id="0" name="图片 50278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392863" y="3256413"/>
                        <a:ext cx="4013200" cy="8302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2274247" y="4469626"/>
          <a:ext cx="27559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80" name="Equation" r:id="rId13" imgW="66141600" imgH="23469600" progId="Equation.DSMT4">
                  <p:embed/>
                </p:oleObj>
              </mc:Choice>
              <mc:Fallback>
                <p:oleObj name="Equation" r:id="rId13" imgW="66141600" imgH="23469600" progId="Equation.DSMT4">
                  <p:embed/>
                  <p:pic>
                    <p:nvPicPr>
                      <p:cNvPr id="0" name="图片 50279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274247" y="4469626"/>
                        <a:ext cx="2755900" cy="977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6392863" y="4308847"/>
          <a:ext cx="3175000" cy="1138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81" name="Equation" r:id="rId15" imgW="76200000" imgH="27127200" progId="Equation.DSMT4">
                  <p:embed/>
                </p:oleObj>
              </mc:Choice>
              <mc:Fallback>
                <p:oleObj name="Equation" r:id="rId15" imgW="76200000" imgH="27127200" progId="Equation.DSMT4">
                  <p:embed/>
                  <p:pic>
                    <p:nvPicPr>
                      <p:cNvPr id="0" name="图片 50280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392863" y="4308847"/>
                        <a:ext cx="3175000" cy="11382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>
            <a:off x="1623502" y="330384"/>
            <a:ext cx="894461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28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设法凑到已知的无穷小形式，在极限式中进行替换.</a:t>
            </a:r>
            <a:endParaRPr lang="zh-CN" altLang="en-US" sz="2800" b="1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919789" y="1141130"/>
          <a:ext cx="4630738" cy="130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1" name="Equation" r:id="rId1" imgW="111556800" imgH="31394400" progId="Equation.DSMT4">
                  <p:embed/>
                </p:oleObj>
              </mc:Choice>
              <mc:Fallback>
                <p:oleObj name="Equation" r:id="rId1" imgW="111556800" imgH="31394400" progId="Equation.DSMT4">
                  <p:embed/>
                  <p:pic>
                    <p:nvPicPr>
                      <p:cNvPr id="0" name="图片 5120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19789" y="1141130"/>
                        <a:ext cx="4630738" cy="1308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919789" y="2451115"/>
          <a:ext cx="7137401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3" name="Equation" r:id="rId3" imgW="171297600" imgH="20116800" progId="Equation.DSMT4">
                  <p:embed/>
                </p:oleObj>
              </mc:Choice>
              <mc:Fallback>
                <p:oleObj name="Equation" r:id="rId3" imgW="171297600" imgH="20116800" progId="Equation.DSMT4">
                  <p:embed/>
                  <p:pic>
                    <p:nvPicPr>
                      <p:cNvPr id="0" name="图片 5124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19789" y="2451115"/>
                        <a:ext cx="7137401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919789" y="3391029"/>
          <a:ext cx="5407026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4" name="Equation" r:id="rId5" imgW="130149600" imgH="31089600" progId="Equation.DSMT4">
                  <p:embed/>
                </p:oleObj>
              </mc:Choice>
              <mc:Fallback>
                <p:oleObj name="Equation" r:id="rId5" imgW="130149600" imgH="31089600" progId="Equation.DSMT4">
                  <p:embed/>
                  <p:pic>
                    <p:nvPicPr>
                      <p:cNvPr id="0" name="图片 51243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19789" y="3391029"/>
                        <a:ext cx="5407026" cy="1282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919536" y="4781450"/>
          <a:ext cx="6413501" cy="1239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5" name="Equation" r:id="rId7" imgW="153924000" imgH="29565600" progId="Equation.DSMT4">
                  <p:embed/>
                </p:oleObj>
              </mc:Choice>
              <mc:Fallback>
                <p:oleObj name="Equation" r:id="rId7" imgW="153924000" imgH="29565600" progId="Equation.DSMT4">
                  <p:embed/>
                  <p:pic>
                    <p:nvPicPr>
                      <p:cNvPr id="0" name="图片 51244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19536" y="4781450"/>
                        <a:ext cx="6413501" cy="12398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>
            <a:off x="1833935" y="1552238"/>
            <a:ext cx="14351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若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268762" y="1625739"/>
          <a:ext cx="817563" cy="3746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25" name="Equation" r:id="rId1" imgW="19812000" imgH="8839200" progId="Equation.DSMT4">
                  <p:embed/>
                </p:oleObj>
              </mc:Choice>
              <mc:Fallback>
                <p:oleObj name="Equation" r:id="rId1" imgW="19812000" imgH="8839200" progId="Equation.DSMT4">
                  <p:embed/>
                  <p:pic>
                    <p:nvPicPr>
                      <p:cNvPr id="0" name="图片 5222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68762" y="1625739"/>
                        <a:ext cx="817563" cy="3746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 bwMode="auto">
          <a:xfrm>
            <a:off x="4190008" y="1561128"/>
            <a:ext cx="215011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则极限为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268718" y="2208808"/>
          <a:ext cx="830262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4" name="Equation" r:id="rId3" imgW="20116800" imgH="8839200" progId="Equation.DSMT4">
                  <p:embed/>
                </p:oleObj>
              </mc:Choice>
              <mc:Fallback>
                <p:oleObj name="Equation" r:id="rId3" imgW="20116800" imgH="8839200" progId="Equation.DSMT4">
                  <p:embed/>
                  <p:pic>
                    <p:nvPicPr>
                      <p:cNvPr id="0" name="图片 5232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68718" y="2208808"/>
                        <a:ext cx="830262" cy="374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 bwMode="auto">
          <a:xfrm>
            <a:off x="4189757" y="2135158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则</a:t>
            </a:r>
            <a:endParaRPr lang="zh-CN" altLang="en-US" sz="28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4828389" y="2279452"/>
          <a:ext cx="984251" cy="24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5" name="Equation" r:id="rId5" imgW="23469600" imgH="5791200" progId="Equation.DSMT4">
                  <p:embed/>
                </p:oleObj>
              </mc:Choice>
              <mc:Fallback>
                <p:oleObj name="Equation" r:id="rId5" imgW="23469600" imgH="5791200" progId="Equation.DSMT4">
                  <p:embed/>
                  <p:pic>
                    <p:nvPicPr>
                      <p:cNvPr id="0" name="图片 5232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28389" y="2279452"/>
                        <a:ext cx="984251" cy="2460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 bwMode="auto">
          <a:xfrm>
            <a:off x="5735750" y="2142143"/>
            <a:ext cx="7200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时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,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6542186" y="1844953"/>
          <a:ext cx="425451" cy="819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6" name="Equation" r:id="rId7" imgW="10058400" imgH="19812000" progId="Equation.DSMT4">
                  <p:embed/>
                </p:oleObj>
              </mc:Choice>
              <mc:Fallback>
                <p:oleObj name="Equation" r:id="rId7" imgW="10058400" imgH="19812000" progId="Equation.DSMT4">
                  <p:embed/>
                  <p:pic>
                    <p:nvPicPr>
                      <p:cNvPr id="0" name="图片 5232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542186" y="1844953"/>
                        <a:ext cx="425451" cy="8191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 bwMode="auto">
          <a:xfrm>
            <a:off x="7053942" y="2135158"/>
            <a:ext cx="268541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是无穷小量</a:t>
            </a: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，故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3268687" y="2647846"/>
          <a:ext cx="5867400" cy="163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7" name="Equation" r:id="rId9" imgW="140817600" imgH="39624000" progId="Equation.DSMT4">
                  <p:embed/>
                </p:oleObj>
              </mc:Choice>
              <mc:Fallback>
                <p:oleObj name="Equation" r:id="rId9" imgW="140817600" imgH="39624000" progId="Equation.DSMT4">
                  <p:embed/>
                  <p:pic>
                    <p:nvPicPr>
                      <p:cNvPr id="0" name="图片 5232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68687" y="2647846"/>
                        <a:ext cx="5867400" cy="1638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2132249" y="4039123"/>
          <a:ext cx="838200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8" name="Equation" r:id="rId11" imgW="20116800" imgH="11582400" progId="Equation.DSMT4">
                  <p:embed/>
                </p:oleObj>
              </mc:Choice>
              <mc:Fallback>
                <p:oleObj name="Equation" r:id="rId11" imgW="20116800" imgH="11582400" progId="Equation.DSMT4">
                  <p:embed/>
                  <p:pic>
                    <p:nvPicPr>
                      <p:cNvPr id="0" name="图片 5232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132249" y="4039123"/>
                        <a:ext cx="838200" cy="4778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 bwMode="auto">
          <a:xfrm>
            <a:off x="2730920" y="4016757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令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" name="Rectangle 2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3269188" y="4138032"/>
          <a:ext cx="130016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9" name="Equation" r:id="rId13" imgW="31394400" imgH="6705600" progId="Equation.DSMT4">
                  <p:embed/>
                </p:oleObj>
              </mc:Choice>
              <mc:Fallback>
                <p:oleObj name="Equation" r:id="rId13" imgW="31394400" imgH="6705600" progId="Equation.DSMT4">
                  <p:embed/>
                  <p:pic>
                    <p:nvPicPr>
                      <p:cNvPr id="0" name="图片 5232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269188" y="4138032"/>
                        <a:ext cx="1300163" cy="279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2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3271413" y="4517003"/>
          <a:ext cx="66548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30" name="Equation" r:id="rId15" imgW="159715200" imgH="27432000" progId="Equation.DSMT4">
                  <p:embed/>
                </p:oleObj>
              </mc:Choice>
              <mc:Fallback>
                <p:oleObj name="Equation" r:id="rId15" imgW="159715200" imgH="27432000" progId="Equation.DSMT4">
                  <p:embed/>
                  <p:pic>
                    <p:nvPicPr>
                      <p:cNvPr id="0" name="图片 5232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271413" y="4517003"/>
                        <a:ext cx="6654800" cy="1143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3258428" y="5570324"/>
          <a:ext cx="40132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31" name="Equation" r:id="rId17" imgW="96316800" imgH="27432000" progId="Equation.DSMT4">
                  <p:embed/>
                </p:oleObj>
              </mc:Choice>
              <mc:Fallback>
                <p:oleObj name="Equation" r:id="rId17" imgW="96316800" imgH="27432000" progId="Equation.DSMT4">
                  <p:embed/>
                  <p:pic>
                    <p:nvPicPr>
                      <p:cNvPr id="0" name="图片 5233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258428" y="5570324"/>
                        <a:ext cx="4013200" cy="1143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2325682" y="349997"/>
          <a:ext cx="2628901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78" name="Equation" r:id="rId19" imgW="63093600" imgH="19812000" progId="Equation.DSMT4">
                  <p:embed/>
                </p:oleObj>
              </mc:Choice>
              <mc:Fallback>
                <p:oleObj name="Equation" r:id="rId19" imgW="63093600" imgH="19812000" progId="Equation.DSMT4">
                  <p:embed/>
                  <p:pic>
                    <p:nvPicPr>
                      <p:cNvPr id="0" name="图片 50277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325682" y="349997"/>
                        <a:ext cx="2628901" cy="8175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文本框 24"/>
          <p:cNvSpPr txBox="1"/>
          <p:nvPr/>
        </p:nvSpPr>
        <p:spPr>
          <a:xfrm>
            <a:off x="2731135" y="2134870"/>
            <a:ext cx="6718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若</a:t>
            </a:r>
            <a:endParaRPr lang="zh-CN" altLang="en-US" sz="28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5893753" y="336683"/>
          <a:ext cx="4013200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79" name="Equation" r:id="rId21" imgW="96316800" imgH="20116800" progId="Equation.DSMT4">
                  <p:embed/>
                </p:oleObj>
              </mc:Choice>
              <mc:Fallback>
                <p:oleObj name="Equation" r:id="rId21" imgW="96316800" imgH="20116800" progId="Equation.DSMT4">
                  <p:embed/>
                  <p:pic>
                    <p:nvPicPr>
                      <p:cNvPr id="0" name="图片 50278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893753" y="336683"/>
                        <a:ext cx="4013200" cy="8302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7" name="直接连接符 26"/>
          <p:cNvCxnSpPr/>
          <p:nvPr/>
        </p:nvCxnSpPr>
        <p:spPr>
          <a:xfrm>
            <a:off x="1225550" y="1363980"/>
            <a:ext cx="1025271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1" grpId="0"/>
      <p:bldP spid="14" grpId="0"/>
      <p:bldP spid="18" grpId="0"/>
      <p:bldP spid="2" grpId="0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1524240" y="1243134"/>
          <a:ext cx="8966201" cy="215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49" name="Equation" r:id="rId1" imgW="215188800" imgH="51816000" progId="Equation.DSMT4">
                  <p:embed/>
                </p:oleObj>
              </mc:Choice>
              <mc:Fallback>
                <p:oleObj name="Equation" r:id="rId1" imgW="215188800" imgH="51816000" progId="Equation.DSMT4">
                  <p:embed/>
                  <p:pic>
                    <p:nvPicPr>
                      <p:cNvPr id="0" name="图片 5324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24240" y="1243134"/>
                        <a:ext cx="8966201" cy="215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5604942" y="3261886"/>
          <a:ext cx="4102100" cy="185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87" name="Equation" r:id="rId3" imgW="98450400" imgH="44500800" progId="Equation.DSMT4">
                  <p:embed/>
                </p:oleObj>
              </mc:Choice>
              <mc:Fallback>
                <p:oleObj name="Equation" r:id="rId3" imgW="98450400" imgH="44500800" progId="Equation.DSMT4">
                  <p:embed/>
                  <p:pic>
                    <p:nvPicPr>
                      <p:cNvPr id="0" name="图片 5328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604942" y="3261886"/>
                        <a:ext cx="4102100" cy="185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524240" y="5116195"/>
          <a:ext cx="6362700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88" name="Equation" r:id="rId5" imgW="152704800" imgH="27127200" progId="Equation.DSMT4">
                  <p:embed/>
                </p:oleObj>
              </mc:Choice>
              <mc:Fallback>
                <p:oleObj name="Equation" r:id="rId5" imgW="152704800" imgH="27127200" progId="Equation.DSMT4">
                  <p:embed/>
                  <p:pic>
                    <p:nvPicPr>
                      <p:cNvPr id="0" name="图片 53287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24240" y="5116195"/>
                        <a:ext cx="6362700" cy="1130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7886596" y="5285575"/>
          <a:ext cx="3418925" cy="79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89" name="Equation" r:id="rId7" imgW="66446400" imgH="15544800" progId="Equation.DSMT4">
                  <p:embed/>
                </p:oleObj>
              </mc:Choice>
              <mc:Fallback>
                <p:oleObj name="Equation" r:id="rId7" imgW="66446400" imgH="15544800" progId="Equation.DSMT4">
                  <p:embed/>
                  <p:pic>
                    <p:nvPicPr>
                      <p:cNvPr id="0" name="图片 53288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886596" y="5285575"/>
                        <a:ext cx="3418925" cy="79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2258372" y="105271"/>
          <a:ext cx="27559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80" name="Equation" r:id="rId9" imgW="66141600" imgH="23469600" progId="Equation.DSMT4">
                  <p:embed/>
                </p:oleObj>
              </mc:Choice>
              <mc:Fallback>
                <p:oleObj name="Equation" r:id="rId9" imgW="66141600" imgH="23469600" progId="Equation.DSMT4">
                  <p:embed/>
                  <p:pic>
                    <p:nvPicPr>
                      <p:cNvPr id="0" name="图片 50279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258372" y="105271"/>
                        <a:ext cx="2755900" cy="977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6147753" y="25137"/>
          <a:ext cx="3175000" cy="1138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81" name="Equation" r:id="rId11" imgW="76200000" imgH="27127200" progId="Equation.DSMT4">
                  <p:embed/>
                </p:oleObj>
              </mc:Choice>
              <mc:Fallback>
                <p:oleObj name="Equation" r:id="rId11" imgW="76200000" imgH="27127200" progId="Equation.DSMT4">
                  <p:embed/>
                  <p:pic>
                    <p:nvPicPr>
                      <p:cNvPr id="0" name="图片 50280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147753" y="25137"/>
                        <a:ext cx="3175000" cy="11382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7" name="直接连接符 26"/>
          <p:cNvCxnSpPr/>
          <p:nvPr/>
        </p:nvCxnSpPr>
        <p:spPr>
          <a:xfrm>
            <a:off x="1245235" y="1163320"/>
            <a:ext cx="1025271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1950720" y="19050"/>
            <a:ext cx="9836150" cy="20300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0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1.4.1 </a:t>
            </a:r>
            <a:r>
              <a:rPr lang="en-US" altLang="zh-CN" sz="44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 </a:t>
            </a:r>
            <a:r>
              <a:rPr lang="zh-CN" altLang="en-US" sz="40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函数的连续性与间断点</a:t>
            </a:r>
            <a:endParaRPr lang="zh-CN" altLang="en-US" sz="40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40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40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          </a:t>
            </a:r>
            <a:r>
              <a:rPr lang="zh-CN" altLang="en-US" sz="40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连续函数</a:t>
            </a:r>
            <a:endParaRPr lang="zh-CN" altLang="en-US" sz="40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50720" y="2086248"/>
            <a:ext cx="363589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本小节内容提要：</a:t>
            </a:r>
            <a:endParaRPr lang="zh-CN" altLang="en-US" sz="3600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4" name="TextBox 3">
            <a:hlinkClick r:id="rId1" action="ppaction://hlinksldjump"/>
          </p:cNvPr>
          <p:cNvSpPr txBox="1"/>
          <p:nvPr/>
        </p:nvSpPr>
        <p:spPr>
          <a:xfrm>
            <a:off x="2909096" y="2828464"/>
            <a:ext cx="496855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一．函数在一点的连续性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2909731" y="3570685"/>
            <a:ext cx="496855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二、函数的间断点</a:t>
            </a:r>
            <a:endParaRPr lang="zh-CN" altLang="en-US" sz="3200" b="1" dirty="0">
              <a:solidFill>
                <a:schemeClr val="accent6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TextBox 5">
            <a:hlinkClick r:id="rId3" action="ppaction://hlinksldjump"/>
          </p:cNvPr>
          <p:cNvSpPr txBox="1"/>
          <p:nvPr/>
        </p:nvSpPr>
        <p:spPr>
          <a:xfrm>
            <a:off x="2910366" y="4312906"/>
            <a:ext cx="496855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三．区间上的连续函数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97199" y="417622"/>
            <a:ext cx="496855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函数在一点的连续性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 Box 7"/>
          <p:cNvSpPr txBox="1">
            <a:spLocks noChangeArrowheads="1"/>
          </p:cNvSpPr>
          <p:nvPr/>
        </p:nvSpPr>
        <p:spPr bwMode="auto">
          <a:xfrm>
            <a:off x="1670684" y="1088391"/>
            <a:ext cx="1800896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1.增量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4" name="Rectangle 38" descr="绿色大理石"/>
          <p:cNvSpPr>
            <a:spLocks noChangeArrowheads="1"/>
          </p:cNvSpPr>
          <p:nvPr/>
        </p:nvSpPr>
        <p:spPr bwMode="auto">
          <a:xfrm>
            <a:off x="4819650" y="1593850"/>
            <a:ext cx="304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1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称为自变量的增量</a:t>
            </a:r>
            <a:endParaRPr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" name="Object 39"/>
          <p:cNvGraphicFramePr>
            <a:graphicFrameLocks noChangeAspect="1"/>
          </p:cNvGraphicFramePr>
          <p:nvPr/>
        </p:nvGraphicFramePr>
        <p:xfrm>
          <a:off x="3119755" y="1619250"/>
          <a:ext cx="1549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Equation" r:id="rId2" imgW="37185600" imgH="10363200" progId="Equation.DSMT4">
                  <p:embed/>
                </p:oleObj>
              </mc:Choice>
              <mc:Fallback>
                <p:oleObj name="Equation" r:id="rId2" imgW="37185600" imgH="10363200" progId="Equation.DSMT4">
                  <p:embed/>
                  <p:pic>
                    <p:nvPicPr>
                      <p:cNvPr id="0" name="图片 1024"/>
                      <p:cNvPicPr>
                        <a:picLocks noChangeAspect="1"/>
                      </p:cNvPicPr>
                      <p:nvPr/>
                    </p:nvPicPr>
                    <p:blipFill>
                      <a:blip r:embed="rId3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119755" y="1619250"/>
                        <a:ext cx="15494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40"/>
          <p:cNvSpPr txBox="1">
            <a:spLocks noChangeArrowheads="1"/>
          </p:cNvSpPr>
          <p:nvPr/>
        </p:nvSpPr>
        <p:spPr bwMode="auto">
          <a:xfrm>
            <a:off x="4819650" y="2980690"/>
            <a:ext cx="3200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称为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函数的增量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7" name="Object 41"/>
          <p:cNvGraphicFramePr>
            <a:graphicFrameLocks noChangeAspect="1"/>
          </p:cNvGraphicFramePr>
          <p:nvPr/>
        </p:nvGraphicFramePr>
        <p:xfrm>
          <a:off x="3119438" y="2349500"/>
          <a:ext cx="2603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" name="Equation" r:id="rId4" imgW="62484000" imgH="10363200" progId="Equation.DSMT4">
                  <p:embed/>
                </p:oleObj>
              </mc:Choice>
              <mc:Fallback>
                <p:oleObj name="Equation" r:id="rId4" imgW="62484000" imgH="10363200" progId="Equation.DSMT4">
                  <p:embed/>
                  <p:pic>
                    <p:nvPicPr>
                      <p:cNvPr id="0" name="图片 1230"/>
                      <p:cNvPicPr>
                        <a:picLocks noChangeAspect="1"/>
                      </p:cNvPicPr>
                      <p:nvPr/>
                    </p:nvPicPr>
                    <p:blipFill>
                      <a:blip r:embed="rId5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119438" y="2349500"/>
                        <a:ext cx="26035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2"/>
          <p:cNvGraphicFramePr>
            <a:graphicFrameLocks noChangeAspect="1"/>
          </p:cNvGraphicFramePr>
          <p:nvPr/>
        </p:nvGraphicFramePr>
        <p:xfrm>
          <a:off x="5826103" y="2349644"/>
          <a:ext cx="2959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" name="Equation" r:id="rId6" imgW="71018400" imgH="10363200" progId="Equation.DSMT4">
                  <p:embed/>
                </p:oleObj>
              </mc:Choice>
              <mc:Fallback>
                <p:oleObj name="Equation" r:id="rId6" imgW="71018400" imgH="10363200" progId="Equation.DSMT4">
                  <p:embed/>
                  <p:pic>
                    <p:nvPicPr>
                      <p:cNvPr id="0" name="图片 1231"/>
                      <p:cNvPicPr>
                        <a:picLocks noChangeAspect="1"/>
                      </p:cNvPicPr>
                      <p:nvPr/>
                    </p:nvPicPr>
                    <p:blipFill>
                      <a:blip r:embed="rId7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826103" y="2349644"/>
                        <a:ext cx="29591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44"/>
          <p:cNvGrpSpPr/>
          <p:nvPr/>
        </p:nvGrpSpPr>
        <p:grpSpPr bwMode="auto">
          <a:xfrm>
            <a:off x="7807325" y="3563938"/>
            <a:ext cx="1854200" cy="1096962"/>
            <a:chOff x="4293" y="1915"/>
            <a:chExt cx="1168" cy="691"/>
          </a:xfrm>
        </p:grpSpPr>
        <p:sp>
          <p:nvSpPr>
            <p:cNvPr id="11" name="Freeform 45"/>
            <p:cNvSpPr/>
            <p:nvPr/>
          </p:nvSpPr>
          <p:spPr bwMode="auto">
            <a:xfrm>
              <a:off x="4293" y="1915"/>
              <a:ext cx="1168" cy="691"/>
            </a:xfrm>
            <a:custGeom>
              <a:avLst/>
              <a:gdLst>
                <a:gd name="T0" fmla="*/ 0 w 1296"/>
                <a:gd name="T1" fmla="*/ 768 h 768"/>
                <a:gd name="T2" fmla="*/ 576 w 1296"/>
                <a:gd name="T3" fmla="*/ 624 h 768"/>
                <a:gd name="T4" fmla="*/ 912 w 1296"/>
                <a:gd name="T5" fmla="*/ 384 h 768"/>
                <a:gd name="T6" fmla="*/ 1296 w 1296"/>
                <a:gd name="T7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96" h="768">
                  <a:moveTo>
                    <a:pt x="0" y="768"/>
                  </a:moveTo>
                  <a:cubicBezTo>
                    <a:pt x="212" y="728"/>
                    <a:pt x="424" y="688"/>
                    <a:pt x="576" y="624"/>
                  </a:cubicBezTo>
                  <a:cubicBezTo>
                    <a:pt x="728" y="560"/>
                    <a:pt x="792" y="488"/>
                    <a:pt x="912" y="384"/>
                  </a:cubicBezTo>
                  <a:cubicBezTo>
                    <a:pt x="1032" y="280"/>
                    <a:pt x="1232" y="64"/>
                    <a:pt x="1296" y="0"/>
                  </a:cubicBezTo>
                </a:path>
              </a:pathLst>
            </a:custGeom>
            <a:noFill/>
            <a:ln w="28575">
              <a:solidFill>
                <a:srgbClr val="0070C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2" name="Object 46"/>
            <p:cNvGraphicFramePr>
              <a:graphicFrameLocks noChangeAspect="1"/>
            </p:cNvGraphicFramePr>
            <p:nvPr/>
          </p:nvGraphicFramePr>
          <p:xfrm>
            <a:off x="4516" y="1939"/>
            <a:ext cx="701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3" name="Equation" r:id="rId8" imgW="14020800" imgH="4876800" progId="Equation.DSMT4">
                    <p:embed/>
                  </p:oleObj>
                </mc:Choice>
                <mc:Fallback>
                  <p:oleObj name="Equation" r:id="rId8" imgW="14020800" imgH="4876800" progId="Equation.DSMT4">
                    <p:embed/>
                    <p:pic>
                      <p:nvPicPr>
                        <p:cNvPr id="0" name="图片 123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4516" y="1939"/>
                          <a:ext cx="701" cy="25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Group 47"/>
          <p:cNvGrpSpPr/>
          <p:nvPr/>
        </p:nvGrpSpPr>
        <p:grpSpPr bwMode="auto">
          <a:xfrm>
            <a:off x="7539039" y="3609976"/>
            <a:ext cx="2344738" cy="2036763"/>
            <a:chOff x="4124" y="1944"/>
            <a:chExt cx="1477" cy="1283"/>
          </a:xfrm>
        </p:grpSpPr>
        <p:sp>
          <p:nvSpPr>
            <p:cNvPr id="14" name="Line 48"/>
            <p:cNvSpPr>
              <a:spLocks noChangeShapeType="1"/>
            </p:cNvSpPr>
            <p:nvPr/>
          </p:nvSpPr>
          <p:spPr bwMode="auto">
            <a:xfrm flipV="1">
              <a:off x="4207" y="2997"/>
              <a:ext cx="13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" name="Line 49"/>
            <p:cNvSpPr>
              <a:spLocks noChangeShapeType="1"/>
            </p:cNvSpPr>
            <p:nvPr/>
          </p:nvSpPr>
          <p:spPr bwMode="auto">
            <a:xfrm flipH="1" flipV="1">
              <a:off x="4207" y="2002"/>
              <a:ext cx="0" cy="9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6" name="Object 50"/>
            <p:cNvGraphicFramePr>
              <a:graphicFrameLocks noChangeAspect="1"/>
            </p:cNvGraphicFramePr>
            <p:nvPr/>
          </p:nvGraphicFramePr>
          <p:xfrm>
            <a:off x="5428" y="3034"/>
            <a:ext cx="173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4" name="Equation" r:id="rId10" imgW="3048000" imgH="3352800" progId="Equation.DSMT4">
                    <p:embed/>
                  </p:oleObj>
                </mc:Choice>
                <mc:Fallback>
                  <p:oleObj name="Equation" r:id="rId10" imgW="3048000" imgH="3352800" progId="Equation.DSMT4">
                    <p:embed/>
                    <p:pic>
                      <p:nvPicPr>
                        <p:cNvPr id="0" name="图片 123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5428" y="3034"/>
                          <a:ext cx="173" cy="18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51"/>
            <p:cNvGraphicFramePr>
              <a:graphicFrameLocks noChangeAspect="1"/>
            </p:cNvGraphicFramePr>
            <p:nvPr/>
          </p:nvGraphicFramePr>
          <p:xfrm>
            <a:off x="4124" y="3049"/>
            <a:ext cx="174" cy="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5" name="Equation" r:id="rId12" imgW="3048000" imgH="3352800" progId="Equation.DSMT4">
                    <p:embed/>
                  </p:oleObj>
                </mc:Choice>
                <mc:Fallback>
                  <p:oleObj name="Equation" r:id="rId12" imgW="3048000" imgH="3352800" progId="Equation.DSMT4">
                    <p:embed/>
                    <p:pic>
                      <p:nvPicPr>
                        <p:cNvPr id="0" name="图片 123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4124" y="3049"/>
                          <a:ext cx="174" cy="17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52"/>
            <p:cNvGraphicFramePr>
              <a:graphicFrameLocks noChangeAspect="1"/>
            </p:cNvGraphicFramePr>
            <p:nvPr/>
          </p:nvGraphicFramePr>
          <p:xfrm>
            <a:off x="4258" y="1944"/>
            <a:ext cx="185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6" name="Equation" r:id="rId14" imgW="3352800" imgH="3962400" progId="Equation.DSMT4">
                    <p:embed/>
                  </p:oleObj>
                </mc:Choice>
                <mc:Fallback>
                  <p:oleObj name="Equation" r:id="rId14" imgW="3352800" imgH="3962400" progId="Equation.DSMT4">
                    <p:embed/>
                    <p:pic>
                      <p:nvPicPr>
                        <p:cNvPr id="0" name="图片 123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4258" y="1944"/>
                          <a:ext cx="185" cy="22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Group 53"/>
          <p:cNvGrpSpPr/>
          <p:nvPr/>
        </p:nvGrpSpPr>
        <p:grpSpPr bwMode="auto">
          <a:xfrm>
            <a:off x="8154509" y="4592638"/>
            <a:ext cx="350187" cy="1117129"/>
            <a:chOff x="4035" y="3264"/>
            <a:chExt cx="245" cy="782"/>
          </a:xfrm>
        </p:grpSpPr>
        <p:sp>
          <p:nvSpPr>
            <p:cNvPr id="20" name="Line 54"/>
            <p:cNvSpPr>
              <a:spLocks noChangeShapeType="1"/>
            </p:cNvSpPr>
            <p:nvPr/>
          </p:nvSpPr>
          <p:spPr bwMode="auto">
            <a:xfrm flipV="1">
              <a:off x="4128" y="3264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21" name="Object 55"/>
            <p:cNvGraphicFramePr>
              <a:graphicFrameLocks noChangeAspect="1"/>
            </p:cNvGraphicFramePr>
            <p:nvPr/>
          </p:nvGraphicFramePr>
          <p:xfrm>
            <a:off x="4035" y="3715"/>
            <a:ext cx="245" cy="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7" name="Equation" r:id="rId16" imgW="3962400" imgH="5486400" progId="Equation.DSMT4">
                    <p:embed/>
                  </p:oleObj>
                </mc:Choice>
                <mc:Fallback>
                  <p:oleObj name="Equation" r:id="rId16" imgW="3962400" imgH="5486400" progId="Equation.DSMT4">
                    <p:embed/>
                    <p:pic>
                      <p:nvPicPr>
                        <p:cNvPr id="0" name="图片 123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4035" y="3715"/>
                          <a:ext cx="245" cy="33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Group 56"/>
          <p:cNvGrpSpPr/>
          <p:nvPr/>
        </p:nvGrpSpPr>
        <p:grpSpPr bwMode="auto">
          <a:xfrm>
            <a:off x="8288338" y="3973513"/>
            <a:ext cx="1216025" cy="1679575"/>
            <a:chOff x="4596" y="2317"/>
            <a:chExt cx="766" cy="1058"/>
          </a:xfrm>
        </p:grpSpPr>
        <p:grpSp>
          <p:nvGrpSpPr>
            <p:cNvPr id="23" name="Group 57"/>
            <p:cNvGrpSpPr/>
            <p:nvPr/>
          </p:nvGrpSpPr>
          <p:grpSpPr bwMode="auto">
            <a:xfrm>
              <a:off x="5151" y="2317"/>
              <a:ext cx="211" cy="1058"/>
              <a:chOff x="4742" y="2832"/>
              <a:chExt cx="234" cy="1176"/>
            </a:xfrm>
          </p:grpSpPr>
          <p:graphicFrame>
            <p:nvGraphicFramePr>
              <p:cNvPr id="27" name="Object 58"/>
              <p:cNvGraphicFramePr>
                <a:graphicFrameLocks noChangeAspect="1"/>
              </p:cNvGraphicFramePr>
              <p:nvPr/>
            </p:nvGraphicFramePr>
            <p:xfrm>
              <a:off x="4742" y="3762"/>
              <a:ext cx="234" cy="24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38" name="Equation" r:id="rId18" imgW="3048000" imgH="3352800" progId="Equation.DSMT4">
                      <p:embed/>
                    </p:oleObj>
                  </mc:Choice>
                  <mc:Fallback>
                    <p:oleObj name="Equation" r:id="rId18" imgW="3048000" imgH="3352800" progId="Equation.DSMT4">
                      <p:embed/>
                      <p:pic>
                        <p:nvPicPr>
                          <p:cNvPr id="0" name="图片 1237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9"/>
                          <a:stretch>
                            <a:fillRect/>
                          </a:stretch>
                        </p:blipFill>
                        <p:spPr>
                          <a:xfrm>
                            <a:off x="4742" y="3762"/>
                            <a:ext cx="234" cy="246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8" name="Line 59"/>
              <p:cNvSpPr>
                <a:spLocks noChangeShapeType="1"/>
              </p:cNvSpPr>
              <p:nvPr/>
            </p:nvSpPr>
            <p:spPr bwMode="auto">
              <a:xfrm flipV="1">
                <a:off x="4800" y="2832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24" name="Group 60"/>
            <p:cNvGrpSpPr/>
            <p:nvPr/>
          </p:nvGrpSpPr>
          <p:grpSpPr bwMode="auto">
            <a:xfrm>
              <a:off x="4596" y="2705"/>
              <a:ext cx="605" cy="262"/>
              <a:chOff x="4128" y="3264"/>
              <a:chExt cx="672" cy="291"/>
            </a:xfrm>
          </p:grpSpPr>
          <p:graphicFrame>
            <p:nvGraphicFramePr>
              <p:cNvPr id="25" name="Object 61"/>
              <p:cNvGraphicFramePr>
                <a:graphicFrameLocks noChangeAspect="1"/>
              </p:cNvGraphicFramePr>
              <p:nvPr/>
            </p:nvGraphicFramePr>
            <p:xfrm>
              <a:off x="4307" y="3304"/>
              <a:ext cx="303" cy="2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39" name="Equation" r:id="rId20" imgW="5181600" imgH="4267200" progId="Equation.DSMT4">
                      <p:embed/>
                    </p:oleObj>
                  </mc:Choice>
                  <mc:Fallback>
                    <p:oleObj name="Equation" r:id="rId20" imgW="5181600" imgH="4267200" progId="Equation.DSMT4">
                      <p:embed/>
                      <p:pic>
                        <p:nvPicPr>
                          <p:cNvPr id="0" name="图片 1238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4307" y="3304"/>
                            <a:ext cx="303" cy="25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6" name="Line 62"/>
              <p:cNvSpPr>
                <a:spLocks noChangeShapeType="1"/>
              </p:cNvSpPr>
              <p:nvPr/>
            </p:nvSpPr>
            <p:spPr bwMode="auto">
              <a:xfrm>
                <a:off x="4128" y="3264"/>
                <a:ext cx="6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</p:grpSp>
      <p:grpSp>
        <p:nvGrpSpPr>
          <p:cNvPr id="29" name="Group 63"/>
          <p:cNvGrpSpPr/>
          <p:nvPr/>
        </p:nvGrpSpPr>
        <p:grpSpPr bwMode="auto">
          <a:xfrm>
            <a:off x="9248779" y="4018486"/>
            <a:ext cx="529167" cy="570976"/>
            <a:chOff x="4800" y="2832"/>
            <a:chExt cx="400" cy="432"/>
          </a:xfrm>
        </p:grpSpPr>
        <p:graphicFrame>
          <p:nvGraphicFramePr>
            <p:cNvPr id="30" name="Object 64"/>
            <p:cNvGraphicFramePr>
              <a:graphicFrameLocks noChangeAspect="1"/>
            </p:cNvGraphicFramePr>
            <p:nvPr/>
          </p:nvGraphicFramePr>
          <p:xfrm>
            <a:off x="4847" y="2842"/>
            <a:ext cx="353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0" name="Equation" r:id="rId22" imgW="5791200" imgH="4876800" progId="Equation.DSMT4">
                    <p:embed/>
                  </p:oleObj>
                </mc:Choice>
                <mc:Fallback>
                  <p:oleObj name="Equation" r:id="rId22" imgW="5791200" imgH="4876800" progId="Equation.DSMT4">
                    <p:embed/>
                    <p:pic>
                      <p:nvPicPr>
                        <p:cNvPr id="0" name="图片 123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4847" y="2842"/>
                          <a:ext cx="353" cy="29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Line 65"/>
            <p:cNvSpPr>
              <a:spLocks noChangeShapeType="1"/>
            </p:cNvSpPr>
            <p:nvPr/>
          </p:nvSpPr>
          <p:spPr bwMode="auto">
            <a:xfrm flipV="1">
              <a:off x="4800" y="2832"/>
              <a:ext cx="0" cy="43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32" name="Text Box 66"/>
          <p:cNvSpPr txBox="1">
            <a:spLocks noChangeArrowheads="1"/>
          </p:cNvSpPr>
          <p:nvPr/>
        </p:nvSpPr>
        <p:spPr bwMode="auto">
          <a:xfrm>
            <a:off x="2480628" y="3838258"/>
            <a:ext cx="3200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注：① 图示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3" name="Group 67"/>
          <p:cNvGrpSpPr/>
          <p:nvPr/>
        </p:nvGrpSpPr>
        <p:grpSpPr bwMode="auto">
          <a:xfrm>
            <a:off x="3260725" y="4622800"/>
            <a:ext cx="3848100" cy="528638"/>
            <a:chOff x="1000" y="2432"/>
            <a:chExt cx="2424" cy="333"/>
          </a:xfrm>
        </p:grpSpPr>
        <p:sp>
          <p:nvSpPr>
            <p:cNvPr id="34" name="Text Box 68"/>
            <p:cNvSpPr txBox="1">
              <a:spLocks noChangeArrowheads="1"/>
            </p:cNvSpPr>
            <p:nvPr/>
          </p:nvSpPr>
          <p:spPr bwMode="auto">
            <a:xfrm>
              <a:off x="1000" y="2432"/>
              <a:ext cx="2424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②       </a:t>
              </a:r>
              <a:r>
                <a:rPr kumimoji="1"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可正，可负</a:t>
              </a:r>
              <a:endPara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35" name="Object 69"/>
            <p:cNvGraphicFramePr>
              <a:graphicFrameLocks noChangeAspect="1"/>
            </p:cNvGraphicFramePr>
            <p:nvPr/>
          </p:nvGraphicFramePr>
          <p:xfrm>
            <a:off x="1336" y="2478"/>
            <a:ext cx="646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1" name="Equation" r:id="rId24" imgW="10972800" imgH="4876800" progId="Equation.DSMT4">
                    <p:embed/>
                  </p:oleObj>
                </mc:Choice>
                <mc:Fallback>
                  <p:oleObj name="Equation" r:id="rId24" imgW="10972800" imgH="4876800" progId="Equation.DSMT4">
                    <p:embed/>
                    <p:pic>
                      <p:nvPicPr>
                        <p:cNvPr id="0" name="图片 124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5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336" y="2478"/>
                          <a:ext cx="646" cy="28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6" name="Line 65"/>
          <p:cNvSpPr>
            <a:spLocks noChangeShapeType="1"/>
          </p:cNvSpPr>
          <p:nvPr/>
        </p:nvSpPr>
        <p:spPr bwMode="auto">
          <a:xfrm>
            <a:off x="8328248" y="4581128"/>
            <a:ext cx="864096" cy="5088"/>
          </a:xfrm>
          <a:prstGeom prst="line">
            <a:avLst/>
          </a:prstGeom>
          <a:noFill/>
          <a:ln w="38100">
            <a:solidFill>
              <a:srgbClr val="7030A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ldLvl="0" animBg="1" autoUpdateAnimBg="0"/>
      <p:bldP spid="4" grpId="0" bldLvl="0" animBg="1"/>
      <p:bldP spid="6" grpId="0" bldLvl="0" animBg="1" autoUpdateAnimBg="0"/>
      <p:bldP spid="32" grpId="0" bldLvl="0" animBg="1" autoUpdateAnimBg="0"/>
      <p:bldP spid="36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7"/>
          <p:cNvSpPr txBox="1">
            <a:spLocks noChangeArrowheads="1"/>
          </p:cNvSpPr>
          <p:nvPr/>
        </p:nvSpPr>
        <p:spPr bwMode="auto">
          <a:xfrm>
            <a:off x="1554480" y="190545"/>
            <a:ext cx="1666875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2.定义</a:t>
            </a:r>
            <a:endParaRPr lang="en-US" altLang="zh-CN" sz="3200" b="1" dirty="0">
              <a:solidFill>
                <a:schemeClr val="accent3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3" name="Object 8"/>
          <p:cNvGraphicFramePr>
            <a:graphicFrameLocks noChangeAspect="1"/>
          </p:cNvGraphicFramePr>
          <p:nvPr/>
        </p:nvGraphicFramePr>
        <p:xfrm>
          <a:off x="4356100" y="1018540"/>
          <a:ext cx="1295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Equation" r:id="rId1" imgW="31089600" imgH="9448800" progId="Equation.DSMT4">
                  <p:embed/>
                </p:oleObj>
              </mc:Choice>
              <mc:Fallback>
                <p:oleObj name="Equation" r:id="rId1" imgW="31089600" imgH="9448800" progId="Equation.DSMT4">
                  <p:embed/>
                  <p:pic>
                    <p:nvPicPr>
                      <p:cNvPr id="0" name="图片 2048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356100" y="1018540"/>
                        <a:ext cx="12954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9"/>
          <p:cNvSpPr txBox="1">
            <a:spLocks noChangeArrowheads="1"/>
          </p:cNvSpPr>
          <p:nvPr/>
        </p:nvSpPr>
        <p:spPr bwMode="auto">
          <a:xfrm>
            <a:off x="5651500" y="933450"/>
            <a:ext cx="609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" name="Object 10"/>
          <p:cNvGraphicFramePr>
            <a:graphicFrameLocks noChangeAspect="1"/>
          </p:cNvGraphicFramePr>
          <p:nvPr/>
        </p:nvGraphicFramePr>
        <p:xfrm>
          <a:off x="6140450" y="962025"/>
          <a:ext cx="355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" name="Equation" r:id="rId3" imgW="8534400" imgH="10363200" progId="Equation.DSMT4">
                  <p:embed/>
                </p:oleObj>
              </mc:Choice>
              <mc:Fallback>
                <p:oleObj name="Equation" r:id="rId3" imgW="8534400" imgH="10363200" progId="Equation.DSMT4">
                  <p:embed/>
                  <p:pic>
                    <p:nvPicPr>
                      <p:cNvPr id="0" name="图片 2252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140450" y="962025"/>
                        <a:ext cx="3556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6496050" y="916623"/>
            <a:ext cx="333375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的某邻域内有定义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endParaRPr kumimoji="1"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1672843" y="2146474"/>
            <a:ext cx="2133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则称函数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8" name="Object 14"/>
          <p:cNvGraphicFramePr>
            <a:graphicFrameLocks noChangeAspect="1"/>
          </p:cNvGraphicFramePr>
          <p:nvPr/>
        </p:nvGraphicFramePr>
        <p:xfrm>
          <a:off x="3221589" y="2167101"/>
          <a:ext cx="2174140" cy="5008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" name="Equation" r:id="rId5" imgW="24384000" imgH="5486400" progId="Equation.DSMT4">
                  <p:embed/>
                </p:oleObj>
              </mc:Choice>
              <mc:Fallback>
                <p:oleObj name="Equation" r:id="rId5" imgW="24384000" imgH="5486400" progId="Equation.DSMT4">
                  <p:embed/>
                  <p:pic>
                    <p:nvPicPr>
                      <p:cNvPr id="0" name="图片 2253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21589" y="2167101"/>
                        <a:ext cx="2174140" cy="50080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25"/>
          <p:cNvSpPr txBox="1">
            <a:spLocks noChangeArrowheads="1"/>
          </p:cNvSpPr>
          <p:nvPr/>
        </p:nvSpPr>
        <p:spPr bwMode="auto">
          <a:xfrm>
            <a:off x="3124200" y="959485"/>
            <a:ext cx="130937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设函数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Text Box 28"/>
          <p:cNvSpPr txBox="1">
            <a:spLocks noChangeArrowheads="1"/>
          </p:cNvSpPr>
          <p:nvPr/>
        </p:nvSpPr>
        <p:spPr bwMode="auto">
          <a:xfrm>
            <a:off x="9512300" y="890270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且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2" name="Object 34"/>
          <p:cNvGraphicFramePr>
            <a:graphicFrameLocks noChangeAspect="1"/>
          </p:cNvGraphicFramePr>
          <p:nvPr/>
        </p:nvGraphicFramePr>
        <p:xfrm>
          <a:off x="4975225" y="1549083"/>
          <a:ext cx="25019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" name="Equation" r:id="rId7" imgW="60045600" imgH="14325600" progId="Equation.DSMT4">
                  <p:embed/>
                </p:oleObj>
              </mc:Choice>
              <mc:Fallback>
                <p:oleObj name="Equation" r:id="rId7" imgW="60045600" imgH="14325600" progId="Equation.DSMT4">
                  <p:embed/>
                  <p:pic>
                    <p:nvPicPr>
                      <p:cNvPr id="0" name="图片 2254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975225" y="1549083"/>
                        <a:ext cx="2501900" cy="596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38"/>
          <p:cNvGraphicFramePr>
            <a:graphicFrameLocks noChangeAspect="1"/>
          </p:cNvGraphicFramePr>
          <p:nvPr/>
        </p:nvGraphicFramePr>
        <p:xfrm>
          <a:off x="5122178" y="2921821"/>
          <a:ext cx="33020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" name="Equation" r:id="rId9" imgW="79248000" imgH="13106400" progId="Equation.DSMT4">
                  <p:embed/>
                </p:oleObj>
              </mc:Choice>
              <mc:Fallback>
                <p:oleObj name="Equation" r:id="rId9" imgW="79248000" imgH="13106400" progId="Equation.DSMT4">
                  <p:embed/>
                  <p:pic>
                    <p:nvPicPr>
                      <p:cNvPr id="0" name="图片 2255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122178" y="2921821"/>
                        <a:ext cx="3302000" cy="546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42"/>
          <p:cNvGraphicFramePr>
            <a:graphicFrameLocks noChangeAspect="1"/>
          </p:cNvGraphicFramePr>
          <p:nvPr/>
        </p:nvGraphicFramePr>
        <p:xfrm>
          <a:off x="5426075" y="4292600"/>
          <a:ext cx="16002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" name="Equation" r:id="rId11" imgW="38404800" imgH="13106400" progId="Equation.DSMT4">
                  <p:embed/>
                </p:oleObj>
              </mc:Choice>
              <mc:Fallback>
                <p:oleObj name="Equation" r:id="rId11" imgW="38404800" imgH="13106400" progId="Equation.DSMT4">
                  <p:embed/>
                  <p:pic>
                    <p:nvPicPr>
                      <p:cNvPr id="0" name="图片 225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426075" y="4292600"/>
                        <a:ext cx="1600200" cy="546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43"/>
          <p:cNvSpPr txBox="1">
            <a:spLocks noChangeArrowheads="1"/>
          </p:cNvSpPr>
          <p:nvPr/>
        </p:nvSpPr>
        <p:spPr bwMode="auto">
          <a:xfrm>
            <a:off x="3699433" y="3748395"/>
            <a:ext cx="1143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2" name="Object 44"/>
          <p:cNvGraphicFramePr>
            <a:graphicFrameLocks noChangeAspect="1"/>
          </p:cNvGraphicFramePr>
          <p:nvPr/>
        </p:nvGraphicFramePr>
        <p:xfrm>
          <a:off x="6218478" y="3794115"/>
          <a:ext cx="35877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8" name="Equation" r:id="rId13" imgW="8534400" imgH="10363200" progId="Equation.DSMT4">
                  <p:embed/>
                </p:oleObj>
              </mc:Choice>
              <mc:Fallback>
                <p:oleObj name="Equation" r:id="rId13" imgW="8534400" imgH="10363200" progId="Equation.DSMT4">
                  <p:embed/>
                  <p:pic>
                    <p:nvPicPr>
                      <p:cNvPr id="0" name="图片 2257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218478" y="3794115"/>
                        <a:ext cx="358775" cy="438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45"/>
          <p:cNvGraphicFramePr>
            <a:graphicFrameLocks noChangeAspect="1"/>
          </p:cNvGraphicFramePr>
          <p:nvPr/>
        </p:nvGraphicFramePr>
        <p:xfrm>
          <a:off x="4584325" y="3802273"/>
          <a:ext cx="73656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9" name="Equation" r:id="rId15" imgW="17678400" imgH="9448800" progId="Equation.DSMT4">
                  <p:embed/>
                </p:oleObj>
              </mc:Choice>
              <mc:Fallback>
                <p:oleObj name="Equation" r:id="rId15" imgW="17678400" imgH="9448800" progId="Equation.DSMT4">
                  <p:embed/>
                  <p:pic>
                    <p:nvPicPr>
                      <p:cNvPr id="0" name="图片 2258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584325" y="3802273"/>
                        <a:ext cx="736560" cy="39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46"/>
          <p:cNvSpPr txBox="1">
            <a:spLocks noChangeArrowheads="1"/>
          </p:cNvSpPr>
          <p:nvPr/>
        </p:nvSpPr>
        <p:spPr bwMode="auto">
          <a:xfrm>
            <a:off x="5320588" y="3752205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在点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Text Box 47"/>
          <p:cNvSpPr txBox="1">
            <a:spLocks noChangeArrowheads="1"/>
          </p:cNvSpPr>
          <p:nvPr/>
        </p:nvSpPr>
        <p:spPr bwMode="auto">
          <a:xfrm>
            <a:off x="6577253" y="3738235"/>
            <a:ext cx="107759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连续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kumimoji="1" lang="en-US" altLang="zh-CN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" name="TextBox 26"/>
          <p:cNvSpPr txBox="1"/>
          <p:nvPr/>
        </p:nvSpPr>
        <p:spPr bwMode="auto">
          <a:xfrm>
            <a:off x="1515110" y="961708"/>
            <a:ext cx="16090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1.4.1</a:t>
            </a:r>
            <a:endParaRPr kumimoji="1"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 bwMode="auto">
          <a:xfrm>
            <a:off x="1524000" y="3726656"/>
            <a:ext cx="169735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1.4.1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</a:t>
            </a:r>
            <a:endParaRPr kumimoji="1"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 bwMode="auto">
          <a:xfrm>
            <a:off x="2436495" y="2937071"/>
            <a:ext cx="268541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此极限式即是：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" name="TextBox 30"/>
          <p:cNvSpPr txBox="1"/>
          <p:nvPr/>
        </p:nvSpPr>
        <p:spPr bwMode="auto">
          <a:xfrm>
            <a:off x="1524000" y="4977172"/>
            <a:ext cx="175577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1.4.1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</a:t>
            </a:r>
            <a:endParaRPr kumimoji="1" lang="en-US" altLang="zh-CN" sz="2800" b="1" dirty="0" smtClean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3" name="Text Box 9"/>
          <p:cNvSpPr txBox="1">
            <a:spLocks noChangeArrowheads="1"/>
          </p:cNvSpPr>
          <p:nvPr/>
        </p:nvSpPr>
        <p:spPr bwMode="auto">
          <a:xfrm>
            <a:off x="3746802" y="4994317"/>
            <a:ext cx="609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5" name="Text Box 11"/>
          <p:cNvSpPr txBox="1">
            <a:spLocks noChangeArrowheads="1"/>
          </p:cNvSpPr>
          <p:nvPr/>
        </p:nvSpPr>
        <p:spPr bwMode="auto">
          <a:xfrm>
            <a:off x="6821657" y="4977172"/>
            <a:ext cx="90663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使当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kumimoji="1"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8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9" name="对象 38"/>
          <p:cNvGraphicFramePr>
            <a:graphicFrameLocks noChangeAspect="1"/>
          </p:cNvGraphicFramePr>
          <p:nvPr/>
        </p:nvGraphicFramePr>
        <p:xfrm>
          <a:off x="4356146" y="5087652"/>
          <a:ext cx="1084263" cy="336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0" name="Equation" r:id="rId17" imgW="26212800" imgH="7924800" progId="Equation.DSMT4">
                  <p:embed/>
                </p:oleObj>
              </mc:Choice>
              <mc:Fallback>
                <p:oleObj name="Equation" r:id="rId17" imgW="26212800" imgH="7924800" progId="Equation.DSMT4">
                  <p:embed/>
                  <p:pic>
                    <p:nvPicPr>
                      <p:cNvPr id="0" name="图片 2259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356146" y="5087652"/>
                        <a:ext cx="1084263" cy="3365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1" name="对象 40"/>
          <p:cNvGraphicFramePr>
            <a:graphicFrameLocks noChangeAspect="1"/>
          </p:cNvGraphicFramePr>
          <p:nvPr/>
        </p:nvGraphicFramePr>
        <p:xfrm>
          <a:off x="5591283" y="5087652"/>
          <a:ext cx="1066800" cy="336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" name="Equation" r:id="rId19" imgW="25603200" imgH="7924800" progId="Equation.DSMT4">
                  <p:embed/>
                </p:oleObj>
              </mc:Choice>
              <mc:Fallback>
                <p:oleObj name="Equation" r:id="rId19" imgW="25603200" imgH="7924800" progId="Equation.DSMT4">
                  <p:embed/>
                  <p:pic>
                    <p:nvPicPr>
                      <p:cNvPr id="0" name="图片 2260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591283" y="5087652"/>
                        <a:ext cx="1066800" cy="3365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Rectangle 1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3" name="对象 42"/>
          <p:cNvGraphicFramePr>
            <a:graphicFrameLocks noChangeAspect="1"/>
          </p:cNvGraphicFramePr>
          <p:nvPr/>
        </p:nvGraphicFramePr>
        <p:xfrm>
          <a:off x="7728666" y="5011452"/>
          <a:ext cx="1511300" cy="488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" name="Equation" r:id="rId21" imgW="36271200" imgH="11582400" progId="Equation.DSMT4">
                  <p:embed/>
                </p:oleObj>
              </mc:Choice>
              <mc:Fallback>
                <p:oleObj name="Equation" r:id="rId21" imgW="36271200" imgH="11582400" progId="Equation.DSMT4">
                  <p:embed/>
                  <p:pic>
                    <p:nvPicPr>
                      <p:cNvPr id="0" name="图片 2261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728666" y="5011452"/>
                        <a:ext cx="1511300" cy="488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Rectangle 2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6" name="TextBox 45"/>
          <p:cNvSpPr txBox="1"/>
          <p:nvPr/>
        </p:nvSpPr>
        <p:spPr bwMode="auto">
          <a:xfrm>
            <a:off x="9239711" y="4977172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时，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7" name="Rectangle 3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8" name="对象 47"/>
          <p:cNvGraphicFramePr>
            <a:graphicFrameLocks noChangeAspect="1"/>
          </p:cNvGraphicFramePr>
          <p:nvPr/>
        </p:nvGraphicFramePr>
        <p:xfrm>
          <a:off x="4914536" y="5563840"/>
          <a:ext cx="2668588" cy="552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" name="Equation" r:id="rId23" imgW="63703200" imgH="13411200" progId="Equation.DSMT4">
                  <p:embed/>
                </p:oleObj>
              </mc:Choice>
              <mc:Fallback>
                <p:oleObj name="Equation" r:id="rId23" imgW="63703200" imgH="13411200" progId="Equation.DSMT4">
                  <p:embed/>
                  <p:pic>
                    <p:nvPicPr>
                      <p:cNvPr id="0" name="图片 2262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914536" y="5563840"/>
                        <a:ext cx="2668588" cy="5524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Text Box 13"/>
          <p:cNvSpPr txBox="1">
            <a:spLocks noChangeArrowheads="1"/>
          </p:cNvSpPr>
          <p:nvPr/>
        </p:nvSpPr>
        <p:spPr bwMode="auto">
          <a:xfrm>
            <a:off x="1672892" y="6116156"/>
            <a:ext cx="2133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则称函数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0" name="Object 14"/>
          <p:cNvGraphicFramePr>
            <a:graphicFrameLocks noChangeAspect="1"/>
          </p:cNvGraphicFramePr>
          <p:nvPr/>
        </p:nvGraphicFramePr>
        <p:xfrm>
          <a:off x="3221589" y="6133159"/>
          <a:ext cx="2174139" cy="4968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" name="Equation" r:id="rId25" imgW="24384000" imgH="5486400" progId="Equation.DSMT4">
                  <p:embed/>
                </p:oleObj>
              </mc:Choice>
              <mc:Fallback>
                <p:oleObj name="Equation" r:id="rId25" imgW="24384000" imgH="5486400" progId="Equation.DSMT4">
                  <p:embed/>
                  <p:pic>
                    <p:nvPicPr>
                      <p:cNvPr id="0" name="图片 2263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221589" y="6133159"/>
                        <a:ext cx="2174139" cy="49683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0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500"/>
                            </p:stCondLst>
                            <p:childTnLst>
                              <p:par>
                                <p:cTn id="9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00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25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3000"/>
                            </p:stCondLst>
                            <p:childTnLst>
                              <p:par>
                                <p:cTn id="1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3500"/>
                            </p:stCondLst>
                            <p:childTnLst>
                              <p:par>
                                <p:cTn id="1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2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4000"/>
                            </p:stCondLst>
                            <p:childTnLst>
                              <p:par>
                                <p:cTn id="1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500"/>
                            </p:stCondLst>
                            <p:childTnLst>
                              <p:par>
                                <p:cTn id="1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 autoUpdateAnimBg="0"/>
      <p:bldP spid="6" grpId="0" bldLvl="0" animBg="1" autoUpdateAnimBg="0"/>
      <p:bldP spid="7" grpId="0" bldLvl="0" animBg="1" autoUpdateAnimBg="0"/>
      <p:bldP spid="9" grpId="0" bldLvl="0" animBg="1" autoUpdateAnimBg="0"/>
      <p:bldP spid="10" grpId="0" autoUpdateAnimBg="0" uiExpand="1" build="p"/>
      <p:bldP spid="21" grpId="0" autoUpdateAnimBg="0" uiExpand="1" build="p"/>
      <p:bldP spid="24" grpId="0" advAuto="0" autoUpdateAnimBg="0" uiExpand="1" build="p"/>
      <p:bldP spid="25" grpId="0" advAuto="0" autoUpdateAnimBg="0" uiExpand="1" build="p"/>
      <p:bldP spid="27" grpId="0" bldLvl="0" animBg="1"/>
      <p:bldP spid="29" grpId="0" bldLvl="0" animBg="1"/>
      <p:bldP spid="30" grpId="0" bldLvl="0" animBg="1"/>
      <p:bldP spid="31" grpId="0" bldLvl="0" animBg="1"/>
      <p:bldP spid="33" grpId="0" bldLvl="0" animBg="1" autoUpdateAnimBg="0"/>
      <p:bldP spid="35" grpId="0" bldLvl="0" animBg="1"/>
      <p:bldP spid="46" grpId="0" bldLvl="0" animBg="1"/>
      <p:bldP spid="49" grpId="0" bldLvl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1696710" y="648198"/>
            <a:ext cx="2209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可见 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3554085" y="716461"/>
          <a:ext cx="73342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Equation" r:id="rId1" imgW="17678400" imgH="9448800" progId="Equation.DSMT4">
                  <p:embed/>
                </p:oleObj>
              </mc:Choice>
              <mc:Fallback>
                <p:oleObj name="Equation" r:id="rId1" imgW="17678400" imgH="9448800" progId="Equation.DSMT4">
                  <p:embed/>
                  <p:pic>
                    <p:nvPicPr>
                      <p:cNvPr id="0" name="图片 3072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554085" y="716461"/>
                        <a:ext cx="733425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4287510" y="633911"/>
            <a:ext cx="990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在点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5151110" y="694236"/>
          <a:ext cx="355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3" name="Equation" r:id="rId3" imgW="8534400" imgH="10363200" progId="Equation.DSMT4">
                  <p:embed/>
                </p:oleObj>
              </mc:Choice>
              <mc:Fallback>
                <p:oleObj name="Equation" r:id="rId3" imgW="8534400" imgH="10363200" progId="Equation.DSMT4">
                  <p:embed/>
                  <p:pic>
                    <p:nvPicPr>
                      <p:cNvPr id="0" name="图片 317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51110" y="694236"/>
                        <a:ext cx="3556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5"/>
          <p:cNvSpPr txBox="1">
            <a:spLocks noChangeArrowheads="1"/>
          </p:cNvSpPr>
          <p:nvPr/>
        </p:nvSpPr>
        <p:spPr bwMode="auto">
          <a:xfrm>
            <a:off x="2203122" y="1499295"/>
            <a:ext cx="914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(1) </a:t>
            </a:r>
            <a:endParaRPr kumimoji="1"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7" name="Object 16"/>
          <p:cNvGraphicFramePr>
            <a:graphicFrameLocks noChangeAspect="1"/>
          </p:cNvGraphicFramePr>
          <p:nvPr/>
        </p:nvGraphicFramePr>
        <p:xfrm>
          <a:off x="2965122" y="1608832"/>
          <a:ext cx="736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" name="Equation" r:id="rId5" imgW="17678400" imgH="9448800" progId="Equation.DSMT4">
                  <p:embed/>
                </p:oleObj>
              </mc:Choice>
              <mc:Fallback>
                <p:oleObj name="Equation" r:id="rId5" imgW="17678400" imgH="9448800" progId="Equation.DSMT4">
                  <p:embed/>
                  <p:pic>
                    <p:nvPicPr>
                      <p:cNvPr id="0" name="图片 3173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965122" y="1608832"/>
                        <a:ext cx="7366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7"/>
          <p:cNvSpPr txBox="1">
            <a:spLocks noChangeArrowheads="1"/>
          </p:cNvSpPr>
          <p:nvPr/>
        </p:nvSpPr>
        <p:spPr bwMode="auto">
          <a:xfrm>
            <a:off x="3650922" y="1526282"/>
            <a:ext cx="1143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在点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9" name="Object 18"/>
          <p:cNvGraphicFramePr>
            <a:graphicFrameLocks noChangeAspect="1"/>
          </p:cNvGraphicFramePr>
          <p:nvPr/>
        </p:nvGraphicFramePr>
        <p:xfrm>
          <a:off x="4489122" y="1551682"/>
          <a:ext cx="355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" name="Equation" r:id="rId7" imgW="8534400" imgH="10363200" progId="Equation.DSMT4">
                  <p:embed/>
                </p:oleObj>
              </mc:Choice>
              <mc:Fallback>
                <p:oleObj name="Equation" r:id="rId7" imgW="8534400" imgH="10363200" progId="Equation.DSMT4">
                  <p:embed/>
                  <p:pic>
                    <p:nvPicPr>
                      <p:cNvPr id="0" name="图片 3174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489122" y="1551682"/>
                        <a:ext cx="3556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9"/>
          <p:cNvSpPr txBox="1">
            <a:spLocks noChangeArrowheads="1"/>
          </p:cNvSpPr>
          <p:nvPr/>
        </p:nvSpPr>
        <p:spPr bwMode="auto">
          <a:xfrm>
            <a:off x="6241722" y="1540570"/>
            <a:ext cx="914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即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1" name="Object 20"/>
          <p:cNvGraphicFramePr>
            <a:graphicFrameLocks noChangeAspect="1"/>
          </p:cNvGraphicFramePr>
          <p:nvPr/>
        </p:nvGraphicFramePr>
        <p:xfrm>
          <a:off x="6730672" y="1591370"/>
          <a:ext cx="850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" name="Equation" r:id="rId9" imgW="20421600" imgH="10363200" progId="Equation.DSMT4">
                  <p:embed/>
                </p:oleObj>
              </mc:Choice>
              <mc:Fallback>
                <p:oleObj name="Equation" r:id="rId9" imgW="20421600" imgH="10363200" progId="Equation.DSMT4">
                  <p:embed/>
                  <p:pic>
                    <p:nvPicPr>
                      <p:cNvPr id="0" name="图片 3175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730672" y="1591370"/>
                        <a:ext cx="8509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2203122" y="2298378"/>
            <a:ext cx="1828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(2) 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极限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3" name="Object 22"/>
          <p:cNvGraphicFramePr>
            <a:graphicFrameLocks noChangeAspect="1"/>
          </p:cNvGraphicFramePr>
          <p:nvPr/>
        </p:nvGraphicFramePr>
        <p:xfrm>
          <a:off x="3835072" y="2398390"/>
          <a:ext cx="12827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" name="Equation" r:id="rId11" imgW="30784800" imgH="14325600" progId="Equation.DSMT4">
                  <p:embed/>
                </p:oleObj>
              </mc:Choice>
              <mc:Fallback>
                <p:oleObj name="Equation" r:id="rId11" imgW="30784800" imgH="14325600" progId="Equation.DSMT4">
                  <p:embed/>
                  <p:pic>
                    <p:nvPicPr>
                      <p:cNvPr id="0" name="图片 3176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835072" y="2398390"/>
                        <a:ext cx="1282700" cy="596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23"/>
          <p:cNvSpPr txBox="1">
            <a:spLocks noChangeArrowheads="1"/>
          </p:cNvSpPr>
          <p:nvPr/>
        </p:nvSpPr>
        <p:spPr bwMode="auto">
          <a:xfrm>
            <a:off x="2203122" y="3184773"/>
            <a:ext cx="990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(3)</a:t>
            </a:r>
            <a:endParaRPr kumimoji="1"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5" name="Object 24"/>
          <p:cNvGraphicFramePr>
            <a:graphicFrameLocks noChangeAspect="1"/>
          </p:cNvGraphicFramePr>
          <p:nvPr/>
        </p:nvGraphicFramePr>
        <p:xfrm>
          <a:off x="3092122" y="3264148"/>
          <a:ext cx="2540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" name="Equation" r:id="rId13" imgW="60960000" imgH="14325600" progId="Equation.DSMT4">
                  <p:embed/>
                </p:oleObj>
              </mc:Choice>
              <mc:Fallback>
                <p:oleObj name="Equation" r:id="rId13" imgW="60960000" imgH="14325600" progId="Equation.DSMT4">
                  <p:embed/>
                  <p:pic>
                    <p:nvPicPr>
                      <p:cNvPr id="0" name="图片 3177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092122" y="3264148"/>
                        <a:ext cx="2540000" cy="596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26"/>
          <p:cNvSpPr txBox="1">
            <a:spLocks noChangeArrowheads="1"/>
          </p:cNvSpPr>
          <p:nvPr/>
        </p:nvSpPr>
        <p:spPr bwMode="auto">
          <a:xfrm>
            <a:off x="5506710" y="648198"/>
            <a:ext cx="4800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连续必须具备下列三个条件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kumimoji="1"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Text Box 27"/>
          <p:cNvSpPr txBox="1">
            <a:spLocks noChangeArrowheads="1"/>
          </p:cNvSpPr>
          <p:nvPr/>
        </p:nvSpPr>
        <p:spPr bwMode="auto">
          <a:xfrm>
            <a:off x="5251122" y="2298378"/>
            <a:ext cx="1447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存在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  <a:endParaRPr kumimoji="1"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Text Box 29"/>
          <p:cNvSpPr txBox="1">
            <a:spLocks noChangeArrowheads="1"/>
          </p:cNvSpPr>
          <p:nvPr/>
        </p:nvSpPr>
        <p:spPr bwMode="auto">
          <a:xfrm>
            <a:off x="4870122" y="1516757"/>
            <a:ext cx="161480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有定义 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endParaRPr kumimoji="1" lang="en-US" altLang="zh-CN" sz="32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Text Box 30"/>
          <p:cNvSpPr txBox="1">
            <a:spLocks noChangeArrowheads="1"/>
          </p:cNvSpPr>
          <p:nvPr/>
        </p:nvSpPr>
        <p:spPr bwMode="auto">
          <a:xfrm>
            <a:off x="7613322" y="1526282"/>
            <a:ext cx="107759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存在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  <a:endParaRPr kumimoji="1" lang="en-US" altLang="zh-CN" sz="32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 autoUpdateAnimBg="0"/>
      <p:bldP spid="8" grpId="0" advAuto="0" autoUpdateAnimBg="0" build="p"/>
      <p:bldP spid="10" grpId="0" autoUpdateAnimBg="0" build="p"/>
      <p:bldP spid="12" grpId="0" bldLvl="0" animBg="1" autoUpdateAnimBg="0"/>
      <p:bldP spid="14" grpId="0" bldLvl="0" animBg="1" autoUpdateAnimBg="0"/>
      <p:bldP spid="17" grpId="0" bldLvl="0" animBg="1" autoUpdateAnimBg="0"/>
      <p:bldP spid="18" grpId="0" advAuto="0" autoUpdateAnimBg="0" build="p"/>
      <p:bldP spid="19" grpId="0" advAuto="0" autoUpdateAnimBg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7"/>
          <p:cNvSpPr txBox="1">
            <a:spLocks noChangeArrowheads="1"/>
          </p:cNvSpPr>
          <p:nvPr/>
        </p:nvSpPr>
        <p:spPr bwMode="auto">
          <a:xfrm>
            <a:off x="5368925" y="3554413"/>
            <a:ext cx="1600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左连续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 Box 49"/>
          <p:cNvSpPr txBox="1">
            <a:spLocks noChangeArrowheads="1"/>
          </p:cNvSpPr>
          <p:nvPr/>
        </p:nvSpPr>
        <p:spPr bwMode="auto">
          <a:xfrm>
            <a:off x="5356225" y="4176713"/>
            <a:ext cx="1389063" cy="521970"/>
          </a:xfrm>
          <a:prstGeom prst="rect">
            <a:avLst/>
          </a:prstGeom>
          <a:noFill/>
          <a:ln w="28575">
            <a:solidFill>
              <a:srgbClr val="FF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右连续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 Box 62"/>
          <p:cNvSpPr txBox="1">
            <a:spLocks noChangeArrowheads="1"/>
          </p:cNvSpPr>
          <p:nvPr/>
        </p:nvSpPr>
        <p:spPr bwMode="auto">
          <a:xfrm>
            <a:off x="2057400" y="260350"/>
            <a:ext cx="2309813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3.单侧连续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aphicFrame>
        <p:nvGraphicFramePr>
          <p:cNvPr id="5" name="Object 63"/>
          <p:cNvGraphicFramePr>
            <a:graphicFrameLocks noChangeAspect="1"/>
          </p:cNvGraphicFramePr>
          <p:nvPr/>
        </p:nvGraphicFramePr>
        <p:xfrm>
          <a:off x="3554413" y="936625"/>
          <a:ext cx="1295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Equation" r:id="rId1" imgW="31089600" imgH="9448800" progId="Equation.DSMT4">
                  <p:embed/>
                </p:oleObj>
              </mc:Choice>
              <mc:Fallback>
                <p:oleObj name="Equation" r:id="rId1" imgW="31089600" imgH="94488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554413" y="936625"/>
                        <a:ext cx="12954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4"/>
          <p:cNvSpPr txBox="1">
            <a:spLocks noChangeArrowheads="1"/>
          </p:cNvSpPr>
          <p:nvPr/>
        </p:nvSpPr>
        <p:spPr bwMode="auto">
          <a:xfrm>
            <a:off x="4837113" y="822325"/>
            <a:ext cx="609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7" name="Object 65"/>
          <p:cNvGraphicFramePr>
            <a:graphicFrameLocks noChangeAspect="1"/>
          </p:cNvGraphicFramePr>
          <p:nvPr/>
        </p:nvGraphicFramePr>
        <p:xfrm>
          <a:off x="5370513" y="923925"/>
          <a:ext cx="355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tion" r:id="rId3" imgW="8534400" imgH="10363200" progId="Equation.DSMT4">
                  <p:embed/>
                </p:oleObj>
              </mc:Choice>
              <mc:Fallback>
                <p:oleObj name="Equation" r:id="rId3" imgW="8534400" imgH="103632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370513" y="923925"/>
                        <a:ext cx="3556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66"/>
          <p:cNvSpPr txBox="1">
            <a:spLocks noChangeArrowheads="1"/>
          </p:cNvSpPr>
          <p:nvPr/>
        </p:nvSpPr>
        <p:spPr bwMode="auto">
          <a:xfrm>
            <a:off x="5694363" y="836613"/>
            <a:ext cx="333375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的左邻域内有定义 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endParaRPr kumimoji="1"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9" name="Object 67"/>
          <p:cNvGraphicFramePr>
            <a:graphicFrameLocks noChangeAspect="1"/>
          </p:cNvGraphicFramePr>
          <p:nvPr/>
        </p:nvGraphicFramePr>
        <p:xfrm>
          <a:off x="2657475" y="1916113"/>
          <a:ext cx="517366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Equation" r:id="rId5" imgW="49682400" imgH="7315200" progId="Equation.DSMT4">
                  <p:embed/>
                </p:oleObj>
              </mc:Choice>
              <mc:Fallback>
                <p:oleObj name="Equation" r:id="rId5" imgW="49682400" imgH="7315200" progId="Equation.DSMT4">
                  <p:embed/>
                  <p:pic>
                    <p:nvPicPr>
                      <p:cNvPr id="0" name="图片 4098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657475" y="1916113"/>
                        <a:ext cx="5173663" cy="76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70"/>
          <p:cNvSpPr txBox="1">
            <a:spLocks noChangeArrowheads="1"/>
          </p:cNvSpPr>
          <p:nvPr/>
        </p:nvSpPr>
        <p:spPr bwMode="auto">
          <a:xfrm>
            <a:off x="2322513" y="836613"/>
            <a:ext cx="2133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设函数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Text Box 71"/>
          <p:cNvSpPr txBox="1">
            <a:spLocks noChangeArrowheads="1"/>
          </p:cNvSpPr>
          <p:nvPr/>
        </p:nvSpPr>
        <p:spPr bwMode="auto">
          <a:xfrm>
            <a:off x="8869363" y="822325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且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2" name="Group 79"/>
          <p:cNvGrpSpPr/>
          <p:nvPr/>
        </p:nvGrpSpPr>
        <p:grpSpPr bwMode="auto">
          <a:xfrm>
            <a:off x="2208213" y="3541713"/>
            <a:ext cx="3178175" cy="534987"/>
            <a:chOff x="884" y="2432"/>
            <a:chExt cx="2002" cy="337"/>
          </a:xfrm>
        </p:grpSpPr>
        <p:sp>
          <p:nvSpPr>
            <p:cNvPr id="13" name="Text Box 68"/>
            <p:cNvSpPr txBox="1">
              <a:spLocks noChangeArrowheads="1"/>
            </p:cNvSpPr>
            <p:nvPr/>
          </p:nvSpPr>
          <p:spPr bwMode="auto">
            <a:xfrm>
              <a:off x="884" y="2432"/>
              <a:ext cx="1184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则称函数</a:t>
              </a:r>
              <a:endPara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4" name="Object 72"/>
            <p:cNvGraphicFramePr>
              <a:graphicFrameLocks noChangeAspect="1"/>
            </p:cNvGraphicFramePr>
            <p:nvPr/>
          </p:nvGraphicFramePr>
          <p:xfrm>
            <a:off x="1878" y="2463"/>
            <a:ext cx="518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0" name="Equation" r:id="rId7" imgW="8534400" imgH="4876800" progId="Equation.DSMT4">
                    <p:embed/>
                  </p:oleObj>
                </mc:Choice>
                <mc:Fallback>
                  <p:oleObj name="Equation" r:id="rId7" imgW="8534400" imgH="4876800" progId="Equation.DSMT4">
                    <p:embed/>
                    <p:pic>
                      <p:nvPicPr>
                        <p:cNvPr id="0" name="图片 409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878" y="2463"/>
                          <a:ext cx="518" cy="29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Text Box 73"/>
            <p:cNvSpPr txBox="1">
              <a:spLocks noChangeArrowheads="1"/>
            </p:cNvSpPr>
            <p:nvPr/>
          </p:nvSpPr>
          <p:spPr bwMode="auto">
            <a:xfrm>
              <a:off x="2365" y="2440"/>
              <a:ext cx="384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在</a:t>
              </a:r>
              <a:endPara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6" name="Object 74"/>
            <p:cNvGraphicFramePr>
              <a:graphicFrameLocks noChangeAspect="1"/>
            </p:cNvGraphicFramePr>
            <p:nvPr/>
          </p:nvGraphicFramePr>
          <p:xfrm>
            <a:off x="2662" y="2474"/>
            <a:ext cx="22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1" name="Equation" r:id="rId9" imgW="8534400" imgH="10363200" progId="Equation.DSMT4">
                    <p:embed/>
                  </p:oleObj>
                </mc:Choice>
                <mc:Fallback>
                  <p:oleObj name="Equation" r:id="rId9" imgW="8534400" imgH="10363200" progId="Equation.DSMT4">
                    <p:embed/>
                    <p:pic>
                      <p:nvPicPr>
                        <p:cNvPr id="0" name="图片 410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662" y="2474"/>
                          <a:ext cx="224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" name="Object 75"/>
          <p:cNvGraphicFramePr>
            <a:graphicFrameLocks noChangeAspect="1"/>
          </p:cNvGraphicFramePr>
          <p:nvPr/>
        </p:nvGraphicFramePr>
        <p:xfrm>
          <a:off x="2582069" y="2636912"/>
          <a:ext cx="517366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Equation" r:id="rId11" imgW="49682400" imgH="7315200" progId="Equation.DSMT4">
                  <p:embed/>
                </p:oleObj>
              </mc:Choice>
              <mc:Fallback>
                <p:oleObj name="Equation" r:id="rId11" imgW="49682400" imgH="7315200" progId="Equation.DSMT4">
                  <p:embed/>
                  <p:pic>
                    <p:nvPicPr>
                      <p:cNvPr id="0" name="图片 4101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582069" y="2636912"/>
                        <a:ext cx="5173663" cy="762000"/>
                      </a:xfrm>
                      <a:prstGeom prst="rect">
                        <a:avLst/>
                      </a:prstGeom>
                      <a:noFill/>
                      <a:ln w="28575" cap="flat" cmpd="sng">
                        <a:solidFill>
                          <a:srgbClr val="FF00FF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77"/>
          <p:cNvSpPr txBox="1">
            <a:spLocks noChangeArrowheads="1"/>
          </p:cNvSpPr>
          <p:nvPr/>
        </p:nvSpPr>
        <p:spPr bwMode="auto">
          <a:xfrm>
            <a:off x="6096000" y="1412875"/>
            <a:ext cx="720725" cy="521970"/>
          </a:xfrm>
          <a:prstGeom prst="rect">
            <a:avLst/>
          </a:prstGeom>
          <a:noFill/>
          <a:ln w="28575">
            <a:solidFill>
              <a:srgbClr val="FF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右 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Text Box 78"/>
          <p:cNvSpPr txBox="1">
            <a:spLocks noChangeArrowheads="1"/>
          </p:cNvSpPr>
          <p:nvPr/>
        </p:nvSpPr>
        <p:spPr bwMode="auto">
          <a:xfrm>
            <a:off x="2065338" y="4941888"/>
            <a:ext cx="935037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kumimoji="1"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0" name="Group 94"/>
          <p:cNvGrpSpPr/>
          <p:nvPr/>
        </p:nvGrpSpPr>
        <p:grpSpPr bwMode="auto">
          <a:xfrm>
            <a:off x="2855913" y="4868863"/>
            <a:ext cx="3686175" cy="534987"/>
            <a:chOff x="839" y="3067"/>
            <a:chExt cx="2322" cy="337"/>
          </a:xfrm>
        </p:grpSpPr>
        <p:sp>
          <p:nvSpPr>
            <p:cNvPr id="21" name="Text Box 81"/>
            <p:cNvSpPr txBox="1">
              <a:spLocks noChangeArrowheads="1"/>
            </p:cNvSpPr>
            <p:nvPr/>
          </p:nvSpPr>
          <p:spPr bwMode="auto">
            <a:xfrm>
              <a:off x="839" y="3067"/>
              <a:ext cx="730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函数</a:t>
              </a:r>
              <a:endPara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22" name="Object 82"/>
            <p:cNvGraphicFramePr>
              <a:graphicFrameLocks noChangeAspect="1"/>
            </p:cNvGraphicFramePr>
            <p:nvPr/>
          </p:nvGraphicFramePr>
          <p:xfrm>
            <a:off x="1384" y="3098"/>
            <a:ext cx="517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3" name="Equation" r:id="rId13" imgW="8534400" imgH="4876800" progId="Equation.DSMT4">
                    <p:embed/>
                  </p:oleObj>
                </mc:Choice>
                <mc:Fallback>
                  <p:oleObj name="Equation" r:id="rId13" imgW="8534400" imgH="4876800" progId="Equation.DSMT4">
                    <p:embed/>
                    <p:pic>
                      <p:nvPicPr>
                        <p:cNvPr id="0" name="图片 410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384" y="3098"/>
                          <a:ext cx="517" cy="29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Text Box 83"/>
            <p:cNvSpPr txBox="1">
              <a:spLocks noChangeArrowheads="1"/>
            </p:cNvSpPr>
            <p:nvPr/>
          </p:nvSpPr>
          <p:spPr bwMode="auto">
            <a:xfrm>
              <a:off x="1871" y="3075"/>
              <a:ext cx="384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在</a:t>
              </a:r>
              <a:endPara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24" name="Object 84"/>
            <p:cNvGraphicFramePr>
              <a:graphicFrameLocks noChangeAspect="1"/>
            </p:cNvGraphicFramePr>
            <p:nvPr/>
          </p:nvGraphicFramePr>
          <p:xfrm>
            <a:off x="2168" y="3109"/>
            <a:ext cx="22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4" name="Equation" r:id="rId15" imgW="8534400" imgH="10363200" progId="Equation.DSMT4">
                    <p:embed/>
                  </p:oleObj>
                </mc:Choice>
                <mc:Fallback>
                  <p:oleObj name="Equation" r:id="rId15" imgW="8534400" imgH="10363200" progId="Equation.DSMT4">
                    <p:embed/>
                    <p:pic>
                      <p:nvPicPr>
                        <p:cNvPr id="0" name="图片 410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168" y="3109"/>
                          <a:ext cx="224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Text Box 85"/>
            <p:cNvSpPr txBox="1">
              <a:spLocks noChangeArrowheads="1"/>
            </p:cNvSpPr>
            <p:nvPr/>
          </p:nvSpPr>
          <p:spPr bwMode="auto">
            <a:xfrm>
              <a:off x="2431" y="3067"/>
              <a:ext cx="730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连续</a:t>
              </a:r>
              <a:endPara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26" name="Group 95"/>
          <p:cNvGrpSpPr/>
          <p:nvPr/>
        </p:nvGrpSpPr>
        <p:grpSpPr bwMode="auto">
          <a:xfrm>
            <a:off x="2862263" y="5492750"/>
            <a:ext cx="6121400" cy="534988"/>
            <a:chOff x="843" y="3460"/>
            <a:chExt cx="3856" cy="337"/>
          </a:xfrm>
        </p:grpSpPr>
        <p:sp>
          <p:nvSpPr>
            <p:cNvPr id="27" name="Text Box 86"/>
            <p:cNvSpPr txBox="1">
              <a:spLocks noChangeArrowheads="1"/>
            </p:cNvSpPr>
            <p:nvPr/>
          </p:nvSpPr>
          <p:spPr bwMode="auto">
            <a:xfrm>
              <a:off x="843" y="3460"/>
              <a:ext cx="730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函数</a:t>
              </a:r>
              <a:endPara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28" name="Object 87"/>
            <p:cNvGraphicFramePr>
              <a:graphicFrameLocks noChangeAspect="1"/>
            </p:cNvGraphicFramePr>
            <p:nvPr/>
          </p:nvGraphicFramePr>
          <p:xfrm>
            <a:off x="1388" y="3491"/>
            <a:ext cx="517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5" name="Equation" r:id="rId17" imgW="8534400" imgH="4876800" progId="Equation.DSMT4">
                    <p:embed/>
                  </p:oleObj>
                </mc:Choice>
                <mc:Fallback>
                  <p:oleObj name="Equation" r:id="rId17" imgW="8534400" imgH="4876800" progId="Equation.DSMT4">
                    <p:embed/>
                    <p:pic>
                      <p:nvPicPr>
                        <p:cNvPr id="0" name="图片 410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388" y="3491"/>
                          <a:ext cx="517" cy="29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" name="Text Box 88"/>
            <p:cNvSpPr txBox="1">
              <a:spLocks noChangeArrowheads="1"/>
            </p:cNvSpPr>
            <p:nvPr/>
          </p:nvSpPr>
          <p:spPr bwMode="auto">
            <a:xfrm>
              <a:off x="1875" y="3468"/>
              <a:ext cx="384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在</a:t>
              </a:r>
              <a:endPara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30" name="Object 89"/>
            <p:cNvGraphicFramePr>
              <a:graphicFrameLocks noChangeAspect="1"/>
            </p:cNvGraphicFramePr>
            <p:nvPr/>
          </p:nvGraphicFramePr>
          <p:xfrm>
            <a:off x="2172" y="3502"/>
            <a:ext cx="22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6" name="Equation" r:id="rId19" imgW="8534400" imgH="10363200" progId="Equation.DSMT4">
                    <p:embed/>
                  </p:oleObj>
                </mc:Choice>
                <mc:Fallback>
                  <p:oleObj name="Equation" r:id="rId19" imgW="8534400" imgH="10363200" progId="Equation.DSMT4">
                    <p:embed/>
                    <p:pic>
                      <p:nvPicPr>
                        <p:cNvPr id="0" name="图片 410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0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172" y="3502"/>
                          <a:ext cx="224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Text Box 90"/>
            <p:cNvSpPr txBox="1">
              <a:spLocks noChangeArrowheads="1"/>
            </p:cNvSpPr>
            <p:nvPr/>
          </p:nvSpPr>
          <p:spPr bwMode="auto">
            <a:xfrm>
              <a:off x="2435" y="3460"/>
              <a:ext cx="2264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既</a:t>
              </a:r>
              <a:r>
                <a:rPr kumimoji="1" lang="zh-CN" altLang="en-US" sz="2800" b="1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左连续</a:t>
              </a:r>
              <a:r>
                <a:rPr kumimoji="1"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，又右连续</a:t>
              </a:r>
              <a:endPara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32" name="Group 91"/>
          <p:cNvGrpSpPr/>
          <p:nvPr/>
        </p:nvGrpSpPr>
        <p:grpSpPr bwMode="auto">
          <a:xfrm>
            <a:off x="6497638" y="5100638"/>
            <a:ext cx="838200" cy="125412"/>
            <a:chOff x="432" y="2294"/>
            <a:chExt cx="528" cy="96"/>
          </a:xfrm>
        </p:grpSpPr>
        <p:sp>
          <p:nvSpPr>
            <p:cNvPr id="33" name="Line 92"/>
            <p:cNvSpPr>
              <a:spLocks noChangeShapeType="1"/>
            </p:cNvSpPr>
            <p:nvPr/>
          </p:nvSpPr>
          <p:spPr bwMode="auto">
            <a:xfrm>
              <a:off x="432" y="2294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4" name="Line 93"/>
            <p:cNvSpPr>
              <a:spLocks noChangeShapeType="1"/>
            </p:cNvSpPr>
            <p:nvPr/>
          </p:nvSpPr>
          <p:spPr bwMode="auto">
            <a:xfrm flipH="1">
              <a:off x="432" y="2390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35" name="Text Box 96"/>
          <p:cNvSpPr txBox="1">
            <a:spLocks noChangeArrowheads="1"/>
          </p:cNvSpPr>
          <p:nvPr/>
        </p:nvSpPr>
        <p:spPr bwMode="auto">
          <a:xfrm>
            <a:off x="8869363" y="3518218"/>
            <a:ext cx="935037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kumimoji="1"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6" name="Object 99"/>
          <p:cNvGraphicFramePr>
            <a:graphicFrameLocks noChangeAspect="1"/>
          </p:cNvGraphicFramePr>
          <p:nvPr/>
        </p:nvGraphicFramePr>
        <p:xfrm>
          <a:off x="9668828" y="3455988"/>
          <a:ext cx="995362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" name="Equation" r:id="rId21" imgW="10363200" imgH="6096000" progId="Equation.DSMT4">
                  <p:embed/>
                </p:oleObj>
              </mc:Choice>
              <mc:Fallback>
                <p:oleObj name="Equation" r:id="rId21" imgW="10363200" imgH="60960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2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9668828" y="3455988"/>
                        <a:ext cx="995362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103"/>
          <p:cNvGraphicFramePr>
            <a:graphicFrameLocks noChangeAspect="1"/>
          </p:cNvGraphicFramePr>
          <p:nvPr/>
        </p:nvGraphicFramePr>
        <p:xfrm>
          <a:off x="9028113" y="4316730"/>
          <a:ext cx="2433637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" name="Equation" r:id="rId23" imgW="25298400" imgH="10972800" progId="Equation.DSMT4">
                  <p:embed/>
                </p:oleObj>
              </mc:Choice>
              <mc:Fallback>
                <p:oleObj name="Equation" r:id="rId23" imgW="25298400" imgH="10972800" progId="Equation.DSMT4">
                  <p:embed/>
                  <p:pic>
                    <p:nvPicPr>
                      <p:cNvPr id="0" name="图片 4107"/>
                      <p:cNvPicPr>
                        <a:picLocks noChangeAspect="1"/>
                      </p:cNvPicPr>
                      <p:nvPr/>
                    </p:nvPicPr>
                    <p:blipFill>
                      <a:blip r:embed="rId2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9028113" y="4316730"/>
                        <a:ext cx="2433637" cy="10509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autoUpdateAnimBg="0"/>
      <p:bldP spid="3" grpId="0" bldLvl="0" animBg="1" autoUpdateAnimBg="0"/>
      <p:bldP spid="6" grpId="0" bldLvl="0" animBg="1" autoUpdateAnimBg="0"/>
      <p:bldP spid="8" grpId="0" bldLvl="0" animBg="1" autoUpdateAnimBg="0"/>
      <p:bldP spid="10" grpId="0" bldLvl="0" animBg="1" autoUpdateAnimBg="0"/>
      <p:bldP spid="11" grpId="0" autoUpdateAnimBg="0" build="p"/>
      <p:bldP spid="18" grpId="0" bldLvl="0" animBg="1" autoUpdateAnimBg="0"/>
      <p:bldP spid="19" grpId="0" bldLvl="0" animBg="1" autoUpdateAnimBg="0"/>
      <p:bldP spid="35" grpId="0" bldLvl="0" animBg="1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>
            <a:off x="1847528" y="116632"/>
            <a:ext cx="358203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回答下列问题：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1847528" y="1245007"/>
            <a:ext cx="286702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(1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如何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补充定义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4655840" y="707786"/>
          <a:ext cx="793751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Equation" r:id="rId1" imgW="18897600" imgH="9448800" progId="Equation.DSMT4">
                  <p:embed/>
                </p:oleObj>
              </mc:Choice>
              <mc:Fallback>
                <p:oleObj name="Equation" r:id="rId1" imgW="18897600" imgH="9448800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55840" y="707786"/>
                        <a:ext cx="793751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5519936" y="639852"/>
            <a:ext cx="16129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可使函数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7032104" y="485536"/>
          <a:ext cx="1778000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3" imgW="42672000" imgH="20116800" progId="Equation.DSMT4">
                  <p:embed/>
                </p:oleObj>
              </mc:Choice>
              <mc:Fallback>
                <p:oleObj name="Equation" r:id="rId3" imgW="42672000" imgH="20116800" progId="Equation.DSMT4">
                  <p:embed/>
                  <p:pic>
                    <p:nvPicPr>
                      <p:cNvPr id="0" name="图片 512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032104" y="485536"/>
                        <a:ext cx="1778000" cy="831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 bwMode="auto">
          <a:xfrm>
            <a:off x="8904312" y="639852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在点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1013893" y="2241080"/>
          <a:ext cx="742951" cy="323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5" imgW="17983200" imgH="7620000" progId="Equation.DSMT4">
                  <p:embed/>
                </p:oleObj>
              </mc:Choice>
              <mc:Fallback>
                <p:oleObj name="Equation" r:id="rId5" imgW="17983200" imgH="7620000" progId="Equation.DSMT4">
                  <p:embed/>
                  <p:pic>
                    <p:nvPicPr>
                      <p:cNvPr id="0" name="图片 512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013893" y="2241080"/>
                        <a:ext cx="742951" cy="323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 bwMode="auto">
          <a:xfrm>
            <a:off x="10579150" y="1368455"/>
            <a:ext cx="16129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处连续；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TextBox 12"/>
          <p:cNvSpPr txBox="1"/>
          <p:nvPr/>
        </p:nvSpPr>
        <p:spPr bwMode="auto">
          <a:xfrm>
            <a:off x="1847528" y="1916832"/>
            <a:ext cx="402844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(2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当 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 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为何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值时，函数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3215680" y="2564904"/>
          <a:ext cx="49911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Equation" r:id="rId7" imgW="119786400" imgH="24384000" progId="Equation.DSMT4">
                  <p:embed/>
                </p:oleObj>
              </mc:Choice>
              <mc:Fallback>
                <p:oleObj name="Equation" r:id="rId7" imgW="119786400" imgH="24384000" progId="Equation.DSMT4">
                  <p:embed/>
                  <p:pic>
                    <p:nvPicPr>
                      <p:cNvPr id="0" name="图片 512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15680" y="2564904"/>
                        <a:ext cx="4991100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 bwMode="auto">
          <a:xfrm>
            <a:off x="8328248" y="2780928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在点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9167375" y="2880612"/>
          <a:ext cx="742951" cy="323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Equation" r:id="rId9" imgW="17983200" imgH="7620000" progId="Equation.DSMT4">
                  <p:embed/>
                </p:oleObj>
              </mc:Choice>
              <mc:Fallback>
                <p:oleObj name="Equation" r:id="rId9" imgW="17983200" imgH="7620000" progId="Equation.DSMT4">
                  <p:embed/>
                  <p:pic>
                    <p:nvPicPr>
                      <p:cNvPr id="0" name="图片 512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167375" y="2880612"/>
                        <a:ext cx="742951" cy="323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 bwMode="auto">
          <a:xfrm>
            <a:off x="1847528" y="3501008"/>
            <a:ext cx="14351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处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连续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TextBox 21"/>
          <p:cNvSpPr txBox="1"/>
          <p:nvPr/>
        </p:nvSpPr>
        <p:spPr bwMode="auto">
          <a:xfrm>
            <a:off x="1530682" y="4062478"/>
            <a:ext cx="2592287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解：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）因为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4007768" y="4077072"/>
          <a:ext cx="182880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name="Equation" r:id="rId11" imgW="43891200" imgH="13716000" progId="Equation.DSMT4">
                  <p:embed/>
                </p:oleObj>
              </mc:Choice>
              <mc:Fallback>
                <p:oleObj name="Equation" r:id="rId11" imgW="43891200" imgH="13716000" progId="Equation.DSMT4">
                  <p:embed/>
                  <p:pic>
                    <p:nvPicPr>
                      <p:cNvPr id="0" name="图片 512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007768" y="4077072"/>
                        <a:ext cx="1828800" cy="5635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/>
          <p:cNvSpPr txBox="1"/>
          <p:nvPr/>
        </p:nvSpPr>
        <p:spPr bwMode="auto">
          <a:xfrm>
            <a:off x="6096000" y="4044389"/>
            <a:ext cx="197040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故补充定义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8206383" y="4162952"/>
          <a:ext cx="1150937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name="Equation" r:id="rId13" imgW="27432000" imgH="9448800" progId="Equation.DSMT4">
                  <p:embed/>
                </p:oleObj>
              </mc:Choice>
              <mc:Fallback>
                <p:oleObj name="Equation" r:id="rId13" imgW="27432000" imgH="9448800" progId="Equation.DSMT4">
                  <p:embed/>
                  <p:pic>
                    <p:nvPicPr>
                      <p:cNvPr id="0" name="图片 512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206383" y="4162952"/>
                        <a:ext cx="1150937" cy="387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 bwMode="auto">
          <a:xfrm>
            <a:off x="2244639" y="4637869"/>
            <a:ext cx="179260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）因为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3966366" y="4698726"/>
          <a:ext cx="668020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name="Equation" r:id="rId15" imgW="160324800" imgH="14020800" progId="Equation.DSMT4">
                  <p:embed/>
                </p:oleObj>
              </mc:Choice>
              <mc:Fallback>
                <p:oleObj name="Equation" r:id="rId15" imgW="160324800" imgH="14020800" progId="Equation.DSMT4">
                  <p:embed/>
                  <p:pic>
                    <p:nvPicPr>
                      <p:cNvPr id="0" name="图片 512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966366" y="4698726"/>
                        <a:ext cx="6680200" cy="5762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3971652" y="5432325"/>
          <a:ext cx="3492500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" name="Equation" r:id="rId17" imgW="83820000" imgH="14325600" progId="Equation.DSMT4">
                  <p:embed/>
                </p:oleObj>
              </mc:Choice>
              <mc:Fallback>
                <p:oleObj name="Equation" r:id="rId17" imgW="83820000" imgH="14325600" progId="Equation.DSMT4">
                  <p:embed/>
                  <p:pic>
                    <p:nvPicPr>
                      <p:cNvPr id="0" name="图片 5128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971652" y="5432325"/>
                        <a:ext cx="3492500" cy="5889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Box 29"/>
          <p:cNvSpPr txBox="1"/>
          <p:nvPr/>
        </p:nvSpPr>
        <p:spPr bwMode="auto">
          <a:xfrm>
            <a:off x="2428204" y="6074132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故取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" name="Rectangle 3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3334221" y="6173816"/>
          <a:ext cx="817563" cy="323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" name="Equation" r:id="rId19" imgW="19812000" imgH="7620000" progId="Equation.DSMT4">
                  <p:embed/>
                </p:oleObj>
              </mc:Choice>
              <mc:Fallback>
                <p:oleObj name="Equation" r:id="rId19" imgW="19812000" imgH="7620000" progId="Equation.DSMT4">
                  <p:embed/>
                  <p:pic>
                    <p:nvPicPr>
                      <p:cNvPr id="0" name="图片 5129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334221" y="6173816"/>
                        <a:ext cx="817563" cy="323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ldLvl="0" animBg="1"/>
      <p:bldP spid="25" grpId="0" bldLvl="0" animBg="1"/>
      <p:bldP spid="27" grpId="0" bldLvl="0" animBg="1"/>
      <p:bldP spid="30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57524" y="265222"/>
            <a:ext cx="367240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函数的间断点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4479890" y="2776698"/>
            <a:ext cx="838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133599" y="2069430"/>
            <a:ext cx="1676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(1)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3743325" y="2165998"/>
          <a:ext cx="73656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Equation" r:id="rId1" imgW="17678400" imgH="9448800" progId="Equation.DSMT4">
                  <p:embed/>
                </p:oleObj>
              </mc:Choice>
              <mc:Fallback>
                <p:oleObj name="Equation" r:id="rId1" imgW="17678400" imgH="94488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743325" y="2165998"/>
                        <a:ext cx="736560" cy="39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4875353" y="2145551"/>
          <a:ext cx="355320" cy="431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28" name="Equation" r:id="rId3" imgW="8534400" imgH="10363200" progId="Equation.DSMT4">
                  <p:embed/>
                </p:oleObj>
              </mc:Choice>
              <mc:Fallback>
                <p:oleObj name="Equation" r:id="rId3" imgW="8534400" imgH="10363200" progId="Equation.DSMT4">
                  <p:embed/>
                  <p:pic>
                    <p:nvPicPr>
                      <p:cNvPr id="0" name="图片 6327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875353" y="2145551"/>
                        <a:ext cx="355320" cy="4316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133599" y="4336628"/>
            <a:ext cx="1676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(3)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3740160" y="4390668"/>
          <a:ext cx="1282680" cy="596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29" name="Equation" r:id="rId5" imgW="30784800" imgH="14325600" progId="Equation.DSMT4">
                  <p:embed/>
                </p:oleObj>
              </mc:Choice>
              <mc:Fallback>
                <p:oleObj name="Equation" r:id="rId5" imgW="30784800" imgH="14325600" progId="Equation.DSMT4">
                  <p:embed/>
                  <p:pic>
                    <p:nvPicPr>
                      <p:cNvPr id="0" name="图片 6328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740160" y="4390668"/>
                        <a:ext cx="1282680" cy="5968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4968938" y="4374424"/>
            <a:ext cx="1447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不存在</a:t>
            </a:r>
            <a:endParaRPr kumimoji="1"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2133599" y="2774644"/>
            <a:ext cx="182562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(2)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8682955" y="2776698"/>
            <a:ext cx="1295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存在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endParaRPr kumimoji="1"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9608820" y="2758840"/>
            <a:ext cx="685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但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4548463" y="3538091"/>
          <a:ext cx="2514600" cy="596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30" name="Equation" r:id="rId7" imgW="60350400" imgH="14325600" progId="Equation.DSMT4">
                  <p:embed/>
                </p:oleObj>
              </mc:Choice>
              <mc:Fallback>
                <p:oleObj name="Equation" r:id="rId7" imgW="60350400" imgH="14325600" progId="Equation.DSMT4">
                  <p:embed/>
                  <p:pic>
                    <p:nvPicPr>
                      <p:cNvPr id="0" name="图片 632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48463" y="3538091"/>
                        <a:ext cx="2514600" cy="5968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5386705" y="1380808"/>
            <a:ext cx="1752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不连续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kumimoji="1"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1" name="Object 21"/>
          <p:cNvGraphicFramePr>
            <a:graphicFrameLocks noChangeAspect="1"/>
          </p:cNvGraphicFramePr>
          <p:nvPr/>
        </p:nvGraphicFramePr>
        <p:xfrm>
          <a:off x="5330190" y="1401813"/>
          <a:ext cx="355320" cy="431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31" name="Equation" r:id="rId9" imgW="8534400" imgH="10363200" progId="Equation.DSMT4">
                  <p:embed/>
                </p:oleObj>
              </mc:Choice>
              <mc:Fallback>
                <p:oleObj name="Equation" r:id="rId9" imgW="8534400" imgH="10363200" progId="Equation.DSMT4">
                  <p:embed/>
                  <p:pic>
                    <p:nvPicPr>
                      <p:cNvPr id="0" name="图片 6330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330190" y="1401813"/>
                        <a:ext cx="355320" cy="4316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22"/>
          <p:cNvSpPr txBox="1">
            <a:spLocks noChangeArrowheads="1"/>
          </p:cNvSpPr>
          <p:nvPr/>
        </p:nvSpPr>
        <p:spPr bwMode="auto">
          <a:xfrm>
            <a:off x="2203450" y="862013"/>
            <a:ext cx="990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3" name="Object 23"/>
          <p:cNvGraphicFramePr>
            <a:graphicFrameLocks noChangeAspect="1"/>
          </p:cNvGraphicFramePr>
          <p:nvPr/>
        </p:nvGraphicFramePr>
        <p:xfrm>
          <a:off x="4293893" y="905749"/>
          <a:ext cx="355320" cy="431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32" name="Equation" r:id="rId11" imgW="8534400" imgH="10363200" progId="Equation.DSMT4">
                  <p:embed/>
                </p:oleObj>
              </mc:Choice>
              <mc:Fallback>
                <p:oleObj name="Equation" r:id="rId11" imgW="8534400" imgH="10363200" progId="Equation.DSMT4">
                  <p:embed/>
                  <p:pic>
                    <p:nvPicPr>
                      <p:cNvPr id="0" name="图片 6331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293893" y="905749"/>
                        <a:ext cx="355320" cy="4316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24"/>
          <p:cNvSpPr txBox="1">
            <a:spLocks noChangeArrowheads="1"/>
          </p:cNvSpPr>
          <p:nvPr/>
        </p:nvSpPr>
        <p:spPr bwMode="auto">
          <a:xfrm>
            <a:off x="3429000" y="844550"/>
            <a:ext cx="106045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在点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5" name="Object 25"/>
          <p:cNvGraphicFramePr>
            <a:graphicFrameLocks noChangeAspect="1"/>
          </p:cNvGraphicFramePr>
          <p:nvPr/>
        </p:nvGraphicFramePr>
        <p:xfrm>
          <a:off x="2717561" y="945306"/>
          <a:ext cx="73656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33" name="Equation" r:id="rId13" imgW="17678400" imgH="9448800" progId="Equation.DSMT4">
                  <p:embed/>
                </p:oleObj>
              </mc:Choice>
              <mc:Fallback>
                <p:oleObj name="Equation" r:id="rId13" imgW="17678400" imgH="9448800" progId="Equation.DSMT4">
                  <p:embed/>
                  <p:pic>
                    <p:nvPicPr>
                      <p:cNvPr id="0" name="图片 6332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717561" y="945306"/>
                        <a:ext cx="736560" cy="39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26"/>
          <p:cNvSpPr txBox="1">
            <a:spLocks noChangeArrowheads="1"/>
          </p:cNvSpPr>
          <p:nvPr/>
        </p:nvSpPr>
        <p:spPr bwMode="auto">
          <a:xfrm>
            <a:off x="4655840" y="873876"/>
            <a:ext cx="5029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的某去心邻域内有定义 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endParaRPr kumimoji="1"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" name="Text Box 27"/>
          <p:cNvSpPr txBox="1">
            <a:spLocks noChangeArrowheads="1"/>
          </p:cNvSpPr>
          <p:nvPr/>
        </p:nvSpPr>
        <p:spPr bwMode="auto">
          <a:xfrm>
            <a:off x="8534400" y="860425"/>
            <a:ext cx="2133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则下列情形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" name="Text Box 28"/>
          <p:cNvSpPr txBox="1">
            <a:spLocks noChangeArrowheads="1"/>
          </p:cNvSpPr>
          <p:nvPr/>
        </p:nvSpPr>
        <p:spPr bwMode="auto">
          <a:xfrm>
            <a:off x="1822449" y="5661248"/>
            <a:ext cx="168275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这样的点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" name="Text Box 30"/>
          <p:cNvSpPr txBox="1">
            <a:spLocks noChangeArrowheads="1"/>
          </p:cNvSpPr>
          <p:nvPr/>
        </p:nvSpPr>
        <p:spPr bwMode="auto">
          <a:xfrm>
            <a:off x="1657350" y="1363980"/>
            <a:ext cx="372935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之一，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函数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在点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" name="Text Box 31"/>
          <p:cNvSpPr txBox="1">
            <a:spLocks noChangeArrowheads="1"/>
          </p:cNvSpPr>
          <p:nvPr/>
        </p:nvSpPr>
        <p:spPr bwMode="auto">
          <a:xfrm>
            <a:off x="2855640" y="4355036"/>
            <a:ext cx="112535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极限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" name="Text Box 32"/>
          <p:cNvSpPr txBox="1">
            <a:spLocks noChangeArrowheads="1"/>
          </p:cNvSpPr>
          <p:nvPr/>
        </p:nvSpPr>
        <p:spPr bwMode="auto">
          <a:xfrm>
            <a:off x="5290876" y="2776698"/>
            <a:ext cx="2590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处有定义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且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3" name="Text Box 33"/>
          <p:cNvSpPr txBox="1">
            <a:spLocks noChangeArrowheads="1"/>
          </p:cNvSpPr>
          <p:nvPr/>
        </p:nvSpPr>
        <p:spPr bwMode="auto">
          <a:xfrm>
            <a:off x="3809999" y="5661248"/>
            <a:ext cx="2438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称为</a:t>
            </a:r>
            <a:r>
              <a:rPr kumimoji="1" lang="zh-CN" altLang="en-US" sz="2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间断点 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endParaRPr kumimoji="1"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" name="Text Box 34"/>
          <p:cNvSpPr txBox="1">
            <a:spLocks noChangeArrowheads="1"/>
          </p:cNvSpPr>
          <p:nvPr/>
        </p:nvSpPr>
        <p:spPr bwMode="auto">
          <a:xfrm>
            <a:off x="4430395" y="2066572"/>
            <a:ext cx="762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5" name="Text Box 35"/>
          <p:cNvSpPr txBox="1">
            <a:spLocks noChangeArrowheads="1"/>
          </p:cNvSpPr>
          <p:nvPr/>
        </p:nvSpPr>
        <p:spPr bwMode="auto">
          <a:xfrm>
            <a:off x="5192395" y="2092960"/>
            <a:ext cx="25615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处</a:t>
            </a:r>
            <a:r>
              <a:rPr kumimoji="1" lang="zh-CN" altLang="en-US" sz="2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无定义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  <a:endParaRPr kumimoji="1"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3752850" y="2839404"/>
          <a:ext cx="736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34" name="Equation" r:id="rId15" imgW="847725" imgH="445770" progId="Equation.DSMT4">
                  <p:embed/>
                </p:oleObj>
              </mc:Choice>
              <mc:Fallback>
                <p:oleObj name="Equation" r:id="rId15" imgW="847725" imgH="445770" progId="Equation.DSMT4">
                  <p:embed/>
                  <p:pic>
                    <p:nvPicPr>
                      <p:cNvPr id="0" name="图片 6333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752850" y="2839404"/>
                        <a:ext cx="7366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/>
          <p:cNvGraphicFramePr>
            <a:graphicFrameLocks noChangeAspect="1"/>
          </p:cNvGraphicFramePr>
          <p:nvPr/>
        </p:nvGraphicFramePr>
        <p:xfrm>
          <a:off x="5022638" y="2804747"/>
          <a:ext cx="3556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35" name="Equation" r:id="rId17" imgW="401320" imgH="490855" progId="Equation.DSMT4">
                  <p:embed/>
                </p:oleObj>
              </mc:Choice>
              <mc:Fallback>
                <p:oleObj name="Equation" r:id="rId17" imgW="401320" imgH="490855" progId="Equation.DSMT4">
                  <p:embed/>
                  <p:pic>
                    <p:nvPicPr>
                      <p:cNvPr id="0" name="图片 6334"/>
                      <p:cNvPicPr>
                        <a:picLocks noChangeAspect="1"/>
                      </p:cNvPicPr>
                      <p:nvPr/>
                    </p:nvPicPr>
                    <p:blipFill>
                      <a:blip r:embed="rId1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022638" y="2804747"/>
                        <a:ext cx="355600" cy="4302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/>
          <p:cNvGraphicFramePr>
            <a:graphicFrameLocks noChangeAspect="1"/>
          </p:cNvGraphicFramePr>
          <p:nvPr/>
        </p:nvGraphicFramePr>
        <p:xfrm>
          <a:off x="7412335" y="2821783"/>
          <a:ext cx="1282700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36" name="Equation" r:id="rId19" imgW="1505585" imgH="702310" progId="Equation.DSMT4">
                  <p:embed/>
                </p:oleObj>
              </mc:Choice>
              <mc:Fallback>
                <p:oleObj name="Equation" r:id="rId19" imgW="1505585" imgH="702310" progId="Equation.DSMT4">
                  <p:embed/>
                  <p:pic>
                    <p:nvPicPr>
                      <p:cNvPr id="0" name="图片 6335"/>
                      <p:cNvPicPr>
                        <a:picLocks noChangeAspect="1"/>
                      </p:cNvPicPr>
                      <p:nvPr/>
                    </p:nvPicPr>
                    <p:blipFill>
                      <a:blip r:embed="rId2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412335" y="2821783"/>
                        <a:ext cx="1282700" cy="5953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/>
          <p:cNvGraphicFramePr>
            <a:graphicFrameLocks noChangeAspect="1"/>
          </p:cNvGraphicFramePr>
          <p:nvPr/>
        </p:nvGraphicFramePr>
        <p:xfrm>
          <a:off x="3505199" y="5719020"/>
          <a:ext cx="3556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37" name="Equation" r:id="rId21" imgW="390525" imgH="479425" progId="Equation.DSMT4">
                  <p:embed/>
                </p:oleObj>
              </mc:Choice>
              <mc:Fallback>
                <p:oleObj name="Equation" r:id="rId21" imgW="390525" imgH="479425" progId="Equation.DSMT4">
                  <p:embed/>
                  <p:pic>
                    <p:nvPicPr>
                      <p:cNvPr id="0" name="图片 6336"/>
                      <p:cNvPicPr>
                        <a:picLocks noChangeAspect="1"/>
                      </p:cNvPicPr>
                      <p:nvPr/>
                    </p:nvPicPr>
                    <p:blipFill>
                      <a:blip r:embed="rId2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505199" y="5719020"/>
                        <a:ext cx="355600" cy="4302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TextBox 42"/>
          <p:cNvSpPr txBox="1"/>
          <p:nvPr/>
        </p:nvSpPr>
        <p:spPr bwMode="auto">
          <a:xfrm>
            <a:off x="6065186" y="4355036"/>
            <a:ext cx="4832350" cy="116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066E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（两侧极限</a:t>
            </a:r>
            <a:r>
              <a:rPr kumimoji="1" lang="zh-CN" altLang="en-US" sz="2800" b="1" dirty="0">
                <a:solidFill>
                  <a:srgbClr val="0066EA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均存在</a:t>
            </a:r>
            <a:r>
              <a:rPr kumimoji="1" lang="zh-CN" altLang="en-US" sz="2800" b="1" dirty="0">
                <a:solidFill>
                  <a:srgbClr val="0066E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但不相等</a:t>
            </a:r>
            <a:r>
              <a:rPr kumimoji="1" lang="zh-CN" altLang="en-US" sz="2800" b="1" dirty="0" smtClean="0">
                <a:solidFill>
                  <a:srgbClr val="0066E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endParaRPr kumimoji="1" lang="en-US" altLang="zh-CN" sz="2800" b="1" dirty="0" smtClean="0">
              <a:solidFill>
                <a:srgbClr val="0066EA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>
              <a:spcBef>
                <a:spcPct val="50000"/>
              </a:spcBef>
            </a:pPr>
            <a:r>
              <a:rPr kumimoji="1" lang="en-US" altLang="zh-CN" sz="2800" b="1" dirty="0" smtClean="0">
                <a:solidFill>
                  <a:srgbClr val="0066E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kumimoji="1" lang="zh-CN" altLang="en-US" sz="2800" b="1" dirty="0" smtClean="0">
                <a:solidFill>
                  <a:srgbClr val="0066E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kumimoji="1" lang="zh-CN" altLang="en-US" sz="2800" b="1" dirty="0">
                <a:solidFill>
                  <a:srgbClr val="0066E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至少有一侧极限不存在）</a:t>
            </a:r>
            <a:endParaRPr kumimoji="1" lang="zh-CN" altLang="en-US" sz="2800" b="1" dirty="0">
              <a:solidFill>
                <a:srgbClr val="0066EA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 autoUpdateAnimBg="0"/>
      <p:bldP spid="8" grpId="0" bldLvl="0" animBg="1"/>
      <p:bldP spid="12" grpId="0" bldLvl="0" animBg="1"/>
      <p:bldP spid="13" grpId="0" bldLvl="0" animBg="1"/>
      <p:bldP spid="17" grpId="0" bldLvl="0" animBg="1"/>
      <p:bldP spid="18" grpId="0" bldLvl="0" animBg="1"/>
      <p:bldP spid="20" grpId="0" bldLvl="0" animBg="1" autoUpdateAnimBg="0"/>
      <p:bldP spid="22" grpId="0" bldLvl="0" animBg="1" autoUpdateAnimBg="0"/>
      <p:bldP spid="24" grpId="0" bldLvl="0" animBg="1" autoUpdateAnimBg="0"/>
      <p:bldP spid="26" grpId="0" bldLvl="0" animBg="1" autoUpdateAnimBg="0"/>
      <p:bldP spid="27" grpId="0" bldLvl="0" animBg="1" autoUpdateAnimBg="0"/>
      <p:bldP spid="28" grpId="0" bldLvl="0" animBg="1"/>
      <p:bldP spid="30" grpId="0" bldLvl="0" animBg="1" autoUpdateAnimBg="0"/>
      <p:bldP spid="31" grpId="0" bldLvl="0" animBg="1"/>
      <p:bldP spid="32" grpId="0" bldLvl="0" animBg="1"/>
      <p:bldP spid="33" grpId="0" bldLvl="0" animBg="1"/>
      <p:bldP spid="34" grpId="0" bldLvl="0" animBg="1" autoUpdateAnimBg="0"/>
      <p:bldP spid="35" grpId="0" bldLvl="0" animBg="1" autoUpdateAnimBg="0"/>
      <p:bldP spid="43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框 32"/>
          <p:cNvSpPr txBox="1"/>
          <p:nvPr/>
        </p:nvSpPr>
        <p:spPr>
          <a:xfrm>
            <a:off x="2514600" y="4302760"/>
            <a:ext cx="5797550" cy="6540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2648585" y="1588770"/>
            <a:ext cx="3905250" cy="57848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714500" y="284480"/>
            <a:ext cx="25908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间断点分类: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1811019" y="965835"/>
            <a:ext cx="3493145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1.第一类间断点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2711392" y="1629936"/>
          <a:ext cx="977760" cy="46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" name="Equation" r:id="rId1" imgW="23469600" imgH="11277600" progId="Equation.DSMT4">
                  <p:embed/>
                </p:oleObj>
              </mc:Choice>
              <mc:Fallback>
                <p:oleObj name="Equation" r:id="rId1" imgW="23469600" imgH="11277600" progId="Equation.DSMT4">
                  <p:embed/>
                  <p:pic>
                    <p:nvPicPr>
                      <p:cNvPr id="0" name="图片 7168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711392" y="1629936"/>
                        <a:ext cx="977760" cy="469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3505200" y="1624965"/>
            <a:ext cx="914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及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4153020" y="1616590"/>
          <a:ext cx="990360" cy="46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3" name="Equation" r:id="rId3" imgW="23774400" imgH="11277600" progId="Equation.DSMT4">
                  <p:embed/>
                </p:oleObj>
              </mc:Choice>
              <mc:Fallback>
                <p:oleObj name="Equation" r:id="rId3" imgW="23774400" imgH="11277600" progId="Equation.DSMT4">
                  <p:embed/>
                  <p:pic>
                    <p:nvPicPr>
                      <p:cNvPr id="0" name="图片 7302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153020" y="1616590"/>
                        <a:ext cx="990360" cy="469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5119688" y="1590675"/>
            <a:ext cx="1752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均存在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kumimoji="1"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3367088" y="2269590"/>
          <a:ext cx="2349360" cy="46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4" name="Equation" r:id="rId5" imgW="56388000" imgH="11277600" progId="Equation.DSMT4">
                  <p:embed/>
                </p:oleObj>
              </mc:Choice>
              <mc:Fallback>
                <p:oleObj name="Equation" r:id="rId5" imgW="56388000" imgH="11277600" progId="Equation.DSMT4">
                  <p:embed/>
                  <p:pic>
                    <p:nvPicPr>
                      <p:cNvPr id="0" name="图片 7303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367088" y="2269590"/>
                        <a:ext cx="2349360" cy="469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2743200" y="2243138"/>
            <a:ext cx="914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6019800" y="2243138"/>
            <a:ext cx="685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称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6502718" y="2243455"/>
          <a:ext cx="420687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5" name="Equation" r:id="rId7" imgW="3962400" imgH="5486400" progId="Equation.DSMT4">
                  <p:embed/>
                </p:oleObj>
              </mc:Choice>
              <mc:Fallback>
                <p:oleObj name="Equation" r:id="rId7" imgW="3962400" imgH="5486400" progId="Equation.DSMT4">
                  <p:embed/>
                  <p:pic>
                    <p:nvPicPr>
                      <p:cNvPr id="0" name="图片 7304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502718" y="2243455"/>
                        <a:ext cx="420687" cy="5635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3343499" y="3054600"/>
          <a:ext cx="2387520" cy="46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6" name="Equation" r:id="rId9" imgW="57302400" imgH="11277600" progId="Equation.DSMT4">
                  <p:embed/>
                </p:oleObj>
              </mc:Choice>
              <mc:Fallback>
                <p:oleObj name="Equation" r:id="rId9" imgW="57302400" imgH="11277600" progId="Equation.DSMT4">
                  <p:embed/>
                  <p:pic>
                    <p:nvPicPr>
                      <p:cNvPr id="0" name="图片 7305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343499" y="3054600"/>
                        <a:ext cx="2387520" cy="469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2743200" y="3005138"/>
            <a:ext cx="914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6019800" y="3038475"/>
            <a:ext cx="609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称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6532563" y="3044825"/>
          <a:ext cx="420687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7" name="Equation" r:id="rId11" imgW="3962400" imgH="5486400" progId="Equation.DSMT4">
                  <p:embed/>
                </p:oleObj>
              </mc:Choice>
              <mc:Fallback>
                <p:oleObj name="Equation" r:id="rId11" imgW="3962400" imgH="5486400" progId="Equation.DSMT4">
                  <p:embed/>
                  <p:pic>
                    <p:nvPicPr>
                      <p:cNvPr id="0" name="图片 730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532563" y="3044825"/>
                        <a:ext cx="420687" cy="565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1882774" y="3630613"/>
            <a:ext cx="3349129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2.第二类间断点:</a:t>
            </a:r>
            <a:endParaRPr lang="en-US" altLang="zh-CN" sz="3200" b="1" dirty="0">
              <a:solidFill>
                <a:schemeClr val="accent3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2514840" y="4377745"/>
          <a:ext cx="990360" cy="46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8" name="Equation" r:id="rId13" imgW="23774400" imgH="11277600" progId="Equation.DSMT4">
                  <p:embed/>
                </p:oleObj>
              </mc:Choice>
              <mc:Fallback>
                <p:oleObj name="Equation" r:id="rId13" imgW="23774400" imgH="11277600" progId="Equation.DSMT4">
                  <p:embed/>
                  <p:pic>
                    <p:nvPicPr>
                      <p:cNvPr id="0" name="图片 7307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514840" y="4377745"/>
                        <a:ext cx="990360" cy="469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3504883" y="4360545"/>
            <a:ext cx="914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及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4022198" y="4368056"/>
          <a:ext cx="990360" cy="46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9" name="Equation" r:id="rId15" imgW="23774400" imgH="11277600" progId="Equation.DSMT4">
                  <p:embed/>
                </p:oleObj>
              </mc:Choice>
              <mc:Fallback>
                <p:oleObj name="Equation" r:id="rId15" imgW="23774400" imgH="11277600" progId="Equation.DSMT4">
                  <p:embed/>
                  <p:pic>
                    <p:nvPicPr>
                      <p:cNvPr id="0" name="图片 7308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022198" y="4368056"/>
                        <a:ext cx="990360" cy="469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5043488" y="4378325"/>
            <a:ext cx="3338512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中至少一个不存在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kumimoji="1"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Text Box 21"/>
          <p:cNvSpPr txBox="1">
            <a:spLocks noChangeArrowheads="1"/>
          </p:cNvSpPr>
          <p:nvPr/>
        </p:nvSpPr>
        <p:spPr bwMode="auto">
          <a:xfrm>
            <a:off x="5980113" y="5062538"/>
            <a:ext cx="820737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称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2" name="Object 22"/>
          <p:cNvGraphicFramePr>
            <a:graphicFrameLocks noChangeAspect="1"/>
          </p:cNvGraphicFramePr>
          <p:nvPr/>
        </p:nvGraphicFramePr>
        <p:xfrm>
          <a:off x="6532563" y="5020945"/>
          <a:ext cx="420687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0" name="Equation" r:id="rId17" imgW="3962400" imgH="5486400" progId="Equation.DSMT4">
                  <p:embed/>
                </p:oleObj>
              </mc:Choice>
              <mc:Fallback>
                <p:oleObj name="Equation" r:id="rId17" imgW="3962400" imgH="5486400" progId="Equation.DSMT4">
                  <p:embed/>
                  <p:pic>
                    <p:nvPicPr>
                      <p:cNvPr id="0" name="图片 7309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532563" y="5020945"/>
                        <a:ext cx="420687" cy="565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23"/>
          <p:cNvSpPr txBox="1">
            <a:spLocks noChangeArrowheads="1"/>
          </p:cNvSpPr>
          <p:nvPr/>
        </p:nvSpPr>
        <p:spPr bwMode="auto">
          <a:xfrm>
            <a:off x="2743200" y="5745163"/>
            <a:ext cx="3810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若其中有一个为振荡 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endParaRPr kumimoji="1"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Text Box 24"/>
          <p:cNvSpPr txBox="1">
            <a:spLocks noChangeArrowheads="1"/>
          </p:cNvSpPr>
          <p:nvPr/>
        </p:nvSpPr>
        <p:spPr bwMode="auto">
          <a:xfrm>
            <a:off x="6324600" y="5792788"/>
            <a:ext cx="762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称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5" name="Object 25"/>
          <p:cNvGraphicFramePr>
            <a:graphicFrameLocks noChangeAspect="1"/>
          </p:cNvGraphicFramePr>
          <p:nvPr/>
        </p:nvGraphicFramePr>
        <p:xfrm>
          <a:off x="6860858" y="5754370"/>
          <a:ext cx="420687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1" name="Equation" r:id="rId19" imgW="3962400" imgH="5486400" progId="Equation.DSMT4">
                  <p:embed/>
                </p:oleObj>
              </mc:Choice>
              <mc:Fallback>
                <p:oleObj name="Equation" r:id="rId19" imgW="3962400" imgH="5486400" progId="Equation.DSMT4">
                  <p:embed/>
                  <p:pic>
                    <p:nvPicPr>
                      <p:cNvPr id="0" name="图片 7310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860858" y="5754370"/>
                        <a:ext cx="420687" cy="565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26"/>
          <p:cNvSpPr txBox="1">
            <a:spLocks noChangeArrowheads="1"/>
          </p:cNvSpPr>
          <p:nvPr/>
        </p:nvSpPr>
        <p:spPr bwMode="auto">
          <a:xfrm>
            <a:off x="2760663" y="5029200"/>
            <a:ext cx="2954337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若其中有一个为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7" name="Object 27"/>
          <p:cNvGraphicFramePr>
            <a:graphicFrameLocks noChangeAspect="1"/>
          </p:cNvGraphicFramePr>
          <p:nvPr/>
        </p:nvGraphicFramePr>
        <p:xfrm>
          <a:off x="5373053" y="5128895"/>
          <a:ext cx="598487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2" name="Equation" r:id="rId21" imgW="4876800" imgH="3962400" progId="Equation.DSMT4">
                  <p:embed/>
                </p:oleObj>
              </mc:Choice>
              <mc:Fallback>
                <p:oleObj name="Equation" r:id="rId21" imgW="4876800" imgH="3962400" progId="Equation.DSMT4">
                  <p:embed/>
                  <p:pic>
                    <p:nvPicPr>
                      <p:cNvPr id="0" name="图片 7311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373053" y="5128895"/>
                        <a:ext cx="598487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28"/>
          <p:cNvSpPr txBox="1">
            <a:spLocks noChangeArrowheads="1"/>
          </p:cNvSpPr>
          <p:nvPr/>
        </p:nvSpPr>
        <p:spPr bwMode="auto">
          <a:xfrm>
            <a:off x="6861175" y="2264093"/>
            <a:ext cx="250761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kumimoji="1" lang="zh-CN" altLang="en-US" sz="2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可去间断点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kumimoji="1"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" name="Text Box 29"/>
          <p:cNvSpPr txBox="1">
            <a:spLocks noChangeArrowheads="1"/>
          </p:cNvSpPr>
          <p:nvPr/>
        </p:nvSpPr>
        <p:spPr bwMode="auto">
          <a:xfrm>
            <a:off x="6918325" y="3048000"/>
            <a:ext cx="250761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跳跃间断点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kumimoji="1"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" name="Text Box 30"/>
          <p:cNvSpPr txBox="1">
            <a:spLocks noChangeArrowheads="1"/>
          </p:cNvSpPr>
          <p:nvPr/>
        </p:nvSpPr>
        <p:spPr bwMode="auto">
          <a:xfrm>
            <a:off x="6861175" y="5043488"/>
            <a:ext cx="250761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无穷间断点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kumimoji="1" lang="en-US" altLang="zh-CN" sz="32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" name="Text Box 31"/>
          <p:cNvSpPr txBox="1">
            <a:spLocks noChangeArrowheads="1"/>
          </p:cNvSpPr>
          <p:nvPr/>
        </p:nvSpPr>
        <p:spPr bwMode="auto">
          <a:xfrm>
            <a:off x="7232650" y="5776913"/>
            <a:ext cx="250761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振荡间断点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kumimoji="1"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5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0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2000"/>
                            </p:stCondLst>
                            <p:childTnLst>
                              <p:par>
                                <p:cTn id="1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500"/>
                            </p:stCondLst>
                            <p:childTnLst>
                              <p:par>
                                <p:cTn id="1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1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000"/>
                            </p:stCondLst>
                            <p:childTnLst>
                              <p:par>
                                <p:cTn id="1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1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1500"/>
                            </p:stCondLst>
                            <p:childTnLst>
                              <p:par>
                                <p:cTn id="1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2000"/>
                            </p:stCondLst>
                            <p:childTnLst>
                              <p:par>
                                <p:cTn id="1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2500"/>
                            </p:stCondLst>
                            <p:childTnLst>
                              <p:par>
                                <p:cTn id="1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2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3000"/>
                            </p:stCondLst>
                            <p:childTnLst>
                              <p:par>
                                <p:cTn id="1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2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3500"/>
                            </p:stCondLst>
                            <p:childTnLst>
                              <p:par>
                                <p:cTn id="1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2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500"/>
                            </p:stCondLst>
                            <p:childTnLst>
                              <p:par>
                                <p:cTn id="1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2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500"/>
                            </p:stCondLst>
                            <p:childTnLst>
                              <p:par>
                                <p:cTn id="1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1000"/>
                            </p:stCondLst>
                            <p:childTnLst>
                              <p:par>
                                <p:cTn id="1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3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1500"/>
                            </p:stCondLst>
                            <p:childTnLst>
                              <p:par>
                                <p:cTn id="19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3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2000"/>
                            </p:stCondLst>
                            <p:childTnLst>
                              <p:par>
                                <p:cTn id="2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8" dur="500"/>
                                        <p:tgtEl>
                                          <p:spTgt spid="2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8" dur="500"/>
                                        <p:tgtEl>
                                          <p:spTgt spid="2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3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500"/>
                            </p:stCondLst>
                            <p:childTnLst>
                              <p:par>
                                <p:cTn id="2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1" dur="500"/>
                                        <p:tgtEl>
                                          <p:spTgt spid="3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5" dur="500"/>
                                        <p:tgtEl>
                                          <p:spTgt spid="3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2000"/>
                            </p:stCondLst>
                            <p:childTnLst>
                              <p:par>
                                <p:cTn id="2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9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 autoUpdateAnimBg="0"/>
      <p:bldP spid="5" grpId="0" advAuto="0" autoUpdateAnimBg="0" uiExpand="1" build="p"/>
      <p:bldP spid="7" grpId="0" advAuto="0" autoUpdateAnimBg="0" build="p"/>
      <p:bldP spid="9" grpId="0" autoUpdateAnimBg="0" build="p"/>
      <p:bldP spid="10" grpId="0" autoUpdateAnimBg="0" uiExpand="1" build="p"/>
      <p:bldP spid="13" grpId="0" autoUpdateAnimBg="0" build="p"/>
      <p:bldP spid="14" grpId="0" autoUpdateAnimBg="0" build="p"/>
      <p:bldP spid="16" grpId="0" bldLvl="0" animBg="1" autoUpdateAnimBg="0"/>
      <p:bldP spid="18" grpId="0" advAuto="0" autoUpdateAnimBg="0" uiExpand="1" build="p"/>
      <p:bldP spid="20" grpId="0" advAuto="0" autoUpdateAnimBg="0" uiExpand="1" build="p"/>
      <p:bldP spid="21" grpId="0" autoUpdateAnimBg="0" build="p"/>
      <p:bldP spid="23" grpId="0" autoUpdateAnimBg="0" build="p"/>
      <p:bldP spid="24" grpId="0" autoUpdateAnimBg="0" build="p"/>
      <p:bldP spid="26" grpId="0" autoUpdateAnimBg="0" build="p"/>
      <p:bldP spid="28" grpId="0" advAuto="0" autoUpdateAnimBg="0" uiExpand="1" build="p"/>
      <p:bldP spid="29" grpId="0" advAuto="0" autoUpdateAnimBg="0" uiExpand="1" build="p"/>
      <p:bldP spid="30" grpId="0" advAuto="0" autoUpdateAnimBg="0" uiExpand="1" build="p"/>
      <p:bldP spid="31" grpId="0" advAuto="0" autoUpdateAnimBg="0" uiExpand="1" build="p"/>
      <p:bldP spid="32" grpId="0" animBg="1"/>
      <p:bldP spid="33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 bwMode="auto">
          <a:xfrm>
            <a:off x="3014028" y="1506538"/>
            <a:ext cx="938213" cy="685800"/>
            <a:chOff x="649" y="766"/>
            <a:chExt cx="591" cy="432"/>
          </a:xfrm>
        </p:grpSpPr>
        <p:graphicFrame>
          <p:nvGraphicFramePr>
            <p:cNvPr id="4" name="Object 4"/>
            <p:cNvGraphicFramePr>
              <a:graphicFrameLocks noChangeAspect="1"/>
            </p:cNvGraphicFramePr>
            <p:nvPr/>
          </p:nvGraphicFramePr>
          <p:xfrm>
            <a:off x="1064" y="766"/>
            <a:ext cx="176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17" name="Equation" r:id="rId1" imgW="6705600" imgH="16459200" progId="Equation.DSMT4">
                    <p:embed/>
                  </p:oleObj>
                </mc:Choice>
                <mc:Fallback>
                  <p:oleObj name="Equation" r:id="rId1" imgW="6705600" imgH="16459200" progId="Equation.DSMT4">
                    <p:embed/>
                    <p:pic>
                      <p:nvPicPr>
                        <p:cNvPr id="0" name="图片 921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064" y="766"/>
                          <a:ext cx="176" cy="43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Object 5"/>
            <p:cNvGraphicFramePr>
              <a:graphicFrameLocks noChangeAspect="1"/>
            </p:cNvGraphicFramePr>
            <p:nvPr/>
          </p:nvGraphicFramePr>
          <p:xfrm>
            <a:off x="649" y="887"/>
            <a:ext cx="341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18" name="Equation" r:id="rId3" imgW="6096000" imgH="3962400" progId="Equation.DSMT4">
                    <p:embed/>
                  </p:oleObj>
                </mc:Choice>
                <mc:Fallback>
                  <p:oleObj name="Equation" r:id="rId3" imgW="6096000" imgH="3962400" progId="Equation.DSMT4">
                    <p:embed/>
                    <p:pic>
                      <p:nvPicPr>
                        <p:cNvPr id="0" name="图片 921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49" y="887"/>
                          <a:ext cx="341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038600" y="1646238"/>
            <a:ext cx="3200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为其无穷间断点 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kumimoji="1"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2967038" y="3762375"/>
          <a:ext cx="873125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Equation" r:id="rId5" imgW="8534400" imgH="4267200" progId="Equation.DSMT4">
                  <p:embed/>
                </p:oleObj>
              </mc:Choice>
              <mc:Fallback>
                <p:oleObj name="Equation" r:id="rId5" imgW="8534400" imgH="4267200" progId="Equation.DSMT4">
                  <p:embed/>
                  <p:pic>
                    <p:nvPicPr>
                      <p:cNvPr id="0" name="图片 921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67038" y="3762375"/>
                        <a:ext cx="873125" cy="4365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3886200" y="3748088"/>
            <a:ext cx="3048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为其振荡间断点 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kumimoji="1"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2273479" y="2620247"/>
          <a:ext cx="1866600" cy="838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" name="Equation" r:id="rId7" imgW="44805600" imgH="20116800" progId="Equation.DSMT4">
                  <p:embed/>
                </p:oleObj>
              </mc:Choice>
              <mc:Fallback>
                <p:oleObj name="Equation" r:id="rId7" imgW="44805600" imgH="20116800" progId="Equation.DSMT4">
                  <p:embed/>
                  <p:pic>
                    <p:nvPicPr>
                      <p:cNvPr id="0" name="图片 9219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273479" y="2620247"/>
                        <a:ext cx="1866600" cy="838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2955925" y="5768975"/>
          <a:ext cx="792163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1" name="Equation" r:id="rId9" imgW="7924800" imgH="4267200" progId="Equation.DSMT4">
                  <p:embed/>
                </p:oleObj>
              </mc:Choice>
              <mc:Fallback>
                <p:oleObj name="Equation" r:id="rId9" imgW="7924800" imgH="4267200" progId="Equation.DSMT4">
                  <p:embed/>
                  <p:pic>
                    <p:nvPicPr>
                      <p:cNvPr id="0" name="图片 922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55925" y="5768975"/>
                        <a:ext cx="792163" cy="4365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3733800" y="5745163"/>
            <a:ext cx="2743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为可去间断点 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kumimoji="1"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2273097" y="4487623"/>
          <a:ext cx="1892160" cy="888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2" name="Equation" r:id="rId11" imgW="45415200" imgH="21336000" progId="Equation.DSMT4">
                  <p:embed/>
                </p:oleObj>
              </mc:Choice>
              <mc:Fallback>
                <p:oleObj name="Equation" r:id="rId11" imgW="45415200" imgH="21336000" progId="Equation.DSMT4">
                  <p:embed/>
                  <p:pic>
                    <p:nvPicPr>
                      <p:cNvPr id="0" name="图片 9221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273097" y="4487623"/>
                        <a:ext cx="1892160" cy="8888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13"/>
          <p:cNvGrpSpPr/>
          <p:nvPr/>
        </p:nvGrpSpPr>
        <p:grpSpPr bwMode="auto">
          <a:xfrm>
            <a:off x="6966568" y="4343682"/>
            <a:ext cx="1874655" cy="1895889"/>
            <a:chOff x="3415" y="2799"/>
            <a:chExt cx="1390" cy="1407"/>
          </a:xfrm>
        </p:grpSpPr>
        <p:sp>
          <p:nvSpPr>
            <p:cNvPr id="14" name="Line 14"/>
            <p:cNvSpPr>
              <a:spLocks noChangeShapeType="1"/>
            </p:cNvSpPr>
            <p:nvPr/>
          </p:nvSpPr>
          <p:spPr bwMode="auto">
            <a:xfrm>
              <a:off x="3749" y="391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 flipV="1">
              <a:off x="3749" y="2906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6" name="Object 16"/>
            <p:cNvGraphicFramePr>
              <a:graphicFrameLocks noChangeAspect="1"/>
            </p:cNvGraphicFramePr>
            <p:nvPr/>
          </p:nvGraphicFramePr>
          <p:xfrm>
            <a:off x="4617" y="3919"/>
            <a:ext cx="169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3" name="Equation" r:id="rId13" imgW="5486400" imgH="7315200" progId="Equation.DSMT4">
                    <p:embed/>
                  </p:oleObj>
                </mc:Choice>
                <mc:Fallback>
                  <p:oleObj name="Equation" r:id="rId13" imgW="5486400" imgH="7315200" progId="Equation.DSMT4">
                    <p:embed/>
                    <p:pic>
                      <p:nvPicPr>
                        <p:cNvPr id="0" name="图片 922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617" y="3919"/>
                          <a:ext cx="169" cy="22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17"/>
            <p:cNvGraphicFramePr>
              <a:graphicFrameLocks noChangeAspect="1"/>
            </p:cNvGraphicFramePr>
            <p:nvPr/>
          </p:nvGraphicFramePr>
          <p:xfrm>
            <a:off x="3533" y="3914"/>
            <a:ext cx="216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4" name="Equation" r:id="rId15" imgW="7010400" imgH="7620000" progId="Equation.DSMT4">
                    <p:embed/>
                  </p:oleObj>
                </mc:Choice>
                <mc:Fallback>
                  <p:oleObj name="Equation" r:id="rId15" imgW="7010400" imgH="7620000" progId="Equation.DSMT4">
                    <p:embed/>
                    <p:pic>
                      <p:nvPicPr>
                        <p:cNvPr id="0" name="图片 922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533" y="3914"/>
                          <a:ext cx="216" cy="23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18"/>
            <p:cNvGraphicFramePr>
              <a:graphicFrameLocks noChangeAspect="1"/>
            </p:cNvGraphicFramePr>
            <p:nvPr/>
          </p:nvGraphicFramePr>
          <p:xfrm>
            <a:off x="3415" y="2799"/>
            <a:ext cx="188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5" name="Equation" r:id="rId17" imgW="6096000" imgH="7315200" progId="Equation.DSMT4">
                    <p:embed/>
                  </p:oleObj>
                </mc:Choice>
                <mc:Fallback>
                  <p:oleObj name="Equation" r:id="rId17" imgW="6096000" imgH="7315200" progId="Equation.DSMT4">
                    <p:embed/>
                    <p:pic>
                      <p:nvPicPr>
                        <p:cNvPr id="0" name="图片 922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415" y="2799"/>
                          <a:ext cx="188" cy="22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Line 19"/>
            <p:cNvSpPr>
              <a:spLocks noChangeShapeType="1"/>
            </p:cNvSpPr>
            <p:nvPr/>
          </p:nvSpPr>
          <p:spPr bwMode="auto">
            <a:xfrm flipV="1">
              <a:off x="3514" y="2959"/>
              <a:ext cx="907" cy="907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 flipV="1">
              <a:off x="4037" y="333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1" name="Oval 21"/>
            <p:cNvSpPr>
              <a:spLocks noChangeArrowheads="1"/>
            </p:cNvSpPr>
            <p:nvPr/>
          </p:nvSpPr>
          <p:spPr bwMode="auto">
            <a:xfrm>
              <a:off x="4002" y="3318"/>
              <a:ext cx="57" cy="5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22" name="Object 22"/>
            <p:cNvGraphicFramePr>
              <a:graphicFrameLocks noChangeAspect="1"/>
            </p:cNvGraphicFramePr>
            <p:nvPr/>
          </p:nvGraphicFramePr>
          <p:xfrm>
            <a:off x="3968" y="3914"/>
            <a:ext cx="113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6" name="Equation" r:id="rId19" imgW="3657600" imgH="9448800" progId="Equation.DSMT4">
                    <p:embed/>
                  </p:oleObj>
                </mc:Choice>
                <mc:Fallback>
                  <p:oleObj name="Equation" r:id="rId19" imgW="3657600" imgH="9448800" progId="Equation.DSMT4">
                    <p:embed/>
                    <p:pic>
                      <p:nvPicPr>
                        <p:cNvPr id="0" name="图片 922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968" y="3914"/>
                          <a:ext cx="113" cy="2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" name="Rectangle 23"/>
          <p:cNvSpPr txBox="1">
            <a:spLocks noChangeArrowheads="1"/>
          </p:cNvSpPr>
          <p:nvPr/>
        </p:nvSpPr>
        <p:spPr>
          <a:xfrm>
            <a:off x="1060887" y="889635"/>
            <a:ext cx="1441648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例</a:t>
            </a:r>
            <a:r>
              <a:rPr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2</a:t>
            </a:r>
            <a:endParaRPr lang="en-US" altLang="zh-CN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</p:txBody>
      </p:sp>
      <p:grpSp>
        <p:nvGrpSpPr>
          <p:cNvPr id="24" name="Group 24"/>
          <p:cNvGrpSpPr/>
          <p:nvPr/>
        </p:nvGrpSpPr>
        <p:grpSpPr bwMode="auto">
          <a:xfrm>
            <a:off x="7543800" y="461963"/>
            <a:ext cx="2141538" cy="1976437"/>
            <a:chOff x="3792" y="195"/>
            <a:chExt cx="1349" cy="1245"/>
          </a:xfrm>
        </p:grpSpPr>
        <p:graphicFrame>
          <p:nvGraphicFramePr>
            <p:cNvPr id="25" name="Object 25"/>
            <p:cNvGraphicFramePr>
              <a:graphicFrameLocks noChangeAspect="1"/>
            </p:cNvGraphicFramePr>
            <p:nvPr/>
          </p:nvGraphicFramePr>
          <p:xfrm>
            <a:off x="4521" y="336"/>
            <a:ext cx="620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7" name="Equation" r:id="rId21" imgW="30784800" imgH="8839200" progId="Equation.DSMT4">
                    <p:embed/>
                  </p:oleObj>
                </mc:Choice>
                <mc:Fallback>
                  <p:oleObj name="Equation" r:id="rId21" imgW="30784800" imgH="8839200" progId="Equation.DSMT4">
                    <p:embed/>
                    <p:pic>
                      <p:nvPicPr>
                        <p:cNvPr id="0" name="图片 922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4521" y="336"/>
                          <a:ext cx="620" cy="18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Object 26"/>
            <p:cNvGraphicFramePr>
              <a:graphicFrameLocks noChangeAspect="1"/>
            </p:cNvGraphicFramePr>
            <p:nvPr/>
          </p:nvGraphicFramePr>
          <p:xfrm>
            <a:off x="4275" y="838"/>
            <a:ext cx="104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8" name="Equation" r:id="rId23" imgW="5181600" imgH="10363200" progId="Equation.DSMT4">
                    <p:embed/>
                  </p:oleObj>
                </mc:Choice>
                <mc:Fallback>
                  <p:oleObj name="Equation" r:id="rId23" imgW="5181600" imgH="10363200" progId="Equation.DSMT4">
                    <p:embed/>
                    <p:pic>
                      <p:nvPicPr>
                        <p:cNvPr id="0" name="图片 922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4275" y="838"/>
                          <a:ext cx="104" cy="21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7" name="Group 27"/>
            <p:cNvGrpSpPr/>
            <p:nvPr/>
          </p:nvGrpSpPr>
          <p:grpSpPr bwMode="auto">
            <a:xfrm>
              <a:off x="3885" y="195"/>
              <a:ext cx="424" cy="1245"/>
              <a:chOff x="2262" y="1167"/>
              <a:chExt cx="654" cy="1920"/>
            </a:xfrm>
          </p:grpSpPr>
          <p:sp>
            <p:nvSpPr>
              <p:cNvPr id="38" name="Freeform 28"/>
              <p:cNvSpPr/>
              <p:nvPr/>
            </p:nvSpPr>
            <p:spPr bwMode="auto">
              <a:xfrm>
                <a:off x="2262" y="2061"/>
                <a:ext cx="426" cy="1026"/>
              </a:xfrm>
              <a:custGeom>
                <a:avLst/>
                <a:gdLst>
                  <a:gd name="T0" fmla="*/ 12 w 426"/>
                  <a:gd name="T1" fmla="*/ 906 h 1026"/>
                  <a:gd name="T2" fmla="*/ 18 w 426"/>
                  <a:gd name="T3" fmla="*/ 792 h 1026"/>
                  <a:gd name="T4" fmla="*/ 24 w 426"/>
                  <a:gd name="T5" fmla="*/ 702 h 1026"/>
                  <a:gd name="T6" fmla="*/ 36 w 426"/>
                  <a:gd name="T7" fmla="*/ 630 h 1026"/>
                  <a:gd name="T8" fmla="*/ 42 w 426"/>
                  <a:gd name="T9" fmla="*/ 570 h 1026"/>
                  <a:gd name="T10" fmla="*/ 48 w 426"/>
                  <a:gd name="T11" fmla="*/ 522 h 1026"/>
                  <a:gd name="T12" fmla="*/ 60 w 426"/>
                  <a:gd name="T13" fmla="*/ 486 h 1026"/>
                  <a:gd name="T14" fmla="*/ 66 w 426"/>
                  <a:gd name="T15" fmla="*/ 450 h 1026"/>
                  <a:gd name="T16" fmla="*/ 78 w 426"/>
                  <a:gd name="T17" fmla="*/ 420 h 1026"/>
                  <a:gd name="T18" fmla="*/ 84 w 426"/>
                  <a:gd name="T19" fmla="*/ 390 h 1026"/>
                  <a:gd name="T20" fmla="*/ 90 w 426"/>
                  <a:gd name="T21" fmla="*/ 366 h 1026"/>
                  <a:gd name="T22" fmla="*/ 102 w 426"/>
                  <a:gd name="T23" fmla="*/ 348 h 1026"/>
                  <a:gd name="T24" fmla="*/ 108 w 426"/>
                  <a:gd name="T25" fmla="*/ 330 h 1026"/>
                  <a:gd name="T26" fmla="*/ 114 w 426"/>
                  <a:gd name="T27" fmla="*/ 312 h 1026"/>
                  <a:gd name="T28" fmla="*/ 126 w 426"/>
                  <a:gd name="T29" fmla="*/ 294 h 1026"/>
                  <a:gd name="T30" fmla="*/ 132 w 426"/>
                  <a:gd name="T31" fmla="*/ 282 h 1026"/>
                  <a:gd name="T32" fmla="*/ 144 w 426"/>
                  <a:gd name="T33" fmla="*/ 264 h 1026"/>
                  <a:gd name="T34" fmla="*/ 150 w 426"/>
                  <a:gd name="T35" fmla="*/ 252 h 1026"/>
                  <a:gd name="T36" fmla="*/ 156 w 426"/>
                  <a:gd name="T37" fmla="*/ 240 h 1026"/>
                  <a:gd name="T38" fmla="*/ 168 w 426"/>
                  <a:gd name="T39" fmla="*/ 228 h 1026"/>
                  <a:gd name="T40" fmla="*/ 174 w 426"/>
                  <a:gd name="T41" fmla="*/ 222 h 1026"/>
                  <a:gd name="T42" fmla="*/ 180 w 426"/>
                  <a:gd name="T43" fmla="*/ 210 h 1026"/>
                  <a:gd name="T44" fmla="*/ 192 w 426"/>
                  <a:gd name="T45" fmla="*/ 198 h 1026"/>
                  <a:gd name="T46" fmla="*/ 198 w 426"/>
                  <a:gd name="T47" fmla="*/ 192 h 1026"/>
                  <a:gd name="T48" fmla="*/ 210 w 426"/>
                  <a:gd name="T49" fmla="*/ 180 h 1026"/>
                  <a:gd name="T50" fmla="*/ 216 w 426"/>
                  <a:gd name="T51" fmla="*/ 174 h 1026"/>
                  <a:gd name="T52" fmla="*/ 222 w 426"/>
                  <a:gd name="T53" fmla="*/ 168 h 1026"/>
                  <a:gd name="T54" fmla="*/ 234 w 426"/>
                  <a:gd name="T55" fmla="*/ 156 h 1026"/>
                  <a:gd name="T56" fmla="*/ 240 w 426"/>
                  <a:gd name="T57" fmla="*/ 150 h 1026"/>
                  <a:gd name="T58" fmla="*/ 246 w 426"/>
                  <a:gd name="T59" fmla="*/ 144 h 1026"/>
                  <a:gd name="T60" fmla="*/ 258 w 426"/>
                  <a:gd name="T61" fmla="*/ 138 h 1026"/>
                  <a:gd name="T62" fmla="*/ 264 w 426"/>
                  <a:gd name="T63" fmla="*/ 126 h 1026"/>
                  <a:gd name="T64" fmla="*/ 276 w 426"/>
                  <a:gd name="T65" fmla="*/ 120 h 1026"/>
                  <a:gd name="T66" fmla="*/ 282 w 426"/>
                  <a:gd name="T67" fmla="*/ 114 h 1026"/>
                  <a:gd name="T68" fmla="*/ 288 w 426"/>
                  <a:gd name="T69" fmla="*/ 108 h 1026"/>
                  <a:gd name="T70" fmla="*/ 300 w 426"/>
                  <a:gd name="T71" fmla="*/ 102 h 1026"/>
                  <a:gd name="T72" fmla="*/ 306 w 426"/>
                  <a:gd name="T73" fmla="*/ 96 h 1026"/>
                  <a:gd name="T74" fmla="*/ 312 w 426"/>
                  <a:gd name="T75" fmla="*/ 90 h 1026"/>
                  <a:gd name="T76" fmla="*/ 324 w 426"/>
                  <a:gd name="T77" fmla="*/ 84 h 1026"/>
                  <a:gd name="T78" fmla="*/ 330 w 426"/>
                  <a:gd name="T79" fmla="*/ 78 h 1026"/>
                  <a:gd name="T80" fmla="*/ 342 w 426"/>
                  <a:gd name="T81" fmla="*/ 66 h 1026"/>
                  <a:gd name="T82" fmla="*/ 348 w 426"/>
                  <a:gd name="T83" fmla="*/ 60 h 1026"/>
                  <a:gd name="T84" fmla="*/ 354 w 426"/>
                  <a:gd name="T85" fmla="*/ 54 h 1026"/>
                  <a:gd name="T86" fmla="*/ 366 w 426"/>
                  <a:gd name="T87" fmla="*/ 48 h 1026"/>
                  <a:gd name="T88" fmla="*/ 372 w 426"/>
                  <a:gd name="T89" fmla="*/ 42 h 1026"/>
                  <a:gd name="T90" fmla="*/ 378 w 426"/>
                  <a:gd name="T91" fmla="*/ 36 h 1026"/>
                  <a:gd name="T92" fmla="*/ 390 w 426"/>
                  <a:gd name="T93" fmla="*/ 30 h 1026"/>
                  <a:gd name="T94" fmla="*/ 396 w 426"/>
                  <a:gd name="T95" fmla="*/ 18 h 1026"/>
                  <a:gd name="T96" fmla="*/ 408 w 426"/>
                  <a:gd name="T97" fmla="*/ 12 h 1026"/>
                  <a:gd name="T98" fmla="*/ 414 w 426"/>
                  <a:gd name="T99" fmla="*/ 6 h 1026"/>
                  <a:gd name="T100" fmla="*/ 420 w 426"/>
                  <a:gd name="T101" fmla="*/ 0 h 10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426" h="1026">
                    <a:moveTo>
                      <a:pt x="0" y="1026"/>
                    </a:moveTo>
                    <a:lnTo>
                      <a:pt x="6" y="996"/>
                    </a:lnTo>
                    <a:lnTo>
                      <a:pt x="6" y="966"/>
                    </a:lnTo>
                    <a:lnTo>
                      <a:pt x="6" y="936"/>
                    </a:lnTo>
                    <a:lnTo>
                      <a:pt x="12" y="906"/>
                    </a:lnTo>
                    <a:lnTo>
                      <a:pt x="12" y="882"/>
                    </a:lnTo>
                    <a:lnTo>
                      <a:pt x="12" y="858"/>
                    </a:lnTo>
                    <a:lnTo>
                      <a:pt x="12" y="834"/>
                    </a:lnTo>
                    <a:lnTo>
                      <a:pt x="18" y="810"/>
                    </a:lnTo>
                    <a:lnTo>
                      <a:pt x="18" y="792"/>
                    </a:lnTo>
                    <a:lnTo>
                      <a:pt x="18" y="774"/>
                    </a:lnTo>
                    <a:lnTo>
                      <a:pt x="24" y="750"/>
                    </a:lnTo>
                    <a:lnTo>
                      <a:pt x="24" y="732"/>
                    </a:lnTo>
                    <a:lnTo>
                      <a:pt x="24" y="720"/>
                    </a:lnTo>
                    <a:lnTo>
                      <a:pt x="24" y="702"/>
                    </a:lnTo>
                    <a:lnTo>
                      <a:pt x="30" y="684"/>
                    </a:lnTo>
                    <a:lnTo>
                      <a:pt x="30" y="672"/>
                    </a:lnTo>
                    <a:lnTo>
                      <a:pt x="30" y="654"/>
                    </a:lnTo>
                    <a:lnTo>
                      <a:pt x="30" y="642"/>
                    </a:lnTo>
                    <a:lnTo>
                      <a:pt x="36" y="630"/>
                    </a:lnTo>
                    <a:lnTo>
                      <a:pt x="36" y="618"/>
                    </a:lnTo>
                    <a:lnTo>
                      <a:pt x="36" y="606"/>
                    </a:lnTo>
                    <a:lnTo>
                      <a:pt x="42" y="594"/>
                    </a:lnTo>
                    <a:lnTo>
                      <a:pt x="42" y="582"/>
                    </a:lnTo>
                    <a:lnTo>
                      <a:pt x="42" y="570"/>
                    </a:lnTo>
                    <a:lnTo>
                      <a:pt x="42" y="564"/>
                    </a:lnTo>
                    <a:lnTo>
                      <a:pt x="48" y="552"/>
                    </a:lnTo>
                    <a:lnTo>
                      <a:pt x="48" y="540"/>
                    </a:lnTo>
                    <a:lnTo>
                      <a:pt x="48" y="534"/>
                    </a:lnTo>
                    <a:lnTo>
                      <a:pt x="48" y="522"/>
                    </a:lnTo>
                    <a:lnTo>
                      <a:pt x="54" y="516"/>
                    </a:lnTo>
                    <a:lnTo>
                      <a:pt x="54" y="510"/>
                    </a:lnTo>
                    <a:lnTo>
                      <a:pt x="54" y="498"/>
                    </a:lnTo>
                    <a:lnTo>
                      <a:pt x="60" y="492"/>
                    </a:lnTo>
                    <a:lnTo>
                      <a:pt x="60" y="486"/>
                    </a:lnTo>
                    <a:lnTo>
                      <a:pt x="60" y="474"/>
                    </a:lnTo>
                    <a:lnTo>
                      <a:pt x="60" y="468"/>
                    </a:lnTo>
                    <a:lnTo>
                      <a:pt x="66" y="462"/>
                    </a:lnTo>
                    <a:lnTo>
                      <a:pt x="66" y="456"/>
                    </a:lnTo>
                    <a:lnTo>
                      <a:pt x="66" y="450"/>
                    </a:lnTo>
                    <a:lnTo>
                      <a:pt x="66" y="444"/>
                    </a:lnTo>
                    <a:lnTo>
                      <a:pt x="72" y="438"/>
                    </a:lnTo>
                    <a:lnTo>
                      <a:pt x="72" y="432"/>
                    </a:lnTo>
                    <a:lnTo>
                      <a:pt x="72" y="426"/>
                    </a:lnTo>
                    <a:lnTo>
                      <a:pt x="78" y="420"/>
                    </a:lnTo>
                    <a:lnTo>
                      <a:pt x="78" y="414"/>
                    </a:lnTo>
                    <a:lnTo>
                      <a:pt x="78" y="408"/>
                    </a:lnTo>
                    <a:lnTo>
                      <a:pt x="78" y="402"/>
                    </a:lnTo>
                    <a:lnTo>
                      <a:pt x="84" y="396"/>
                    </a:lnTo>
                    <a:lnTo>
                      <a:pt x="84" y="390"/>
                    </a:lnTo>
                    <a:lnTo>
                      <a:pt x="84" y="390"/>
                    </a:lnTo>
                    <a:lnTo>
                      <a:pt x="90" y="384"/>
                    </a:lnTo>
                    <a:lnTo>
                      <a:pt x="90" y="378"/>
                    </a:lnTo>
                    <a:lnTo>
                      <a:pt x="90" y="372"/>
                    </a:lnTo>
                    <a:lnTo>
                      <a:pt x="90" y="366"/>
                    </a:lnTo>
                    <a:lnTo>
                      <a:pt x="96" y="366"/>
                    </a:lnTo>
                    <a:lnTo>
                      <a:pt x="96" y="360"/>
                    </a:lnTo>
                    <a:lnTo>
                      <a:pt x="96" y="354"/>
                    </a:lnTo>
                    <a:lnTo>
                      <a:pt x="96" y="354"/>
                    </a:lnTo>
                    <a:lnTo>
                      <a:pt x="102" y="348"/>
                    </a:lnTo>
                    <a:lnTo>
                      <a:pt x="102" y="342"/>
                    </a:lnTo>
                    <a:lnTo>
                      <a:pt x="102" y="342"/>
                    </a:lnTo>
                    <a:lnTo>
                      <a:pt x="108" y="336"/>
                    </a:lnTo>
                    <a:lnTo>
                      <a:pt x="108" y="330"/>
                    </a:lnTo>
                    <a:lnTo>
                      <a:pt x="108" y="330"/>
                    </a:lnTo>
                    <a:lnTo>
                      <a:pt x="108" y="324"/>
                    </a:lnTo>
                    <a:lnTo>
                      <a:pt x="114" y="324"/>
                    </a:lnTo>
                    <a:lnTo>
                      <a:pt x="114" y="318"/>
                    </a:lnTo>
                    <a:lnTo>
                      <a:pt x="114" y="312"/>
                    </a:lnTo>
                    <a:lnTo>
                      <a:pt x="114" y="312"/>
                    </a:lnTo>
                    <a:lnTo>
                      <a:pt x="120" y="306"/>
                    </a:lnTo>
                    <a:lnTo>
                      <a:pt x="120" y="306"/>
                    </a:lnTo>
                    <a:lnTo>
                      <a:pt x="120" y="300"/>
                    </a:lnTo>
                    <a:lnTo>
                      <a:pt x="126" y="300"/>
                    </a:lnTo>
                    <a:lnTo>
                      <a:pt x="126" y="294"/>
                    </a:lnTo>
                    <a:lnTo>
                      <a:pt x="126" y="294"/>
                    </a:lnTo>
                    <a:lnTo>
                      <a:pt x="126" y="288"/>
                    </a:lnTo>
                    <a:lnTo>
                      <a:pt x="132" y="288"/>
                    </a:lnTo>
                    <a:lnTo>
                      <a:pt x="132" y="282"/>
                    </a:lnTo>
                    <a:lnTo>
                      <a:pt x="132" y="282"/>
                    </a:lnTo>
                    <a:lnTo>
                      <a:pt x="132" y="276"/>
                    </a:lnTo>
                    <a:lnTo>
                      <a:pt x="138" y="276"/>
                    </a:lnTo>
                    <a:lnTo>
                      <a:pt x="138" y="270"/>
                    </a:lnTo>
                    <a:lnTo>
                      <a:pt x="138" y="270"/>
                    </a:lnTo>
                    <a:lnTo>
                      <a:pt x="144" y="264"/>
                    </a:lnTo>
                    <a:lnTo>
                      <a:pt x="144" y="264"/>
                    </a:lnTo>
                    <a:lnTo>
                      <a:pt x="144" y="264"/>
                    </a:lnTo>
                    <a:lnTo>
                      <a:pt x="144" y="258"/>
                    </a:lnTo>
                    <a:lnTo>
                      <a:pt x="150" y="258"/>
                    </a:lnTo>
                    <a:lnTo>
                      <a:pt x="150" y="252"/>
                    </a:lnTo>
                    <a:lnTo>
                      <a:pt x="150" y="252"/>
                    </a:lnTo>
                    <a:lnTo>
                      <a:pt x="156" y="246"/>
                    </a:lnTo>
                    <a:lnTo>
                      <a:pt x="156" y="246"/>
                    </a:lnTo>
                    <a:lnTo>
                      <a:pt x="156" y="246"/>
                    </a:lnTo>
                    <a:lnTo>
                      <a:pt x="156" y="240"/>
                    </a:lnTo>
                    <a:lnTo>
                      <a:pt x="162" y="240"/>
                    </a:lnTo>
                    <a:lnTo>
                      <a:pt x="162" y="240"/>
                    </a:lnTo>
                    <a:lnTo>
                      <a:pt x="162" y="234"/>
                    </a:lnTo>
                    <a:lnTo>
                      <a:pt x="162" y="234"/>
                    </a:lnTo>
                    <a:lnTo>
                      <a:pt x="168" y="228"/>
                    </a:lnTo>
                    <a:lnTo>
                      <a:pt x="168" y="228"/>
                    </a:lnTo>
                    <a:lnTo>
                      <a:pt x="168" y="228"/>
                    </a:lnTo>
                    <a:lnTo>
                      <a:pt x="174" y="222"/>
                    </a:lnTo>
                    <a:lnTo>
                      <a:pt x="174" y="222"/>
                    </a:lnTo>
                    <a:lnTo>
                      <a:pt x="174" y="222"/>
                    </a:lnTo>
                    <a:lnTo>
                      <a:pt x="174" y="216"/>
                    </a:lnTo>
                    <a:lnTo>
                      <a:pt x="180" y="216"/>
                    </a:lnTo>
                    <a:lnTo>
                      <a:pt x="180" y="216"/>
                    </a:lnTo>
                    <a:lnTo>
                      <a:pt x="180" y="210"/>
                    </a:lnTo>
                    <a:lnTo>
                      <a:pt x="180" y="210"/>
                    </a:lnTo>
                    <a:lnTo>
                      <a:pt x="186" y="210"/>
                    </a:lnTo>
                    <a:lnTo>
                      <a:pt x="186" y="204"/>
                    </a:lnTo>
                    <a:lnTo>
                      <a:pt x="186" y="204"/>
                    </a:lnTo>
                    <a:lnTo>
                      <a:pt x="192" y="204"/>
                    </a:lnTo>
                    <a:lnTo>
                      <a:pt x="192" y="198"/>
                    </a:lnTo>
                    <a:lnTo>
                      <a:pt x="192" y="198"/>
                    </a:lnTo>
                    <a:lnTo>
                      <a:pt x="192" y="198"/>
                    </a:lnTo>
                    <a:lnTo>
                      <a:pt x="198" y="192"/>
                    </a:lnTo>
                    <a:lnTo>
                      <a:pt x="198" y="192"/>
                    </a:lnTo>
                    <a:lnTo>
                      <a:pt x="198" y="192"/>
                    </a:lnTo>
                    <a:lnTo>
                      <a:pt x="198" y="192"/>
                    </a:lnTo>
                    <a:lnTo>
                      <a:pt x="204" y="186"/>
                    </a:lnTo>
                    <a:lnTo>
                      <a:pt x="204" y="186"/>
                    </a:lnTo>
                    <a:lnTo>
                      <a:pt x="204" y="186"/>
                    </a:lnTo>
                    <a:lnTo>
                      <a:pt x="210" y="180"/>
                    </a:lnTo>
                    <a:lnTo>
                      <a:pt x="210" y="180"/>
                    </a:lnTo>
                    <a:lnTo>
                      <a:pt x="210" y="180"/>
                    </a:lnTo>
                    <a:lnTo>
                      <a:pt x="210" y="180"/>
                    </a:lnTo>
                    <a:lnTo>
                      <a:pt x="216" y="174"/>
                    </a:lnTo>
                    <a:lnTo>
                      <a:pt x="216" y="174"/>
                    </a:lnTo>
                    <a:lnTo>
                      <a:pt x="216" y="174"/>
                    </a:lnTo>
                    <a:lnTo>
                      <a:pt x="222" y="168"/>
                    </a:lnTo>
                    <a:lnTo>
                      <a:pt x="222" y="168"/>
                    </a:lnTo>
                    <a:lnTo>
                      <a:pt x="222" y="168"/>
                    </a:lnTo>
                    <a:lnTo>
                      <a:pt x="222" y="168"/>
                    </a:lnTo>
                    <a:lnTo>
                      <a:pt x="228" y="162"/>
                    </a:lnTo>
                    <a:lnTo>
                      <a:pt x="228" y="162"/>
                    </a:lnTo>
                    <a:lnTo>
                      <a:pt x="228" y="162"/>
                    </a:lnTo>
                    <a:lnTo>
                      <a:pt x="228" y="162"/>
                    </a:lnTo>
                    <a:lnTo>
                      <a:pt x="234" y="156"/>
                    </a:lnTo>
                    <a:lnTo>
                      <a:pt x="234" y="156"/>
                    </a:lnTo>
                    <a:lnTo>
                      <a:pt x="234" y="156"/>
                    </a:lnTo>
                    <a:lnTo>
                      <a:pt x="240" y="156"/>
                    </a:lnTo>
                    <a:lnTo>
                      <a:pt x="240" y="150"/>
                    </a:lnTo>
                    <a:lnTo>
                      <a:pt x="240" y="150"/>
                    </a:lnTo>
                    <a:lnTo>
                      <a:pt x="240" y="150"/>
                    </a:lnTo>
                    <a:lnTo>
                      <a:pt x="246" y="150"/>
                    </a:lnTo>
                    <a:lnTo>
                      <a:pt x="246" y="144"/>
                    </a:lnTo>
                    <a:lnTo>
                      <a:pt x="246" y="144"/>
                    </a:lnTo>
                    <a:lnTo>
                      <a:pt x="246" y="144"/>
                    </a:lnTo>
                    <a:lnTo>
                      <a:pt x="252" y="144"/>
                    </a:lnTo>
                    <a:lnTo>
                      <a:pt x="252" y="138"/>
                    </a:lnTo>
                    <a:lnTo>
                      <a:pt x="252" y="138"/>
                    </a:lnTo>
                    <a:lnTo>
                      <a:pt x="258" y="138"/>
                    </a:lnTo>
                    <a:lnTo>
                      <a:pt x="258" y="138"/>
                    </a:lnTo>
                    <a:lnTo>
                      <a:pt x="258" y="132"/>
                    </a:lnTo>
                    <a:lnTo>
                      <a:pt x="258" y="132"/>
                    </a:lnTo>
                    <a:lnTo>
                      <a:pt x="264" y="132"/>
                    </a:lnTo>
                    <a:lnTo>
                      <a:pt x="264" y="132"/>
                    </a:lnTo>
                    <a:lnTo>
                      <a:pt x="264" y="126"/>
                    </a:lnTo>
                    <a:lnTo>
                      <a:pt x="264" y="126"/>
                    </a:lnTo>
                    <a:lnTo>
                      <a:pt x="270" y="126"/>
                    </a:lnTo>
                    <a:lnTo>
                      <a:pt x="270" y="126"/>
                    </a:lnTo>
                    <a:lnTo>
                      <a:pt x="270" y="126"/>
                    </a:lnTo>
                    <a:lnTo>
                      <a:pt x="276" y="120"/>
                    </a:lnTo>
                    <a:lnTo>
                      <a:pt x="276" y="120"/>
                    </a:lnTo>
                    <a:lnTo>
                      <a:pt x="276" y="120"/>
                    </a:lnTo>
                    <a:lnTo>
                      <a:pt x="276" y="120"/>
                    </a:lnTo>
                    <a:lnTo>
                      <a:pt x="282" y="114"/>
                    </a:lnTo>
                    <a:lnTo>
                      <a:pt x="282" y="114"/>
                    </a:lnTo>
                    <a:lnTo>
                      <a:pt x="282" y="114"/>
                    </a:lnTo>
                    <a:lnTo>
                      <a:pt x="288" y="114"/>
                    </a:lnTo>
                    <a:lnTo>
                      <a:pt x="288" y="108"/>
                    </a:lnTo>
                    <a:lnTo>
                      <a:pt x="288" y="108"/>
                    </a:lnTo>
                    <a:lnTo>
                      <a:pt x="288" y="108"/>
                    </a:lnTo>
                    <a:lnTo>
                      <a:pt x="294" y="108"/>
                    </a:lnTo>
                    <a:lnTo>
                      <a:pt x="294" y="108"/>
                    </a:lnTo>
                    <a:lnTo>
                      <a:pt x="294" y="102"/>
                    </a:lnTo>
                    <a:lnTo>
                      <a:pt x="294" y="102"/>
                    </a:lnTo>
                    <a:lnTo>
                      <a:pt x="300" y="102"/>
                    </a:lnTo>
                    <a:lnTo>
                      <a:pt x="300" y="102"/>
                    </a:lnTo>
                    <a:lnTo>
                      <a:pt x="300" y="96"/>
                    </a:lnTo>
                    <a:lnTo>
                      <a:pt x="306" y="96"/>
                    </a:lnTo>
                    <a:lnTo>
                      <a:pt x="306" y="96"/>
                    </a:lnTo>
                    <a:lnTo>
                      <a:pt x="306" y="96"/>
                    </a:lnTo>
                    <a:lnTo>
                      <a:pt x="306" y="96"/>
                    </a:lnTo>
                    <a:lnTo>
                      <a:pt x="312" y="90"/>
                    </a:lnTo>
                    <a:lnTo>
                      <a:pt x="312" y="90"/>
                    </a:lnTo>
                    <a:lnTo>
                      <a:pt x="312" y="90"/>
                    </a:lnTo>
                    <a:lnTo>
                      <a:pt x="312" y="90"/>
                    </a:lnTo>
                    <a:lnTo>
                      <a:pt x="318" y="84"/>
                    </a:lnTo>
                    <a:lnTo>
                      <a:pt x="318" y="84"/>
                    </a:lnTo>
                    <a:lnTo>
                      <a:pt x="318" y="84"/>
                    </a:lnTo>
                    <a:lnTo>
                      <a:pt x="324" y="84"/>
                    </a:lnTo>
                    <a:lnTo>
                      <a:pt x="324" y="84"/>
                    </a:lnTo>
                    <a:lnTo>
                      <a:pt x="324" y="78"/>
                    </a:lnTo>
                    <a:lnTo>
                      <a:pt x="324" y="78"/>
                    </a:lnTo>
                    <a:lnTo>
                      <a:pt x="330" y="78"/>
                    </a:lnTo>
                    <a:lnTo>
                      <a:pt x="330" y="78"/>
                    </a:lnTo>
                    <a:lnTo>
                      <a:pt x="330" y="78"/>
                    </a:lnTo>
                    <a:lnTo>
                      <a:pt x="330" y="72"/>
                    </a:lnTo>
                    <a:lnTo>
                      <a:pt x="336" y="72"/>
                    </a:lnTo>
                    <a:lnTo>
                      <a:pt x="336" y="72"/>
                    </a:lnTo>
                    <a:lnTo>
                      <a:pt x="336" y="72"/>
                    </a:lnTo>
                    <a:lnTo>
                      <a:pt x="342" y="66"/>
                    </a:lnTo>
                    <a:lnTo>
                      <a:pt x="342" y="66"/>
                    </a:lnTo>
                    <a:lnTo>
                      <a:pt x="342" y="66"/>
                    </a:lnTo>
                    <a:lnTo>
                      <a:pt x="342" y="66"/>
                    </a:lnTo>
                    <a:lnTo>
                      <a:pt x="348" y="66"/>
                    </a:lnTo>
                    <a:lnTo>
                      <a:pt x="348" y="60"/>
                    </a:lnTo>
                    <a:lnTo>
                      <a:pt x="348" y="60"/>
                    </a:lnTo>
                    <a:lnTo>
                      <a:pt x="354" y="60"/>
                    </a:lnTo>
                    <a:lnTo>
                      <a:pt x="354" y="60"/>
                    </a:lnTo>
                    <a:lnTo>
                      <a:pt x="354" y="54"/>
                    </a:lnTo>
                    <a:lnTo>
                      <a:pt x="354" y="54"/>
                    </a:lnTo>
                    <a:lnTo>
                      <a:pt x="360" y="54"/>
                    </a:lnTo>
                    <a:lnTo>
                      <a:pt x="360" y="54"/>
                    </a:lnTo>
                    <a:lnTo>
                      <a:pt x="360" y="54"/>
                    </a:lnTo>
                    <a:lnTo>
                      <a:pt x="360" y="48"/>
                    </a:lnTo>
                    <a:lnTo>
                      <a:pt x="366" y="48"/>
                    </a:lnTo>
                    <a:lnTo>
                      <a:pt x="366" y="48"/>
                    </a:lnTo>
                    <a:lnTo>
                      <a:pt x="366" y="48"/>
                    </a:lnTo>
                    <a:lnTo>
                      <a:pt x="372" y="42"/>
                    </a:lnTo>
                    <a:lnTo>
                      <a:pt x="372" y="42"/>
                    </a:lnTo>
                    <a:lnTo>
                      <a:pt x="372" y="42"/>
                    </a:lnTo>
                    <a:lnTo>
                      <a:pt x="372" y="42"/>
                    </a:lnTo>
                    <a:lnTo>
                      <a:pt x="378" y="42"/>
                    </a:lnTo>
                    <a:lnTo>
                      <a:pt x="378" y="36"/>
                    </a:lnTo>
                    <a:lnTo>
                      <a:pt x="378" y="36"/>
                    </a:lnTo>
                    <a:lnTo>
                      <a:pt x="378" y="36"/>
                    </a:lnTo>
                    <a:lnTo>
                      <a:pt x="384" y="36"/>
                    </a:lnTo>
                    <a:lnTo>
                      <a:pt x="384" y="30"/>
                    </a:lnTo>
                    <a:lnTo>
                      <a:pt x="384" y="30"/>
                    </a:lnTo>
                    <a:lnTo>
                      <a:pt x="390" y="30"/>
                    </a:lnTo>
                    <a:lnTo>
                      <a:pt x="390" y="30"/>
                    </a:lnTo>
                    <a:lnTo>
                      <a:pt x="390" y="24"/>
                    </a:lnTo>
                    <a:lnTo>
                      <a:pt x="390" y="24"/>
                    </a:lnTo>
                    <a:lnTo>
                      <a:pt x="396" y="24"/>
                    </a:lnTo>
                    <a:lnTo>
                      <a:pt x="396" y="24"/>
                    </a:lnTo>
                    <a:lnTo>
                      <a:pt x="396" y="18"/>
                    </a:lnTo>
                    <a:lnTo>
                      <a:pt x="396" y="18"/>
                    </a:lnTo>
                    <a:lnTo>
                      <a:pt x="402" y="18"/>
                    </a:lnTo>
                    <a:lnTo>
                      <a:pt x="402" y="18"/>
                    </a:lnTo>
                    <a:lnTo>
                      <a:pt x="402" y="18"/>
                    </a:lnTo>
                    <a:lnTo>
                      <a:pt x="408" y="12"/>
                    </a:lnTo>
                    <a:lnTo>
                      <a:pt x="408" y="12"/>
                    </a:lnTo>
                    <a:lnTo>
                      <a:pt x="408" y="12"/>
                    </a:lnTo>
                    <a:lnTo>
                      <a:pt x="408" y="12"/>
                    </a:lnTo>
                    <a:lnTo>
                      <a:pt x="414" y="6"/>
                    </a:lnTo>
                    <a:lnTo>
                      <a:pt x="414" y="6"/>
                    </a:lnTo>
                    <a:lnTo>
                      <a:pt x="414" y="6"/>
                    </a:lnTo>
                    <a:lnTo>
                      <a:pt x="420" y="6"/>
                    </a:lnTo>
                    <a:lnTo>
                      <a:pt x="420" y="0"/>
                    </a:lnTo>
                    <a:lnTo>
                      <a:pt x="420" y="0"/>
                    </a:lnTo>
                    <a:lnTo>
                      <a:pt x="420" y="0"/>
                    </a:lnTo>
                    <a:lnTo>
                      <a:pt x="426" y="0"/>
                    </a:lnTo>
                  </a:path>
                </a:pathLst>
              </a:custGeom>
              <a:noFill/>
              <a:ln w="28575" cmpd="sng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b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9" name="Freeform 29"/>
              <p:cNvSpPr/>
              <p:nvPr/>
            </p:nvSpPr>
            <p:spPr bwMode="auto">
              <a:xfrm>
                <a:off x="2688" y="1167"/>
                <a:ext cx="228" cy="894"/>
              </a:xfrm>
              <a:custGeom>
                <a:avLst/>
                <a:gdLst>
                  <a:gd name="T0" fmla="*/ 0 w 228"/>
                  <a:gd name="T1" fmla="*/ 888 h 894"/>
                  <a:gd name="T2" fmla="*/ 6 w 228"/>
                  <a:gd name="T3" fmla="*/ 882 h 894"/>
                  <a:gd name="T4" fmla="*/ 12 w 228"/>
                  <a:gd name="T5" fmla="*/ 876 h 894"/>
                  <a:gd name="T6" fmla="*/ 18 w 228"/>
                  <a:gd name="T7" fmla="*/ 876 h 894"/>
                  <a:gd name="T8" fmla="*/ 18 w 228"/>
                  <a:gd name="T9" fmla="*/ 870 h 894"/>
                  <a:gd name="T10" fmla="*/ 24 w 228"/>
                  <a:gd name="T11" fmla="*/ 864 h 894"/>
                  <a:gd name="T12" fmla="*/ 30 w 228"/>
                  <a:gd name="T13" fmla="*/ 858 h 894"/>
                  <a:gd name="T14" fmla="*/ 36 w 228"/>
                  <a:gd name="T15" fmla="*/ 852 h 894"/>
                  <a:gd name="T16" fmla="*/ 42 w 228"/>
                  <a:gd name="T17" fmla="*/ 846 h 894"/>
                  <a:gd name="T18" fmla="*/ 48 w 228"/>
                  <a:gd name="T19" fmla="*/ 840 h 894"/>
                  <a:gd name="T20" fmla="*/ 48 w 228"/>
                  <a:gd name="T21" fmla="*/ 834 h 894"/>
                  <a:gd name="T22" fmla="*/ 54 w 228"/>
                  <a:gd name="T23" fmla="*/ 828 h 894"/>
                  <a:gd name="T24" fmla="*/ 60 w 228"/>
                  <a:gd name="T25" fmla="*/ 822 h 894"/>
                  <a:gd name="T26" fmla="*/ 66 w 228"/>
                  <a:gd name="T27" fmla="*/ 816 h 894"/>
                  <a:gd name="T28" fmla="*/ 72 w 228"/>
                  <a:gd name="T29" fmla="*/ 810 h 894"/>
                  <a:gd name="T30" fmla="*/ 78 w 228"/>
                  <a:gd name="T31" fmla="*/ 804 h 894"/>
                  <a:gd name="T32" fmla="*/ 78 w 228"/>
                  <a:gd name="T33" fmla="*/ 792 h 894"/>
                  <a:gd name="T34" fmla="*/ 84 w 228"/>
                  <a:gd name="T35" fmla="*/ 786 h 894"/>
                  <a:gd name="T36" fmla="*/ 90 w 228"/>
                  <a:gd name="T37" fmla="*/ 780 h 894"/>
                  <a:gd name="T38" fmla="*/ 96 w 228"/>
                  <a:gd name="T39" fmla="*/ 768 h 894"/>
                  <a:gd name="T40" fmla="*/ 102 w 228"/>
                  <a:gd name="T41" fmla="*/ 762 h 894"/>
                  <a:gd name="T42" fmla="*/ 102 w 228"/>
                  <a:gd name="T43" fmla="*/ 756 h 894"/>
                  <a:gd name="T44" fmla="*/ 108 w 228"/>
                  <a:gd name="T45" fmla="*/ 744 h 894"/>
                  <a:gd name="T46" fmla="*/ 114 w 228"/>
                  <a:gd name="T47" fmla="*/ 732 h 894"/>
                  <a:gd name="T48" fmla="*/ 120 w 228"/>
                  <a:gd name="T49" fmla="*/ 726 h 894"/>
                  <a:gd name="T50" fmla="*/ 126 w 228"/>
                  <a:gd name="T51" fmla="*/ 714 h 894"/>
                  <a:gd name="T52" fmla="*/ 132 w 228"/>
                  <a:gd name="T53" fmla="*/ 702 h 894"/>
                  <a:gd name="T54" fmla="*/ 132 w 228"/>
                  <a:gd name="T55" fmla="*/ 690 h 894"/>
                  <a:gd name="T56" fmla="*/ 138 w 228"/>
                  <a:gd name="T57" fmla="*/ 672 h 894"/>
                  <a:gd name="T58" fmla="*/ 144 w 228"/>
                  <a:gd name="T59" fmla="*/ 660 h 894"/>
                  <a:gd name="T60" fmla="*/ 150 w 228"/>
                  <a:gd name="T61" fmla="*/ 642 h 894"/>
                  <a:gd name="T62" fmla="*/ 156 w 228"/>
                  <a:gd name="T63" fmla="*/ 630 h 894"/>
                  <a:gd name="T64" fmla="*/ 162 w 228"/>
                  <a:gd name="T65" fmla="*/ 612 h 894"/>
                  <a:gd name="T66" fmla="*/ 162 w 228"/>
                  <a:gd name="T67" fmla="*/ 588 h 894"/>
                  <a:gd name="T68" fmla="*/ 168 w 228"/>
                  <a:gd name="T69" fmla="*/ 570 h 894"/>
                  <a:gd name="T70" fmla="*/ 174 w 228"/>
                  <a:gd name="T71" fmla="*/ 546 h 894"/>
                  <a:gd name="T72" fmla="*/ 180 w 228"/>
                  <a:gd name="T73" fmla="*/ 522 h 894"/>
                  <a:gd name="T74" fmla="*/ 186 w 228"/>
                  <a:gd name="T75" fmla="*/ 492 h 894"/>
                  <a:gd name="T76" fmla="*/ 192 w 228"/>
                  <a:gd name="T77" fmla="*/ 462 h 894"/>
                  <a:gd name="T78" fmla="*/ 192 w 228"/>
                  <a:gd name="T79" fmla="*/ 426 h 894"/>
                  <a:gd name="T80" fmla="*/ 198 w 228"/>
                  <a:gd name="T81" fmla="*/ 384 h 894"/>
                  <a:gd name="T82" fmla="*/ 204 w 228"/>
                  <a:gd name="T83" fmla="*/ 342 h 894"/>
                  <a:gd name="T84" fmla="*/ 210 w 228"/>
                  <a:gd name="T85" fmla="*/ 288 h 894"/>
                  <a:gd name="T86" fmla="*/ 216 w 228"/>
                  <a:gd name="T87" fmla="*/ 228 h 894"/>
                  <a:gd name="T88" fmla="*/ 216 w 228"/>
                  <a:gd name="T89" fmla="*/ 156 h 894"/>
                  <a:gd name="T90" fmla="*/ 222 w 228"/>
                  <a:gd name="T91" fmla="*/ 66 h 8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228" h="894">
                    <a:moveTo>
                      <a:pt x="0" y="894"/>
                    </a:moveTo>
                    <a:lnTo>
                      <a:pt x="0" y="888"/>
                    </a:lnTo>
                    <a:lnTo>
                      <a:pt x="0" y="888"/>
                    </a:lnTo>
                    <a:lnTo>
                      <a:pt x="0" y="888"/>
                    </a:lnTo>
                    <a:lnTo>
                      <a:pt x="6" y="882"/>
                    </a:lnTo>
                    <a:lnTo>
                      <a:pt x="6" y="882"/>
                    </a:lnTo>
                    <a:lnTo>
                      <a:pt x="6" y="882"/>
                    </a:lnTo>
                    <a:lnTo>
                      <a:pt x="12" y="882"/>
                    </a:lnTo>
                    <a:lnTo>
                      <a:pt x="12" y="876"/>
                    </a:lnTo>
                    <a:lnTo>
                      <a:pt x="12" y="876"/>
                    </a:lnTo>
                    <a:lnTo>
                      <a:pt x="12" y="876"/>
                    </a:lnTo>
                    <a:lnTo>
                      <a:pt x="18" y="876"/>
                    </a:lnTo>
                    <a:lnTo>
                      <a:pt x="18" y="870"/>
                    </a:lnTo>
                    <a:lnTo>
                      <a:pt x="18" y="870"/>
                    </a:lnTo>
                    <a:lnTo>
                      <a:pt x="18" y="870"/>
                    </a:lnTo>
                    <a:lnTo>
                      <a:pt x="24" y="864"/>
                    </a:lnTo>
                    <a:lnTo>
                      <a:pt x="24" y="864"/>
                    </a:lnTo>
                    <a:lnTo>
                      <a:pt x="24" y="864"/>
                    </a:lnTo>
                    <a:lnTo>
                      <a:pt x="30" y="864"/>
                    </a:lnTo>
                    <a:lnTo>
                      <a:pt x="30" y="858"/>
                    </a:lnTo>
                    <a:lnTo>
                      <a:pt x="30" y="858"/>
                    </a:lnTo>
                    <a:lnTo>
                      <a:pt x="30" y="858"/>
                    </a:lnTo>
                    <a:lnTo>
                      <a:pt x="36" y="852"/>
                    </a:lnTo>
                    <a:lnTo>
                      <a:pt x="36" y="852"/>
                    </a:lnTo>
                    <a:lnTo>
                      <a:pt x="36" y="852"/>
                    </a:lnTo>
                    <a:lnTo>
                      <a:pt x="36" y="846"/>
                    </a:lnTo>
                    <a:lnTo>
                      <a:pt x="42" y="846"/>
                    </a:lnTo>
                    <a:lnTo>
                      <a:pt x="42" y="846"/>
                    </a:lnTo>
                    <a:lnTo>
                      <a:pt x="42" y="840"/>
                    </a:lnTo>
                    <a:lnTo>
                      <a:pt x="48" y="840"/>
                    </a:lnTo>
                    <a:lnTo>
                      <a:pt x="48" y="840"/>
                    </a:lnTo>
                    <a:lnTo>
                      <a:pt x="48" y="834"/>
                    </a:lnTo>
                    <a:lnTo>
                      <a:pt x="48" y="834"/>
                    </a:lnTo>
                    <a:lnTo>
                      <a:pt x="54" y="834"/>
                    </a:lnTo>
                    <a:lnTo>
                      <a:pt x="54" y="828"/>
                    </a:lnTo>
                    <a:lnTo>
                      <a:pt x="54" y="828"/>
                    </a:lnTo>
                    <a:lnTo>
                      <a:pt x="60" y="828"/>
                    </a:lnTo>
                    <a:lnTo>
                      <a:pt x="60" y="822"/>
                    </a:lnTo>
                    <a:lnTo>
                      <a:pt x="60" y="822"/>
                    </a:lnTo>
                    <a:lnTo>
                      <a:pt x="60" y="822"/>
                    </a:lnTo>
                    <a:lnTo>
                      <a:pt x="66" y="816"/>
                    </a:lnTo>
                    <a:lnTo>
                      <a:pt x="66" y="816"/>
                    </a:lnTo>
                    <a:lnTo>
                      <a:pt x="66" y="816"/>
                    </a:lnTo>
                    <a:lnTo>
                      <a:pt x="66" y="810"/>
                    </a:lnTo>
                    <a:lnTo>
                      <a:pt x="72" y="810"/>
                    </a:lnTo>
                    <a:lnTo>
                      <a:pt x="72" y="804"/>
                    </a:lnTo>
                    <a:lnTo>
                      <a:pt x="72" y="804"/>
                    </a:lnTo>
                    <a:lnTo>
                      <a:pt x="78" y="804"/>
                    </a:lnTo>
                    <a:lnTo>
                      <a:pt x="78" y="798"/>
                    </a:lnTo>
                    <a:lnTo>
                      <a:pt x="78" y="798"/>
                    </a:lnTo>
                    <a:lnTo>
                      <a:pt x="78" y="792"/>
                    </a:lnTo>
                    <a:lnTo>
                      <a:pt x="84" y="792"/>
                    </a:lnTo>
                    <a:lnTo>
                      <a:pt x="84" y="792"/>
                    </a:lnTo>
                    <a:lnTo>
                      <a:pt x="84" y="786"/>
                    </a:lnTo>
                    <a:lnTo>
                      <a:pt x="84" y="786"/>
                    </a:lnTo>
                    <a:lnTo>
                      <a:pt x="90" y="780"/>
                    </a:lnTo>
                    <a:lnTo>
                      <a:pt x="90" y="780"/>
                    </a:lnTo>
                    <a:lnTo>
                      <a:pt x="90" y="774"/>
                    </a:lnTo>
                    <a:lnTo>
                      <a:pt x="96" y="774"/>
                    </a:lnTo>
                    <a:lnTo>
                      <a:pt x="96" y="768"/>
                    </a:lnTo>
                    <a:lnTo>
                      <a:pt x="96" y="768"/>
                    </a:lnTo>
                    <a:lnTo>
                      <a:pt x="96" y="768"/>
                    </a:lnTo>
                    <a:lnTo>
                      <a:pt x="102" y="762"/>
                    </a:lnTo>
                    <a:lnTo>
                      <a:pt x="102" y="762"/>
                    </a:lnTo>
                    <a:lnTo>
                      <a:pt x="102" y="756"/>
                    </a:lnTo>
                    <a:lnTo>
                      <a:pt x="102" y="756"/>
                    </a:lnTo>
                    <a:lnTo>
                      <a:pt x="108" y="750"/>
                    </a:lnTo>
                    <a:lnTo>
                      <a:pt x="108" y="744"/>
                    </a:lnTo>
                    <a:lnTo>
                      <a:pt x="108" y="744"/>
                    </a:lnTo>
                    <a:lnTo>
                      <a:pt x="114" y="738"/>
                    </a:lnTo>
                    <a:lnTo>
                      <a:pt x="114" y="738"/>
                    </a:lnTo>
                    <a:lnTo>
                      <a:pt x="114" y="732"/>
                    </a:lnTo>
                    <a:lnTo>
                      <a:pt x="114" y="732"/>
                    </a:lnTo>
                    <a:lnTo>
                      <a:pt x="120" y="726"/>
                    </a:lnTo>
                    <a:lnTo>
                      <a:pt x="120" y="726"/>
                    </a:lnTo>
                    <a:lnTo>
                      <a:pt x="120" y="720"/>
                    </a:lnTo>
                    <a:lnTo>
                      <a:pt x="126" y="714"/>
                    </a:lnTo>
                    <a:lnTo>
                      <a:pt x="126" y="714"/>
                    </a:lnTo>
                    <a:lnTo>
                      <a:pt x="126" y="708"/>
                    </a:lnTo>
                    <a:lnTo>
                      <a:pt x="126" y="702"/>
                    </a:lnTo>
                    <a:lnTo>
                      <a:pt x="132" y="702"/>
                    </a:lnTo>
                    <a:lnTo>
                      <a:pt x="132" y="696"/>
                    </a:lnTo>
                    <a:lnTo>
                      <a:pt x="132" y="690"/>
                    </a:lnTo>
                    <a:lnTo>
                      <a:pt x="132" y="690"/>
                    </a:lnTo>
                    <a:lnTo>
                      <a:pt x="138" y="684"/>
                    </a:lnTo>
                    <a:lnTo>
                      <a:pt x="138" y="678"/>
                    </a:lnTo>
                    <a:lnTo>
                      <a:pt x="138" y="672"/>
                    </a:lnTo>
                    <a:lnTo>
                      <a:pt x="144" y="672"/>
                    </a:lnTo>
                    <a:lnTo>
                      <a:pt x="144" y="666"/>
                    </a:lnTo>
                    <a:lnTo>
                      <a:pt x="144" y="660"/>
                    </a:lnTo>
                    <a:lnTo>
                      <a:pt x="144" y="654"/>
                    </a:lnTo>
                    <a:lnTo>
                      <a:pt x="150" y="648"/>
                    </a:lnTo>
                    <a:lnTo>
                      <a:pt x="150" y="642"/>
                    </a:lnTo>
                    <a:lnTo>
                      <a:pt x="150" y="636"/>
                    </a:lnTo>
                    <a:lnTo>
                      <a:pt x="150" y="636"/>
                    </a:lnTo>
                    <a:lnTo>
                      <a:pt x="156" y="630"/>
                    </a:lnTo>
                    <a:lnTo>
                      <a:pt x="156" y="624"/>
                    </a:lnTo>
                    <a:lnTo>
                      <a:pt x="156" y="618"/>
                    </a:lnTo>
                    <a:lnTo>
                      <a:pt x="162" y="612"/>
                    </a:lnTo>
                    <a:lnTo>
                      <a:pt x="162" y="606"/>
                    </a:lnTo>
                    <a:lnTo>
                      <a:pt x="162" y="594"/>
                    </a:lnTo>
                    <a:lnTo>
                      <a:pt x="162" y="588"/>
                    </a:lnTo>
                    <a:lnTo>
                      <a:pt x="168" y="582"/>
                    </a:lnTo>
                    <a:lnTo>
                      <a:pt x="168" y="576"/>
                    </a:lnTo>
                    <a:lnTo>
                      <a:pt x="168" y="570"/>
                    </a:lnTo>
                    <a:lnTo>
                      <a:pt x="168" y="564"/>
                    </a:lnTo>
                    <a:lnTo>
                      <a:pt x="174" y="552"/>
                    </a:lnTo>
                    <a:lnTo>
                      <a:pt x="174" y="546"/>
                    </a:lnTo>
                    <a:lnTo>
                      <a:pt x="174" y="540"/>
                    </a:lnTo>
                    <a:lnTo>
                      <a:pt x="180" y="528"/>
                    </a:lnTo>
                    <a:lnTo>
                      <a:pt x="180" y="522"/>
                    </a:lnTo>
                    <a:lnTo>
                      <a:pt x="180" y="510"/>
                    </a:lnTo>
                    <a:lnTo>
                      <a:pt x="180" y="504"/>
                    </a:lnTo>
                    <a:lnTo>
                      <a:pt x="186" y="492"/>
                    </a:lnTo>
                    <a:lnTo>
                      <a:pt x="186" y="480"/>
                    </a:lnTo>
                    <a:lnTo>
                      <a:pt x="186" y="474"/>
                    </a:lnTo>
                    <a:lnTo>
                      <a:pt x="192" y="462"/>
                    </a:lnTo>
                    <a:lnTo>
                      <a:pt x="192" y="450"/>
                    </a:lnTo>
                    <a:lnTo>
                      <a:pt x="192" y="438"/>
                    </a:lnTo>
                    <a:lnTo>
                      <a:pt x="192" y="426"/>
                    </a:lnTo>
                    <a:lnTo>
                      <a:pt x="198" y="414"/>
                    </a:lnTo>
                    <a:lnTo>
                      <a:pt x="198" y="402"/>
                    </a:lnTo>
                    <a:lnTo>
                      <a:pt x="198" y="384"/>
                    </a:lnTo>
                    <a:lnTo>
                      <a:pt x="198" y="372"/>
                    </a:lnTo>
                    <a:lnTo>
                      <a:pt x="204" y="354"/>
                    </a:lnTo>
                    <a:lnTo>
                      <a:pt x="204" y="342"/>
                    </a:lnTo>
                    <a:lnTo>
                      <a:pt x="204" y="324"/>
                    </a:lnTo>
                    <a:lnTo>
                      <a:pt x="210" y="306"/>
                    </a:lnTo>
                    <a:lnTo>
                      <a:pt x="210" y="288"/>
                    </a:lnTo>
                    <a:lnTo>
                      <a:pt x="210" y="270"/>
                    </a:lnTo>
                    <a:lnTo>
                      <a:pt x="210" y="246"/>
                    </a:lnTo>
                    <a:lnTo>
                      <a:pt x="216" y="228"/>
                    </a:lnTo>
                    <a:lnTo>
                      <a:pt x="216" y="204"/>
                    </a:lnTo>
                    <a:lnTo>
                      <a:pt x="216" y="180"/>
                    </a:lnTo>
                    <a:lnTo>
                      <a:pt x="216" y="156"/>
                    </a:lnTo>
                    <a:lnTo>
                      <a:pt x="222" y="126"/>
                    </a:lnTo>
                    <a:lnTo>
                      <a:pt x="222" y="96"/>
                    </a:lnTo>
                    <a:lnTo>
                      <a:pt x="222" y="66"/>
                    </a:lnTo>
                    <a:lnTo>
                      <a:pt x="228" y="36"/>
                    </a:lnTo>
                    <a:lnTo>
                      <a:pt x="228" y="0"/>
                    </a:lnTo>
                  </a:path>
                </a:pathLst>
              </a:custGeom>
              <a:noFill/>
              <a:ln w="28575" cmpd="sng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b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28" name="Group 30"/>
            <p:cNvGrpSpPr/>
            <p:nvPr/>
          </p:nvGrpSpPr>
          <p:grpSpPr bwMode="auto">
            <a:xfrm>
              <a:off x="4368" y="211"/>
              <a:ext cx="420" cy="1225"/>
              <a:chOff x="3006" y="1191"/>
              <a:chExt cx="648" cy="1890"/>
            </a:xfrm>
          </p:grpSpPr>
          <p:sp>
            <p:nvSpPr>
              <p:cNvPr id="36" name="Freeform 31"/>
              <p:cNvSpPr/>
              <p:nvPr/>
            </p:nvSpPr>
            <p:spPr bwMode="auto">
              <a:xfrm>
                <a:off x="3006" y="2055"/>
                <a:ext cx="420" cy="1026"/>
              </a:xfrm>
              <a:custGeom>
                <a:avLst/>
                <a:gdLst>
                  <a:gd name="T0" fmla="*/ 6 w 420"/>
                  <a:gd name="T1" fmla="*/ 906 h 1026"/>
                  <a:gd name="T2" fmla="*/ 12 w 420"/>
                  <a:gd name="T3" fmla="*/ 792 h 1026"/>
                  <a:gd name="T4" fmla="*/ 24 w 420"/>
                  <a:gd name="T5" fmla="*/ 702 h 1026"/>
                  <a:gd name="T6" fmla="*/ 30 w 420"/>
                  <a:gd name="T7" fmla="*/ 636 h 1026"/>
                  <a:gd name="T8" fmla="*/ 42 w 420"/>
                  <a:gd name="T9" fmla="*/ 576 h 1026"/>
                  <a:gd name="T10" fmla="*/ 48 w 420"/>
                  <a:gd name="T11" fmla="*/ 528 h 1026"/>
                  <a:gd name="T12" fmla="*/ 54 w 420"/>
                  <a:gd name="T13" fmla="*/ 486 h 1026"/>
                  <a:gd name="T14" fmla="*/ 66 w 420"/>
                  <a:gd name="T15" fmla="*/ 456 h 1026"/>
                  <a:gd name="T16" fmla="*/ 72 w 420"/>
                  <a:gd name="T17" fmla="*/ 426 h 1026"/>
                  <a:gd name="T18" fmla="*/ 78 w 420"/>
                  <a:gd name="T19" fmla="*/ 396 h 1026"/>
                  <a:gd name="T20" fmla="*/ 90 w 420"/>
                  <a:gd name="T21" fmla="*/ 372 h 1026"/>
                  <a:gd name="T22" fmla="*/ 96 w 420"/>
                  <a:gd name="T23" fmla="*/ 354 h 1026"/>
                  <a:gd name="T24" fmla="*/ 108 w 420"/>
                  <a:gd name="T25" fmla="*/ 336 h 1026"/>
                  <a:gd name="T26" fmla="*/ 114 w 420"/>
                  <a:gd name="T27" fmla="*/ 318 h 1026"/>
                  <a:gd name="T28" fmla="*/ 120 w 420"/>
                  <a:gd name="T29" fmla="*/ 300 h 1026"/>
                  <a:gd name="T30" fmla="*/ 132 w 420"/>
                  <a:gd name="T31" fmla="*/ 288 h 1026"/>
                  <a:gd name="T32" fmla="*/ 138 w 420"/>
                  <a:gd name="T33" fmla="*/ 270 h 1026"/>
                  <a:gd name="T34" fmla="*/ 144 w 420"/>
                  <a:gd name="T35" fmla="*/ 258 h 1026"/>
                  <a:gd name="T36" fmla="*/ 156 w 420"/>
                  <a:gd name="T37" fmla="*/ 246 h 1026"/>
                  <a:gd name="T38" fmla="*/ 162 w 420"/>
                  <a:gd name="T39" fmla="*/ 234 h 1026"/>
                  <a:gd name="T40" fmla="*/ 174 w 420"/>
                  <a:gd name="T41" fmla="*/ 228 h 1026"/>
                  <a:gd name="T42" fmla="*/ 180 w 420"/>
                  <a:gd name="T43" fmla="*/ 216 h 1026"/>
                  <a:gd name="T44" fmla="*/ 186 w 420"/>
                  <a:gd name="T45" fmla="*/ 204 h 1026"/>
                  <a:gd name="T46" fmla="*/ 198 w 420"/>
                  <a:gd name="T47" fmla="*/ 198 h 1026"/>
                  <a:gd name="T48" fmla="*/ 204 w 420"/>
                  <a:gd name="T49" fmla="*/ 186 h 1026"/>
                  <a:gd name="T50" fmla="*/ 210 w 420"/>
                  <a:gd name="T51" fmla="*/ 180 h 1026"/>
                  <a:gd name="T52" fmla="*/ 222 w 420"/>
                  <a:gd name="T53" fmla="*/ 174 h 1026"/>
                  <a:gd name="T54" fmla="*/ 228 w 420"/>
                  <a:gd name="T55" fmla="*/ 162 h 1026"/>
                  <a:gd name="T56" fmla="*/ 240 w 420"/>
                  <a:gd name="T57" fmla="*/ 156 h 1026"/>
                  <a:gd name="T58" fmla="*/ 246 w 420"/>
                  <a:gd name="T59" fmla="*/ 150 h 1026"/>
                  <a:gd name="T60" fmla="*/ 252 w 420"/>
                  <a:gd name="T61" fmla="*/ 144 h 1026"/>
                  <a:gd name="T62" fmla="*/ 264 w 420"/>
                  <a:gd name="T63" fmla="*/ 132 h 1026"/>
                  <a:gd name="T64" fmla="*/ 270 w 420"/>
                  <a:gd name="T65" fmla="*/ 126 h 1026"/>
                  <a:gd name="T66" fmla="*/ 276 w 420"/>
                  <a:gd name="T67" fmla="*/ 120 h 1026"/>
                  <a:gd name="T68" fmla="*/ 288 w 420"/>
                  <a:gd name="T69" fmla="*/ 114 h 1026"/>
                  <a:gd name="T70" fmla="*/ 294 w 420"/>
                  <a:gd name="T71" fmla="*/ 108 h 1026"/>
                  <a:gd name="T72" fmla="*/ 306 w 420"/>
                  <a:gd name="T73" fmla="*/ 102 h 1026"/>
                  <a:gd name="T74" fmla="*/ 312 w 420"/>
                  <a:gd name="T75" fmla="*/ 96 h 1026"/>
                  <a:gd name="T76" fmla="*/ 318 w 420"/>
                  <a:gd name="T77" fmla="*/ 90 h 1026"/>
                  <a:gd name="T78" fmla="*/ 330 w 420"/>
                  <a:gd name="T79" fmla="*/ 78 h 1026"/>
                  <a:gd name="T80" fmla="*/ 336 w 420"/>
                  <a:gd name="T81" fmla="*/ 72 h 1026"/>
                  <a:gd name="T82" fmla="*/ 342 w 420"/>
                  <a:gd name="T83" fmla="*/ 66 h 1026"/>
                  <a:gd name="T84" fmla="*/ 354 w 420"/>
                  <a:gd name="T85" fmla="*/ 60 h 1026"/>
                  <a:gd name="T86" fmla="*/ 360 w 420"/>
                  <a:gd name="T87" fmla="*/ 54 h 1026"/>
                  <a:gd name="T88" fmla="*/ 372 w 420"/>
                  <a:gd name="T89" fmla="*/ 48 h 1026"/>
                  <a:gd name="T90" fmla="*/ 378 w 420"/>
                  <a:gd name="T91" fmla="*/ 42 h 1026"/>
                  <a:gd name="T92" fmla="*/ 384 w 420"/>
                  <a:gd name="T93" fmla="*/ 36 h 1026"/>
                  <a:gd name="T94" fmla="*/ 396 w 420"/>
                  <a:gd name="T95" fmla="*/ 24 h 1026"/>
                  <a:gd name="T96" fmla="*/ 402 w 420"/>
                  <a:gd name="T97" fmla="*/ 18 h 1026"/>
                  <a:gd name="T98" fmla="*/ 408 w 420"/>
                  <a:gd name="T99" fmla="*/ 12 h 1026"/>
                  <a:gd name="T100" fmla="*/ 420 w 420"/>
                  <a:gd name="T101" fmla="*/ 6 h 10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420" h="1026">
                    <a:moveTo>
                      <a:pt x="0" y="1026"/>
                    </a:moveTo>
                    <a:lnTo>
                      <a:pt x="0" y="996"/>
                    </a:lnTo>
                    <a:lnTo>
                      <a:pt x="6" y="966"/>
                    </a:lnTo>
                    <a:lnTo>
                      <a:pt x="6" y="936"/>
                    </a:lnTo>
                    <a:lnTo>
                      <a:pt x="6" y="906"/>
                    </a:lnTo>
                    <a:lnTo>
                      <a:pt x="6" y="882"/>
                    </a:lnTo>
                    <a:lnTo>
                      <a:pt x="12" y="858"/>
                    </a:lnTo>
                    <a:lnTo>
                      <a:pt x="12" y="834"/>
                    </a:lnTo>
                    <a:lnTo>
                      <a:pt x="12" y="816"/>
                    </a:lnTo>
                    <a:lnTo>
                      <a:pt x="12" y="792"/>
                    </a:lnTo>
                    <a:lnTo>
                      <a:pt x="18" y="774"/>
                    </a:lnTo>
                    <a:lnTo>
                      <a:pt x="18" y="756"/>
                    </a:lnTo>
                    <a:lnTo>
                      <a:pt x="18" y="738"/>
                    </a:lnTo>
                    <a:lnTo>
                      <a:pt x="24" y="720"/>
                    </a:lnTo>
                    <a:lnTo>
                      <a:pt x="24" y="702"/>
                    </a:lnTo>
                    <a:lnTo>
                      <a:pt x="24" y="690"/>
                    </a:lnTo>
                    <a:lnTo>
                      <a:pt x="24" y="672"/>
                    </a:lnTo>
                    <a:lnTo>
                      <a:pt x="30" y="660"/>
                    </a:lnTo>
                    <a:lnTo>
                      <a:pt x="30" y="648"/>
                    </a:lnTo>
                    <a:lnTo>
                      <a:pt x="30" y="636"/>
                    </a:lnTo>
                    <a:lnTo>
                      <a:pt x="30" y="624"/>
                    </a:lnTo>
                    <a:lnTo>
                      <a:pt x="36" y="612"/>
                    </a:lnTo>
                    <a:lnTo>
                      <a:pt x="36" y="600"/>
                    </a:lnTo>
                    <a:lnTo>
                      <a:pt x="36" y="588"/>
                    </a:lnTo>
                    <a:lnTo>
                      <a:pt x="42" y="576"/>
                    </a:lnTo>
                    <a:lnTo>
                      <a:pt x="42" y="564"/>
                    </a:lnTo>
                    <a:lnTo>
                      <a:pt x="42" y="558"/>
                    </a:lnTo>
                    <a:lnTo>
                      <a:pt x="42" y="546"/>
                    </a:lnTo>
                    <a:lnTo>
                      <a:pt x="48" y="540"/>
                    </a:lnTo>
                    <a:lnTo>
                      <a:pt x="48" y="528"/>
                    </a:lnTo>
                    <a:lnTo>
                      <a:pt x="48" y="522"/>
                    </a:lnTo>
                    <a:lnTo>
                      <a:pt x="48" y="510"/>
                    </a:lnTo>
                    <a:lnTo>
                      <a:pt x="54" y="504"/>
                    </a:lnTo>
                    <a:lnTo>
                      <a:pt x="54" y="498"/>
                    </a:lnTo>
                    <a:lnTo>
                      <a:pt x="54" y="486"/>
                    </a:lnTo>
                    <a:lnTo>
                      <a:pt x="60" y="480"/>
                    </a:lnTo>
                    <a:lnTo>
                      <a:pt x="60" y="474"/>
                    </a:lnTo>
                    <a:lnTo>
                      <a:pt x="60" y="468"/>
                    </a:lnTo>
                    <a:lnTo>
                      <a:pt x="60" y="462"/>
                    </a:lnTo>
                    <a:lnTo>
                      <a:pt x="66" y="456"/>
                    </a:lnTo>
                    <a:lnTo>
                      <a:pt x="66" y="450"/>
                    </a:lnTo>
                    <a:lnTo>
                      <a:pt x="66" y="444"/>
                    </a:lnTo>
                    <a:lnTo>
                      <a:pt x="72" y="438"/>
                    </a:lnTo>
                    <a:lnTo>
                      <a:pt x="72" y="432"/>
                    </a:lnTo>
                    <a:lnTo>
                      <a:pt x="72" y="426"/>
                    </a:lnTo>
                    <a:lnTo>
                      <a:pt x="72" y="420"/>
                    </a:lnTo>
                    <a:lnTo>
                      <a:pt x="78" y="414"/>
                    </a:lnTo>
                    <a:lnTo>
                      <a:pt x="78" y="408"/>
                    </a:lnTo>
                    <a:lnTo>
                      <a:pt x="78" y="402"/>
                    </a:lnTo>
                    <a:lnTo>
                      <a:pt x="78" y="396"/>
                    </a:lnTo>
                    <a:lnTo>
                      <a:pt x="84" y="390"/>
                    </a:lnTo>
                    <a:lnTo>
                      <a:pt x="84" y="390"/>
                    </a:lnTo>
                    <a:lnTo>
                      <a:pt x="84" y="384"/>
                    </a:lnTo>
                    <a:lnTo>
                      <a:pt x="90" y="378"/>
                    </a:lnTo>
                    <a:lnTo>
                      <a:pt x="90" y="372"/>
                    </a:lnTo>
                    <a:lnTo>
                      <a:pt x="90" y="372"/>
                    </a:lnTo>
                    <a:lnTo>
                      <a:pt x="90" y="366"/>
                    </a:lnTo>
                    <a:lnTo>
                      <a:pt x="96" y="360"/>
                    </a:lnTo>
                    <a:lnTo>
                      <a:pt x="96" y="354"/>
                    </a:lnTo>
                    <a:lnTo>
                      <a:pt x="96" y="354"/>
                    </a:lnTo>
                    <a:lnTo>
                      <a:pt x="96" y="348"/>
                    </a:lnTo>
                    <a:lnTo>
                      <a:pt x="102" y="348"/>
                    </a:lnTo>
                    <a:lnTo>
                      <a:pt x="102" y="342"/>
                    </a:lnTo>
                    <a:lnTo>
                      <a:pt x="102" y="336"/>
                    </a:lnTo>
                    <a:lnTo>
                      <a:pt x="108" y="336"/>
                    </a:lnTo>
                    <a:lnTo>
                      <a:pt x="108" y="330"/>
                    </a:lnTo>
                    <a:lnTo>
                      <a:pt x="108" y="324"/>
                    </a:lnTo>
                    <a:lnTo>
                      <a:pt x="108" y="324"/>
                    </a:lnTo>
                    <a:lnTo>
                      <a:pt x="114" y="318"/>
                    </a:lnTo>
                    <a:lnTo>
                      <a:pt x="114" y="318"/>
                    </a:lnTo>
                    <a:lnTo>
                      <a:pt x="114" y="312"/>
                    </a:lnTo>
                    <a:lnTo>
                      <a:pt x="114" y="312"/>
                    </a:lnTo>
                    <a:lnTo>
                      <a:pt x="120" y="306"/>
                    </a:lnTo>
                    <a:lnTo>
                      <a:pt x="120" y="306"/>
                    </a:lnTo>
                    <a:lnTo>
                      <a:pt x="120" y="300"/>
                    </a:lnTo>
                    <a:lnTo>
                      <a:pt x="126" y="300"/>
                    </a:lnTo>
                    <a:lnTo>
                      <a:pt x="126" y="294"/>
                    </a:lnTo>
                    <a:lnTo>
                      <a:pt x="126" y="294"/>
                    </a:lnTo>
                    <a:lnTo>
                      <a:pt x="126" y="288"/>
                    </a:lnTo>
                    <a:lnTo>
                      <a:pt x="132" y="288"/>
                    </a:lnTo>
                    <a:lnTo>
                      <a:pt x="132" y="282"/>
                    </a:lnTo>
                    <a:lnTo>
                      <a:pt x="132" y="282"/>
                    </a:lnTo>
                    <a:lnTo>
                      <a:pt x="138" y="276"/>
                    </a:lnTo>
                    <a:lnTo>
                      <a:pt x="138" y="276"/>
                    </a:lnTo>
                    <a:lnTo>
                      <a:pt x="138" y="270"/>
                    </a:lnTo>
                    <a:lnTo>
                      <a:pt x="138" y="270"/>
                    </a:lnTo>
                    <a:lnTo>
                      <a:pt x="144" y="264"/>
                    </a:lnTo>
                    <a:lnTo>
                      <a:pt x="144" y="264"/>
                    </a:lnTo>
                    <a:lnTo>
                      <a:pt x="144" y="264"/>
                    </a:lnTo>
                    <a:lnTo>
                      <a:pt x="144" y="258"/>
                    </a:lnTo>
                    <a:lnTo>
                      <a:pt x="150" y="258"/>
                    </a:lnTo>
                    <a:lnTo>
                      <a:pt x="150" y="252"/>
                    </a:lnTo>
                    <a:lnTo>
                      <a:pt x="150" y="252"/>
                    </a:lnTo>
                    <a:lnTo>
                      <a:pt x="156" y="252"/>
                    </a:lnTo>
                    <a:lnTo>
                      <a:pt x="156" y="246"/>
                    </a:lnTo>
                    <a:lnTo>
                      <a:pt x="156" y="246"/>
                    </a:lnTo>
                    <a:lnTo>
                      <a:pt x="156" y="240"/>
                    </a:lnTo>
                    <a:lnTo>
                      <a:pt x="162" y="240"/>
                    </a:lnTo>
                    <a:lnTo>
                      <a:pt x="162" y="240"/>
                    </a:lnTo>
                    <a:lnTo>
                      <a:pt x="162" y="234"/>
                    </a:lnTo>
                    <a:lnTo>
                      <a:pt x="162" y="234"/>
                    </a:lnTo>
                    <a:lnTo>
                      <a:pt x="168" y="234"/>
                    </a:lnTo>
                    <a:lnTo>
                      <a:pt x="168" y="228"/>
                    </a:lnTo>
                    <a:lnTo>
                      <a:pt x="168" y="228"/>
                    </a:lnTo>
                    <a:lnTo>
                      <a:pt x="174" y="228"/>
                    </a:lnTo>
                    <a:lnTo>
                      <a:pt x="174" y="222"/>
                    </a:lnTo>
                    <a:lnTo>
                      <a:pt x="174" y="222"/>
                    </a:lnTo>
                    <a:lnTo>
                      <a:pt x="174" y="222"/>
                    </a:lnTo>
                    <a:lnTo>
                      <a:pt x="180" y="216"/>
                    </a:lnTo>
                    <a:lnTo>
                      <a:pt x="180" y="216"/>
                    </a:lnTo>
                    <a:lnTo>
                      <a:pt x="180" y="216"/>
                    </a:lnTo>
                    <a:lnTo>
                      <a:pt x="180" y="210"/>
                    </a:lnTo>
                    <a:lnTo>
                      <a:pt x="186" y="210"/>
                    </a:lnTo>
                    <a:lnTo>
                      <a:pt x="186" y="210"/>
                    </a:lnTo>
                    <a:lnTo>
                      <a:pt x="186" y="204"/>
                    </a:lnTo>
                    <a:lnTo>
                      <a:pt x="192" y="204"/>
                    </a:lnTo>
                    <a:lnTo>
                      <a:pt x="192" y="204"/>
                    </a:lnTo>
                    <a:lnTo>
                      <a:pt x="192" y="198"/>
                    </a:lnTo>
                    <a:lnTo>
                      <a:pt x="192" y="198"/>
                    </a:lnTo>
                    <a:lnTo>
                      <a:pt x="198" y="198"/>
                    </a:lnTo>
                    <a:lnTo>
                      <a:pt x="198" y="198"/>
                    </a:lnTo>
                    <a:lnTo>
                      <a:pt x="198" y="192"/>
                    </a:lnTo>
                    <a:lnTo>
                      <a:pt x="204" y="192"/>
                    </a:lnTo>
                    <a:lnTo>
                      <a:pt x="204" y="192"/>
                    </a:lnTo>
                    <a:lnTo>
                      <a:pt x="204" y="186"/>
                    </a:lnTo>
                    <a:lnTo>
                      <a:pt x="204" y="186"/>
                    </a:lnTo>
                    <a:lnTo>
                      <a:pt x="210" y="186"/>
                    </a:lnTo>
                    <a:lnTo>
                      <a:pt x="210" y="186"/>
                    </a:lnTo>
                    <a:lnTo>
                      <a:pt x="210" y="180"/>
                    </a:lnTo>
                    <a:lnTo>
                      <a:pt x="210" y="180"/>
                    </a:lnTo>
                    <a:lnTo>
                      <a:pt x="216" y="180"/>
                    </a:lnTo>
                    <a:lnTo>
                      <a:pt x="216" y="174"/>
                    </a:lnTo>
                    <a:lnTo>
                      <a:pt x="216" y="174"/>
                    </a:lnTo>
                    <a:lnTo>
                      <a:pt x="222" y="174"/>
                    </a:lnTo>
                    <a:lnTo>
                      <a:pt x="222" y="174"/>
                    </a:lnTo>
                    <a:lnTo>
                      <a:pt x="222" y="168"/>
                    </a:lnTo>
                    <a:lnTo>
                      <a:pt x="222" y="168"/>
                    </a:lnTo>
                    <a:lnTo>
                      <a:pt x="228" y="168"/>
                    </a:lnTo>
                    <a:lnTo>
                      <a:pt x="228" y="168"/>
                    </a:lnTo>
                    <a:lnTo>
                      <a:pt x="228" y="162"/>
                    </a:lnTo>
                    <a:lnTo>
                      <a:pt x="228" y="162"/>
                    </a:lnTo>
                    <a:lnTo>
                      <a:pt x="234" y="162"/>
                    </a:lnTo>
                    <a:lnTo>
                      <a:pt x="234" y="162"/>
                    </a:lnTo>
                    <a:lnTo>
                      <a:pt x="234" y="156"/>
                    </a:lnTo>
                    <a:lnTo>
                      <a:pt x="240" y="156"/>
                    </a:lnTo>
                    <a:lnTo>
                      <a:pt x="240" y="156"/>
                    </a:lnTo>
                    <a:lnTo>
                      <a:pt x="240" y="156"/>
                    </a:lnTo>
                    <a:lnTo>
                      <a:pt x="240" y="150"/>
                    </a:lnTo>
                    <a:lnTo>
                      <a:pt x="246" y="150"/>
                    </a:lnTo>
                    <a:lnTo>
                      <a:pt x="246" y="150"/>
                    </a:lnTo>
                    <a:lnTo>
                      <a:pt x="246" y="150"/>
                    </a:lnTo>
                    <a:lnTo>
                      <a:pt x="246" y="144"/>
                    </a:lnTo>
                    <a:lnTo>
                      <a:pt x="252" y="144"/>
                    </a:lnTo>
                    <a:lnTo>
                      <a:pt x="252" y="144"/>
                    </a:lnTo>
                    <a:lnTo>
                      <a:pt x="252" y="144"/>
                    </a:lnTo>
                    <a:lnTo>
                      <a:pt x="258" y="138"/>
                    </a:lnTo>
                    <a:lnTo>
                      <a:pt x="258" y="138"/>
                    </a:lnTo>
                    <a:lnTo>
                      <a:pt x="258" y="138"/>
                    </a:lnTo>
                    <a:lnTo>
                      <a:pt x="258" y="138"/>
                    </a:lnTo>
                    <a:lnTo>
                      <a:pt x="264" y="132"/>
                    </a:lnTo>
                    <a:lnTo>
                      <a:pt x="264" y="132"/>
                    </a:lnTo>
                    <a:lnTo>
                      <a:pt x="264" y="132"/>
                    </a:lnTo>
                    <a:lnTo>
                      <a:pt x="270" y="132"/>
                    </a:lnTo>
                    <a:lnTo>
                      <a:pt x="270" y="126"/>
                    </a:lnTo>
                    <a:lnTo>
                      <a:pt x="270" y="126"/>
                    </a:lnTo>
                    <a:lnTo>
                      <a:pt x="270" y="126"/>
                    </a:lnTo>
                    <a:lnTo>
                      <a:pt x="276" y="126"/>
                    </a:lnTo>
                    <a:lnTo>
                      <a:pt x="276" y="126"/>
                    </a:lnTo>
                    <a:lnTo>
                      <a:pt x="276" y="120"/>
                    </a:lnTo>
                    <a:lnTo>
                      <a:pt x="276" y="120"/>
                    </a:lnTo>
                    <a:lnTo>
                      <a:pt x="282" y="120"/>
                    </a:lnTo>
                    <a:lnTo>
                      <a:pt x="282" y="120"/>
                    </a:lnTo>
                    <a:lnTo>
                      <a:pt x="282" y="114"/>
                    </a:lnTo>
                    <a:lnTo>
                      <a:pt x="288" y="114"/>
                    </a:lnTo>
                    <a:lnTo>
                      <a:pt x="288" y="114"/>
                    </a:lnTo>
                    <a:lnTo>
                      <a:pt x="288" y="114"/>
                    </a:lnTo>
                    <a:lnTo>
                      <a:pt x="288" y="114"/>
                    </a:lnTo>
                    <a:lnTo>
                      <a:pt x="294" y="108"/>
                    </a:lnTo>
                    <a:lnTo>
                      <a:pt x="294" y="108"/>
                    </a:lnTo>
                    <a:lnTo>
                      <a:pt x="294" y="108"/>
                    </a:lnTo>
                    <a:lnTo>
                      <a:pt x="294" y="108"/>
                    </a:lnTo>
                    <a:lnTo>
                      <a:pt x="300" y="102"/>
                    </a:lnTo>
                    <a:lnTo>
                      <a:pt x="300" y="102"/>
                    </a:lnTo>
                    <a:lnTo>
                      <a:pt x="300" y="102"/>
                    </a:lnTo>
                    <a:lnTo>
                      <a:pt x="306" y="102"/>
                    </a:lnTo>
                    <a:lnTo>
                      <a:pt x="306" y="102"/>
                    </a:lnTo>
                    <a:lnTo>
                      <a:pt x="306" y="96"/>
                    </a:lnTo>
                    <a:lnTo>
                      <a:pt x="306" y="96"/>
                    </a:lnTo>
                    <a:lnTo>
                      <a:pt x="312" y="96"/>
                    </a:lnTo>
                    <a:lnTo>
                      <a:pt x="312" y="96"/>
                    </a:lnTo>
                    <a:lnTo>
                      <a:pt x="312" y="90"/>
                    </a:lnTo>
                    <a:lnTo>
                      <a:pt x="312" y="90"/>
                    </a:lnTo>
                    <a:lnTo>
                      <a:pt x="318" y="90"/>
                    </a:lnTo>
                    <a:lnTo>
                      <a:pt x="318" y="90"/>
                    </a:lnTo>
                    <a:lnTo>
                      <a:pt x="318" y="90"/>
                    </a:lnTo>
                    <a:lnTo>
                      <a:pt x="324" y="84"/>
                    </a:lnTo>
                    <a:lnTo>
                      <a:pt x="324" y="84"/>
                    </a:lnTo>
                    <a:lnTo>
                      <a:pt x="324" y="84"/>
                    </a:lnTo>
                    <a:lnTo>
                      <a:pt x="324" y="84"/>
                    </a:lnTo>
                    <a:lnTo>
                      <a:pt x="330" y="78"/>
                    </a:lnTo>
                    <a:lnTo>
                      <a:pt x="330" y="78"/>
                    </a:lnTo>
                    <a:lnTo>
                      <a:pt x="330" y="78"/>
                    </a:lnTo>
                    <a:lnTo>
                      <a:pt x="336" y="78"/>
                    </a:lnTo>
                    <a:lnTo>
                      <a:pt x="336" y="78"/>
                    </a:lnTo>
                    <a:lnTo>
                      <a:pt x="336" y="72"/>
                    </a:lnTo>
                    <a:lnTo>
                      <a:pt x="336" y="72"/>
                    </a:lnTo>
                    <a:lnTo>
                      <a:pt x="342" y="72"/>
                    </a:lnTo>
                    <a:lnTo>
                      <a:pt x="342" y="72"/>
                    </a:lnTo>
                    <a:lnTo>
                      <a:pt x="342" y="66"/>
                    </a:lnTo>
                    <a:lnTo>
                      <a:pt x="342" y="66"/>
                    </a:lnTo>
                    <a:lnTo>
                      <a:pt x="348" y="66"/>
                    </a:lnTo>
                    <a:lnTo>
                      <a:pt x="348" y="66"/>
                    </a:lnTo>
                    <a:lnTo>
                      <a:pt x="348" y="66"/>
                    </a:lnTo>
                    <a:lnTo>
                      <a:pt x="354" y="60"/>
                    </a:lnTo>
                    <a:lnTo>
                      <a:pt x="354" y="60"/>
                    </a:lnTo>
                    <a:lnTo>
                      <a:pt x="354" y="60"/>
                    </a:lnTo>
                    <a:lnTo>
                      <a:pt x="354" y="60"/>
                    </a:lnTo>
                    <a:lnTo>
                      <a:pt x="360" y="54"/>
                    </a:lnTo>
                    <a:lnTo>
                      <a:pt x="360" y="54"/>
                    </a:lnTo>
                    <a:lnTo>
                      <a:pt x="360" y="54"/>
                    </a:lnTo>
                    <a:lnTo>
                      <a:pt x="360" y="54"/>
                    </a:lnTo>
                    <a:lnTo>
                      <a:pt x="366" y="54"/>
                    </a:lnTo>
                    <a:lnTo>
                      <a:pt x="366" y="48"/>
                    </a:lnTo>
                    <a:lnTo>
                      <a:pt x="366" y="48"/>
                    </a:lnTo>
                    <a:lnTo>
                      <a:pt x="372" y="48"/>
                    </a:lnTo>
                    <a:lnTo>
                      <a:pt x="372" y="48"/>
                    </a:lnTo>
                    <a:lnTo>
                      <a:pt x="372" y="42"/>
                    </a:lnTo>
                    <a:lnTo>
                      <a:pt x="372" y="42"/>
                    </a:lnTo>
                    <a:lnTo>
                      <a:pt x="378" y="42"/>
                    </a:lnTo>
                    <a:lnTo>
                      <a:pt x="378" y="42"/>
                    </a:lnTo>
                    <a:lnTo>
                      <a:pt x="378" y="42"/>
                    </a:lnTo>
                    <a:lnTo>
                      <a:pt x="378" y="36"/>
                    </a:lnTo>
                    <a:lnTo>
                      <a:pt x="384" y="36"/>
                    </a:lnTo>
                    <a:lnTo>
                      <a:pt x="384" y="36"/>
                    </a:lnTo>
                    <a:lnTo>
                      <a:pt x="384" y="36"/>
                    </a:lnTo>
                    <a:lnTo>
                      <a:pt x="390" y="30"/>
                    </a:lnTo>
                    <a:lnTo>
                      <a:pt x="390" y="30"/>
                    </a:lnTo>
                    <a:lnTo>
                      <a:pt x="390" y="30"/>
                    </a:lnTo>
                    <a:lnTo>
                      <a:pt x="390" y="30"/>
                    </a:lnTo>
                    <a:lnTo>
                      <a:pt x="396" y="24"/>
                    </a:lnTo>
                    <a:lnTo>
                      <a:pt x="396" y="24"/>
                    </a:lnTo>
                    <a:lnTo>
                      <a:pt x="396" y="24"/>
                    </a:lnTo>
                    <a:lnTo>
                      <a:pt x="402" y="24"/>
                    </a:lnTo>
                    <a:lnTo>
                      <a:pt x="402" y="18"/>
                    </a:lnTo>
                    <a:lnTo>
                      <a:pt x="402" y="18"/>
                    </a:lnTo>
                    <a:lnTo>
                      <a:pt x="402" y="18"/>
                    </a:lnTo>
                    <a:lnTo>
                      <a:pt x="408" y="18"/>
                    </a:lnTo>
                    <a:lnTo>
                      <a:pt x="408" y="12"/>
                    </a:lnTo>
                    <a:lnTo>
                      <a:pt x="408" y="12"/>
                    </a:lnTo>
                    <a:lnTo>
                      <a:pt x="408" y="12"/>
                    </a:lnTo>
                    <a:lnTo>
                      <a:pt x="414" y="12"/>
                    </a:lnTo>
                    <a:lnTo>
                      <a:pt x="414" y="6"/>
                    </a:lnTo>
                    <a:lnTo>
                      <a:pt x="414" y="6"/>
                    </a:lnTo>
                    <a:lnTo>
                      <a:pt x="420" y="6"/>
                    </a:lnTo>
                    <a:lnTo>
                      <a:pt x="420" y="6"/>
                    </a:lnTo>
                    <a:lnTo>
                      <a:pt x="420" y="0"/>
                    </a:lnTo>
                  </a:path>
                </a:pathLst>
              </a:custGeom>
              <a:noFill/>
              <a:ln w="28575" cmpd="sng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b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7" name="Freeform 32"/>
              <p:cNvSpPr/>
              <p:nvPr/>
            </p:nvSpPr>
            <p:spPr bwMode="auto">
              <a:xfrm>
                <a:off x="3426" y="1191"/>
                <a:ext cx="228" cy="864"/>
              </a:xfrm>
              <a:custGeom>
                <a:avLst/>
                <a:gdLst>
                  <a:gd name="T0" fmla="*/ 6 w 228"/>
                  <a:gd name="T1" fmla="*/ 864 h 864"/>
                  <a:gd name="T2" fmla="*/ 6 w 228"/>
                  <a:gd name="T3" fmla="*/ 858 h 864"/>
                  <a:gd name="T4" fmla="*/ 12 w 228"/>
                  <a:gd name="T5" fmla="*/ 852 h 864"/>
                  <a:gd name="T6" fmla="*/ 18 w 228"/>
                  <a:gd name="T7" fmla="*/ 852 h 864"/>
                  <a:gd name="T8" fmla="*/ 24 w 228"/>
                  <a:gd name="T9" fmla="*/ 846 h 864"/>
                  <a:gd name="T10" fmla="*/ 30 w 228"/>
                  <a:gd name="T11" fmla="*/ 840 h 864"/>
                  <a:gd name="T12" fmla="*/ 36 w 228"/>
                  <a:gd name="T13" fmla="*/ 834 h 864"/>
                  <a:gd name="T14" fmla="*/ 36 w 228"/>
                  <a:gd name="T15" fmla="*/ 828 h 864"/>
                  <a:gd name="T16" fmla="*/ 42 w 228"/>
                  <a:gd name="T17" fmla="*/ 822 h 864"/>
                  <a:gd name="T18" fmla="*/ 48 w 228"/>
                  <a:gd name="T19" fmla="*/ 816 h 864"/>
                  <a:gd name="T20" fmla="*/ 54 w 228"/>
                  <a:gd name="T21" fmla="*/ 810 h 864"/>
                  <a:gd name="T22" fmla="*/ 60 w 228"/>
                  <a:gd name="T23" fmla="*/ 804 h 864"/>
                  <a:gd name="T24" fmla="*/ 66 w 228"/>
                  <a:gd name="T25" fmla="*/ 798 h 864"/>
                  <a:gd name="T26" fmla="*/ 66 w 228"/>
                  <a:gd name="T27" fmla="*/ 792 h 864"/>
                  <a:gd name="T28" fmla="*/ 72 w 228"/>
                  <a:gd name="T29" fmla="*/ 786 h 864"/>
                  <a:gd name="T30" fmla="*/ 78 w 228"/>
                  <a:gd name="T31" fmla="*/ 780 h 864"/>
                  <a:gd name="T32" fmla="*/ 84 w 228"/>
                  <a:gd name="T33" fmla="*/ 768 h 864"/>
                  <a:gd name="T34" fmla="*/ 90 w 228"/>
                  <a:gd name="T35" fmla="*/ 762 h 864"/>
                  <a:gd name="T36" fmla="*/ 90 w 228"/>
                  <a:gd name="T37" fmla="*/ 756 h 864"/>
                  <a:gd name="T38" fmla="*/ 96 w 228"/>
                  <a:gd name="T39" fmla="*/ 744 h 864"/>
                  <a:gd name="T40" fmla="*/ 102 w 228"/>
                  <a:gd name="T41" fmla="*/ 738 h 864"/>
                  <a:gd name="T42" fmla="*/ 108 w 228"/>
                  <a:gd name="T43" fmla="*/ 726 h 864"/>
                  <a:gd name="T44" fmla="*/ 114 w 228"/>
                  <a:gd name="T45" fmla="*/ 720 h 864"/>
                  <a:gd name="T46" fmla="*/ 120 w 228"/>
                  <a:gd name="T47" fmla="*/ 708 h 864"/>
                  <a:gd name="T48" fmla="*/ 120 w 228"/>
                  <a:gd name="T49" fmla="*/ 696 h 864"/>
                  <a:gd name="T50" fmla="*/ 126 w 228"/>
                  <a:gd name="T51" fmla="*/ 690 h 864"/>
                  <a:gd name="T52" fmla="*/ 132 w 228"/>
                  <a:gd name="T53" fmla="*/ 678 h 864"/>
                  <a:gd name="T54" fmla="*/ 138 w 228"/>
                  <a:gd name="T55" fmla="*/ 660 h 864"/>
                  <a:gd name="T56" fmla="*/ 144 w 228"/>
                  <a:gd name="T57" fmla="*/ 648 h 864"/>
                  <a:gd name="T58" fmla="*/ 150 w 228"/>
                  <a:gd name="T59" fmla="*/ 636 h 864"/>
                  <a:gd name="T60" fmla="*/ 150 w 228"/>
                  <a:gd name="T61" fmla="*/ 618 h 864"/>
                  <a:gd name="T62" fmla="*/ 156 w 228"/>
                  <a:gd name="T63" fmla="*/ 600 h 864"/>
                  <a:gd name="T64" fmla="*/ 162 w 228"/>
                  <a:gd name="T65" fmla="*/ 582 h 864"/>
                  <a:gd name="T66" fmla="*/ 168 w 228"/>
                  <a:gd name="T67" fmla="*/ 564 h 864"/>
                  <a:gd name="T68" fmla="*/ 174 w 228"/>
                  <a:gd name="T69" fmla="*/ 546 h 864"/>
                  <a:gd name="T70" fmla="*/ 180 w 228"/>
                  <a:gd name="T71" fmla="*/ 522 h 864"/>
                  <a:gd name="T72" fmla="*/ 180 w 228"/>
                  <a:gd name="T73" fmla="*/ 492 h 864"/>
                  <a:gd name="T74" fmla="*/ 186 w 228"/>
                  <a:gd name="T75" fmla="*/ 468 h 864"/>
                  <a:gd name="T76" fmla="*/ 192 w 228"/>
                  <a:gd name="T77" fmla="*/ 432 h 864"/>
                  <a:gd name="T78" fmla="*/ 198 w 228"/>
                  <a:gd name="T79" fmla="*/ 396 h 864"/>
                  <a:gd name="T80" fmla="*/ 204 w 228"/>
                  <a:gd name="T81" fmla="*/ 360 h 864"/>
                  <a:gd name="T82" fmla="*/ 204 w 228"/>
                  <a:gd name="T83" fmla="*/ 312 h 864"/>
                  <a:gd name="T84" fmla="*/ 210 w 228"/>
                  <a:gd name="T85" fmla="*/ 258 h 864"/>
                  <a:gd name="T86" fmla="*/ 216 w 228"/>
                  <a:gd name="T87" fmla="*/ 198 h 864"/>
                  <a:gd name="T88" fmla="*/ 222 w 228"/>
                  <a:gd name="T89" fmla="*/ 126 h 864"/>
                  <a:gd name="T90" fmla="*/ 228 w 228"/>
                  <a:gd name="T91" fmla="*/ 36 h 8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228" h="864">
                    <a:moveTo>
                      <a:pt x="0" y="864"/>
                    </a:moveTo>
                    <a:lnTo>
                      <a:pt x="0" y="864"/>
                    </a:lnTo>
                    <a:lnTo>
                      <a:pt x="6" y="864"/>
                    </a:lnTo>
                    <a:lnTo>
                      <a:pt x="6" y="864"/>
                    </a:lnTo>
                    <a:lnTo>
                      <a:pt x="6" y="858"/>
                    </a:lnTo>
                    <a:lnTo>
                      <a:pt x="6" y="858"/>
                    </a:lnTo>
                    <a:lnTo>
                      <a:pt x="12" y="858"/>
                    </a:lnTo>
                    <a:lnTo>
                      <a:pt x="12" y="858"/>
                    </a:lnTo>
                    <a:lnTo>
                      <a:pt x="12" y="852"/>
                    </a:lnTo>
                    <a:lnTo>
                      <a:pt x="18" y="852"/>
                    </a:lnTo>
                    <a:lnTo>
                      <a:pt x="18" y="852"/>
                    </a:lnTo>
                    <a:lnTo>
                      <a:pt x="18" y="852"/>
                    </a:lnTo>
                    <a:lnTo>
                      <a:pt x="18" y="846"/>
                    </a:lnTo>
                    <a:lnTo>
                      <a:pt x="24" y="846"/>
                    </a:lnTo>
                    <a:lnTo>
                      <a:pt x="24" y="846"/>
                    </a:lnTo>
                    <a:lnTo>
                      <a:pt x="24" y="840"/>
                    </a:lnTo>
                    <a:lnTo>
                      <a:pt x="24" y="840"/>
                    </a:lnTo>
                    <a:lnTo>
                      <a:pt x="30" y="840"/>
                    </a:lnTo>
                    <a:lnTo>
                      <a:pt x="30" y="834"/>
                    </a:lnTo>
                    <a:lnTo>
                      <a:pt x="30" y="834"/>
                    </a:lnTo>
                    <a:lnTo>
                      <a:pt x="36" y="834"/>
                    </a:lnTo>
                    <a:lnTo>
                      <a:pt x="36" y="834"/>
                    </a:lnTo>
                    <a:lnTo>
                      <a:pt x="36" y="828"/>
                    </a:lnTo>
                    <a:lnTo>
                      <a:pt x="36" y="828"/>
                    </a:lnTo>
                    <a:lnTo>
                      <a:pt x="42" y="828"/>
                    </a:lnTo>
                    <a:lnTo>
                      <a:pt x="42" y="822"/>
                    </a:lnTo>
                    <a:lnTo>
                      <a:pt x="42" y="822"/>
                    </a:lnTo>
                    <a:lnTo>
                      <a:pt x="48" y="822"/>
                    </a:lnTo>
                    <a:lnTo>
                      <a:pt x="48" y="816"/>
                    </a:lnTo>
                    <a:lnTo>
                      <a:pt x="48" y="816"/>
                    </a:lnTo>
                    <a:lnTo>
                      <a:pt x="48" y="816"/>
                    </a:lnTo>
                    <a:lnTo>
                      <a:pt x="54" y="810"/>
                    </a:lnTo>
                    <a:lnTo>
                      <a:pt x="54" y="810"/>
                    </a:lnTo>
                    <a:lnTo>
                      <a:pt x="54" y="810"/>
                    </a:lnTo>
                    <a:lnTo>
                      <a:pt x="54" y="804"/>
                    </a:lnTo>
                    <a:lnTo>
                      <a:pt x="60" y="804"/>
                    </a:lnTo>
                    <a:lnTo>
                      <a:pt x="60" y="804"/>
                    </a:lnTo>
                    <a:lnTo>
                      <a:pt x="60" y="798"/>
                    </a:lnTo>
                    <a:lnTo>
                      <a:pt x="66" y="798"/>
                    </a:lnTo>
                    <a:lnTo>
                      <a:pt x="66" y="798"/>
                    </a:lnTo>
                    <a:lnTo>
                      <a:pt x="66" y="792"/>
                    </a:lnTo>
                    <a:lnTo>
                      <a:pt x="66" y="792"/>
                    </a:lnTo>
                    <a:lnTo>
                      <a:pt x="72" y="792"/>
                    </a:lnTo>
                    <a:lnTo>
                      <a:pt x="72" y="786"/>
                    </a:lnTo>
                    <a:lnTo>
                      <a:pt x="72" y="786"/>
                    </a:lnTo>
                    <a:lnTo>
                      <a:pt x="72" y="780"/>
                    </a:lnTo>
                    <a:lnTo>
                      <a:pt x="78" y="780"/>
                    </a:lnTo>
                    <a:lnTo>
                      <a:pt x="78" y="780"/>
                    </a:lnTo>
                    <a:lnTo>
                      <a:pt x="78" y="774"/>
                    </a:lnTo>
                    <a:lnTo>
                      <a:pt x="84" y="774"/>
                    </a:lnTo>
                    <a:lnTo>
                      <a:pt x="84" y="768"/>
                    </a:lnTo>
                    <a:lnTo>
                      <a:pt x="84" y="768"/>
                    </a:lnTo>
                    <a:lnTo>
                      <a:pt x="84" y="768"/>
                    </a:lnTo>
                    <a:lnTo>
                      <a:pt x="90" y="762"/>
                    </a:lnTo>
                    <a:lnTo>
                      <a:pt x="90" y="762"/>
                    </a:lnTo>
                    <a:lnTo>
                      <a:pt x="90" y="756"/>
                    </a:lnTo>
                    <a:lnTo>
                      <a:pt x="90" y="756"/>
                    </a:lnTo>
                    <a:lnTo>
                      <a:pt x="96" y="750"/>
                    </a:lnTo>
                    <a:lnTo>
                      <a:pt x="96" y="750"/>
                    </a:lnTo>
                    <a:lnTo>
                      <a:pt x="96" y="744"/>
                    </a:lnTo>
                    <a:lnTo>
                      <a:pt x="102" y="744"/>
                    </a:lnTo>
                    <a:lnTo>
                      <a:pt x="102" y="738"/>
                    </a:lnTo>
                    <a:lnTo>
                      <a:pt x="102" y="738"/>
                    </a:lnTo>
                    <a:lnTo>
                      <a:pt x="102" y="732"/>
                    </a:lnTo>
                    <a:lnTo>
                      <a:pt x="108" y="732"/>
                    </a:lnTo>
                    <a:lnTo>
                      <a:pt x="108" y="726"/>
                    </a:lnTo>
                    <a:lnTo>
                      <a:pt x="108" y="726"/>
                    </a:lnTo>
                    <a:lnTo>
                      <a:pt x="114" y="720"/>
                    </a:lnTo>
                    <a:lnTo>
                      <a:pt x="114" y="720"/>
                    </a:lnTo>
                    <a:lnTo>
                      <a:pt x="114" y="714"/>
                    </a:lnTo>
                    <a:lnTo>
                      <a:pt x="114" y="714"/>
                    </a:lnTo>
                    <a:lnTo>
                      <a:pt x="120" y="708"/>
                    </a:lnTo>
                    <a:lnTo>
                      <a:pt x="120" y="708"/>
                    </a:lnTo>
                    <a:lnTo>
                      <a:pt x="120" y="702"/>
                    </a:lnTo>
                    <a:lnTo>
                      <a:pt x="120" y="696"/>
                    </a:lnTo>
                    <a:lnTo>
                      <a:pt x="126" y="696"/>
                    </a:lnTo>
                    <a:lnTo>
                      <a:pt x="126" y="690"/>
                    </a:lnTo>
                    <a:lnTo>
                      <a:pt x="126" y="690"/>
                    </a:lnTo>
                    <a:lnTo>
                      <a:pt x="132" y="684"/>
                    </a:lnTo>
                    <a:lnTo>
                      <a:pt x="132" y="678"/>
                    </a:lnTo>
                    <a:lnTo>
                      <a:pt x="132" y="678"/>
                    </a:lnTo>
                    <a:lnTo>
                      <a:pt x="132" y="672"/>
                    </a:lnTo>
                    <a:lnTo>
                      <a:pt x="138" y="666"/>
                    </a:lnTo>
                    <a:lnTo>
                      <a:pt x="138" y="660"/>
                    </a:lnTo>
                    <a:lnTo>
                      <a:pt x="138" y="660"/>
                    </a:lnTo>
                    <a:lnTo>
                      <a:pt x="138" y="654"/>
                    </a:lnTo>
                    <a:lnTo>
                      <a:pt x="144" y="648"/>
                    </a:lnTo>
                    <a:lnTo>
                      <a:pt x="144" y="642"/>
                    </a:lnTo>
                    <a:lnTo>
                      <a:pt x="144" y="642"/>
                    </a:lnTo>
                    <a:lnTo>
                      <a:pt x="150" y="636"/>
                    </a:lnTo>
                    <a:lnTo>
                      <a:pt x="150" y="630"/>
                    </a:lnTo>
                    <a:lnTo>
                      <a:pt x="150" y="624"/>
                    </a:lnTo>
                    <a:lnTo>
                      <a:pt x="150" y="618"/>
                    </a:lnTo>
                    <a:lnTo>
                      <a:pt x="156" y="612"/>
                    </a:lnTo>
                    <a:lnTo>
                      <a:pt x="156" y="606"/>
                    </a:lnTo>
                    <a:lnTo>
                      <a:pt x="156" y="600"/>
                    </a:lnTo>
                    <a:lnTo>
                      <a:pt x="156" y="594"/>
                    </a:lnTo>
                    <a:lnTo>
                      <a:pt x="162" y="588"/>
                    </a:lnTo>
                    <a:lnTo>
                      <a:pt x="162" y="582"/>
                    </a:lnTo>
                    <a:lnTo>
                      <a:pt x="162" y="576"/>
                    </a:lnTo>
                    <a:lnTo>
                      <a:pt x="168" y="570"/>
                    </a:lnTo>
                    <a:lnTo>
                      <a:pt x="168" y="564"/>
                    </a:lnTo>
                    <a:lnTo>
                      <a:pt x="168" y="558"/>
                    </a:lnTo>
                    <a:lnTo>
                      <a:pt x="168" y="552"/>
                    </a:lnTo>
                    <a:lnTo>
                      <a:pt x="174" y="546"/>
                    </a:lnTo>
                    <a:lnTo>
                      <a:pt x="174" y="534"/>
                    </a:lnTo>
                    <a:lnTo>
                      <a:pt x="174" y="528"/>
                    </a:lnTo>
                    <a:lnTo>
                      <a:pt x="180" y="522"/>
                    </a:lnTo>
                    <a:lnTo>
                      <a:pt x="180" y="510"/>
                    </a:lnTo>
                    <a:lnTo>
                      <a:pt x="180" y="504"/>
                    </a:lnTo>
                    <a:lnTo>
                      <a:pt x="180" y="492"/>
                    </a:lnTo>
                    <a:lnTo>
                      <a:pt x="186" y="486"/>
                    </a:lnTo>
                    <a:lnTo>
                      <a:pt x="186" y="474"/>
                    </a:lnTo>
                    <a:lnTo>
                      <a:pt x="186" y="468"/>
                    </a:lnTo>
                    <a:lnTo>
                      <a:pt x="186" y="456"/>
                    </a:lnTo>
                    <a:lnTo>
                      <a:pt x="192" y="444"/>
                    </a:lnTo>
                    <a:lnTo>
                      <a:pt x="192" y="432"/>
                    </a:lnTo>
                    <a:lnTo>
                      <a:pt x="192" y="420"/>
                    </a:lnTo>
                    <a:lnTo>
                      <a:pt x="198" y="408"/>
                    </a:lnTo>
                    <a:lnTo>
                      <a:pt x="198" y="396"/>
                    </a:lnTo>
                    <a:lnTo>
                      <a:pt x="198" y="384"/>
                    </a:lnTo>
                    <a:lnTo>
                      <a:pt x="198" y="372"/>
                    </a:lnTo>
                    <a:lnTo>
                      <a:pt x="204" y="360"/>
                    </a:lnTo>
                    <a:lnTo>
                      <a:pt x="204" y="342"/>
                    </a:lnTo>
                    <a:lnTo>
                      <a:pt x="204" y="330"/>
                    </a:lnTo>
                    <a:lnTo>
                      <a:pt x="204" y="312"/>
                    </a:lnTo>
                    <a:lnTo>
                      <a:pt x="210" y="294"/>
                    </a:lnTo>
                    <a:lnTo>
                      <a:pt x="210" y="276"/>
                    </a:lnTo>
                    <a:lnTo>
                      <a:pt x="210" y="258"/>
                    </a:lnTo>
                    <a:lnTo>
                      <a:pt x="216" y="240"/>
                    </a:lnTo>
                    <a:lnTo>
                      <a:pt x="216" y="222"/>
                    </a:lnTo>
                    <a:lnTo>
                      <a:pt x="216" y="198"/>
                    </a:lnTo>
                    <a:lnTo>
                      <a:pt x="216" y="174"/>
                    </a:lnTo>
                    <a:lnTo>
                      <a:pt x="222" y="150"/>
                    </a:lnTo>
                    <a:lnTo>
                      <a:pt x="222" y="126"/>
                    </a:lnTo>
                    <a:lnTo>
                      <a:pt x="222" y="96"/>
                    </a:lnTo>
                    <a:lnTo>
                      <a:pt x="222" y="66"/>
                    </a:lnTo>
                    <a:lnTo>
                      <a:pt x="228" y="36"/>
                    </a:lnTo>
                    <a:lnTo>
                      <a:pt x="228" y="0"/>
                    </a:lnTo>
                  </a:path>
                </a:pathLst>
              </a:custGeom>
              <a:noFill/>
              <a:ln w="28575" cmpd="sng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b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29" name="Group 33"/>
            <p:cNvGrpSpPr/>
            <p:nvPr/>
          </p:nvGrpSpPr>
          <p:grpSpPr bwMode="auto">
            <a:xfrm>
              <a:off x="3792" y="218"/>
              <a:ext cx="1070" cy="1214"/>
              <a:chOff x="2118" y="1203"/>
              <a:chExt cx="1650" cy="1872"/>
            </a:xfrm>
          </p:grpSpPr>
          <p:sp>
            <p:nvSpPr>
              <p:cNvPr id="34" name="Line 34"/>
              <p:cNvSpPr>
                <a:spLocks noChangeShapeType="1"/>
              </p:cNvSpPr>
              <p:nvPr/>
            </p:nvSpPr>
            <p:spPr bwMode="auto">
              <a:xfrm>
                <a:off x="2118" y="2139"/>
                <a:ext cx="1650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5" name="Line 35"/>
              <p:cNvSpPr>
                <a:spLocks noChangeShapeType="1"/>
              </p:cNvSpPr>
              <p:nvPr/>
            </p:nvSpPr>
            <p:spPr bwMode="auto">
              <a:xfrm flipV="1">
                <a:off x="2592" y="1203"/>
                <a:ext cx="1" cy="18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30" name="Line 36"/>
            <p:cNvSpPr>
              <a:spLocks noChangeShapeType="1"/>
            </p:cNvSpPr>
            <p:nvPr/>
          </p:nvSpPr>
          <p:spPr bwMode="auto">
            <a:xfrm flipV="1">
              <a:off x="4337" y="218"/>
              <a:ext cx="0" cy="121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31" name="Object 37"/>
            <p:cNvGraphicFramePr>
              <a:graphicFrameLocks noChangeAspect="1"/>
            </p:cNvGraphicFramePr>
            <p:nvPr/>
          </p:nvGraphicFramePr>
          <p:xfrm>
            <a:off x="4752" y="851"/>
            <a:ext cx="96" cy="1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9" name="Equation" r:id="rId25" imgW="5486400" imgH="7315200" progId="Equation.DSMT4">
                    <p:embed/>
                  </p:oleObj>
                </mc:Choice>
                <mc:Fallback>
                  <p:oleObj name="Equation" r:id="rId25" imgW="5486400" imgH="7315200" progId="Equation.DSMT4">
                    <p:embed/>
                    <p:pic>
                      <p:nvPicPr>
                        <p:cNvPr id="0" name="图片 922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4752" y="851"/>
                          <a:ext cx="96" cy="13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38"/>
            <p:cNvGraphicFramePr>
              <a:graphicFrameLocks noChangeAspect="1"/>
            </p:cNvGraphicFramePr>
            <p:nvPr/>
          </p:nvGraphicFramePr>
          <p:xfrm>
            <a:off x="3934" y="243"/>
            <a:ext cx="106" cy="1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0" name="Equation" r:id="rId27" imgW="6096000" imgH="7315200" progId="Equation.DSMT4">
                    <p:embed/>
                  </p:oleObj>
                </mc:Choice>
                <mc:Fallback>
                  <p:oleObj name="Equation" r:id="rId27" imgW="6096000" imgH="7315200" progId="Equation.DSMT4">
                    <p:embed/>
                    <p:pic>
                      <p:nvPicPr>
                        <p:cNvPr id="0" name="图片 922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3934" y="243"/>
                          <a:ext cx="106" cy="13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Object 39"/>
            <p:cNvGraphicFramePr>
              <a:graphicFrameLocks noChangeAspect="1"/>
            </p:cNvGraphicFramePr>
            <p:nvPr/>
          </p:nvGraphicFramePr>
          <p:xfrm>
            <a:off x="3968" y="840"/>
            <a:ext cx="123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1" name="Equation" r:id="rId29" imgW="7010400" imgH="7620000" progId="Equation.DSMT4">
                    <p:embed/>
                  </p:oleObj>
                </mc:Choice>
                <mc:Fallback>
                  <p:oleObj name="Equation" r:id="rId29" imgW="7010400" imgH="7620000" progId="Equation.DSMT4">
                    <p:embed/>
                    <p:pic>
                      <p:nvPicPr>
                        <p:cNvPr id="0" name="图片 923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3968" y="840"/>
                          <a:ext cx="123" cy="13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" name="Group 40"/>
          <p:cNvGrpSpPr/>
          <p:nvPr/>
        </p:nvGrpSpPr>
        <p:grpSpPr bwMode="auto">
          <a:xfrm>
            <a:off x="8035925" y="2519363"/>
            <a:ext cx="2174875" cy="2052638"/>
            <a:chOff x="4069" y="1587"/>
            <a:chExt cx="1370" cy="1293"/>
          </a:xfrm>
        </p:grpSpPr>
        <p:graphicFrame>
          <p:nvGraphicFramePr>
            <p:cNvPr id="41" name="Object 41"/>
            <p:cNvGraphicFramePr>
              <a:graphicFrameLocks noChangeAspect="1"/>
            </p:cNvGraphicFramePr>
            <p:nvPr/>
          </p:nvGraphicFramePr>
          <p:xfrm>
            <a:off x="5071" y="2311"/>
            <a:ext cx="113" cy="1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2" name="Equation" r:id="rId31" imgW="5486400" imgH="7315200" progId="Equation.DSMT4">
                    <p:embed/>
                  </p:oleObj>
                </mc:Choice>
                <mc:Fallback>
                  <p:oleObj name="Equation" r:id="rId31" imgW="5486400" imgH="7315200" progId="Equation.DSMT4">
                    <p:embed/>
                    <p:pic>
                      <p:nvPicPr>
                        <p:cNvPr id="0" name="图片 923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5071" y="2311"/>
                          <a:ext cx="113" cy="15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" name="Object 42"/>
            <p:cNvGraphicFramePr>
              <a:graphicFrameLocks noChangeAspect="1"/>
            </p:cNvGraphicFramePr>
            <p:nvPr/>
          </p:nvGraphicFramePr>
          <p:xfrm>
            <a:off x="4437" y="1685"/>
            <a:ext cx="127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3" name="Equation" r:id="rId33" imgW="6096000" imgH="7315200" progId="Equation.DSMT4">
                    <p:embed/>
                  </p:oleObj>
                </mc:Choice>
                <mc:Fallback>
                  <p:oleObj name="Equation" r:id="rId33" imgW="6096000" imgH="7315200" progId="Equation.DSMT4">
                    <p:embed/>
                    <p:pic>
                      <p:nvPicPr>
                        <p:cNvPr id="0" name="图片 923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4437" y="1685"/>
                          <a:ext cx="127" cy="15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" name="Object 43"/>
            <p:cNvGraphicFramePr>
              <a:graphicFrameLocks noChangeAspect="1"/>
            </p:cNvGraphicFramePr>
            <p:nvPr/>
          </p:nvGraphicFramePr>
          <p:xfrm>
            <a:off x="4752" y="1587"/>
            <a:ext cx="687" cy="4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4" name="Equation" r:id="rId35" imgW="31394400" imgH="20116800" progId="Equation.DSMT4">
                    <p:embed/>
                  </p:oleObj>
                </mc:Choice>
                <mc:Fallback>
                  <p:oleObj name="Equation" r:id="rId35" imgW="31394400" imgH="20116800" progId="Equation.DSMT4">
                    <p:embed/>
                    <p:pic>
                      <p:nvPicPr>
                        <p:cNvPr id="0" name="图片 923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4752" y="1587"/>
                          <a:ext cx="687" cy="42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4" name="Group 44"/>
            <p:cNvGrpSpPr/>
            <p:nvPr/>
          </p:nvGrpSpPr>
          <p:grpSpPr bwMode="auto">
            <a:xfrm>
              <a:off x="4069" y="1885"/>
              <a:ext cx="1115" cy="805"/>
              <a:chOff x="4069" y="1885"/>
              <a:chExt cx="1115" cy="805"/>
            </a:xfrm>
          </p:grpSpPr>
          <p:sp>
            <p:nvSpPr>
              <p:cNvPr id="48" name="Freeform 45"/>
              <p:cNvSpPr/>
              <p:nvPr/>
            </p:nvSpPr>
            <p:spPr bwMode="auto">
              <a:xfrm>
                <a:off x="4069" y="2631"/>
                <a:ext cx="284" cy="59"/>
              </a:xfrm>
              <a:custGeom>
                <a:avLst/>
                <a:gdLst>
                  <a:gd name="T0" fmla="*/ 6 w 258"/>
                  <a:gd name="T1" fmla="*/ 0 h 54"/>
                  <a:gd name="T2" fmla="*/ 12 w 258"/>
                  <a:gd name="T3" fmla="*/ 0 h 54"/>
                  <a:gd name="T4" fmla="*/ 12 w 258"/>
                  <a:gd name="T5" fmla="*/ 6 h 54"/>
                  <a:gd name="T6" fmla="*/ 18 w 258"/>
                  <a:gd name="T7" fmla="*/ 6 h 54"/>
                  <a:gd name="T8" fmla="*/ 24 w 258"/>
                  <a:gd name="T9" fmla="*/ 6 h 54"/>
                  <a:gd name="T10" fmla="*/ 30 w 258"/>
                  <a:gd name="T11" fmla="*/ 12 h 54"/>
                  <a:gd name="T12" fmla="*/ 36 w 258"/>
                  <a:gd name="T13" fmla="*/ 12 h 54"/>
                  <a:gd name="T14" fmla="*/ 42 w 258"/>
                  <a:gd name="T15" fmla="*/ 12 h 54"/>
                  <a:gd name="T16" fmla="*/ 42 w 258"/>
                  <a:gd name="T17" fmla="*/ 18 h 54"/>
                  <a:gd name="T18" fmla="*/ 48 w 258"/>
                  <a:gd name="T19" fmla="*/ 18 h 54"/>
                  <a:gd name="T20" fmla="*/ 54 w 258"/>
                  <a:gd name="T21" fmla="*/ 18 h 54"/>
                  <a:gd name="T22" fmla="*/ 60 w 258"/>
                  <a:gd name="T23" fmla="*/ 24 h 54"/>
                  <a:gd name="T24" fmla="*/ 66 w 258"/>
                  <a:gd name="T25" fmla="*/ 24 h 54"/>
                  <a:gd name="T26" fmla="*/ 72 w 258"/>
                  <a:gd name="T27" fmla="*/ 24 h 54"/>
                  <a:gd name="T28" fmla="*/ 78 w 258"/>
                  <a:gd name="T29" fmla="*/ 30 h 54"/>
                  <a:gd name="T30" fmla="*/ 78 w 258"/>
                  <a:gd name="T31" fmla="*/ 30 h 54"/>
                  <a:gd name="T32" fmla="*/ 84 w 258"/>
                  <a:gd name="T33" fmla="*/ 30 h 54"/>
                  <a:gd name="T34" fmla="*/ 90 w 258"/>
                  <a:gd name="T35" fmla="*/ 36 h 54"/>
                  <a:gd name="T36" fmla="*/ 96 w 258"/>
                  <a:gd name="T37" fmla="*/ 36 h 54"/>
                  <a:gd name="T38" fmla="*/ 102 w 258"/>
                  <a:gd name="T39" fmla="*/ 36 h 54"/>
                  <a:gd name="T40" fmla="*/ 108 w 258"/>
                  <a:gd name="T41" fmla="*/ 36 h 54"/>
                  <a:gd name="T42" fmla="*/ 108 w 258"/>
                  <a:gd name="T43" fmla="*/ 42 h 54"/>
                  <a:gd name="T44" fmla="*/ 114 w 258"/>
                  <a:gd name="T45" fmla="*/ 42 h 54"/>
                  <a:gd name="T46" fmla="*/ 120 w 258"/>
                  <a:gd name="T47" fmla="*/ 42 h 54"/>
                  <a:gd name="T48" fmla="*/ 126 w 258"/>
                  <a:gd name="T49" fmla="*/ 48 h 54"/>
                  <a:gd name="T50" fmla="*/ 132 w 258"/>
                  <a:gd name="T51" fmla="*/ 48 h 54"/>
                  <a:gd name="T52" fmla="*/ 138 w 258"/>
                  <a:gd name="T53" fmla="*/ 48 h 54"/>
                  <a:gd name="T54" fmla="*/ 138 w 258"/>
                  <a:gd name="T55" fmla="*/ 48 h 54"/>
                  <a:gd name="T56" fmla="*/ 144 w 258"/>
                  <a:gd name="T57" fmla="*/ 48 h 54"/>
                  <a:gd name="T58" fmla="*/ 150 w 258"/>
                  <a:gd name="T59" fmla="*/ 54 h 54"/>
                  <a:gd name="T60" fmla="*/ 156 w 258"/>
                  <a:gd name="T61" fmla="*/ 54 h 54"/>
                  <a:gd name="T62" fmla="*/ 162 w 258"/>
                  <a:gd name="T63" fmla="*/ 54 h 54"/>
                  <a:gd name="T64" fmla="*/ 168 w 258"/>
                  <a:gd name="T65" fmla="*/ 54 h 54"/>
                  <a:gd name="T66" fmla="*/ 174 w 258"/>
                  <a:gd name="T67" fmla="*/ 54 h 54"/>
                  <a:gd name="T68" fmla="*/ 174 w 258"/>
                  <a:gd name="T69" fmla="*/ 54 h 54"/>
                  <a:gd name="T70" fmla="*/ 180 w 258"/>
                  <a:gd name="T71" fmla="*/ 54 h 54"/>
                  <a:gd name="T72" fmla="*/ 186 w 258"/>
                  <a:gd name="T73" fmla="*/ 54 h 54"/>
                  <a:gd name="T74" fmla="*/ 192 w 258"/>
                  <a:gd name="T75" fmla="*/ 54 h 54"/>
                  <a:gd name="T76" fmla="*/ 198 w 258"/>
                  <a:gd name="T77" fmla="*/ 54 h 54"/>
                  <a:gd name="T78" fmla="*/ 204 w 258"/>
                  <a:gd name="T79" fmla="*/ 54 h 54"/>
                  <a:gd name="T80" fmla="*/ 204 w 258"/>
                  <a:gd name="T81" fmla="*/ 54 h 54"/>
                  <a:gd name="T82" fmla="*/ 210 w 258"/>
                  <a:gd name="T83" fmla="*/ 54 h 54"/>
                  <a:gd name="T84" fmla="*/ 216 w 258"/>
                  <a:gd name="T85" fmla="*/ 48 h 54"/>
                  <a:gd name="T86" fmla="*/ 222 w 258"/>
                  <a:gd name="T87" fmla="*/ 48 h 54"/>
                  <a:gd name="T88" fmla="*/ 228 w 258"/>
                  <a:gd name="T89" fmla="*/ 48 h 54"/>
                  <a:gd name="T90" fmla="*/ 234 w 258"/>
                  <a:gd name="T91" fmla="*/ 42 h 54"/>
                  <a:gd name="T92" fmla="*/ 240 w 258"/>
                  <a:gd name="T93" fmla="*/ 36 h 54"/>
                  <a:gd name="T94" fmla="*/ 240 w 258"/>
                  <a:gd name="T95" fmla="*/ 36 h 54"/>
                  <a:gd name="T96" fmla="*/ 246 w 258"/>
                  <a:gd name="T97" fmla="*/ 30 h 54"/>
                  <a:gd name="T98" fmla="*/ 252 w 258"/>
                  <a:gd name="T99" fmla="*/ 24 h 54"/>
                  <a:gd name="T100" fmla="*/ 258 w 258"/>
                  <a:gd name="T101" fmla="*/ 18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258" h="54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12" y="0"/>
                    </a:lnTo>
                    <a:lnTo>
                      <a:pt x="12" y="0"/>
                    </a:lnTo>
                    <a:lnTo>
                      <a:pt x="12" y="0"/>
                    </a:lnTo>
                    <a:lnTo>
                      <a:pt x="12" y="0"/>
                    </a:lnTo>
                    <a:lnTo>
                      <a:pt x="12" y="0"/>
                    </a:lnTo>
                    <a:lnTo>
                      <a:pt x="12" y="6"/>
                    </a:lnTo>
                    <a:lnTo>
                      <a:pt x="18" y="6"/>
                    </a:lnTo>
                    <a:lnTo>
                      <a:pt x="18" y="6"/>
                    </a:lnTo>
                    <a:lnTo>
                      <a:pt x="18" y="6"/>
                    </a:lnTo>
                    <a:lnTo>
                      <a:pt x="18" y="6"/>
                    </a:lnTo>
                    <a:lnTo>
                      <a:pt x="18" y="6"/>
                    </a:lnTo>
                    <a:lnTo>
                      <a:pt x="18" y="6"/>
                    </a:lnTo>
                    <a:lnTo>
                      <a:pt x="24" y="6"/>
                    </a:lnTo>
                    <a:lnTo>
                      <a:pt x="24" y="6"/>
                    </a:lnTo>
                    <a:lnTo>
                      <a:pt x="24" y="6"/>
                    </a:lnTo>
                    <a:lnTo>
                      <a:pt x="24" y="6"/>
                    </a:lnTo>
                    <a:lnTo>
                      <a:pt x="24" y="6"/>
                    </a:lnTo>
                    <a:lnTo>
                      <a:pt x="24" y="6"/>
                    </a:lnTo>
                    <a:lnTo>
                      <a:pt x="30" y="6"/>
                    </a:lnTo>
                    <a:lnTo>
                      <a:pt x="30" y="6"/>
                    </a:lnTo>
                    <a:lnTo>
                      <a:pt x="30" y="12"/>
                    </a:lnTo>
                    <a:lnTo>
                      <a:pt x="30" y="12"/>
                    </a:lnTo>
                    <a:lnTo>
                      <a:pt x="30" y="12"/>
                    </a:lnTo>
                    <a:lnTo>
                      <a:pt x="30" y="12"/>
                    </a:lnTo>
                    <a:lnTo>
                      <a:pt x="36" y="12"/>
                    </a:lnTo>
                    <a:lnTo>
                      <a:pt x="36" y="12"/>
                    </a:lnTo>
                    <a:lnTo>
                      <a:pt x="36" y="12"/>
                    </a:lnTo>
                    <a:lnTo>
                      <a:pt x="36" y="12"/>
                    </a:lnTo>
                    <a:lnTo>
                      <a:pt x="36" y="12"/>
                    </a:lnTo>
                    <a:lnTo>
                      <a:pt x="36" y="12"/>
                    </a:lnTo>
                    <a:lnTo>
                      <a:pt x="42" y="12"/>
                    </a:lnTo>
                    <a:lnTo>
                      <a:pt x="42" y="12"/>
                    </a:lnTo>
                    <a:lnTo>
                      <a:pt x="42" y="12"/>
                    </a:lnTo>
                    <a:lnTo>
                      <a:pt x="42" y="12"/>
                    </a:lnTo>
                    <a:lnTo>
                      <a:pt x="42" y="12"/>
                    </a:lnTo>
                    <a:lnTo>
                      <a:pt x="42" y="18"/>
                    </a:lnTo>
                    <a:lnTo>
                      <a:pt x="48" y="18"/>
                    </a:lnTo>
                    <a:lnTo>
                      <a:pt x="48" y="18"/>
                    </a:lnTo>
                    <a:lnTo>
                      <a:pt x="48" y="18"/>
                    </a:lnTo>
                    <a:lnTo>
                      <a:pt x="48" y="18"/>
                    </a:lnTo>
                    <a:lnTo>
                      <a:pt x="48" y="18"/>
                    </a:lnTo>
                    <a:lnTo>
                      <a:pt x="48" y="18"/>
                    </a:lnTo>
                    <a:lnTo>
                      <a:pt x="54" y="18"/>
                    </a:lnTo>
                    <a:lnTo>
                      <a:pt x="54" y="18"/>
                    </a:lnTo>
                    <a:lnTo>
                      <a:pt x="54" y="18"/>
                    </a:lnTo>
                    <a:lnTo>
                      <a:pt x="54" y="18"/>
                    </a:lnTo>
                    <a:lnTo>
                      <a:pt x="54" y="18"/>
                    </a:lnTo>
                    <a:lnTo>
                      <a:pt x="54" y="18"/>
                    </a:lnTo>
                    <a:lnTo>
                      <a:pt x="60" y="18"/>
                    </a:lnTo>
                    <a:lnTo>
                      <a:pt x="60" y="24"/>
                    </a:lnTo>
                    <a:lnTo>
                      <a:pt x="60" y="24"/>
                    </a:lnTo>
                    <a:lnTo>
                      <a:pt x="60" y="24"/>
                    </a:lnTo>
                    <a:lnTo>
                      <a:pt x="60" y="24"/>
                    </a:lnTo>
                    <a:lnTo>
                      <a:pt x="60" y="24"/>
                    </a:lnTo>
                    <a:lnTo>
                      <a:pt x="66" y="24"/>
                    </a:lnTo>
                    <a:lnTo>
                      <a:pt x="66" y="24"/>
                    </a:lnTo>
                    <a:lnTo>
                      <a:pt x="66" y="24"/>
                    </a:lnTo>
                    <a:lnTo>
                      <a:pt x="66" y="24"/>
                    </a:lnTo>
                    <a:lnTo>
                      <a:pt x="66" y="24"/>
                    </a:lnTo>
                    <a:lnTo>
                      <a:pt x="66" y="24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8" y="30"/>
                    </a:lnTo>
                    <a:lnTo>
                      <a:pt x="78" y="30"/>
                    </a:lnTo>
                    <a:lnTo>
                      <a:pt x="78" y="30"/>
                    </a:lnTo>
                    <a:lnTo>
                      <a:pt x="78" y="30"/>
                    </a:lnTo>
                    <a:lnTo>
                      <a:pt x="78" y="30"/>
                    </a:lnTo>
                    <a:lnTo>
                      <a:pt x="78" y="30"/>
                    </a:lnTo>
                    <a:lnTo>
                      <a:pt x="84" y="30"/>
                    </a:lnTo>
                    <a:lnTo>
                      <a:pt x="84" y="30"/>
                    </a:lnTo>
                    <a:lnTo>
                      <a:pt x="84" y="30"/>
                    </a:lnTo>
                    <a:lnTo>
                      <a:pt x="84" y="30"/>
                    </a:lnTo>
                    <a:lnTo>
                      <a:pt x="84" y="30"/>
                    </a:lnTo>
                    <a:lnTo>
                      <a:pt x="84" y="30"/>
                    </a:lnTo>
                    <a:lnTo>
                      <a:pt x="90" y="30"/>
                    </a:lnTo>
                    <a:lnTo>
                      <a:pt x="90" y="30"/>
                    </a:lnTo>
                    <a:lnTo>
                      <a:pt x="90" y="30"/>
                    </a:lnTo>
                    <a:lnTo>
                      <a:pt x="90" y="36"/>
                    </a:lnTo>
                    <a:lnTo>
                      <a:pt x="90" y="36"/>
                    </a:lnTo>
                    <a:lnTo>
                      <a:pt x="90" y="36"/>
                    </a:lnTo>
                    <a:lnTo>
                      <a:pt x="96" y="36"/>
                    </a:lnTo>
                    <a:lnTo>
                      <a:pt x="96" y="36"/>
                    </a:lnTo>
                    <a:lnTo>
                      <a:pt x="96" y="36"/>
                    </a:lnTo>
                    <a:lnTo>
                      <a:pt x="96" y="36"/>
                    </a:lnTo>
                    <a:lnTo>
                      <a:pt x="96" y="36"/>
                    </a:lnTo>
                    <a:lnTo>
                      <a:pt x="96" y="36"/>
                    </a:lnTo>
                    <a:lnTo>
                      <a:pt x="102" y="36"/>
                    </a:lnTo>
                    <a:lnTo>
                      <a:pt x="102" y="36"/>
                    </a:lnTo>
                    <a:lnTo>
                      <a:pt x="102" y="36"/>
                    </a:lnTo>
                    <a:lnTo>
                      <a:pt x="102" y="36"/>
                    </a:lnTo>
                    <a:lnTo>
                      <a:pt x="102" y="36"/>
                    </a:lnTo>
                    <a:lnTo>
                      <a:pt x="102" y="36"/>
                    </a:lnTo>
                    <a:lnTo>
                      <a:pt x="108" y="36"/>
                    </a:lnTo>
                    <a:lnTo>
                      <a:pt x="108" y="42"/>
                    </a:lnTo>
                    <a:lnTo>
                      <a:pt x="108" y="42"/>
                    </a:lnTo>
                    <a:lnTo>
                      <a:pt x="108" y="42"/>
                    </a:lnTo>
                    <a:lnTo>
                      <a:pt x="108" y="42"/>
                    </a:lnTo>
                    <a:lnTo>
                      <a:pt x="108" y="42"/>
                    </a:lnTo>
                    <a:lnTo>
                      <a:pt x="114" y="42"/>
                    </a:lnTo>
                    <a:lnTo>
                      <a:pt x="114" y="42"/>
                    </a:lnTo>
                    <a:lnTo>
                      <a:pt x="114" y="42"/>
                    </a:lnTo>
                    <a:lnTo>
                      <a:pt x="114" y="42"/>
                    </a:lnTo>
                    <a:lnTo>
                      <a:pt x="114" y="42"/>
                    </a:lnTo>
                    <a:lnTo>
                      <a:pt x="114" y="42"/>
                    </a:lnTo>
                    <a:lnTo>
                      <a:pt x="120" y="42"/>
                    </a:lnTo>
                    <a:lnTo>
                      <a:pt x="120" y="42"/>
                    </a:lnTo>
                    <a:lnTo>
                      <a:pt x="120" y="42"/>
                    </a:lnTo>
                    <a:lnTo>
                      <a:pt x="120" y="42"/>
                    </a:lnTo>
                    <a:lnTo>
                      <a:pt x="120" y="42"/>
                    </a:lnTo>
                    <a:lnTo>
                      <a:pt x="120" y="42"/>
                    </a:lnTo>
                    <a:lnTo>
                      <a:pt x="126" y="42"/>
                    </a:lnTo>
                    <a:lnTo>
                      <a:pt x="126" y="48"/>
                    </a:lnTo>
                    <a:lnTo>
                      <a:pt x="126" y="48"/>
                    </a:lnTo>
                    <a:lnTo>
                      <a:pt x="126" y="48"/>
                    </a:lnTo>
                    <a:lnTo>
                      <a:pt x="126" y="48"/>
                    </a:lnTo>
                    <a:lnTo>
                      <a:pt x="126" y="48"/>
                    </a:lnTo>
                    <a:lnTo>
                      <a:pt x="132" y="48"/>
                    </a:lnTo>
                    <a:lnTo>
                      <a:pt x="132" y="48"/>
                    </a:lnTo>
                    <a:lnTo>
                      <a:pt x="132" y="48"/>
                    </a:lnTo>
                    <a:lnTo>
                      <a:pt x="132" y="48"/>
                    </a:lnTo>
                    <a:lnTo>
                      <a:pt x="132" y="48"/>
                    </a:lnTo>
                    <a:lnTo>
                      <a:pt x="132" y="48"/>
                    </a:lnTo>
                    <a:lnTo>
                      <a:pt x="138" y="48"/>
                    </a:lnTo>
                    <a:lnTo>
                      <a:pt x="138" y="48"/>
                    </a:lnTo>
                    <a:lnTo>
                      <a:pt x="138" y="48"/>
                    </a:lnTo>
                    <a:lnTo>
                      <a:pt x="138" y="48"/>
                    </a:lnTo>
                    <a:lnTo>
                      <a:pt x="138" y="48"/>
                    </a:lnTo>
                    <a:lnTo>
                      <a:pt x="138" y="48"/>
                    </a:lnTo>
                    <a:lnTo>
                      <a:pt x="144" y="48"/>
                    </a:lnTo>
                    <a:lnTo>
                      <a:pt x="144" y="48"/>
                    </a:lnTo>
                    <a:lnTo>
                      <a:pt x="144" y="48"/>
                    </a:lnTo>
                    <a:lnTo>
                      <a:pt x="144" y="48"/>
                    </a:lnTo>
                    <a:lnTo>
                      <a:pt x="144" y="48"/>
                    </a:lnTo>
                    <a:lnTo>
                      <a:pt x="150" y="54"/>
                    </a:lnTo>
                    <a:lnTo>
                      <a:pt x="150" y="54"/>
                    </a:lnTo>
                    <a:lnTo>
                      <a:pt x="150" y="54"/>
                    </a:lnTo>
                    <a:lnTo>
                      <a:pt x="150" y="54"/>
                    </a:lnTo>
                    <a:lnTo>
                      <a:pt x="150" y="54"/>
                    </a:lnTo>
                    <a:lnTo>
                      <a:pt x="150" y="54"/>
                    </a:lnTo>
                    <a:lnTo>
                      <a:pt x="156" y="54"/>
                    </a:lnTo>
                    <a:lnTo>
                      <a:pt x="156" y="54"/>
                    </a:lnTo>
                    <a:lnTo>
                      <a:pt x="156" y="54"/>
                    </a:lnTo>
                    <a:lnTo>
                      <a:pt x="156" y="54"/>
                    </a:lnTo>
                    <a:lnTo>
                      <a:pt x="156" y="54"/>
                    </a:lnTo>
                    <a:lnTo>
                      <a:pt x="156" y="54"/>
                    </a:lnTo>
                    <a:lnTo>
                      <a:pt x="162" y="54"/>
                    </a:lnTo>
                    <a:lnTo>
                      <a:pt x="162" y="54"/>
                    </a:lnTo>
                    <a:lnTo>
                      <a:pt x="162" y="54"/>
                    </a:lnTo>
                    <a:lnTo>
                      <a:pt x="162" y="54"/>
                    </a:lnTo>
                    <a:lnTo>
                      <a:pt x="162" y="54"/>
                    </a:lnTo>
                    <a:lnTo>
                      <a:pt x="162" y="54"/>
                    </a:lnTo>
                    <a:lnTo>
                      <a:pt x="168" y="54"/>
                    </a:lnTo>
                    <a:lnTo>
                      <a:pt x="168" y="54"/>
                    </a:lnTo>
                    <a:lnTo>
                      <a:pt x="168" y="54"/>
                    </a:lnTo>
                    <a:lnTo>
                      <a:pt x="168" y="54"/>
                    </a:lnTo>
                    <a:lnTo>
                      <a:pt x="168" y="54"/>
                    </a:lnTo>
                    <a:lnTo>
                      <a:pt x="168" y="54"/>
                    </a:lnTo>
                    <a:lnTo>
                      <a:pt x="174" y="54"/>
                    </a:lnTo>
                    <a:lnTo>
                      <a:pt x="174" y="54"/>
                    </a:lnTo>
                    <a:lnTo>
                      <a:pt x="174" y="54"/>
                    </a:lnTo>
                    <a:lnTo>
                      <a:pt x="174" y="54"/>
                    </a:lnTo>
                    <a:lnTo>
                      <a:pt x="174" y="54"/>
                    </a:lnTo>
                    <a:lnTo>
                      <a:pt x="174" y="54"/>
                    </a:lnTo>
                    <a:lnTo>
                      <a:pt x="180" y="54"/>
                    </a:lnTo>
                    <a:lnTo>
                      <a:pt x="180" y="54"/>
                    </a:lnTo>
                    <a:lnTo>
                      <a:pt x="180" y="54"/>
                    </a:lnTo>
                    <a:lnTo>
                      <a:pt x="180" y="54"/>
                    </a:lnTo>
                    <a:lnTo>
                      <a:pt x="180" y="54"/>
                    </a:lnTo>
                    <a:lnTo>
                      <a:pt x="180" y="54"/>
                    </a:lnTo>
                    <a:lnTo>
                      <a:pt x="186" y="54"/>
                    </a:lnTo>
                    <a:lnTo>
                      <a:pt x="186" y="54"/>
                    </a:lnTo>
                    <a:lnTo>
                      <a:pt x="186" y="54"/>
                    </a:lnTo>
                    <a:lnTo>
                      <a:pt x="186" y="54"/>
                    </a:lnTo>
                    <a:lnTo>
                      <a:pt x="186" y="54"/>
                    </a:lnTo>
                    <a:lnTo>
                      <a:pt x="186" y="54"/>
                    </a:lnTo>
                    <a:lnTo>
                      <a:pt x="192" y="54"/>
                    </a:lnTo>
                    <a:lnTo>
                      <a:pt x="192" y="54"/>
                    </a:lnTo>
                    <a:lnTo>
                      <a:pt x="192" y="54"/>
                    </a:lnTo>
                    <a:lnTo>
                      <a:pt x="192" y="54"/>
                    </a:lnTo>
                    <a:lnTo>
                      <a:pt x="192" y="54"/>
                    </a:lnTo>
                    <a:lnTo>
                      <a:pt x="192" y="54"/>
                    </a:lnTo>
                    <a:lnTo>
                      <a:pt x="198" y="54"/>
                    </a:lnTo>
                    <a:lnTo>
                      <a:pt x="198" y="54"/>
                    </a:lnTo>
                    <a:lnTo>
                      <a:pt x="198" y="54"/>
                    </a:lnTo>
                    <a:lnTo>
                      <a:pt x="198" y="54"/>
                    </a:lnTo>
                    <a:lnTo>
                      <a:pt x="198" y="54"/>
                    </a:lnTo>
                    <a:lnTo>
                      <a:pt x="198" y="54"/>
                    </a:lnTo>
                    <a:lnTo>
                      <a:pt x="204" y="54"/>
                    </a:lnTo>
                    <a:lnTo>
                      <a:pt x="204" y="54"/>
                    </a:lnTo>
                    <a:lnTo>
                      <a:pt x="204" y="54"/>
                    </a:lnTo>
                    <a:lnTo>
                      <a:pt x="204" y="54"/>
                    </a:lnTo>
                    <a:lnTo>
                      <a:pt x="204" y="54"/>
                    </a:lnTo>
                    <a:lnTo>
                      <a:pt x="204" y="54"/>
                    </a:lnTo>
                    <a:lnTo>
                      <a:pt x="210" y="54"/>
                    </a:lnTo>
                    <a:lnTo>
                      <a:pt x="210" y="54"/>
                    </a:lnTo>
                    <a:lnTo>
                      <a:pt x="210" y="54"/>
                    </a:lnTo>
                    <a:lnTo>
                      <a:pt x="210" y="54"/>
                    </a:lnTo>
                    <a:lnTo>
                      <a:pt x="210" y="54"/>
                    </a:lnTo>
                    <a:lnTo>
                      <a:pt x="210" y="54"/>
                    </a:lnTo>
                    <a:lnTo>
                      <a:pt x="216" y="54"/>
                    </a:lnTo>
                    <a:lnTo>
                      <a:pt x="216" y="48"/>
                    </a:lnTo>
                    <a:lnTo>
                      <a:pt x="216" y="48"/>
                    </a:lnTo>
                    <a:lnTo>
                      <a:pt x="216" y="48"/>
                    </a:lnTo>
                    <a:lnTo>
                      <a:pt x="216" y="48"/>
                    </a:lnTo>
                    <a:lnTo>
                      <a:pt x="222" y="48"/>
                    </a:lnTo>
                    <a:lnTo>
                      <a:pt x="222" y="48"/>
                    </a:lnTo>
                    <a:lnTo>
                      <a:pt x="222" y="48"/>
                    </a:lnTo>
                    <a:lnTo>
                      <a:pt x="222" y="48"/>
                    </a:lnTo>
                    <a:lnTo>
                      <a:pt x="222" y="48"/>
                    </a:lnTo>
                    <a:lnTo>
                      <a:pt x="222" y="48"/>
                    </a:lnTo>
                    <a:lnTo>
                      <a:pt x="228" y="48"/>
                    </a:lnTo>
                    <a:lnTo>
                      <a:pt x="228" y="48"/>
                    </a:lnTo>
                    <a:lnTo>
                      <a:pt x="228" y="48"/>
                    </a:lnTo>
                    <a:lnTo>
                      <a:pt x="228" y="42"/>
                    </a:lnTo>
                    <a:lnTo>
                      <a:pt x="228" y="42"/>
                    </a:lnTo>
                    <a:lnTo>
                      <a:pt x="228" y="42"/>
                    </a:lnTo>
                    <a:lnTo>
                      <a:pt x="234" y="42"/>
                    </a:lnTo>
                    <a:lnTo>
                      <a:pt x="234" y="42"/>
                    </a:lnTo>
                    <a:lnTo>
                      <a:pt x="234" y="42"/>
                    </a:lnTo>
                    <a:lnTo>
                      <a:pt x="234" y="42"/>
                    </a:lnTo>
                    <a:lnTo>
                      <a:pt x="234" y="42"/>
                    </a:lnTo>
                    <a:lnTo>
                      <a:pt x="234" y="42"/>
                    </a:lnTo>
                    <a:lnTo>
                      <a:pt x="240" y="36"/>
                    </a:lnTo>
                    <a:lnTo>
                      <a:pt x="240" y="36"/>
                    </a:lnTo>
                    <a:lnTo>
                      <a:pt x="240" y="36"/>
                    </a:lnTo>
                    <a:lnTo>
                      <a:pt x="240" y="36"/>
                    </a:lnTo>
                    <a:lnTo>
                      <a:pt x="240" y="36"/>
                    </a:lnTo>
                    <a:lnTo>
                      <a:pt x="240" y="36"/>
                    </a:lnTo>
                    <a:lnTo>
                      <a:pt x="246" y="36"/>
                    </a:lnTo>
                    <a:lnTo>
                      <a:pt x="246" y="30"/>
                    </a:lnTo>
                    <a:lnTo>
                      <a:pt x="246" y="30"/>
                    </a:lnTo>
                    <a:lnTo>
                      <a:pt x="246" y="30"/>
                    </a:lnTo>
                    <a:lnTo>
                      <a:pt x="246" y="30"/>
                    </a:lnTo>
                    <a:lnTo>
                      <a:pt x="246" y="30"/>
                    </a:lnTo>
                    <a:lnTo>
                      <a:pt x="252" y="30"/>
                    </a:lnTo>
                    <a:lnTo>
                      <a:pt x="252" y="24"/>
                    </a:lnTo>
                    <a:lnTo>
                      <a:pt x="252" y="24"/>
                    </a:lnTo>
                    <a:lnTo>
                      <a:pt x="252" y="24"/>
                    </a:lnTo>
                    <a:lnTo>
                      <a:pt x="252" y="24"/>
                    </a:lnTo>
                    <a:lnTo>
                      <a:pt x="252" y="24"/>
                    </a:lnTo>
                    <a:lnTo>
                      <a:pt x="258" y="18"/>
                    </a:lnTo>
                    <a:lnTo>
                      <a:pt x="258" y="18"/>
                    </a:lnTo>
                    <a:lnTo>
                      <a:pt x="258" y="18"/>
                    </a:lnTo>
                    <a:lnTo>
                      <a:pt x="258" y="18"/>
                    </a:lnTo>
                  </a:path>
                </a:pathLst>
              </a:custGeom>
              <a:noFill/>
              <a:ln w="9525">
                <a:solidFill>
                  <a:srgbClr val="FF00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b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9" name="Freeform 46"/>
              <p:cNvSpPr/>
              <p:nvPr/>
            </p:nvSpPr>
            <p:spPr bwMode="auto">
              <a:xfrm>
                <a:off x="4353" y="1885"/>
                <a:ext cx="270" cy="805"/>
              </a:xfrm>
              <a:custGeom>
                <a:avLst/>
                <a:gdLst>
                  <a:gd name="T0" fmla="*/ 6 w 246"/>
                  <a:gd name="T1" fmla="*/ 690 h 732"/>
                  <a:gd name="T2" fmla="*/ 6 w 246"/>
                  <a:gd name="T3" fmla="*/ 684 h 732"/>
                  <a:gd name="T4" fmla="*/ 12 w 246"/>
                  <a:gd name="T5" fmla="*/ 678 h 732"/>
                  <a:gd name="T6" fmla="*/ 18 w 246"/>
                  <a:gd name="T7" fmla="*/ 672 h 732"/>
                  <a:gd name="T8" fmla="*/ 18 w 246"/>
                  <a:gd name="T9" fmla="*/ 660 h 732"/>
                  <a:gd name="T10" fmla="*/ 24 w 246"/>
                  <a:gd name="T11" fmla="*/ 654 h 732"/>
                  <a:gd name="T12" fmla="*/ 30 w 246"/>
                  <a:gd name="T13" fmla="*/ 642 h 732"/>
                  <a:gd name="T14" fmla="*/ 30 w 246"/>
                  <a:gd name="T15" fmla="*/ 630 h 732"/>
                  <a:gd name="T16" fmla="*/ 36 w 246"/>
                  <a:gd name="T17" fmla="*/ 618 h 732"/>
                  <a:gd name="T18" fmla="*/ 42 w 246"/>
                  <a:gd name="T19" fmla="*/ 606 h 732"/>
                  <a:gd name="T20" fmla="*/ 42 w 246"/>
                  <a:gd name="T21" fmla="*/ 594 h 732"/>
                  <a:gd name="T22" fmla="*/ 48 w 246"/>
                  <a:gd name="T23" fmla="*/ 576 h 732"/>
                  <a:gd name="T24" fmla="*/ 54 w 246"/>
                  <a:gd name="T25" fmla="*/ 564 h 732"/>
                  <a:gd name="T26" fmla="*/ 54 w 246"/>
                  <a:gd name="T27" fmla="*/ 546 h 732"/>
                  <a:gd name="T28" fmla="*/ 60 w 246"/>
                  <a:gd name="T29" fmla="*/ 528 h 732"/>
                  <a:gd name="T30" fmla="*/ 66 w 246"/>
                  <a:gd name="T31" fmla="*/ 510 h 732"/>
                  <a:gd name="T32" fmla="*/ 66 w 246"/>
                  <a:gd name="T33" fmla="*/ 486 h 732"/>
                  <a:gd name="T34" fmla="*/ 72 w 246"/>
                  <a:gd name="T35" fmla="*/ 462 h 732"/>
                  <a:gd name="T36" fmla="*/ 78 w 246"/>
                  <a:gd name="T37" fmla="*/ 438 h 732"/>
                  <a:gd name="T38" fmla="*/ 78 w 246"/>
                  <a:gd name="T39" fmla="*/ 414 h 732"/>
                  <a:gd name="T40" fmla="*/ 84 w 246"/>
                  <a:gd name="T41" fmla="*/ 384 h 732"/>
                  <a:gd name="T42" fmla="*/ 90 w 246"/>
                  <a:gd name="T43" fmla="*/ 360 h 732"/>
                  <a:gd name="T44" fmla="*/ 90 w 246"/>
                  <a:gd name="T45" fmla="*/ 330 h 732"/>
                  <a:gd name="T46" fmla="*/ 96 w 246"/>
                  <a:gd name="T47" fmla="*/ 294 h 732"/>
                  <a:gd name="T48" fmla="*/ 102 w 246"/>
                  <a:gd name="T49" fmla="*/ 264 h 732"/>
                  <a:gd name="T50" fmla="*/ 108 w 246"/>
                  <a:gd name="T51" fmla="*/ 228 h 732"/>
                  <a:gd name="T52" fmla="*/ 108 w 246"/>
                  <a:gd name="T53" fmla="*/ 198 h 732"/>
                  <a:gd name="T54" fmla="*/ 114 w 246"/>
                  <a:gd name="T55" fmla="*/ 162 h 732"/>
                  <a:gd name="T56" fmla="*/ 120 w 246"/>
                  <a:gd name="T57" fmla="*/ 126 h 732"/>
                  <a:gd name="T58" fmla="*/ 120 w 246"/>
                  <a:gd name="T59" fmla="*/ 96 h 732"/>
                  <a:gd name="T60" fmla="*/ 126 w 246"/>
                  <a:gd name="T61" fmla="*/ 66 h 732"/>
                  <a:gd name="T62" fmla="*/ 132 w 246"/>
                  <a:gd name="T63" fmla="*/ 36 h 732"/>
                  <a:gd name="T64" fmla="*/ 132 w 246"/>
                  <a:gd name="T65" fmla="*/ 18 h 732"/>
                  <a:gd name="T66" fmla="*/ 138 w 246"/>
                  <a:gd name="T67" fmla="*/ 6 h 732"/>
                  <a:gd name="T68" fmla="*/ 144 w 246"/>
                  <a:gd name="T69" fmla="*/ 0 h 732"/>
                  <a:gd name="T70" fmla="*/ 144 w 246"/>
                  <a:gd name="T71" fmla="*/ 6 h 732"/>
                  <a:gd name="T72" fmla="*/ 150 w 246"/>
                  <a:gd name="T73" fmla="*/ 24 h 732"/>
                  <a:gd name="T74" fmla="*/ 156 w 246"/>
                  <a:gd name="T75" fmla="*/ 66 h 732"/>
                  <a:gd name="T76" fmla="*/ 156 w 246"/>
                  <a:gd name="T77" fmla="*/ 120 h 732"/>
                  <a:gd name="T78" fmla="*/ 162 w 246"/>
                  <a:gd name="T79" fmla="*/ 198 h 732"/>
                  <a:gd name="T80" fmla="*/ 168 w 246"/>
                  <a:gd name="T81" fmla="*/ 300 h 732"/>
                  <a:gd name="T82" fmla="*/ 168 w 246"/>
                  <a:gd name="T83" fmla="*/ 414 h 732"/>
                  <a:gd name="T84" fmla="*/ 174 w 246"/>
                  <a:gd name="T85" fmla="*/ 534 h 732"/>
                  <a:gd name="T86" fmla="*/ 180 w 246"/>
                  <a:gd name="T87" fmla="*/ 642 h 732"/>
                  <a:gd name="T88" fmla="*/ 180 w 246"/>
                  <a:gd name="T89" fmla="*/ 720 h 732"/>
                  <a:gd name="T90" fmla="*/ 186 w 246"/>
                  <a:gd name="T91" fmla="*/ 726 h 732"/>
                  <a:gd name="T92" fmla="*/ 192 w 246"/>
                  <a:gd name="T93" fmla="*/ 630 h 732"/>
                  <a:gd name="T94" fmla="*/ 192 w 246"/>
                  <a:gd name="T95" fmla="*/ 426 h 732"/>
                  <a:gd name="T96" fmla="*/ 198 w 246"/>
                  <a:gd name="T97" fmla="*/ 168 h 732"/>
                  <a:gd name="T98" fmla="*/ 204 w 246"/>
                  <a:gd name="T99" fmla="*/ 0 h 732"/>
                  <a:gd name="T100" fmla="*/ 204 w 246"/>
                  <a:gd name="T101" fmla="*/ 138 h 732"/>
                  <a:gd name="T102" fmla="*/ 210 w 246"/>
                  <a:gd name="T103" fmla="*/ 570 h 732"/>
                  <a:gd name="T104" fmla="*/ 216 w 246"/>
                  <a:gd name="T105" fmla="*/ 678 h 732"/>
                  <a:gd name="T106" fmla="*/ 216 w 246"/>
                  <a:gd name="T107" fmla="*/ 66 h 732"/>
                  <a:gd name="T108" fmla="*/ 222 w 246"/>
                  <a:gd name="T109" fmla="*/ 504 h 732"/>
                  <a:gd name="T110" fmla="*/ 228 w 246"/>
                  <a:gd name="T111" fmla="*/ 120 h 732"/>
                  <a:gd name="T112" fmla="*/ 228 w 246"/>
                  <a:gd name="T113" fmla="*/ 540 h 732"/>
                  <a:gd name="T114" fmla="*/ 234 w 246"/>
                  <a:gd name="T115" fmla="*/ 30 h 732"/>
                  <a:gd name="T116" fmla="*/ 240 w 246"/>
                  <a:gd name="T117" fmla="*/ 270 h 732"/>
                  <a:gd name="T118" fmla="*/ 240 w 246"/>
                  <a:gd name="T119" fmla="*/ 732 h 732"/>
                  <a:gd name="T120" fmla="*/ 246 w 246"/>
                  <a:gd name="T121" fmla="*/ 6 h 7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46" h="732">
                    <a:moveTo>
                      <a:pt x="0" y="696"/>
                    </a:moveTo>
                    <a:lnTo>
                      <a:pt x="0" y="690"/>
                    </a:lnTo>
                    <a:lnTo>
                      <a:pt x="0" y="690"/>
                    </a:lnTo>
                    <a:lnTo>
                      <a:pt x="6" y="690"/>
                    </a:lnTo>
                    <a:lnTo>
                      <a:pt x="6" y="690"/>
                    </a:lnTo>
                    <a:lnTo>
                      <a:pt x="6" y="684"/>
                    </a:lnTo>
                    <a:lnTo>
                      <a:pt x="6" y="684"/>
                    </a:lnTo>
                    <a:lnTo>
                      <a:pt x="6" y="684"/>
                    </a:lnTo>
                    <a:lnTo>
                      <a:pt x="6" y="684"/>
                    </a:lnTo>
                    <a:lnTo>
                      <a:pt x="12" y="678"/>
                    </a:lnTo>
                    <a:lnTo>
                      <a:pt x="12" y="678"/>
                    </a:lnTo>
                    <a:lnTo>
                      <a:pt x="12" y="678"/>
                    </a:lnTo>
                    <a:lnTo>
                      <a:pt x="12" y="672"/>
                    </a:lnTo>
                    <a:lnTo>
                      <a:pt x="12" y="672"/>
                    </a:lnTo>
                    <a:lnTo>
                      <a:pt x="12" y="672"/>
                    </a:lnTo>
                    <a:lnTo>
                      <a:pt x="18" y="672"/>
                    </a:lnTo>
                    <a:lnTo>
                      <a:pt x="18" y="666"/>
                    </a:lnTo>
                    <a:lnTo>
                      <a:pt x="18" y="666"/>
                    </a:lnTo>
                    <a:lnTo>
                      <a:pt x="18" y="660"/>
                    </a:lnTo>
                    <a:lnTo>
                      <a:pt x="18" y="660"/>
                    </a:lnTo>
                    <a:lnTo>
                      <a:pt x="18" y="660"/>
                    </a:lnTo>
                    <a:lnTo>
                      <a:pt x="24" y="654"/>
                    </a:lnTo>
                    <a:lnTo>
                      <a:pt x="24" y="654"/>
                    </a:lnTo>
                    <a:lnTo>
                      <a:pt x="24" y="654"/>
                    </a:lnTo>
                    <a:lnTo>
                      <a:pt x="24" y="648"/>
                    </a:lnTo>
                    <a:lnTo>
                      <a:pt x="24" y="648"/>
                    </a:lnTo>
                    <a:lnTo>
                      <a:pt x="24" y="642"/>
                    </a:lnTo>
                    <a:lnTo>
                      <a:pt x="30" y="642"/>
                    </a:lnTo>
                    <a:lnTo>
                      <a:pt x="30" y="642"/>
                    </a:lnTo>
                    <a:lnTo>
                      <a:pt x="30" y="636"/>
                    </a:lnTo>
                    <a:lnTo>
                      <a:pt x="30" y="636"/>
                    </a:lnTo>
                    <a:lnTo>
                      <a:pt x="30" y="630"/>
                    </a:lnTo>
                    <a:lnTo>
                      <a:pt x="36" y="630"/>
                    </a:lnTo>
                    <a:lnTo>
                      <a:pt x="36" y="624"/>
                    </a:lnTo>
                    <a:lnTo>
                      <a:pt x="36" y="624"/>
                    </a:lnTo>
                    <a:lnTo>
                      <a:pt x="36" y="618"/>
                    </a:lnTo>
                    <a:lnTo>
                      <a:pt x="36" y="618"/>
                    </a:lnTo>
                    <a:lnTo>
                      <a:pt x="36" y="612"/>
                    </a:lnTo>
                    <a:lnTo>
                      <a:pt x="42" y="612"/>
                    </a:lnTo>
                    <a:lnTo>
                      <a:pt x="42" y="606"/>
                    </a:lnTo>
                    <a:lnTo>
                      <a:pt x="42" y="606"/>
                    </a:lnTo>
                    <a:lnTo>
                      <a:pt x="42" y="600"/>
                    </a:lnTo>
                    <a:lnTo>
                      <a:pt x="42" y="594"/>
                    </a:lnTo>
                    <a:lnTo>
                      <a:pt x="42" y="594"/>
                    </a:lnTo>
                    <a:lnTo>
                      <a:pt x="48" y="588"/>
                    </a:lnTo>
                    <a:lnTo>
                      <a:pt x="48" y="588"/>
                    </a:lnTo>
                    <a:lnTo>
                      <a:pt x="48" y="582"/>
                    </a:lnTo>
                    <a:lnTo>
                      <a:pt x="48" y="576"/>
                    </a:lnTo>
                    <a:lnTo>
                      <a:pt x="48" y="576"/>
                    </a:lnTo>
                    <a:lnTo>
                      <a:pt x="48" y="570"/>
                    </a:lnTo>
                    <a:lnTo>
                      <a:pt x="54" y="564"/>
                    </a:lnTo>
                    <a:lnTo>
                      <a:pt x="54" y="564"/>
                    </a:lnTo>
                    <a:lnTo>
                      <a:pt x="54" y="558"/>
                    </a:lnTo>
                    <a:lnTo>
                      <a:pt x="54" y="552"/>
                    </a:lnTo>
                    <a:lnTo>
                      <a:pt x="54" y="552"/>
                    </a:lnTo>
                    <a:lnTo>
                      <a:pt x="54" y="546"/>
                    </a:lnTo>
                    <a:lnTo>
                      <a:pt x="60" y="540"/>
                    </a:lnTo>
                    <a:lnTo>
                      <a:pt x="60" y="534"/>
                    </a:lnTo>
                    <a:lnTo>
                      <a:pt x="60" y="534"/>
                    </a:lnTo>
                    <a:lnTo>
                      <a:pt x="60" y="528"/>
                    </a:lnTo>
                    <a:lnTo>
                      <a:pt x="60" y="522"/>
                    </a:lnTo>
                    <a:lnTo>
                      <a:pt x="60" y="516"/>
                    </a:lnTo>
                    <a:lnTo>
                      <a:pt x="66" y="510"/>
                    </a:lnTo>
                    <a:lnTo>
                      <a:pt x="66" y="510"/>
                    </a:lnTo>
                    <a:lnTo>
                      <a:pt x="66" y="504"/>
                    </a:lnTo>
                    <a:lnTo>
                      <a:pt x="66" y="498"/>
                    </a:lnTo>
                    <a:lnTo>
                      <a:pt x="66" y="492"/>
                    </a:lnTo>
                    <a:lnTo>
                      <a:pt x="66" y="486"/>
                    </a:lnTo>
                    <a:lnTo>
                      <a:pt x="72" y="480"/>
                    </a:lnTo>
                    <a:lnTo>
                      <a:pt x="72" y="474"/>
                    </a:lnTo>
                    <a:lnTo>
                      <a:pt x="72" y="468"/>
                    </a:lnTo>
                    <a:lnTo>
                      <a:pt x="72" y="462"/>
                    </a:lnTo>
                    <a:lnTo>
                      <a:pt x="72" y="456"/>
                    </a:lnTo>
                    <a:lnTo>
                      <a:pt x="72" y="450"/>
                    </a:lnTo>
                    <a:lnTo>
                      <a:pt x="78" y="444"/>
                    </a:lnTo>
                    <a:lnTo>
                      <a:pt x="78" y="438"/>
                    </a:lnTo>
                    <a:lnTo>
                      <a:pt x="78" y="432"/>
                    </a:lnTo>
                    <a:lnTo>
                      <a:pt x="78" y="426"/>
                    </a:lnTo>
                    <a:lnTo>
                      <a:pt x="78" y="420"/>
                    </a:lnTo>
                    <a:lnTo>
                      <a:pt x="78" y="414"/>
                    </a:lnTo>
                    <a:lnTo>
                      <a:pt x="84" y="408"/>
                    </a:lnTo>
                    <a:lnTo>
                      <a:pt x="84" y="402"/>
                    </a:lnTo>
                    <a:lnTo>
                      <a:pt x="84" y="396"/>
                    </a:lnTo>
                    <a:lnTo>
                      <a:pt x="84" y="384"/>
                    </a:lnTo>
                    <a:lnTo>
                      <a:pt x="84" y="378"/>
                    </a:lnTo>
                    <a:lnTo>
                      <a:pt x="84" y="372"/>
                    </a:lnTo>
                    <a:lnTo>
                      <a:pt x="90" y="366"/>
                    </a:lnTo>
                    <a:lnTo>
                      <a:pt x="90" y="360"/>
                    </a:lnTo>
                    <a:lnTo>
                      <a:pt x="90" y="348"/>
                    </a:lnTo>
                    <a:lnTo>
                      <a:pt x="90" y="342"/>
                    </a:lnTo>
                    <a:lnTo>
                      <a:pt x="90" y="336"/>
                    </a:lnTo>
                    <a:lnTo>
                      <a:pt x="90" y="330"/>
                    </a:lnTo>
                    <a:lnTo>
                      <a:pt x="96" y="318"/>
                    </a:lnTo>
                    <a:lnTo>
                      <a:pt x="96" y="312"/>
                    </a:lnTo>
                    <a:lnTo>
                      <a:pt x="96" y="306"/>
                    </a:lnTo>
                    <a:lnTo>
                      <a:pt x="96" y="294"/>
                    </a:lnTo>
                    <a:lnTo>
                      <a:pt x="96" y="288"/>
                    </a:lnTo>
                    <a:lnTo>
                      <a:pt x="96" y="282"/>
                    </a:lnTo>
                    <a:lnTo>
                      <a:pt x="102" y="270"/>
                    </a:lnTo>
                    <a:lnTo>
                      <a:pt x="102" y="264"/>
                    </a:lnTo>
                    <a:lnTo>
                      <a:pt x="102" y="252"/>
                    </a:lnTo>
                    <a:lnTo>
                      <a:pt x="102" y="246"/>
                    </a:lnTo>
                    <a:lnTo>
                      <a:pt x="102" y="240"/>
                    </a:lnTo>
                    <a:lnTo>
                      <a:pt x="108" y="228"/>
                    </a:lnTo>
                    <a:lnTo>
                      <a:pt x="108" y="222"/>
                    </a:lnTo>
                    <a:lnTo>
                      <a:pt x="108" y="210"/>
                    </a:lnTo>
                    <a:lnTo>
                      <a:pt x="108" y="204"/>
                    </a:lnTo>
                    <a:lnTo>
                      <a:pt x="108" y="198"/>
                    </a:lnTo>
                    <a:lnTo>
                      <a:pt x="108" y="186"/>
                    </a:lnTo>
                    <a:lnTo>
                      <a:pt x="114" y="180"/>
                    </a:lnTo>
                    <a:lnTo>
                      <a:pt x="114" y="168"/>
                    </a:lnTo>
                    <a:lnTo>
                      <a:pt x="114" y="162"/>
                    </a:lnTo>
                    <a:lnTo>
                      <a:pt x="114" y="150"/>
                    </a:lnTo>
                    <a:lnTo>
                      <a:pt x="114" y="144"/>
                    </a:lnTo>
                    <a:lnTo>
                      <a:pt x="114" y="138"/>
                    </a:lnTo>
                    <a:lnTo>
                      <a:pt x="120" y="126"/>
                    </a:lnTo>
                    <a:lnTo>
                      <a:pt x="120" y="120"/>
                    </a:lnTo>
                    <a:lnTo>
                      <a:pt x="120" y="114"/>
                    </a:lnTo>
                    <a:lnTo>
                      <a:pt x="120" y="102"/>
                    </a:lnTo>
                    <a:lnTo>
                      <a:pt x="120" y="96"/>
                    </a:lnTo>
                    <a:lnTo>
                      <a:pt x="120" y="90"/>
                    </a:lnTo>
                    <a:lnTo>
                      <a:pt x="126" y="78"/>
                    </a:lnTo>
                    <a:lnTo>
                      <a:pt x="126" y="72"/>
                    </a:lnTo>
                    <a:lnTo>
                      <a:pt x="126" y="66"/>
                    </a:lnTo>
                    <a:lnTo>
                      <a:pt x="126" y="60"/>
                    </a:lnTo>
                    <a:lnTo>
                      <a:pt x="126" y="54"/>
                    </a:lnTo>
                    <a:lnTo>
                      <a:pt x="126" y="42"/>
                    </a:lnTo>
                    <a:lnTo>
                      <a:pt x="132" y="36"/>
                    </a:lnTo>
                    <a:lnTo>
                      <a:pt x="132" y="30"/>
                    </a:lnTo>
                    <a:lnTo>
                      <a:pt x="132" y="30"/>
                    </a:lnTo>
                    <a:lnTo>
                      <a:pt x="132" y="24"/>
                    </a:lnTo>
                    <a:lnTo>
                      <a:pt x="132" y="18"/>
                    </a:lnTo>
                    <a:lnTo>
                      <a:pt x="132" y="12"/>
                    </a:lnTo>
                    <a:lnTo>
                      <a:pt x="138" y="12"/>
                    </a:lnTo>
                    <a:lnTo>
                      <a:pt x="138" y="6"/>
                    </a:lnTo>
                    <a:lnTo>
                      <a:pt x="138" y="6"/>
                    </a:lnTo>
                    <a:lnTo>
                      <a:pt x="138" y="0"/>
                    </a:lnTo>
                    <a:lnTo>
                      <a:pt x="138" y="0"/>
                    </a:lnTo>
                    <a:lnTo>
                      <a:pt x="138" y="0"/>
                    </a:lnTo>
                    <a:lnTo>
                      <a:pt x="144" y="0"/>
                    </a:lnTo>
                    <a:lnTo>
                      <a:pt x="144" y="0"/>
                    </a:lnTo>
                    <a:lnTo>
                      <a:pt x="144" y="0"/>
                    </a:lnTo>
                    <a:lnTo>
                      <a:pt x="144" y="0"/>
                    </a:lnTo>
                    <a:lnTo>
                      <a:pt x="144" y="6"/>
                    </a:lnTo>
                    <a:lnTo>
                      <a:pt x="144" y="6"/>
                    </a:lnTo>
                    <a:lnTo>
                      <a:pt x="150" y="12"/>
                    </a:lnTo>
                    <a:lnTo>
                      <a:pt x="150" y="18"/>
                    </a:lnTo>
                    <a:lnTo>
                      <a:pt x="150" y="24"/>
                    </a:lnTo>
                    <a:lnTo>
                      <a:pt x="150" y="36"/>
                    </a:lnTo>
                    <a:lnTo>
                      <a:pt x="150" y="42"/>
                    </a:lnTo>
                    <a:lnTo>
                      <a:pt x="150" y="54"/>
                    </a:lnTo>
                    <a:lnTo>
                      <a:pt x="156" y="66"/>
                    </a:lnTo>
                    <a:lnTo>
                      <a:pt x="156" y="78"/>
                    </a:lnTo>
                    <a:lnTo>
                      <a:pt x="156" y="90"/>
                    </a:lnTo>
                    <a:lnTo>
                      <a:pt x="156" y="102"/>
                    </a:lnTo>
                    <a:lnTo>
                      <a:pt x="156" y="120"/>
                    </a:lnTo>
                    <a:lnTo>
                      <a:pt x="156" y="138"/>
                    </a:lnTo>
                    <a:lnTo>
                      <a:pt x="162" y="156"/>
                    </a:lnTo>
                    <a:lnTo>
                      <a:pt x="162" y="180"/>
                    </a:lnTo>
                    <a:lnTo>
                      <a:pt x="162" y="198"/>
                    </a:lnTo>
                    <a:lnTo>
                      <a:pt x="162" y="222"/>
                    </a:lnTo>
                    <a:lnTo>
                      <a:pt x="162" y="246"/>
                    </a:lnTo>
                    <a:lnTo>
                      <a:pt x="162" y="270"/>
                    </a:lnTo>
                    <a:lnTo>
                      <a:pt x="168" y="300"/>
                    </a:lnTo>
                    <a:lnTo>
                      <a:pt x="168" y="324"/>
                    </a:lnTo>
                    <a:lnTo>
                      <a:pt x="168" y="354"/>
                    </a:lnTo>
                    <a:lnTo>
                      <a:pt x="168" y="384"/>
                    </a:lnTo>
                    <a:lnTo>
                      <a:pt x="168" y="414"/>
                    </a:lnTo>
                    <a:lnTo>
                      <a:pt x="168" y="444"/>
                    </a:lnTo>
                    <a:lnTo>
                      <a:pt x="174" y="474"/>
                    </a:lnTo>
                    <a:lnTo>
                      <a:pt x="174" y="504"/>
                    </a:lnTo>
                    <a:lnTo>
                      <a:pt x="174" y="534"/>
                    </a:lnTo>
                    <a:lnTo>
                      <a:pt x="174" y="564"/>
                    </a:lnTo>
                    <a:lnTo>
                      <a:pt x="174" y="594"/>
                    </a:lnTo>
                    <a:lnTo>
                      <a:pt x="180" y="618"/>
                    </a:lnTo>
                    <a:lnTo>
                      <a:pt x="180" y="642"/>
                    </a:lnTo>
                    <a:lnTo>
                      <a:pt x="180" y="666"/>
                    </a:lnTo>
                    <a:lnTo>
                      <a:pt x="180" y="690"/>
                    </a:lnTo>
                    <a:lnTo>
                      <a:pt x="180" y="708"/>
                    </a:lnTo>
                    <a:lnTo>
                      <a:pt x="180" y="720"/>
                    </a:lnTo>
                    <a:lnTo>
                      <a:pt x="186" y="732"/>
                    </a:lnTo>
                    <a:lnTo>
                      <a:pt x="186" y="732"/>
                    </a:lnTo>
                    <a:lnTo>
                      <a:pt x="186" y="732"/>
                    </a:lnTo>
                    <a:lnTo>
                      <a:pt x="186" y="726"/>
                    </a:lnTo>
                    <a:lnTo>
                      <a:pt x="186" y="714"/>
                    </a:lnTo>
                    <a:lnTo>
                      <a:pt x="186" y="690"/>
                    </a:lnTo>
                    <a:lnTo>
                      <a:pt x="192" y="666"/>
                    </a:lnTo>
                    <a:lnTo>
                      <a:pt x="192" y="630"/>
                    </a:lnTo>
                    <a:lnTo>
                      <a:pt x="192" y="588"/>
                    </a:lnTo>
                    <a:lnTo>
                      <a:pt x="192" y="540"/>
                    </a:lnTo>
                    <a:lnTo>
                      <a:pt x="192" y="486"/>
                    </a:lnTo>
                    <a:lnTo>
                      <a:pt x="192" y="426"/>
                    </a:lnTo>
                    <a:lnTo>
                      <a:pt x="198" y="360"/>
                    </a:lnTo>
                    <a:lnTo>
                      <a:pt x="198" y="294"/>
                    </a:lnTo>
                    <a:lnTo>
                      <a:pt x="198" y="228"/>
                    </a:lnTo>
                    <a:lnTo>
                      <a:pt x="198" y="168"/>
                    </a:lnTo>
                    <a:lnTo>
                      <a:pt x="198" y="108"/>
                    </a:lnTo>
                    <a:lnTo>
                      <a:pt x="198" y="60"/>
                    </a:lnTo>
                    <a:lnTo>
                      <a:pt x="204" y="24"/>
                    </a:lnTo>
                    <a:lnTo>
                      <a:pt x="204" y="0"/>
                    </a:lnTo>
                    <a:lnTo>
                      <a:pt x="204" y="0"/>
                    </a:lnTo>
                    <a:lnTo>
                      <a:pt x="204" y="24"/>
                    </a:lnTo>
                    <a:lnTo>
                      <a:pt x="204" y="72"/>
                    </a:lnTo>
                    <a:lnTo>
                      <a:pt x="204" y="138"/>
                    </a:lnTo>
                    <a:lnTo>
                      <a:pt x="210" y="234"/>
                    </a:lnTo>
                    <a:lnTo>
                      <a:pt x="210" y="342"/>
                    </a:lnTo>
                    <a:lnTo>
                      <a:pt x="210" y="456"/>
                    </a:lnTo>
                    <a:lnTo>
                      <a:pt x="210" y="570"/>
                    </a:lnTo>
                    <a:lnTo>
                      <a:pt x="210" y="666"/>
                    </a:lnTo>
                    <a:lnTo>
                      <a:pt x="210" y="720"/>
                    </a:lnTo>
                    <a:lnTo>
                      <a:pt x="216" y="732"/>
                    </a:lnTo>
                    <a:lnTo>
                      <a:pt x="216" y="678"/>
                    </a:lnTo>
                    <a:lnTo>
                      <a:pt x="216" y="558"/>
                    </a:lnTo>
                    <a:lnTo>
                      <a:pt x="216" y="396"/>
                    </a:lnTo>
                    <a:lnTo>
                      <a:pt x="216" y="216"/>
                    </a:lnTo>
                    <a:lnTo>
                      <a:pt x="216" y="66"/>
                    </a:lnTo>
                    <a:lnTo>
                      <a:pt x="222" y="0"/>
                    </a:lnTo>
                    <a:lnTo>
                      <a:pt x="222" y="60"/>
                    </a:lnTo>
                    <a:lnTo>
                      <a:pt x="222" y="246"/>
                    </a:lnTo>
                    <a:lnTo>
                      <a:pt x="222" y="504"/>
                    </a:lnTo>
                    <a:lnTo>
                      <a:pt x="222" y="702"/>
                    </a:lnTo>
                    <a:lnTo>
                      <a:pt x="222" y="702"/>
                    </a:lnTo>
                    <a:lnTo>
                      <a:pt x="228" y="456"/>
                    </a:lnTo>
                    <a:lnTo>
                      <a:pt x="228" y="120"/>
                    </a:lnTo>
                    <a:lnTo>
                      <a:pt x="228" y="12"/>
                    </a:lnTo>
                    <a:lnTo>
                      <a:pt x="228" y="318"/>
                    </a:lnTo>
                    <a:lnTo>
                      <a:pt x="228" y="708"/>
                    </a:lnTo>
                    <a:lnTo>
                      <a:pt x="228" y="540"/>
                    </a:lnTo>
                    <a:lnTo>
                      <a:pt x="234" y="30"/>
                    </a:lnTo>
                    <a:lnTo>
                      <a:pt x="234" y="306"/>
                    </a:lnTo>
                    <a:lnTo>
                      <a:pt x="234" y="714"/>
                    </a:lnTo>
                    <a:lnTo>
                      <a:pt x="234" y="30"/>
                    </a:lnTo>
                    <a:lnTo>
                      <a:pt x="234" y="618"/>
                    </a:lnTo>
                    <a:lnTo>
                      <a:pt x="234" y="96"/>
                    </a:lnTo>
                    <a:lnTo>
                      <a:pt x="240" y="732"/>
                    </a:lnTo>
                    <a:lnTo>
                      <a:pt x="240" y="270"/>
                    </a:lnTo>
                    <a:lnTo>
                      <a:pt x="240" y="60"/>
                    </a:lnTo>
                    <a:lnTo>
                      <a:pt x="240" y="246"/>
                    </a:lnTo>
                    <a:lnTo>
                      <a:pt x="240" y="636"/>
                    </a:lnTo>
                    <a:lnTo>
                      <a:pt x="240" y="732"/>
                    </a:lnTo>
                    <a:lnTo>
                      <a:pt x="246" y="180"/>
                    </a:lnTo>
                    <a:lnTo>
                      <a:pt x="246" y="138"/>
                    </a:lnTo>
                    <a:lnTo>
                      <a:pt x="246" y="306"/>
                    </a:lnTo>
                    <a:lnTo>
                      <a:pt x="246" y="6"/>
                    </a:lnTo>
                    <a:lnTo>
                      <a:pt x="246" y="192"/>
                    </a:lnTo>
                  </a:path>
                </a:pathLst>
              </a:custGeom>
              <a:noFill/>
              <a:ln w="9525">
                <a:solidFill>
                  <a:srgbClr val="FF00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b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0" name="Freeform 47"/>
              <p:cNvSpPr/>
              <p:nvPr/>
            </p:nvSpPr>
            <p:spPr bwMode="auto">
              <a:xfrm>
                <a:off x="4630" y="1885"/>
                <a:ext cx="283" cy="805"/>
              </a:xfrm>
              <a:custGeom>
                <a:avLst/>
                <a:gdLst>
                  <a:gd name="T0" fmla="*/ 0 w 258"/>
                  <a:gd name="T1" fmla="*/ 552 h 732"/>
                  <a:gd name="T2" fmla="*/ 6 w 258"/>
                  <a:gd name="T3" fmla="*/ 462 h 732"/>
                  <a:gd name="T4" fmla="*/ 12 w 258"/>
                  <a:gd name="T5" fmla="*/ 18 h 732"/>
                  <a:gd name="T6" fmla="*/ 18 w 258"/>
                  <a:gd name="T7" fmla="*/ 414 h 732"/>
                  <a:gd name="T8" fmla="*/ 24 w 258"/>
                  <a:gd name="T9" fmla="*/ 30 h 732"/>
                  <a:gd name="T10" fmla="*/ 30 w 258"/>
                  <a:gd name="T11" fmla="*/ 666 h 732"/>
                  <a:gd name="T12" fmla="*/ 30 w 258"/>
                  <a:gd name="T13" fmla="*/ 0 h 732"/>
                  <a:gd name="T14" fmla="*/ 36 w 258"/>
                  <a:gd name="T15" fmla="*/ 390 h 732"/>
                  <a:gd name="T16" fmla="*/ 42 w 258"/>
                  <a:gd name="T17" fmla="*/ 732 h 732"/>
                  <a:gd name="T18" fmla="*/ 48 w 258"/>
                  <a:gd name="T19" fmla="*/ 564 h 732"/>
                  <a:gd name="T20" fmla="*/ 54 w 258"/>
                  <a:gd name="T21" fmla="*/ 246 h 732"/>
                  <a:gd name="T22" fmla="*/ 60 w 258"/>
                  <a:gd name="T23" fmla="*/ 42 h 732"/>
                  <a:gd name="T24" fmla="*/ 60 w 258"/>
                  <a:gd name="T25" fmla="*/ 0 h 732"/>
                  <a:gd name="T26" fmla="*/ 66 w 258"/>
                  <a:gd name="T27" fmla="*/ 90 h 732"/>
                  <a:gd name="T28" fmla="*/ 72 w 258"/>
                  <a:gd name="T29" fmla="*/ 228 h 732"/>
                  <a:gd name="T30" fmla="*/ 78 w 258"/>
                  <a:gd name="T31" fmla="*/ 378 h 732"/>
                  <a:gd name="T32" fmla="*/ 84 w 258"/>
                  <a:gd name="T33" fmla="*/ 510 h 732"/>
                  <a:gd name="T34" fmla="*/ 90 w 258"/>
                  <a:gd name="T35" fmla="*/ 612 h 732"/>
                  <a:gd name="T36" fmla="*/ 96 w 258"/>
                  <a:gd name="T37" fmla="*/ 678 h 732"/>
                  <a:gd name="T38" fmla="*/ 96 w 258"/>
                  <a:gd name="T39" fmla="*/ 720 h 732"/>
                  <a:gd name="T40" fmla="*/ 102 w 258"/>
                  <a:gd name="T41" fmla="*/ 732 h 732"/>
                  <a:gd name="T42" fmla="*/ 108 w 258"/>
                  <a:gd name="T43" fmla="*/ 726 h 732"/>
                  <a:gd name="T44" fmla="*/ 114 w 258"/>
                  <a:gd name="T45" fmla="*/ 708 h 732"/>
                  <a:gd name="T46" fmla="*/ 120 w 258"/>
                  <a:gd name="T47" fmla="*/ 678 h 732"/>
                  <a:gd name="T48" fmla="*/ 126 w 258"/>
                  <a:gd name="T49" fmla="*/ 642 h 732"/>
                  <a:gd name="T50" fmla="*/ 126 w 258"/>
                  <a:gd name="T51" fmla="*/ 606 h 732"/>
                  <a:gd name="T52" fmla="*/ 132 w 258"/>
                  <a:gd name="T53" fmla="*/ 564 h 732"/>
                  <a:gd name="T54" fmla="*/ 138 w 258"/>
                  <a:gd name="T55" fmla="*/ 522 h 732"/>
                  <a:gd name="T56" fmla="*/ 144 w 258"/>
                  <a:gd name="T57" fmla="*/ 480 h 732"/>
                  <a:gd name="T58" fmla="*/ 150 w 258"/>
                  <a:gd name="T59" fmla="*/ 438 h 732"/>
                  <a:gd name="T60" fmla="*/ 156 w 258"/>
                  <a:gd name="T61" fmla="*/ 396 h 732"/>
                  <a:gd name="T62" fmla="*/ 162 w 258"/>
                  <a:gd name="T63" fmla="*/ 360 h 732"/>
                  <a:gd name="T64" fmla="*/ 162 w 258"/>
                  <a:gd name="T65" fmla="*/ 324 h 732"/>
                  <a:gd name="T66" fmla="*/ 168 w 258"/>
                  <a:gd name="T67" fmla="*/ 294 h 732"/>
                  <a:gd name="T68" fmla="*/ 174 w 258"/>
                  <a:gd name="T69" fmla="*/ 264 h 732"/>
                  <a:gd name="T70" fmla="*/ 180 w 258"/>
                  <a:gd name="T71" fmla="*/ 234 h 732"/>
                  <a:gd name="T72" fmla="*/ 186 w 258"/>
                  <a:gd name="T73" fmla="*/ 210 h 732"/>
                  <a:gd name="T74" fmla="*/ 192 w 258"/>
                  <a:gd name="T75" fmla="*/ 186 h 732"/>
                  <a:gd name="T76" fmla="*/ 192 w 258"/>
                  <a:gd name="T77" fmla="*/ 168 h 732"/>
                  <a:gd name="T78" fmla="*/ 198 w 258"/>
                  <a:gd name="T79" fmla="*/ 144 h 732"/>
                  <a:gd name="T80" fmla="*/ 204 w 258"/>
                  <a:gd name="T81" fmla="*/ 126 h 732"/>
                  <a:gd name="T82" fmla="*/ 210 w 258"/>
                  <a:gd name="T83" fmla="*/ 114 h 732"/>
                  <a:gd name="T84" fmla="*/ 216 w 258"/>
                  <a:gd name="T85" fmla="*/ 96 h 732"/>
                  <a:gd name="T86" fmla="*/ 222 w 258"/>
                  <a:gd name="T87" fmla="*/ 84 h 732"/>
                  <a:gd name="T88" fmla="*/ 228 w 258"/>
                  <a:gd name="T89" fmla="*/ 72 h 732"/>
                  <a:gd name="T90" fmla="*/ 228 w 258"/>
                  <a:gd name="T91" fmla="*/ 60 h 732"/>
                  <a:gd name="T92" fmla="*/ 234 w 258"/>
                  <a:gd name="T93" fmla="*/ 54 h 732"/>
                  <a:gd name="T94" fmla="*/ 240 w 258"/>
                  <a:gd name="T95" fmla="*/ 48 h 732"/>
                  <a:gd name="T96" fmla="*/ 246 w 258"/>
                  <a:gd name="T97" fmla="*/ 36 h 732"/>
                  <a:gd name="T98" fmla="*/ 252 w 258"/>
                  <a:gd name="T99" fmla="*/ 30 h 732"/>
                  <a:gd name="T100" fmla="*/ 258 w 258"/>
                  <a:gd name="T101" fmla="*/ 24 h 7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258" h="732">
                    <a:moveTo>
                      <a:pt x="0" y="540"/>
                    </a:moveTo>
                    <a:lnTo>
                      <a:pt x="0" y="726"/>
                    </a:lnTo>
                    <a:lnTo>
                      <a:pt x="0" y="426"/>
                    </a:lnTo>
                    <a:lnTo>
                      <a:pt x="0" y="594"/>
                    </a:lnTo>
                    <a:lnTo>
                      <a:pt x="0" y="552"/>
                    </a:lnTo>
                    <a:lnTo>
                      <a:pt x="6" y="0"/>
                    </a:lnTo>
                    <a:lnTo>
                      <a:pt x="6" y="96"/>
                    </a:lnTo>
                    <a:lnTo>
                      <a:pt x="6" y="486"/>
                    </a:lnTo>
                    <a:lnTo>
                      <a:pt x="6" y="672"/>
                    </a:lnTo>
                    <a:lnTo>
                      <a:pt x="6" y="462"/>
                    </a:lnTo>
                    <a:lnTo>
                      <a:pt x="6" y="0"/>
                    </a:lnTo>
                    <a:lnTo>
                      <a:pt x="12" y="636"/>
                    </a:lnTo>
                    <a:lnTo>
                      <a:pt x="12" y="114"/>
                    </a:lnTo>
                    <a:lnTo>
                      <a:pt x="12" y="702"/>
                    </a:lnTo>
                    <a:lnTo>
                      <a:pt x="12" y="18"/>
                    </a:lnTo>
                    <a:lnTo>
                      <a:pt x="12" y="426"/>
                    </a:lnTo>
                    <a:lnTo>
                      <a:pt x="12" y="702"/>
                    </a:lnTo>
                    <a:lnTo>
                      <a:pt x="18" y="192"/>
                    </a:lnTo>
                    <a:lnTo>
                      <a:pt x="18" y="24"/>
                    </a:lnTo>
                    <a:lnTo>
                      <a:pt x="18" y="414"/>
                    </a:lnTo>
                    <a:lnTo>
                      <a:pt x="18" y="720"/>
                    </a:lnTo>
                    <a:lnTo>
                      <a:pt x="18" y="612"/>
                    </a:lnTo>
                    <a:lnTo>
                      <a:pt x="18" y="276"/>
                    </a:lnTo>
                    <a:lnTo>
                      <a:pt x="24" y="30"/>
                    </a:lnTo>
                    <a:lnTo>
                      <a:pt x="24" y="30"/>
                    </a:lnTo>
                    <a:lnTo>
                      <a:pt x="24" y="228"/>
                    </a:lnTo>
                    <a:lnTo>
                      <a:pt x="24" y="486"/>
                    </a:lnTo>
                    <a:lnTo>
                      <a:pt x="24" y="672"/>
                    </a:lnTo>
                    <a:lnTo>
                      <a:pt x="24" y="732"/>
                    </a:lnTo>
                    <a:lnTo>
                      <a:pt x="30" y="666"/>
                    </a:lnTo>
                    <a:lnTo>
                      <a:pt x="30" y="516"/>
                    </a:lnTo>
                    <a:lnTo>
                      <a:pt x="30" y="336"/>
                    </a:lnTo>
                    <a:lnTo>
                      <a:pt x="30" y="174"/>
                    </a:lnTo>
                    <a:lnTo>
                      <a:pt x="30" y="54"/>
                    </a:lnTo>
                    <a:lnTo>
                      <a:pt x="30" y="0"/>
                    </a:lnTo>
                    <a:lnTo>
                      <a:pt x="36" y="12"/>
                    </a:lnTo>
                    <a:lnTo>
                      <a:pt x="36" y="66"/>
                    </a:lnTo>
                    <a:lnTo>
                      <a:pt x="36" y="162"/>
                    </a:lnTo>
                    <a:lnTo>
                      <a:pt x="36" y="276"/>
                    </a:lnTo>
                    <a:lnTo>
                      <a:pt x="36" y="390"/>
                    </a:lnTo>
                    <a:lnTo>
                      <a:pt x="36" y="498"/>
                    </a:lnTo>
                    <a:lnTo>
                      <a:pt x="42" y="594"/>
                    </a:lnTo>
                    <a:lnTo>
                      <a:pt x="42" y="660"/>
                    </a:lnTo>
                    <a:lnTo>
                      <a:pt x="42" y="708"/>
                    </a:lnTo>
                    <a:lnTo>
                      <a:pt x="42" y="732"/>
                    </a:lnTo>
                    <a:lnTo>
                      <a:pt x="42" y="732"/>
                    </a:lnTo>
                    <a:lnTo>
                      <a:pt x="42" y="708"/>
                    </a:lnTo>
                    <a:lnTo>
                      <a:pt x="48" y="672"/>
                    </a:lnTo>
                    <a:lnTo>
                      <a:pt x="48" y="624"/>
                    </a:lnTo>
                    <a:lnTo>
                      <a:pt x="48" y="564"/>
                    </a:lnTo>
                    <a:lnTo>
                      <a:pt x="48" y="504"/>
                    </a:lnTo>
                    <a:lnTo>
                      <a:pt x="48" y="438"/>
                    </a:lnTo>
                    <a:lnTo>
                      <a:pt x="48" y="372"/>
                    </a:lnTo>
                    <a:lnTo>
                      <a:pt x="54" y="306"/>
                    </a:lnTo>
                    <a:lnTo>
                      <a:pt x="54" y="246"/>
                    </a:lnTo>
                    <a:lnTo>
                      <a:pt x="54" y="192"/>
                    </a:lnTo>
                    <a:lnTo>
                      <a:pt x="54" y="144"/>
                    </a:lnTo>
                    <a:lnTo>
                      <a:pt x="54" y="102"/>
                    </a:lnTo>
                    <a:lnTo>
                      <a:pt x="54" y="66"/>
                    </a:lnTo>
                    <a:lnTo>
                      <a:pt x="60" y="42"/>
                    </a:lnTo>
                    <a:lnTo>
                      <a:pt x="60" y="18"/>
                    </a:lnTo>
                    <a:lnTo>
                      <a:pt x="60" y="6"/>
                    </a:lnTo>
                    <a:lnTo>
                      <a:pt x="60" y="0"/>
                    </a:lnTo>
                    <a:lnTo>
                      <a:pt x="60" y="0"/>
                    </a:lnTo>
                    <a:lnTo>
                      <a:pt x="60" y="0"/>
                    </a:lnTo>
                    <a:lnTo>
                      <a:pt x="66" y="12"/>
                    </a:lnTo>
                    <a:lnTo>
                      <a:pt x="66" y="24"/>
                    </a:lnTo>
                    <a:lnTo>
                      <a:pt x="66" y="42"/>
                    </a:lnTo>
                    <a:lnTo>
                      <a:pt x="66" y="66"/>
                    </a:lnTo>
                    <a:lnTo>
                      <a:pt x="66" y="90"/>
                    </a:lnTo>
                    <a:lnTo>
                      <a:pt x="66" y="114"/>
                    </a:lnTo>
                    <a:lnTo>
                      <a:pt x="72" y="138"/>
                    </a:lnTo>
                    <a:lnTo>
                      <a:pt x="72" y="168"/>
                    </a:lnTo>
                    <a:lnTo>
                      <a:pt x="72" y="198"/>
                    </a:lnTo>
                    <a:lnTo>
                      <a:pt x="72" y="228"/>
                    </a:lnTo>
                    <a:lnTo>
                      <a:pt x="72" y="258"/>
                    </a:lnTo>
                    <a:lnTo>
                      <a:pt x="78" y="288"/>
                    </a:lnTo>
                    <a:lnTo>
                      <a:pt x="78" y="318"/>
                    </a:lnTo>
                    <a:lnTo>
                      <a:pt x="78" y="348"/>
                    </a:lnTo>
                    <a:lnTo>
                      <a:pt x="78" y="378"/>
                    </a:lnTo>
                    <a:lnTo>
                      <a:pt x="78" y="408"/>
                    </a:lnTo>
                    <a:lnTo>
                      <a:pt x="78" y="432"/>
                    </a:lnTo>
                    <a:lnTo>
                      <a:pt x="84" y="462"/>
                    </a:lnTo>
                    <a:lnTo>
                      <a:pt x="84" y="486"/>
                    </a:lnTo>
                    <a:lnTo>
                      <a:pt x="84" y="510"/>
                    </a:lnTo>
                    <a:lnTo>
                      <a:pt x="84" y="534"/>
                    </a:lnTo>
                    <a:lnTo>
                      <a:pt x="84" y="552"/>
                    </a:lnTo>
                    <a:lnTo>
                      <a:pt x="84" y="576"/>
                    </a:lnTo>
                    <a:lnTo>
                      <a:pt x="90" y="594"/>
                    </a:lnTo>
                    <a:lnTo>
                      <a:pt x="90" y="612"/>
                    </a:lnTo>
                    <a:lnTo>
                      <a:pt x="90" y="630"/>
                    </a:lnTo>
                    <a:lnTo>
                      <a:pt x="90" y="642"/>
                    </a:lnTo>
                    <a:lnTo>
                      <a:pt x="90" y="654"/>
                    </a:lnTo>
                    <a:lnTo>
                      <a:pt x="90" y="666"/>
                    </a:lnTo>
                    <a:lnTo>
                      <a:pt x="96" y="678"/>
                    </a:lnTo>
                    <a:lnTo>
                      <a:pt x="96" y="690"/>
                    </a:lnTo>
                    <a:lnTo>
                      <a:pt x="96" y="696"/>
                    </a:lnTo>
                    <a:lnTo>
                      <a:pt x="96" y="708"/>
                    </a:lnTo>
                    <a:lnTo>
                      <a:pt x="96" y="714"/>
                    </a:lnTo>
                    <a:lnTo>
                      <a:pt x="96" y="720"/>
                    </a:lnTo>
                    <a:lnTo>
                      <a:pt x="102" y="726"/>
                    </a:lnTo>
                    <a:lnTo>
                      <a:pt x="102" y="726"/>
                    </a:lnTo>
                    <a:lnTo>
                      <a:pt x="102" y="732"/>
                    </a:lnTo>
                    <a:lnTo>
                      <a:pt x="102" y="732"/>
                    </a:lnTo>
                    <a:lnTo>
                      <a:pt x="102" y="732"/>
                    </a:lnTo>
                    <a:lnTo>
                      <a:pt x="102" y="732"/>
                    </a:lnTo>
                    <a:lnTo>
                      <a:pt x="108" y="732"/>
                    </a:lnTo>
                    <a:lnTo>
                      <a:pt x="108" y="732"/>
                    </a:lnTo>
                    <a:lnTo>
                      <a:pt x="108" y="732"/>
                    </a:lnTo>
                    <a:lnTo>
                      <a:pt x="108" y="726"/>
                    </a:lnTo>
                    <a:lnTo>
                      <a:pt x="108" y="726"/>
                    </a:lnTo>
                    <a:lnTo>
                      <a:pt x="108" y="720"/>
                    </a:lnTo>
                    <a:lnTo>
                      <a:pt x="114" y="720"/>
                    </a:lnTo>
                    <a:lnTo>
                      <a:pt x="114" y="714"/>
                    </a:lnTo>
                    <a:lnTo>
                      <a:pt x="114" y="708"/>
                    </a:lnTo>
                    <a:lnTo>
                      <a:pt x="114" y="702"/>
                    </a:lnTo>
                    <a:lnTo>
                      <a:pt x="114" y="702"/>
                    </a:lnTo>
                    <a:lnTo>
                      <a:pt x="114" y="696"/>
                    </a:lnTo>
                    <a:lnTo>
                      <a:pt x="120" y="690"/>
                    </a:lnTo>
                    <a:lnTo>
                      <a:pt x="120" y="678"/>
                    </a:lnTo>
                    <a:lnTo>
                      <a:pt x="120" y="672"/>
                    </a:lnTo>
                    <a:lnTo>
                      <a:pt x="120" y="666"/>
                    </a:lnTo>
                    <a:lnTo>
                      <a:pt x="120" y="660"/>
                    </a:lnTo>
                    <a:lnTo>
                      <a:pt x="120" y="654"/>
                    </a:lnTo>
                    <a:lnTo>
                      <a:pt x="126" y="642"/>
                    </a:lnTo>
                    <a:lnTo>
                      <a:pt x="126" y="636"/>
                    </a:lnTo>
                    <a:lnTo>
                      <a:pt x="126" y="630"/>
                    </a:lnTo>
                    <a:lnTo>
                      <a:pt x="126" y="618"/>
                    </a:lnTo>
                    <a:lnTo>
                      <a:pt x="126" y="612"/>
                    </a:lnTo>
                    <a:lnTo>
                      <a:pt x="126" y="606"/>
                    </a:lnTo>
                    <a:lnTo>
                      <a:pt x="132" y="594"/>
                    </a:lnTo>
                    <a:lnTo>
                      <a:pt x="132" y="588"/>
                    </a:lnTo>
                    <a:lnTo>
                      <a:pt x="132" y="582"/>
                    </a:lnTo>
                    <a:lnTo>
                      <a:pt x="132" y="570"/>
                    </a:lnTo>
                    <a:lnTo>
                      <a:pt x="132" y="564"/>
                    </a:lnTo>
                    <a:lnTo>
                      <a:pt x="132" y="552"/>
                    </a:lnTo>
                    <a:lnTo>
                      <a:pt x="138" y="546"/>
                    </a:lnTo>
                    <a:lnTo>
                      <a:pt x="138" y="534"/>
                    </a:lnTo>
                    <a:lnTo>
                      <a:pt x="138" y="528"/>
                    </a:lnTo>
                    <a:lnTo>
                      <a:pt x="138" y="522"/>
                    </a:lnTo>
                    <a:lnTo>
                      <a:pt x="138" y="510"/>
                    </a:lnTo>
                    <a:lnTo>
                      <a:pt x="138" y="504"/>
                    </a:lnTo>
                    <a:lnTo>
                      <a:pt x="144" y="492"/>
                    </a:lnTo>
                    <a:lnTo>
                      <a:pt x="144" y="486"/>
                    </a:lnTo>
                    <a:lnTo>
                      <a:pt x="144" y="480"/>
                    </a:lnTo>
                    <a:lnTo>
                      <a:pt x="144" y="468"/>
                    </a:lnTo>
                    <a:lnTo>
                      <a:pt x="144" y="462"/>
                    </a:lnTo>
                    <a:lnTo>
                      <a:pt x="150" y="450"/>
                    </a:lnTo>
                    <a:lnTo>
                      <a:pt x="150" y="444"/>
                    </a:lnTo>
                    <a:lnTo>
                      <a:pt x="150" y="438"/>
                    </a:lnTo>
                    <a:lnTo>
                      <a:pt x="150" y="426"/>
                    </a:lnTo>
                    <a:lnTo>
                      <a:pt x="150" y="420"/>
                    </a:lnTo>
                    <a:lnTo>
                      <a:pt x="150" y="414"/>
                    </a:lnTo>
                    <a:lnTo>
                      <a:pt x="156" y="402"/>
                    </a:lnTo>
                    <a:lnTo>
                      <a:pt x="156" y="396"/>
                    </a:lnTo>
                    <a:lnTo>
                      <a:pt x="156" y="390"/>
                    </a:lnTo>
                    <a:lnTo>
                      <a:pt x="156" y="384"/>
                    </a:lnTo>
                    <a:lnTo>
                      <a:pt x="156" y="372"/>
                    </a:lnTo>
                    <a:lnTo>
                      <a:pt x="156" y="366"/>
                    </a:lnTo>
                    <a:lnTo>
                      <a:pt x="162" y="360"/>
                    </a:lnTo>
                    <a:lnTo>
                      <a:pt x="162" y="354"/>
                    </a:lnTo>
                    <a:lnTo>
                      <a:pt x="162" y="348"/>
                    </a:lnTo>
                    <a:lnTo>
                      <a:pt x="162" y="336"/>
                    </a:lnTo>
                    <a:lnTo>
                      <a:pt x="162" y="330"/>
                    </a:lnTo>
                    <a:lnTo>
                      <a:pt x="162" y="324"/>
                    </a:lnTo>
                    <a:lnTo>
                      <a:pt x="168" y="318"/>
                    </a:lnTo>
                    <a:lnTo>
                      <a:pt x="168" y="312"/>
                    </a:lnTo>
                    <a:lnTo>
                      <a:pt x="168" y="306"/>
                    </a:lnTo>
                    <a:lnTo>
                      <a:pt x="168" y="300"/>
                    </a:lnTo>
                    <a:lnTo>
                      <a:pt x="168" y="294"/>
                    </a:lnTo>
                    <a:lnTo>
                      <a:pt x="168" y="288"/>
                    </a:lnTo>
                    <a:lnTo>
                      <a:pt x="174" y="282"/>
                    </a:lnTo>
                    <a:lnTo>
                      <a:pt x="174" y="276"/>
                    </a:lnTo>
                    <a:lnTo>
                      <a:pt x="174" y="270"/>
                    </a:lnTo>
                    <a:lnTo>
                      <a:pt x="174" y="264"/>
                    </a:lnTo>
                    <a:lnTo>
                      <a:pt x="174" y="258"/>
                    </a:lnTo>
                    <a:lnTo>
                      <a:pt x="174" y="252"/>
                    </a:lnTo>
                    <a:lnTo>
                      <a:pt x="180" y="246"/>
                    </a:lnTo>
                    <a:lnTo>
                      <a:pt x="180" y="240"/>
                    </a:lnTo>
                    <a:lnTo>
                      <a:pt x="180" y="234"/>
                    </a:lnTo>
                    <a:lnTo>
                      <a:pt x="180" y="228"/>
                    </a:lnTo>
                    <a:lnTo>
                      <a:pt x="180" y="222"/>
                    </a:lnTo>
                    <a:lnTo>
                      <a:pt x="180" y="222"/>
                    </a:lnTo>
                    <a:lnTo>
                      <a:pt x="186" y="216"/>
                    </a:lnTo>
                    <a:lnTo>
                      <a:pt x="186" y="210"/>
                    </a:lnTo>
                    <a:lnTo>
                      <a:pt x="186" y="204"/>
                    </a:lnTo>
                    <a:lnTo>
                      <a:pt x="186" y="198"/>
                    </a:lnTo>
                    <a:lnTo>
                      <a:pt x="186" y="198"/>
                    </a:lnTo>
                    <a:lnTo>
                      <a:pt x="186" y="192"/>
                    </a:lnTo>
                    <a:lnTo>
                      <a:pt x="192" y="186"/>
                    </a:lnTo>
                    <a:lnTo>
                      <a:pt x="192" y="180"/>
                    </a:lnTo>
                    <a:lnTo>
                      <a:pt x="192" y="180"/>
                    </a:lnTo>
                    <a:lnTo>
                      <a:pt x="192" y="174"/>
                    </a:lnTo>
                    <a:lnTo>
                      <a:pt x="192" y="168"/>
                    </a:lnTo>
                    <a:lnTo>
                      <a:pt x="192" y="168"/>
                    </a:lnTo>
                    <a:lnTo>
                      <a:pt x="198" y="162"/>
                    </a:lnTo>
                    <a:lnTo>
                      <a:pt x="198" y="156"/>
                    </a:lnTo>
                    <a:lnTo>
                      <a:pt x="198" y="156"/>
                    </a:lnTo>
                    <a:lnTo>
                      <a:pt x="198" y="150"/>
                    </a:lnTo>
                    <a:lnTo>
                      <a:pt x="198" y="144"/>
                    </a:lnTo>
                    <a:lnTo>
                      <a:pt x="198" y="144"/>
                    </a:lnTo>
                    <a:lnTo>
                      <a:pt x="204" y="138"/>
                    </a:lnTo>
                    <a:lnTo>
                      <a:pt x="204" y="138"/>
                    </a:lnTo>
                    <a:lnTo>
                      <a:pt x="204" y="132"/>
                    </a:lnTo>
                    <a:lnTo>
                      <a:pt x="204" y="126"/>
                    </a:lnTo>
                    <a:lnTo>
                      <a:pt x="204" y="126"/>
                    </a:lnTo>
                    <a:lnTo>
                      <a:pt x="204" y="120"/>
                    </a:lnTo>
                    <a:lnTo>
                      <a:pt x="210" y="120"/>
                    </a:lnTo>
                    <a:lnTo>
                      <a:pt x="210" y="114"/>
                    </a:lnTo>
                    <a:lnTo>
                      <a:pt x="210" y="114"/>
                    </a:lnTo>
                    <a:lnTo>
                      <a:pt x="210" y="108"/>
                    </a:lnTo>
                    <a:lnTo>
                      <a:pt x="210" y="108"/>
                    </a:lnTo>
                    <a:lnTo>
                      <a:pt x="210" y="102"/>
                    </a:lnTo>
                    <a:lnTo>
                      <a:pt x="216" y="102"/>
                    </a:lnTo>
                    <a:lnTo>
                      <a:pt x="216" y="96"/>
                    </a:lnTo>
                    <a:lnTo>
                      <a:pt x="216" y="96"/>
                    </a:lnTo>
                    <a:lnTo>
                      <a:pt x="216" y="90"/>
                    </a:lnTo>
                    <a:lnTo>
                      <a:pt x="216" y="90"/>
                    </a:lnTo>
                    <a:lnTo>
                      <a:pt x="222" y="90"/>
                    </a:lnTo>
                    <a:lnTo>
                      <a:pt x="222" y="84"/>
                    </a:lnTo>
                    <a:lnTo>
                      <a:pt x="222" y="84"/>
                    </a:lnTo>
                    <a:lnTo>
                      <a:pt x="222" y="78"/>
                    </a:lnTo>
                    <a:lnTo>
                      <a:pt x="222" y="78"/>
                    </a:lnTo>
                    <a:lnTo>
                      <a:pt x="222" y="78"/>
                    </a:lnTo>
                    <a:lnTo>
                      <a:pt x="228" y="72"/>
                    </a:lnTo>
                    <a:lnTo>
                      <a:pt x="228" y="72"/>
                    </a:lnTo>
                    <a:lnTo>
                      <a:pt x="228" y="72"/>
                    </a:lnTo>
                    <a:lnTo>
                      <a:pt x="228" y="66"/>
                    </a:lnTo>
                    <a:lnTo>
                      <a:pt x="228" y="66"/>
                    </a:lnTo>
                    <a:lnTo>
                      <a:pt x="228" y="60"/>
                    </a:lnTo>
                    <a:lnTo>
                      <a:pt x="234" y="60"/>
                    </a:lnTo>
                    <a:lnTo>
                      <a:pt x="234" y="60"/>
                    </a:lnTo>
                    <a:lnTo>
                      <a:pt x="234" y="60"/>
                    </a:lnTo>
                    <a:lnTo>
                      <a:pt x="234" y="54"/>
                    </a:lnTo>
                    <a:lnTo>
                      <a:pt x="234" y="54"/>
                    </a:lnTo>
                    <a:lnTo>
                      <a:pt x="234" y="54"/>
                    </a:lnTo>
                    <a:lnTo>
                      <a:pt x="240" y="48"/>
                    </a:lnTo>
                    <a:lnTo>
                      <a:pt x="240" y="48"/>
                    </a:lnTo>
                    <a:lnTo>
                      <a:pt x="240" y="48"/>
                    </a:lnTo>
                    <a:lnTo>
                      <a:pt x="240" y="48"/>
                    </a:lnTo>
                    <a:lnTo>
                      <a:pt x="240" y="42"/>
                    </a:lnTo>
                    <a:lnTo>
                      <a:pt x="240" y="42"/>
                    </a:lnTo>
                    <a:lnTo>
                      <a:pt x="246" y="42"/>
                    </a:lnTo>
                    <a:lnTo>
                      <a:pt x="246" y="42"/>
                    </a:lnTo>
                    <a:lnTo>
                      <a:pt x="246" y="36"/>
                    </a:lnTo>
                    <a:lnTo>
                      <a:pt x="246" y="36"/>
                    </a:lnTo>
                    <a:lnTo>
                      <a:pt x="246" y="36"/>
                    </a:lnTo>
                    <a:lnTo>
                      <a:pt x="246" y="36"/>
                    </a:lnTo>
                    <a:lnTo>
                      <a:pt x="252" y="30"/>
                    </a:lnTo>
                    <a:lnTo>
                      <a:pt x="252" y="30"/>
                    </a:lnTo>
                    <a:lnTo>
                      <a:pt x="252" y="30"/>
                    </a:lnTo>
                    <a:lnTo>
                      <a:pt x="252" y="30"/>
                    </a:lnTo>
                    <a:lnTo>
                      <a:pt x="252" y="30"/>
                    </a:lnTo>
                    <a:lnTo>
                      <a:pt x="252" y="24"/>
                    </a:lnTo>
                    <a:lnTo>
                      <a:pt x="258" y="24"/>
                    </a:lnTo>
                    <a:lnTo>
                      <a:pt x="258" y="24"/>
                    </a:lnTo>
                  </a:path>
                </a:pathLst>
              </a:custGeom>
              <a:noFill/>
              <a:ln w="9525">
                <a:solidFill>
                  <a:srgbClr val="FF00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b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1" name="Freeform 48"/>
              <p:cNvSpPr/>
              <p:nvPr/>
            </p:nvSpPr>
            <p:spPr bwMode="auto">
              <a:xfrm>
                <a:off x="4913" y="1885"/>
                <a:ext cx="271" cy="59"/>
              </a:xfrm>
              <a:custGeom>
                <a:avLst/>
                <a:gdLst>
                  <a:gd name="T0" fmla="*/ 0 w 246"/>
                  <a:gd name="T1" fmla="*/ 24 h 54"/>
                  <a:gd name="T2" fmla="*/ 6 w 246"/>
                  <a:gd name="T3" fmla="*/ 18 h 54"/>
                  <a:gd name="T4" fmla="*/ 12 w 246"/>
                  <a:gd name="T5" fmla="*/ 12 h 54"/>
                  <a:gd name="T6" fmla="*/ 12 w 246"/>
                  <a:gd name="T7" fmla="*/ 12 h 54"/>
                  <a:gd name="T8" fmla="*/ 18 w 246"/>
                  <a:gd name="T9" fmla="*/ 12 h 54"/>
                  <a:gd name="T10" fmla="*/ 24 w 246"/>
                  <a:gd name="T11" fmla="*/ 6 h 54"/>
                  <a:gd name="T12" fmla="*/ 24 w 246"/>
                  <a:gd name="T13" fmla="*/ 6 h 54"/>
                  <a:gd name="T14" fmla="*/ 30 w 246"/>
                  <a:gd name="T15" fmla="*/ 6 h 54"/>
                  <a:gd name="T16" fmla="*/ 36 w 246"/>
                  <a:gd name="T17" fmla="*/ 0 h 54"/>
                  <a:gd name="T18" fmla="*/ 36 w 246"/>
                  <a:gd name="T19" fmla="*/ 0 h 54"/>
                  <a:gd name="T20" fmla="*/ 42 w 246"/>
                  <a:gd name="T21" fmla="*/ 0 h 54"/>
                  <a:gd name="T22" fmla="*/ 48 w 246"/>
                  <a:gd name="T23" fmla="*/ 0 h 54"/>
                  <a:gd name="T24" fmla="*/ 48 w 246"/>
                  <a:gd name="T25" fmla="*/ 0 h 54"/>
                  <a:gd name="T26" fmla="*/ 54 w 246"/>
                  <a:gd name="T27" fmla="*/ 0 h 54"/>
                  <a:gd name="T28" fmla="*/ 60 w 246"/>
                  <a:gd name="T29" fmla="*/ 0 h 54"/>
                  <a:gd name="T30" fmla="*/ 60 w 246"/>
                  <a:gd name="T31" fmla="*/ 0 h 54"/>
                  <a:gd name="T32" fmla="*/ 66 w 246"/>
                  <a:gd name="T33" fmla="*/ 0 h 54"/>
                  <a:gd name="T34" fmla="*/ 72 w 246"/>
                  <a:gd name="T35" fmla="*/ 0 h 54"/>
                  <a:gd name="T36" fmla="*/ 72 w 246"/>
                  <a:gd name="T37" fmla="*/ 0 h 54"/>
                  <a:gd name="T38" fmla="*/ 78 w 246"/>
                  <a:gd name="T39" fmla="*/ 0 h 54"/>
                  <a:gd name="T40" fmla="*/ 84 w 246"/>
                  <a:gd name="T41" fmla="*/ 0 h 54"/>
                  <a:gd name="T42" fmla="*/ 84 w 246"/>
                  <a:gd name="T43" fmla="*/ 0 h 54"/>
                  <a:gd name="T44" fmla="*/ 90 w 246"/>
                  <a:gd name="T45" fmla="*/ 0 h 54"/>
                  <a:gd name="T46" fmla="*/ 96 w 246"/>
                  <a:gd name="T47" fmla="*/ 0 h 54"/>
                  <a:gd name="T48" fmla="*/ 96 w 246"/>
                  <a:gd name="T49" fmla="*/ 0 h 54"/>
                  <a:gd name="T50" fmla="*/ 102 w 246"/>
                  <a:gd name="T51" fmla="*/ 6 h 54"/>
                  <a:gd name="T52" fmla="*/ 108 w 246"/>
                  <a:gd name="T53" fmla="*/ 6 h 54"/>
                  <a:gd name="T54" fmla="*/ 114 w 246"/>
                  <a:gd name="T55" fmla="*/ 6 h 54"/>
                  <a:gd name="T56" fmla="*/ 114 w 246"/>
                  <a:gd name="T57" fmla="*/ 6 h 54"/>
                  <a:gd name="T58" fmla="*/ 120 w 246"/>
                  <a:gd name="T59" fmla="*/ 6 h 54"/>
                  <a:gd name="T60" fmla="*/ 126 w 246"/>
                  <a:gd name="T61" fmla="*/ 12 h 54"/>
                  <a:gd name="T62" fmla="*/ 126 w 246"/>
                  <a:gd name="T63" fmla="*/ 12 h 54"/>
                  <a:gd name="T64" fmla="*/ 132 w 246"/>
                  <a:gd name="T65" fmla="*/ 12 h 54"/>
                  <a:gd name="T66" fmla="*/ 138 w 246"/>
                  <a:gd name="T67" fmla="*/ 12 h 54"/>
                  <a:gd name="T68" fmla="*/ 138 w 246"/>
                  <a:gd name="T69" fmla="*/ 12 h 54"/>
                  <a:gd name="T70" fmla="*/ 144 w 246"/>
                  <a:gd name="T71" fmla="*/ 18 h 54"/>
                  <a:gd name="T72" fmla="*/ 150 w 246"/>
                  <a:gd name="T73" fmla="*/ 18 h 54"/>
                  <a:gd name="T74" fmla="*/ 150 w 246"/>
                  <a:gd name="T75" fmla="*/ 18 h 54"/>
                  <a:gd name="T76" fmla="*/ 156 w 246"/>
                  <a:gd name="T77" fmla="*/ 18 h 54"/>
                  <a:gd name="T78" fmla="*/ 162 w 246"/>
                  <a:gd name="T79" fmla="*/ 24 h 54"/>
                  <a:gd name="T80" fmla="*/ 162 w 246"/>
                  <a:gd name="T81" fmla="*/ 24 h 54"/>
                  <a:gd name="T82" fmla="*/ 168 w 246"/>
                  <a:gd name="T83" fmla="*/ 24 h 54"/>
                  <a:gd name="T84" fmla="*/ 174 w 246"/>
                  <a:gd name="T85" fmla="*/ 30 h 54"/>
                  <a:gd name="T86" fmla="*/ 174 w 246"/>
                  <a:gd name="T87" fmla="*/ 30 h 54"/>
                  <a:gd name="T88" fmla="*/ 180 w 246"/>
                  <a:gd name="T89" fmla="*/ 30 h 54"/>
                  <a:gd name="T90" fmla="*/ 186 w 246"/>
                  <a:gd name="T91" fmla="*/ 30 h 54"/>
                  <a:gd name="T92" fmla="*/ 186 w 246"/>
                  <a:gd name="T93" fmla="*/ 36 h 54"/>
                  <a:gd name="T94" fmla="*/ 192 w 246"/>
                  <a:gd name="T95" fmla="*/ 36 h 54"/>
                  <a:gd name="T96" fmla="*/ 198 w 246"/>
                  <a:gd name="T97" fmla="*/ 36 h 54"/>
                  <a:gd name="T98" fmla="*/ 198 w 246"/>
                  <a:gd name="T99" fmla="*/ 36 h 54"/>
                  <a:gd name="T100" fmla="*/ 204 w 246"/>
                  <a:gd name="T101" fmla="*/ 42 h 54"/>
                  <a:gd name="T102" fmla="*/ 210 w 246"/>
                  <a:gd name="T103" fmla="*/ 42 h 54"/>
                  <a:gd name="T104" fmla="*/ 210 w 246"/>
                  <a:gd name="T105" fmla="*/ 42 h 54"/>
                  <a:gd name="T106" fmla="*/ 216 w 246"/>
                  <a:gd name="T107" fmla="*/ 42 h 54"/>
                  <a:gd name="T108" fmla="*/ 222 w 246"/>
                  <a:gd name="T109" fmla="*/ 48 h 54"/>
                  <a:gd name="T110" fmla="*/ 222 w 246"/>
                  <a:gd name="T111" fmla="*/ 48 h 54"/>
                  <a:gd name="T112" fmla="*/ 228 w 246"/>
                  <a:gd name="T113" fmla="*/ 48 h 54"/>
                  <a:gd name="T114" fmla="*/ 234 w 246"/>
                  <a:gd name="T115" fmla="*/ 54 h 54"/>
                  <a:gd name="T116" fmla="*/ 234 w 246"/>
                  <a:gd name="T117" fmla="*/ 54 h 54"/>
                  <a:gd name="T118" fmla="*/ 240 w 246"/>
                  <a:gd name="T119" fmla="*/ 54 h 54"/>
                  <a:gd name="T120" fmla="*/ 246 w 246"/>
                  <a:gd name="T121" fmla="*/ 54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46" h="54">
                    <a:moveTo>
                      <a:pt x="0" y="24"/>
                    </a:moveTo>
                    <a:lnTo>
                      <a:pt x="0" y="24"/>
                    </a:lnTo>
                    <a:lnTo>
                      <a:pt x="0" y="24"/>
                    </a:lnTo>
                    <a:lnTo>
                      <a:pt x="0" y="24"/>
                    </a:lnTo>
                    <a:lnTo>
                      <a:pt x="0" y="18"/>
                    </a:lnTo>
                    <a:lnTo>
                      <a:pt x="6" y="18"/>
                    </a:lnTo>
                    <a:lnTo>
                      <a:pt x="6" y="18"/>
                    </a:lnTo>
                    <a:lnTo>
                      <a:pt x="6" y="18"/>
                    </a:lnTo>
                    <a:lnTo>
                      <a:pt x="6" y="18"/>
                    </a:lnTo>
                    <a:lnTo>
                      <a:pt x="6" y="18"/>
                    </a:lnTo>
                    <a:lnTo>
                      <a:pt x="6" y="18"/>
                    </a:lnTo>
                    <a:lnTo>
                      <a:pt x="12" y="12"/>
                    </a:lnTo>
                    <a:lnTo>
                      <a:pt x="12" y="12"/>
                    </a:lnTo>
                    <a:lnTo>
                      <a:pt x="12" y="12"/>
                    </a:lnTo>
                    <a:lnTo>
                      <a:pt x="12" y="12"/>
                    </a:lnTo>
                    <a:lnTo>
                      <a:pt x="12" y="12"/>
                    </a:lnTo>
                    <a:lnTo>
                      <a:pt x="12" y="12"/>
                    </a:lnTo>
                    <a:lnTo>
                      <a:pt x="18" y="12"/>
                    </a:lnTo>
                    <a:lnTo>
                      <a:pt x="18" y="12"/>
                    </a:lnTo>
                    <a:lnTo>
                      <a:pt x="18" y="12"/>
                    </a:lnTo>
                    <a:lnTo>
                      <a:pt x="18" y="6"/>
                    </a:lnTo>
                    <a:lnTo>
                      <a:pt x="18" y="6"/>
                    </a:lnTo>
                    <a:lnTo>
                      <a:pt x="18" y="6"/>
                    </a:lnTo>
                    <a:lnTo>
                      <a:pt x="24" y="6"/>
                    </a:lnTo>
                    <a:lnTo>
                      <a:pt x="24" y="6"/>
                    </a:lnTo>
                    <a:lnTo>
                      <a:pt x="24" y="6"/>
                    </a:lnTo>
                    <a:lnTo>
                      <a:pt x="24" y="6"/>
                    </a:lnTo>
                    <a:lnTo>
                      <a:pt x="24" y="6"/>
                    </a:lnTo>
                    <a:lnTo>
                      <a:pt x="24" y="6"/>
                    </a:lnTo>
                    <a:lnTo>
                      <a:pt x="30" y="6"/>
                    </a:lnTo>
                    <a:lnTo>
                      <a:pt x="30" y="6"/>
                    </a:lnTo>
                    <a:lnTo>
                      <a:pt x="30" y="6"/>
                    </a:lnTo>
                    <a:lnTo>
                      <a:pt x="30" y="6"/>
                    </a:lnTo>
                    <a:lnTo>
                      <a:pt x="30" y="0"/>
                    </a:lnTo>
                    <a:lnTo>
                      <a:pt x="36" y="0"/>
                    </a:lnTo>
                    <a:lnTo>
                      <a:pt x="36" y="0"/>
                    </a:lnTo>
                    <a:lnTo>
                      <a:pt x="36" y="0"/>
                    </a:lnTo>
                    <a:lnTo>
                      <a:pt x="36" y="0"/>
                    </a:lnTo>
                    <a:lnTo>
                      <a:pt x="36" y="0"/>
                    </a:lnTo>
                    <a:lnTo>
                      <a:pt x="36" y="0"/>
                    </a:lnTo>
                    <a:lnTo>
                      <a:pt x="42" y="0"/>
                    </a:lnTo>
                    <a:lnTo>
                      <a:pt x="42" y="0"/>
                    </a:lnTo>
                    <a:lnTo>
                      <a:pt x="42" y="0"/>
                    </a:lnTo>
                    <a:lnTo>
                      <a:pt x="42" y="0"/>
                    </a:lnTo>
                    <a:lnTo>
                      <a:pt x="42" y="0"/>
                    </a:lnTo>
                    <a:lnTo>
                      <a:pt x="42" y="0"/>
                    </a:lnTo>
                    <a:lnTo>
                      <a:pt x="48" y="0"/>
                    </a:lnTo>
                    <a:lnTo>
                      <a:pt x="48" y="0"/>
                    </a:lnTo>
                    <a:lnTo>
                      <a:pt x="48" y="0"/>
                    </a:lnTo>
                    <a:lnTo>
                      <a:pt x="48" y="0"/>
                    </a:lnTo>
                    <a:lnTo>
                      <a:pt x="48" y="0"/>
                    </a:lnTo>
                    <a:lnTo>
                      <a:pt x="48" y="0"/>
                    </a:lnTo>
                    <a:lnTo>
                      <a:pt x="54" y="0"/>
                    </a:lnTo>
                    <a:lnTo>
                      <a:pt x="54" y="0"/>
                    </a:lnTo>
                    <a:lnTo>
                      <a:pt x="54" y="0"/>
                    </a:lnTo>
                    <a:lnTo>
                      <a:pt x="54" y="0"/>
                    </a:lnTo>
                    <a:lnTo>
                      <a:pt x="54" y="0"/>
                    </a:lnTo>
                    <a:lnTo>
                      <a:pt x="54" y="0"/>
                    </a:lnTo>
                    <a:lnTo>
                      <a:pt x="60" y="0"/>
                    </a:lnTo>
                    <a:lnTo>
                      <a:pt x="60" y="0"/>
                    </a:lnTo>
                    <a:lnTo>
                      <a:pt x="60" y="0"/>
                    </a:lnTo>
                    <a:lnTo>
                      <a:pt x="60" y="0"/>
                    </a:lnTo>
                    <a:lnTo>
                      <a:pt x="60" y="0"/>
                    </a:lnTo>
                    <a:lnTo>
                      <a:pt x="60" y="0"/>
                    </a:lnTo>
                    <a:lnTo>
                      <a:pt x="66" y="0"/>
                    </a:lnTo>
                    <a:lnTo>
                      <a:pt x="66" y="0"/>
                    </a:lnTo>
                    <a:lnTo>
                      <a:pt x="66" y="0"/>
                    </a:lnTo>
                    <a:lnTo>
                      <a:pt x="66" y="0"/>
                    </a:lnTo>
                    <a:lnTo>
                      <a:pt x="66" y="0"/>
                    </a:lnTo>
                    <a:lnTo>
                      <a:pt x="66" y="0"/>
                    </a:lnTo>
                    <a:lnTo>
                      <a:pt x="72" y="0"/>
                    </a:lnTo>
                    <a:lnTo>
                      <a:pt x="72" y="0"/>
                    </a:lnTo>
                    <a:lnTo>
                      <a:pt x="72" y="0"/>
                    </a:lnTo>
                    <a:lnTo>
                      <a:pt x="72" y="0"/>
                    </a:lnTo>
                    <a:lnTo>
                      <a:pt x="72" y="0"/>
                    </a:lnTo>
                    <a:lnTo>
                      <a:pt x="72" y="0"/>
                    </a:lnTo>
                    <a:lnTo>
                      <a:pt x="78" y="0"/>
                    </a:lnTo>
                    <a:lnTo>
                      <a:pt x="78" y="0"/>
                    </a:lnTo>
                    <a:lnTo>
                      <a:pt x="78" y="0"/>
                    </a:lnTo>
                    <a:lnTo>
                      <a:pt x="78" y="0"/>
                    </a:lnTo>
                    <a:lnTo>
                      <a:pt x="78" y="0"/>
                    </a:lnTo>
                    <a:lnTo>
                      <a:pt x="78" y="0"/>
                    </a:lnTo>
                    <a:lnTo>
                      <a:pt x="84" y="0"/>
                    </a:lnTo>
                    <a:lnTo>
                      <a:pt x="84" y="0"/>
                    </a:lnTo>
                    <a:lnTo>
                      <a:pt x="84" y="0"/>
                    </a:lnTo>
                    <a:lnTo>
                      <a:pt x="84" y="0"/>
                    </a:lnTo>
                    <a:lnTo>
                      <a:pt x="84" y="0"/>
                    </a:lnTo>
                    <a:lnTo>
                      <a:pt x="84" y="0"/>
                    </a:lnTo>
                    <a:lnTo>
                      <a:pt x="90" y="0"/>
                    </a:lnTo>
                    <a:lnTo>
                      <a:pt x="90" y="0"/>
                    </a:lnTo>
                    <a:lnTo>
                      <a:pt x="90" y="0"/>
                    </a:lnTo>
                    <a:lnTo>
                      <a:pt x="90" y="0"/>
                    </a:lnTo>
                    <a:lnTo>
                      <a:pt x="90" y="0"/>
                    </a:lnTo>
                    <a:lnTo>
                      <a:pt x="90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102" y="6"/>
                    </a:lnTo>
                    <a:lnTo>
                      <a:pt x="102" y="6"/>
                    </a:lnTo>
                    <a:lnTo>
                      <a:pt x="102" y="6"/>
                    </a:lnTo>
                    <a:lnTo>
                      <a:pt x="102" y="6"/>
                    </a:lnTo>
                    <a:lnTo>
                      <a:pt x="102" y="6"/>
                    </a:lnTo>
                    <a:lnTo>
                      <a:pt x="108" y="6"/>
                    </a:lnTo>
                    <a:lnTo>
                      <a:pt x="108" y="6"/>
                    </a:lnTo>
                    <a:lnTo>
                      <a:pt x="108" y="6"/>
                    </a:lnTo>
                    <a:lnTo>
                      <a:pt x="108" y="6"/>
                    </a:lnTo>
                    <a:lnTo>
                      <a:pt x="108" y="6"/>
                    </a:lnTo>
                    <a:lnTo>
                      <a:pt x="108" y="6"/>
                    </a:lnTo>
                    <a:lnTo>
                      <a:pt x="114" y="6"/>
                    </a:lnTo>
                    <a:lnTo>
                      <a:pt x="114" y="6"/>
                    </a:lnTo>
                    <a:lnTo>
                      <a:pt x="114" y="6"/>
                    </a:lnTo>
                    <a:lnTo>
                      <a:pt x="114" y="6"/>
                    </a:lnTo>
                    <a:lnTo>
                      <a:pt x="114" y="6"/>
                    </a:lnTo>
                    <a:lnTo>
                      <a:pt x="114" y="6"/>
                    </a:lnTo>
                    <a:lnTo>
                      <a:pt x="120" y="6"/>
                    </a:lnTo>
                    <a:lnTo>
                      <a:pt x="120" y="6"/>
                    </a:lnTo>
                    <a:lnTo>
                      <a:pt x="120" y="6"/>
                    </a:lnTo>
                    <a:lnTo>
                      <a:pt x="120" y="6"/>
                    </a:lnTo>
                    <a:lnTo>
                      <a:pt x="120" y="6"/>
                    </a:lnTo>
                    <a:lnTo>
                      <a:pt x="120" y="12"/>
                    </a:lnTo>
                    <a:lnTo>
                      <a:pt x="126" y="12"/>
                    </a:lnTo>
                    <a:lnTo>
                      <a:pt x="126" y="12"/>
                    </a:lnTo>
                    <a:lnTo>
                      <a:pt x="126" y="12"/>
                    </a:lnTo>
                    <a:lnTo>
                      <a:pt x="126" y="12"/>
                    </a:lnTo>
                    <a:lnTo>
                      <a:pt x="126" y="12"/>
                    </a:lnTo>
                    <a:lnTo>
                      <a:pt x="126" y="12"/>
                    </a:lnTo>
                    <a:lnTo>
                      <a:pt x="132" y="12"/>
                    </a:lnTo>
                    <a:lnTo>
                      <a:pt x="132" y="12"/>
                    </a:lnTo>
                    <a:lnTo>
                      <a:pt x="132" y="12"/>
                    </a:lnTo>
                    <a:lnTo>
                      <a:pt x="132" y="12"/>
                    </a:lnTo>
                    <a:lnTo>
                      <a:pt x="132" y="12"/>
                    </a:lnTo>
                    <a:lnTo>
                      <a:pt x="132" y="12"/>
                    </a:lnTo>
                    <a:lnTo>
                      <a:pt x="138" y="12"/>
                    </a:lnTo>
                    <a:lnTo>
                      <a:pt x="138" y="12"/>
                    </a:lnTo>
                    <a:lnTo>
                      <a:pt x="138" y="12"/>
                    </a:lnTo>
                    <a:lnTo>
                      <a:pt x="138" y="12"/>
                    </a:lnTo>
                    <a:lnTo>
                      <a:pt x="138" y="12"/>
                    </a:lnTo>
                    <a:lnTo>
                      <a:pt x="138" y="18"/>
                    </a:lnTo>
                    <a:lnTo>
                      <a:pt x="144" y="18"/>
                    </a:lnTo>
                    <a:lnTo>
                      <a:pt x="144" y="18"/>
                    </a:lnTo>
                    <a:lnTo>
                      <a:pt x="144" y="18"/>
                    </a:lnTo>
                    <a:lnTo>
                      <a:pt x="144" y="18"/>
                    </a:lnTo>
                    <a:lnTo>
                      <a:pt x="144" y="18"/>
                    </a:lnTo>
                    <a:lnTo>
                      <a:pt x="144" y="18"/>
                    </a:lnTo>
                    <a:lnTo>
                      <a:pt x="150" y="18"/>
                    </a:lnTo>
                    <a:lnTo>
                      <a:pt x="150" y="18"/>
                    </a:lnTo>
                    <a:lnTo>
                      <a:pt x="150" y="18"/>
                    </a:lnTo>
                    <a:lnTo>
                      <a:pt x="150" y="18"/>
                    </a:lnTo>
                    <a:lnTo>
                      <a:pt x="150" y="18"/>
                    </a:lnTo>
                    <a:lnTo>
                      <a:pt x="150" y="18"/>
                    </a:lnTo>
                    <a:lnTo>
                      <a:pt x="156" y="18"/>
                    </a:lnTo>
                    <a:lnTo>
                      <a:pt x="156" y="18"/>
                    </a:lnTo>
                    <a:lnTo>
                      <a:pt x="156" y="18"/>
                    </a:lnTo>
                    <a:lnTo>
                      <a:pt x="156" y="24"/>
                    </a:lnTo>
                    <a:lnTo>
                      <a:pt x="156" y="24"/>
                    </a:lnTo>
                    <a:lnTo>
                      <a:pt x="156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8" y="24"/>
                    </a:lnTo>
                    <a:lnTo>
                      <a:pt x="168" y="24"/>
                    </a:lnTo>
                    <a:lnTo>
                      <a:pt x="168" y="24"/>
                    </a:lnTo>
                    <a:lnTo>
                      <a:pt x="168" y="24"/>
                    </a:lnTo>
                    <a:lnTo>
                      <a:pt x="168" y="24"/>
                    </a:lnTo>
                    <a:lnTo>
                      <a:pt x="168" y="24"/>
                    </a:lnTo>
                    <a:lnTo>
                      <a:pt x="174" y="30"/>
                    </a:lnTo>
                    <a:lnTo>
                      <a:pt x="174" y="30"/>
                    </a:lnTo>
                    <a:lnTo>
                      <a:pt x="174" y="30"/>
                    </a:lnTo>
                    <a:lnTo>
                      <a:pt x="174" y="30"/>
                    </a:lnTo>
                    <a:lnTo>
                      <a:pt x="174" y="30"/>
                    </a:lnTo>
                    <a:lnTo>
                      <a:pt x="180" y="30"/>
                    </a:lnTo>
                    <a:lnTo>
                      <a:pt x="180" y="30"/>
                    </a:lnTo>
                    <a:lnTo>
                      <a:pt x="180" y="30"/>
                    </a:lnTo>
                    <a:lnTo>
                      <a:pt x="180" y="30"/>
                    </a:lnTo>
                    <a:lnTo>
                      <a:pt x="180" y="30"/>
                    </a:lnTo>
                    <a:lnTo>
                      <a:pt x="180" y="30"/>
                    </a:lnTo>
                    <a:lnTo>
                      <a:pt x="186" y="30"/>
                    </a:lnTo>
                    <a:lnTo>
                      <a:pt x="186" y="30"/>
                    </a:lnTo>
                    <a:lnTo>
                      <a:pt x="186" y="30"/>
                    </a:lnTo>
                    <a:lnTo>
                      <a:pt x="186" y="30"/>
                    </a:lnTo>
                    <a:lnTo>
                      <a:pt x="186" y="30"/>
                    </a:lnTo>
                    <a:lnTo>
                      <a:pt x="186" y="36"/>
                    </a:lnTo>
                    <a:lnTo>
                      <a:pt x="192" y="36"/>
                    </a:lnTo>
                    <a:lnTo>
                      <a:pt x="192" y="36"/>
                    </a:lnTo>
                    <a:lnTo>
                      <a:pt x="192" y="36"/>
                    </a:lnTo>
                    <a:lnTo>
                      <a:pt x="192" y="36"/>
                    </a:lnTo>
                    <a:lnTo>
                      <a:pt x="192" y="36"/>
                    </a:lnTo>
                    <a:lnTo>
                      <a:pt x="192" y="36"/>
                    </a:lnTo>
                    <a:lnTo>
                      <a:pt x="198" y="36"/>
                    </a:lnTo>
                    <a:lnTo>
                      <a:pt x="198" y="36"/>
                    </a:lnTo>
                    <a:lnTo>
                      <a:pt x="198" y="36"/>
                    </a:lnTo>
                    <a:lnTo>
                      <a:pt x="198" y="36"/>
                    </a:lnTo>
                    <a:lnTo>
                      <a:pt x="198" y="36"/>
                    </a:lnTo>
                    <a:lnTo>
                      <a:pt x="198" y="36"/>
                    </a:lnTo>
                    <a:lnTo>
                      <a:pt x="204" y="36"/>
                    </a:lnTo>
                    <a:lnTo>
                      <a:pt x="204" y="42"/>
                    </a:lnTo>
                    <a:lnTo>
                      <a:pt x="204" y="42"/>
                    </a:lnTo>
                    <a:lnTo>
                      <a:pt x="204" y="42"/>
                    </a:lnTo>
                    <a:lnTo>
                      <a:pt x="204" y="42"/>
                    </a:lnTo>
                    <a:lnTo>
                      <a:pt x="204" y="42"/>
                    </a:lnTo>
                    <a:lnTo>
                      <a:pt x="210" y="42"/>
                    </a:lnTo>
                    <a:lnTo>
                      <a:pt x="210" y="42"/>
                    </a:lnTo>
                    <a:lnTo>
                      <a:pt x="210" y="42"/>
                    </a:lnTo>
                    <a:lnTo>
                      <a:pt x="210" y="42"/>
                    </a:lnTo>
                    <a:lnTo>
                      <a:pt x="210" y="42"/>
                    </a:lnTo>
                    <a:lnTo>
                      <a:pt x="210" y="42"/>
                    </a:lnTo>
                    <a:lnTo>
                      <a:pt x="216" y="42"/>
                    </a:lnTo>
                    <a:lnTo>
                      <a:pt x="216" y="42"/>
                    </a:lnTo>
                    <a:lnTo>
                      <a:pt x="216" y="42"/>
                    </a:lnTo>
                    <a:lnTo>
                      <a:pt x="216" y="42"/>
                    </a:lnTo>
                    <a:lnTo>
                      <a:pt x="216" y="48"/>
                    </a:lnTo>
                    <a:lnTo>
                      <a:pt x="216" y="48"/>
                    </a:lnTo>
                    <a:lnTo>
                      <a:pt x="222" y="48"/>
                    </a:lnTo>
                    <a:lnTo>
                      <a:pt x="222" y="48"/>
                    </a:lnTo>
                    <a:lnTo>
                      <a:pt x="222" y="48"/>
                    </a:lnTo>
                    <a:lnTo>
                      <a:pt x="222" y="48"/>
                    </a:lnTo>
                    <a:lnTo>
                      <a:pt x="222" y="48"/>
                    </a:lnTo>
                    <a:lnTo>
                      <a:pt x="222" y="48"/>
                    </a:lnTo>
                    <a:lnTo>
                      <a:pt x="228" y="48"/>
                    </a:lnTo>
                    <a:lnTo>
                      <a:pt x="228" y="48"/>
                    </a:lnTo>
                    <a:lnTo>
                      <a:pt x="228" y="48"/>
                    </a:lnTo>
                    <a:lnTo>
                      <a:pt x="228" y="48"/>
                    </a:lnTo>
                    <a:lnTo>
                      <a:pt x="228" y="48"/>
                    </a:lnTo>
                    <a:lnTo>
                      <a:pt x="228" y="48"/>
                    </a:lnTo>
                    <a:lnTo>
                      <a:pt x="234" y="48"/>
                    </a:lnTo>
                    <a:lnTo>
                      <a:pt x="234" y="54"/>
                    </a:lnTo>
                    <a:lnTo>
                      <a:pt x="234" y="54"/>
                    </a:lnTo>
                    <a:lnTo>
                      <a:pt x="234" y="54"/>
                    </a:lnTo>
                    <a:lnTo>
                      <a:pt x="234" y="54"/>
                    </a:lnTo>
                    <a:lnTo>
                      <a:pt x="234" y="54"/>
                    </a:lnTo>
                    <a:lnTo>
                      <a:pt x="240" y="54"/>
                    </a:lnTo>
                    <a:lnTo>
                      <a:pt x="240" y="54"/>
                    </a:lnTo>
                    <a:lnTo>
                      <a:pt x="240" y="54"/>
                    </a:lnTo>
                    <a:lnTo>
                      <a:pt x="240" y="54"/>
                    </a:lnTo>
                    <a:lnTo>
                      <a:pt x="240" y="54"/>
                    </a:lnTo>
                    <a:lnTo>
                      <a:pt x="240" y="54"/>
                    </a:lnTo>
                    <a:lnTo>
                      <a:pt x="246" y="54"/>
                    </a:lnTo>
                    <a:lnTo>
                      <a:pt x="246" y="54"/>
                    </a:lnTo>
                    <a:lnTo>
                      <a:pt x="246" y="54"/>
                    </a:lnTo>
                  </a:path>
                </a:pathLst>
              </a:custGeom>
              <a:noFill/>
              <a:ln w="9525">
                <a:solidFill>
                  <a:srgbClr val="FF00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b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45" name="Line 49"/>
            <p:cNvSpPr>
              <a:spLocks noChangeShapeType="1"/>
            </p:cNvSpPr>
            <p:nvPr/>
          </p:nvSpPr>
          <p:spPr bwMode="auto">
            <a:xfrm>
              <a:off x="4069" y="2288"/>
              <a:ext cx="1115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6" name="Line 50"/>
            <p:cNvSpPr>
              <a:spLocks noChangeShapeType="1"/>
            </p:cNvSpPr>
            <p:nvPr/>
          </p:nvSpPr>
          <p:spPr bwMode="auto">
            <a:xfrm flipV="1">
              <a:off x="4630" y="1632"/>
              <a:ext cx="1" cy="12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47" name="Object 51"/>
            <p:cNvGraphicFramePr>
              <a:graphicFrameLocks noChangeAspect="1"/>
            </p:cNvGraphicFramePr>
            <p:nvPr/>
          </p:nvGraphicFramePr>
          <p:xfrm>
            <a:off x="4493" y="2304"/>
            <a:ext cx="148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5" name="Equation" r:id="rId37" imgW="7010400" imgH="7620000" progId="Equation.DSMT4">
                    <p:embed/>
                  </p:oleObj>
                </mc:Choice>
                <mc:Fallback>
                  <p:oleObj name="Equation" r:id="rId37" imgW="7010400" imgH="7620000" progId="Equation.DSMT4">
                    <p:embed/>
                    <p:pic>
                      <p:nvPicPr>
                        <p:cNvPr id="0" name="图片 923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4493" y="2304"/>
                          <a:ext cx="148" cy="15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2" name="对象 51"/>
          <p:cNvGraphicFramePr>
            <a:graphicFrameLocks noChangeAspect="1"/>
          </p:cNvGraphicFramePr>
          <p:nvPr/>
        </p:nvGraphicFramePr>
        <p:xfrm>
          <a:off x="2273479" y="982883"/>
          <a:ext cx="1765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6" name="Equation" r:id="rId39" imgW="2063115" imgH="457200" progId="Equation.DSMT4">
                  <p:embed/>
                </p:oleObj>
              </mc:Choice>
              <mc:Fallback>
                <p:oleObj name="Equation" r:id="rId39" imgW="2063115" imgH="457200" progId="Equation.DSMT4">
                  <p:embed/>
                  <p:pic>
                    <p:nvPicPr>
                      <p:cNvPr id="0" name="图片 9235"/>
                      <p:cNvPicPr>
                        <a:picLocks noChangeAspect="1"/>
                      </p:cNvPicPr>
                      <p:nvPr/>
                    </p:nvPicPr>
                    <p:blipFill>
                      <a:blip r:embed="rId4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273479" y="982883"/>
                        <a:ext cx="17653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 autoUpdateAnimBg="0"/>
      <p:bldP spid="8" grpId="0" bldLvl="0" animBg="1" autoUpdateAnimBg="0"/>
      <p:bldP spid="11" grpId="0" bldLvl="0" animBg="1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7883525" y="741363"/>
            <a:ext cx="1439863" cy="1833561"/>
            <a:chOff x="4006" y="467"/>
            <a:chExt cx="907" cy="1155"/>
          </a:xfrm>
        </p:grpSpPr>
        <p:sp>
          <p:nvSpPr>
            <p:cNvPr id="3" name="Line 3"/>
            <p:cNvSpPr>
              <a:spLocks noChangeShapeType="1"/>
            </p:cNvSpPr>
            <p:nvPr/>
          </p:nvSpPr>
          <p:spPr bwMode="auto">
            <a:xfrm flipV="1">
              <a:off x="4625" y="750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4" name="Group 4"/>
            <p:cNvGrpSpPr/>
            <p:nvPr/>
          </p:nvGrpSpPr>
          <p:grpSpPr bwMode="auto">
            <a:xfrm>
              <a:off x="4006" y="467"/>
              <a:ext cx="907" cy="907"/>
              <a:chOff x="4006" y="467"/>
              <a:chExt cx="907" cy="907"/>
            </a:xfrm>
          </p:grpSpPr>
          <p:sp>
            <p:nvSpPr>
              <p:cNvPr id="6" name="Line 5"/>
              <p:cNvSpPr>
                <a:spLocks noChangeShapeType="1"/>
              </p:cNvSpPr>
              <p:nvPr/>
            </p:nvSpPr>
            <p:spPr bwMode="auto">
              <a:xfrm flipV="1">
                <a:off x="4006" y="467"/>
                <a:ext cx="907" cy="907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7" name="Oval 6"/>
              <p:cNvSpPr>
                <a:spLocks noChangeArrowheads="1"/>
              </p:cNvSpPr>
              <p:nvPr/>
            </p:nvSpPr>
            <p:spPr bwMode="auto">
              <a:xfrm>
                <a:off x="4581" y="742"/>
                <a:ext cx="57" cy="5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aphicFrame>
          <p:nvGraphicFramePr>
            <p:cNvPr id="5" name="Object 7"/>
            <p:cNvGraphicFramePr>
              <a:graphicFrameLocks noChangeAspect="1"/>
            </p:cNvGraphicFramePr>
            <p:nvPr/>
          </p:nvGraphicFramePr>
          <p:xfrm>
            <a:off x="4562" y="1374"/>
            <a:ext cx="96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1" name="Equation" r:id="rId1" imgW="3657600" imgH="9448800" progId="Equation.DSMT4">
                    <p:embed/>
                  </p:oleObj>
                </mc:Choice>
                <mc:Fallback>
                  <p:oleObj name="Equation" r:id="rId1" imgW="3657600" imgH="9448800" progId="Equation.DSMT4">
                    <p:embed/>
                    <p:pic>
                      <p:nvPicPr>
                        <p:cNvPr id="0" name="图片 1024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562" y="1374"/>
                          <a:ext cx="96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3627438" y="1664335"/>
          <a:ext cx="2522537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0" name="Equation" r:id="rId3" imgW="28346400" imgH="6705600" progId="Equation.DSMT4">
                  <p:embed/>
                </p:oleObj>
              </mc:Choice>
              <mc:Fallback>
                <p:oleObj name="Equation" r:id="rId3" imgW="28346400" imgH="6705600" progId="Equation.DSMT4">
                  <p:embed/>
                  <p:pic>
                    <p:nvPicPr>
                      <p:cNvPr id="0" name="图片 1047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27438" y="1664335"/>
                        <a:ext cx="2522537" cy="6016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2497138" y="1659890"/>
            <a:ext cx="1143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显然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2570163" y="2489200"/>
          <a:ext cx="714375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1" name="Equation" r:id="rId5" imgW="7924800" imgH="4267200" progId="Equation.DSMT4">
                  <p:embed/>
                </p:oleObj>
              </mc:Choice>
              <mc:Fallback>
                <p:oleObj name="Equation" r:id="rId5" imgW="7924800" imgH="4267200" progId="Equation.DSMT4">
                  <p:embed/>
                  <p:pic>
                    <p:nvPicPr>
                      <p:cNvPr id="0" name="图片 1048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70163" y="2489200"/>
                        <a:ext cx="714375" cy="3921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3276600" y="2433638"/>
            <a:ext cx="3048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为其可去间断点 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kumimoji="1"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2478088" y="371200"/>
          <a:ext cx="3174840" cy="1015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2" name="Equation" r:id="rId7" imgW="76200000" imgH="24384000" progId="Equation.DSMT4">
                  <p:embed/>
                </p:oleObj>
              </mc:Choice>
              <mc:Fallback>
                <p:oleObj name="Equation" r:id="rId7" imgW="76200000" imgH="24384000" progId="Equation.DSMT4">
                  <p:embed/>
                  <p:pic>
                    <p:nvPicPr>
                      <p:cNvPr id="0" name="图片 1048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78088" y="371200"/>
                        <a:ext cx="3174840" cy="10159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1651953" y="624840"/>
            <a:ext cx="1295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(4)</a:t>
            </a:r>
            <a:endParaRPr kumimoji="1"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4" name="Group 14"/>
          <p:cNvGrpSpPr/>
          <p:nvPr/>
        </p:nvGrpSpPr>
        <p:grpSpPr bwMode="auto">
          <a:xfrm>
            <a:off x="7489828" y="563563"/>
            <a:ext cx="2070101" cy="2028825"/>
            <a:chOff x="3758" y="355"/>
            <a:chExt cx="1304" cy="1278"/>
          </a:xfrm>
        </p:grpSpPr>
        <p:sp>
          <p:nvSpPr>
            <p:cNvPr id="15" name="Line 15"/>
            <p:cNvSpPr>
              <a:spLocks noChangeShapeType="1"/>
            </p:cNvSpPr>
            <p:nvPr/>
          </p:nvSpPr>
          <p:spPr bwMode="auto">
            <a:xfrm>
              <a:off x="4006" y="1370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6" name="Line 16"/>
            <p:cNvSpPr>
              <a:spLocks noChangeShapeType="1"/>
            </p:cNvSpPr>
            <p:nvPr/>
          </p:nvSpPr>
          <p:spPr bwMode="auto">
            <a:xfrm flipV="1">
              <a:off x="4006" y="36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7" name="Object 17"/>
            <p:cNvGraphicFramePr>
              <a:graphicFrameLocks noChangeAspect="1"/>
            </p:cNvGraphicFramePr>
            <p:nvPr/>
          </p:nvGraphicFramePr>
          <p:xfrm>
            <a:off x="4913" y="1437"/>
            <a:ext cx="14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83" name="Equation" r:id="rId9" imgW="5486400" imgH="7315200" progId="Equation.DSMT4">
                    <p:embed/>
                  </p:oleObj>
                </mc:Choice>
                <mc:Fallback>
                  <p:oleObj name="Equation" r:id="rId9" imgW="5486400" imgH="7315200" progId="Equation.DSMT4">
                    <p:embed/>
                    <p:pic>
                      <p:nvPicPr>
                        <p:cNvPr id="0" name="图片 1048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913" y="1437"/>
                          <a:ext cx="144" cy="1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18"/>
            <p:cNvGraphicFramePr>
              <a:graphicFrameLocks noChangeAspect="1"/>
            </p:cNvGraphicFramePr>
            <p:nvPr/>
          </p:nvGraphicFramePr>
          <p:xfrm>
            <a:off x="3936" y="1433"/>
            <a:ext cx="184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84" name="Equation" r:id="rId11" imgW="7010400" imgH="7620000" progId="Equation.DSMT4">
                    <p:embed/>
                  </p:oleObj>
                </mc:Choice>
                <mc:Fallback>
                  <p:oleObj name="Equation" r:id="rId11" imgW="7010400" imgH="7620000" progId="Equation.DSMT4">
                    <p:embed/>
                    <p:pic>
                      <p:nvPicPr>
                        <p:cNvPr id="0" name="图片 1048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936" y="1433"/>
                          <a:ext cx="184" cy="2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19"/>
            <p:cNvGraphicFramePr>
              <a:graphicFrameLocks noChangeAspect="1"/>
            </p:cNvGraphicFramePr>
            <p:nvPr/>
          </p:nvGraphicFramePr>
          <p:xfrm>
            <a:off x="3758" y="355"/>
            <a:ext cx="16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85" name="Equation" r:id="rId13" imgW="6096000" imgH="7315200" progId="Equation.DSMT4">
                    <p:embed/>
                  </p:oleObj>
                </mc:Choice>
                <mc:Fallback>
                  <p:oleObj name="Equation" r:id="rId13" imgW="6096000" imgH="7315200" progId="Equation.DSMT4">
                    <p:embed/>
                    <p:pic>
                      <p:nvPicPr>
                        <p:cNvPr id="0" name="图片 1048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758" y="355"/>
                          <a:ext cx="160" cy="1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Group 20"/>
          <p:cNvGrpSpPr/>
          <p:nvPr/>
        </p:nvGrpSpPr>
        <p:grpSpPr bwMode="auto">
          <a:xfrm>
            <a:off x="7653338" y="1508125"/>
            <a:ext cx="1247775" cy="431800"/>
            <a:chOff x="3861" y="950"/>
            <a:chExt cx="786" cy="272"/>
          </a:xfrm>
        </p:grpSpPr>
        <p:sp>
          <p:nvSpPr>
            <p:cNvPr id="21" name="Oval 21"/>
            <p:cNvSpPr>
              <a:spLocks noChangeArrowheads="1"/>
            </p:cNvSpPr>
            <p:nvPr/>
          </p:nvSpPr>
          <p:spPr bwMode="auto">
            <a:xfrm>
              <a:off x="4590" y="1059"/>
              <a:ext cx="57" cy="57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 flipH="1">
              <a:off x="4001" y="1086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23" name="Object 23"/>
            <p:cNvGraphicFramePr>
              <a:graphicFrameLocks noChangeAspect="1"/>
            </p:cNvGraphicFramePr>
            <p:nvPr/>
          </p:nvGraphicFramePr>
          <p:xfrm>
            <a:off x="3861" y="950"/>
            <a:ext cx="13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86" name="Equation" r:id="rId15" imgW="5181600" imgH="10363200" progId="Equation.DSMT4">
                    <p:embed/>
                  </p:oleObj>
                </mc:Choice>
                <mc:Fallback>
                  <p:oleObj name="Equation" r:id="rId15" imgW="5181600" imgH="10363200" progId="Equation.DSMT4">
                    <p:embed/>
                    <p:pic>
                      <p:nvPicPr>
                        <p:cNvPr id="0" name="图片 1048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861" y="950"/>
                          <a:ext cx="136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" name="Group 24"/>
          <p:cNvGrpSpPr/>
          <p:nvPr/>
        </p:nvGrpSpPr>
        <p:grpSpPr bwMode="auto">
          <a:xfrm>
            <a:off x="7620003" y="993776"/>
            <a:ext cx="1179513" cy="393700"/>
            <a:chOff x="4297" y="1634"/>
            <a:chExt cx="743" cy="248"/>
          </a:xfrm>
        </p:grpSpPr>
        <p:sp>
          <p:nvSpPr>
            <p:cNvPr id="25" name="Line 25"/>
            <p:cNvSpPr>
              <a:spLocks noChangeShapeType="1"/>
            </p:cNvSpPr>
            <p:nvPr/>
          </p:nvSpPr>
          <p:spPr bwMode="auto">
            <a:xfrm flipH="1">
              <a:off x="4464" y="1776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26" name="Object 26"/>
            <p:cNvGraphicFramePr>
              <a:graphicFrameLocks noChangeAspect="1"/>
            </p:cNvGraphicFramePr>
            <p:nvPr/>
          </p:nvGraphicFramePr>
          <p:xfrm>
            <a:off x="4297" y="1634"/>
            <a:ext cx="96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87" name="Equation" r:id="rId17" imgW="3657600" imgH="9448800" progId="Equation.DSMT4">
                    <p:embed/>
                  </p:oleObj>
                </mc:Choice>
                <mc:Fallback>
                  <p:oleObj name="Equation" r:id="rId17" imgW="3657600" imgH="9448800" progId="Equation.DSMT4">
                    <p:embed/>
                    <p:pic>
                      <p:nvPicPr>
                        <p:cNvPr id="0" name="图片 1048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297" y="1634"/>
                          <a:ext cx="96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" name="Group 27"/>
          <p:cNvGrpSpPr/>
          <p:nvPr/>
        </p:nvGrpSpPr>
        <p:grpSpPr bwMode="auto">
          <a:xfrm>
            <a:off x="1712278" y="3178811"/>
            <a:ext cx="4338638" cy="1538288"/>
            <a:chOff x="181" y="1988"/>
            <a:chExt cx="2733" cy="969"/>
          </a:xfrm>
        </p:grpSpPr>
        <p:sp>
          <p:nvSpPr>
            <p:cNvPr id="28" name="Text Box 28"/>
            <p:cNvSpPr txBox="1">
              <a:spLocks noChangeArrowheads="1"/>
            </p:cNvSpPr>
            <p:nvPr/>
          </p:nvSpPr>
          <p:spPr bwMode="auto">
            <a:xfrm>
              <a:off x="181" y="2305"/>
              <a:ext cx="528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(5) </a:t>
              </a:r>
              <a:endPara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29" name="Object 29"/>
            <p:cNvGraphicFramePr>
              <a:graphicFrameLocks noChangeAspect="1"/>
            </p:cNvGraphicFramePr>
            <p:nvPr/>
          </p:nvGraphicFramePr>
          <p:xfrm>
            <a:off x="765" y="1988"/>
            <a:ext cx="2149" cy="9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88" name="Equation" r:id="rId19" imgW="38404800" imgH="17068800" progId="Equation.DSMT4">
                    <p:embed/>
                  </p:oleObj>
                </mc:Choice>
                <mc:Fallback>
                  <p:oleObj name="Equation" r:id="rId19" imgW="38404800" imgH="17068800" progId="Equation.DSMT4">
                    <p:embed/>
                    <p:pic>
                      <p:nvPicPr>
                        <p:cNvPr id="0" name="图片 1048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765" y="1988"/>
                          <a:ext cx="2149" cy="96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" name="Group 30"/>
          <p:cNvGrpSpPr/>
          <p:nvPr/>
        </p:nvGrpSpPr>
        <p:grpSpPr bwMode="auto">
          <a:xfrm>
            <a:off x="7772402" y="3092450"/>
            <a:ext cx="2560639" cy="2476500"/>
            <a:chOff x="3936" y="1948"/>
            <a:chExt cx="1613" cy="1560"/>
          </a:xfrm>
        </p:grpSpPr>
        <p:sp>
          <p:nvSpPr>
            <p:cNvPr id="31" name="Line 31"/>
            <p:cNvSpPr>
              <a:spLocks noChangeShapeType="1"/>
            </p:cNvSpPr>
            <p:nvPr/>
          </p:nvSpPr>
          <p:spPr bwMode="auto">
            <a:xfrm flipV="1">
              <a:off x="3936" y="2784"/>
              <a:ext cx="1606" cy="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2" name="Line 32"/>
            <p:cNvSpPr>
              <a:spLocks noChangeShapeType="1"/>
            </p:cNvSpPr>
            <p:nvPr/>
          </p:nvSpPr>
          <p:spPr bwMode="auto">
            <a:xfrm flipH="1" flipV="1">
              <a:off x="4726" y="1968"/>
              <a:ext cx="0" cy="15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33" name="Object 33"/>
            <p:cNvGraphicFramePr>
              <a:graphicFrameLocks noChangeAspect="1"/>
            </p:cNvGraphicFramePr>
            <p:nvPr/>
          </p:nvGraphicFramePr>
          <p:xfrm>
            <a:off x="5405" y="2850"/>
            <a:ext cx="14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89" name="Equation" r:id="rId21" imgW="5486400" imgH="7315200" progId="Equation.DSMT4">
                    <p:embed/>
                  </p:oleObj>
                </mc:Choice>
                <mc:Fallback>
                  <p:oleObj name="Equation" r:id="rId21" imgW="5486400" imgH="7315200" progId="Equation.DSMT4">
                    <p:embed/>
                    <p:pic>
                      <p:nvPicPr>
                        <p:cNvPr id="0" name="图片 1048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5405" y="2850"/>
                          <a:ext cx="144" cy="1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Object 34"/>
            <p:cNvGraphicFramePr>
              <a:graphicFrameLocks noChangeAspect="1"/>
            </p:cNvGraphicFramePr>
            <p:nvPr/>
          </p:nvGraphicFramePr>
          <p:xfrm>
            <a:off x="4749" y="1948"/>
            <a:ext cx="16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90" name="Equation" r:id="rId23" imgW="6096000" imgH="7315200" progId="Equation.DSMT4">
                    <p:embed/>
                  </p:oleObj>
                </mc:Choice>
                <mc:Fallback>
                  <p:oleObj name="Equation" r:id="rId23" imgW="6096000" imgH="7315200" progId="Equation.DSMT4">
                    <p:embed/>
                    <p:pic>
                      <p:nvPicPr>
                        <p:cNvPr id="0" name="图片 1048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4749" y="1948"/>
                          <a:ext cx="160" cy="1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" name="Object 35"/>
            <p:cNvGraphicFramePr>
              <a:graphicFrameLocks noChangeAspect="1"/>
            </p:cNvGraphicFramePr>
            <p:nvPr/>
          </p:nvGraphicFramePr>
          <p:xfrm>
            <a:off x="4533" y="2863"/>
            <a:ext cx="184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91" name="Equation" r:id="rId25" imgW="7010400" imgH="7620000" progId="Equation.DSMT4">
                    <p:embed/>
                  </p:oleObj>
                </mc:Choice>
                <mc:Fallback>
                  <p:oleObj name="Equation" r:id="rId25" imgW="7010400" imgH="7620000" progId="Equation.DSMT4">
                    <p:embed/>
                    <p:pic>
                      <p:nvPicPr>
                        <p:cNvPr id="0" name="图片 1049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4533" y="2863"/>
                          <a:ext cx="184" cy="2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6" name="Oval 36"/>
          <p:cNvSpPr>
            <a:spLocks noChangeArrowheads="1"/>
          </p:cNvSpPr>
          <p:nvPr/>
        </p:nvSpPr>
        <p:spPr bwMode="auto">
          <a:xfrm>
            <a:off x="8991600" y="4367213"/>
            <a:ext cx="90488" cy="904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7" name="Group 37"/>
          <p:cNvGrpSpPr/>
          <p:nvPr/>
        </p:nvGrpSpPr>
        <p:grpSpPr bwMode="auto">
          <a:xfrm>
            <a:off x="8734425" y="3200403"/>
            <a:ext cx="1095375" cy="958851"/>
            <a:chOff x="4542" y="2016"/>
            <a:chExt cx="690" cy="604"/>
          </a:xfrm>
        </p:grpSpPr>
        <p:sp>
          <p:nvSpPr>
            <p:cNvPr id="38" name="Line 38"/>
            <p:cNvSpPr>
              <a:spLocks noChangeShapeType="1"/>
            </p:cNvSpPr>
            <p:nvPr/>
          </p:nvSpPr>
          <p:spPr bwMode="auto">
            <a:xfrm flipV="1">
              <a:off x="4752" y="2016"/>
              <a:ext cx="480" cy="48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39" name="Object 39"/>
            <p:cNvGraphicFramePr>
              <a:graphicFrameLocks noChangeAspect="1"/>
            </p:cNvGraphicFramePr>
            <p:nvPr/>
          </p:nvGraphicFramePr>
          <p:xfrm>
            <a:off x="4542" y="2372"/>
            <a:ext cx="96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92" name="Equation" r:id="rId27" imgW="3657600" imgH="9448800" progId="Equation.DSMT4">
                    <p:embed/>
                  </p:oleObj>
                </mc:Choice>
                <mc:Fallback>
                  <p:oleObj name="Equation" r:id="rId27" imgW="3657600" imgH="9448800" progId="Equation.DSMT4">
                    <p:embed/>
                    <p:pic>
                      <p:nvPicPr>
                        <p:cNvPr id="0" name="图片 1049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4542" y="2372"/>
                          <a:ext cx="96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" name="Oval 40"/>
            <p:cNvSpPr>
              <a:spLocks noChangeArrowheads="1"/>
            </p:cNvSpPr>
            <p:nvPr/>
          </p:nvSpPr>
          <p:spPr bwMode="auto">
            <a:xfrm>
              <a:off x="4704" y="2472"/>
              <a:ext cx="57" cy="5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41" name="Group 41"/>
          <p:cNvGrpSpPr/>
          <p:nvPr/>
        </p:nvGrpSpPr>
        <p:grpSpPr bwMode="auto">
          <a:xfrm>
            <a:off x="8305803" y="4756150"/>
            <a:ext cx="1214438" cy="882650"/>
            <a:chOff x="4272" y="2996"/>
            <a:chExt cx="765" cy="556"/>
          </a:xfrm>
        </p:grpSpPr>
        <p:sp>
          <p:nvSpPr>
            <p:cNvPr id="42" name="Line 42"/>
            <p:cNvSpPr>
              <a:spLocks noChangeShapeType="1"/>
            </p:cNvSpPr>
            <p:nvPr/>
          </p:nvSpPr>
          <p:spPr bwMode="auto">
            <a:xfrm flipV="1">
              <a:off x="4272" y="3072"/>
              <a:ext cx="480" cy="48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43" name="Object 43"/>
            <p:cNvGraphicFramePr>
              <a:graphicFrameLocks noChangeAspect="1"/>
            </p:cNvGraphicFramePr>
            <p:nvPr/>
          </p:nvGraphicFramePr>
          <p:xfrm>
            <a:off x="4789" y="2996"/>
            <a:ext cx="24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93" name="Equation" r:id="rId29" imgW="9448800" imgH="9448800" progId="Equation.DSMT4">
                    <p:embed/>
                  </p:oleObj>
                </mc:Choice>
                <mc:Fallback>
                  <p:oleObj name="Equation" r:id="rId29" imgW="9448800" imgH="9448800" progId="Equation.DSMT4">
                    <p:embed/>
                    <p:pic>
                      <p:nvPicPr>
                        <p:cNvPr id="0" name="图片 1049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4789" y="2996"/>
                          <a:ext cx="248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" name="Oval 44"/>
            <p:cNvSpPr>
              <a:spLocks noChangeArrowheads="1"/>
            </p:cNvSpPr>
            <p:nvPr/>
          </p:nvSpPr>
          <p:spPr bwMode="auto">
            <a:xfrm>
              <a:off x="4704" y="3063"/>
              <a:ext cx="57" cy="5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aphicFrame>
        <p:nvGraphicFramePr>
          <p:cNvPr id="45" name="Object 45"/>
          <p:cNvGraphicFramePr>
            <a:graphicFrameLocks noChangeAspect="1"/>
          </p:cNvGraphicFramePr>
          <p:nvPr/>
        </p:nvGraphicFramePr>
        <p:xfrm>
          <a:off x="2711624" y="4987290"/>
          <a:ext cx="165096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4" name="Equation" r:id="rId31" imgW="39624000" imgH="10972800" progId="Equation.DSMT4">
                  <p:embed/>
                </p:oleObj>
              </mc:Choice>
              <mc:Fallback>
                <p:oleObj name="Equation" r:id="rId31" imgW="39624000" imgH="10972800" progId="Equation.DSMT4">
                  <p:embed/>
                  <p:pic>
                    <p:nvPicPr>
                      <p:cNvPr id="0" name="图片 10493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2711624" y="4987290"/>
                        <a:ext cx="165096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46"/>
          <p:cNvGraphicFramePr>
            <a:graphicFrameLocks noChangeAspect="1"/>
          </p:cNvGraphicFramePr>
          <p:nvPr/>
        </p:nvGraphicFramePr>
        <p:xfrm>
          <a:off x="4978132" y="5031740"/>
          <a:ext cx="134604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5" name="Equation" r:id="rId33" imgW="32308800" imgH="10972800" progId="Equation.DSMT4">
                  <p:embed/>
                </p:oleObj>
              </mc:Choice>
              <mc:Fallback>
                <p:oleObj name="Equation" r:id="rId33" imgW="32308800" imgH="10972800" progId="Equation.DSMT4">
                  <p:embed/>
                  <p:pic>
                    <p:nvPicPr>
                      <p:cNvPr id="0" name="图片 10494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4978132" y="5031740"/>
                        <a:ext cx="134604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47"/>
          <p:cNvGraphicFramePr>
            <a:graphicFrameLocks noChangeAspect="1"/>
          </p:cNvGraphicFramePr>
          <p:nvPr/>
        </p:nvGraphicFramePr>
        <p:xfrm>
          <a:off x="2682796" y="5714365"/>
          <a:ext cx="7715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6" name="Equation" r:id="rId35" imgW="8534400" imgH="4267200" progId="Equation.DSMT4">
                  <p:embed/>
                </p:oleObj>
              </mc:Choice>
              <mc:Fallback>
                <p:oleObj name="Equation" r:id="rId35" imgW="8534400" imgH="4267200" progId="Equation.DSMT4">
                  <p:embed/>
                  <p:pic>
                    <p:nvPicPr>
                      <p:cNvPr id="0" name="图片 10495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2682796" y="5714365"/>
                        <a:ext cx="771525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Text Box 48"/>
          <p:cNvSpPr txBox="1">
            <a:spLocks noChangeArrowheads="1"/>
          </p:cNvSpPr>
          <p:nvPr/>
        </p:nvSpPr>
        <p:spPr bwMode="auto">
          <a:xfrm>
            <a:off x="3501628" y="5715000"/>
            <a:ext cx="3581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为其跳跃间断点 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kumimoji="1"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 uiExpand="1" build="p"/>
      <p:bldP spid="11" grpId="0" advAuto="0" autoUpdateAnimBg="0" build="p"/>
      <p:bldP spid="36" grpId="0" bldLvl="0" animBg="1"/>
      <p:bldP spid="48" grpId="0" bldLvl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>
            <a:off x="1684586" y="448990"/>
            <a:ext cx="75126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　讨论下列函数的间断点，并判断其类型．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875072" y="1088678"/>
          <a:ext cx="2084388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5" name="Equation" r:id="rId1" imgW="50292000" imgH="17678400" progId="Equation.DSMT4">
                  <p:embed/>
                </p:oleObj>
              </mc:Choice>
              <mc:Fallback>
                <p:oleObj name="Equation" r:id="rId1" imgW="50292000" imgH="17678400" progId="Equation.DSMT4">
                  <p:embed/>
                  <p:pic>
                    <p:nvPicPr>
                      <p:cNvPr id="0" name="图片 1126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75072" y="1088678"/>
                        <a:ext cx="2084388" cy="742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 bwMode="auto">
          <a:xfrm>
            <a:off x="2460169" y="1331501"/>
            <a:ext cx="415290" cy="370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baseline="30000" dirty="0" smtClean="0">
                <a:solidFill>
                  <a:srgbClr val="AB5EA0"/>
                </a:solidFill>
                <a:latin typeface="幼圆" panose="02010509060101010101" charset="-122"/>
                <a:ea typeface="幼圆" panose="02010509060101010101" charset="-122"/>
              </a:rPr>
              <a:t>☆</a:t>
            </a:r>
            <a:endParaRPr kumimoji="1" lang="zh-CN" altLang="en-US" sz="2800" b="1" baseline="30000" dirty="0" smtClean="0">
              <a:solidFill>
                <a:srgbClr val="AB5EA0"/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540285" y="1165260"/>
          <a:ext cx="286067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5" name="Equation" r:id="rId3" imgW="68884800" imgH="25603200" progId="Equation.DSMT4">
                  <p:embed/>
                </p:oleObj>
              </mc:Choice>
              <mc:Fallback>
                <p:oleObj name="Equation" r:id="rId3" imgW="68884800" imgH="25603200" progId="Equation.DSMT4">
                  <p:embed/>
                  <p:pic>
                    <p:nvPicPr>
                      <p:cNvPr id="0" name="图片 1141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40285" y="1165260"/>
                        <a:ext cx="2860675" cy="1066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 bwMode="auto">
          <a:xfrm>
            <a:off x="1833811" y="2108602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解：</a:t>
            </a:r>
            <a:endParaRPr kumimoji="1"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TextBox 8"/>
          <p:cNvSpPr txBox="1"/>
          <p:nvPr/>
        </p:nvSpPr>
        <p:spPr bwMode="auto">
          <a:xfrm>
            <a:off x="2460040" y="2115271"/>
            <a:ext cx="179260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）由于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3377858" y="2636912"/>
          <a:ext cx="1771650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6" name="Equation" r:id="rId5" imgW="42367200" imgH="20116800" progId="Equation.DSMT4">
                  <p:embed/>
                </p:oleObj>
              </mc:Choice>
              <mc:Fallback>
                <p:oleObj name="Equation" r:id="rId5" imgW="42367200" imgH="20116800" progId="Equation.DSMT4">
                  <p:embed/>
                  <p:pic>
                    <p:nvPicPr>
                      <p:cNvPr id="0" name="图片 1141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77858" y="2636912"/>
                        <a:ext cx="1771650" cy="8302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5692050" y="2639070"/>
          <a:ext cx="1773238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7" name="Equation" r:id="rId7" imgW="42367200" imgH="20116800" progId="Equation.DSMT4">
                  <p:embed/>
                </p:oleObj>
              </mc:Choice>
              <mc:Fallback>
                <p:oleObj name="Equation" r:id="rId7" imgW="42367200" imgH="20116800" progId="Equation.DSMT4">
                  <p:embed/>
                  <p:pic>
                    <p:nvPicPr>
                      <p:cNvPr id="0" name="图片 1141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692050" y="2639070"/>
                        <a:ext cx="1773238" cy="831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 bwMode="auto">
          <a:xfrm>
            <a:off x="1936681" y="3456305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导致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3362325" y="3789363"/>
          <a:ext cx="155575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8" name="Equation" r:id="rId9" imgW="37185600" imgH="20116800" progId="Equation.DSMT4">
                  <p:embed/>
                </p:oleObj>
              </mc:Choice>
              <mc:Fallback>
                <p:oleObj name="Equation" r:id="rId9" imgW="37185600" imgH="20116800" progId="Equation.DSMT4">
                  <p:embed/>
                  <p:pic>
                    <p:nvPicPr>
                      <p:cNvPr id="0" name="图片 11417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362325" y="3789363"/>
                        <a:ext cx="1555750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5691843" y="3789670"/>
          <a:ext cx="18161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9" name="Equation" r:id="rId11" imgW="43586400" imgH="20116800" progId="Equation.DSMT4">
                  <p:embed/>
                </p:oleObj>
              </mc:Choice>
              <mc:Fallback>
                <p:oleObj name="Equation" r:id="rId11" imgW="43586400" imgH="20116800" progId="Equation.DSMT4">
                  <p:embed/>
                  <p:pic>
                    <p:nvPicPr>
                      <p:cNvPr id="0" name="图片 11418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691843" y="3789670"/>
                        <a:ext cx="1816100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 bwMode="auto">
          <a:xfrm>
            <a:off x="1919536" y="4797152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所以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2834834" y="4896202"/>
          <a:ext cx="74295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20" name="Equation" r:id="rId13" imgW="17983200" imgH="7620000" progId="Equation.DSMT4">
                  <p:embed/>
                </p:oleObj>
              </mc:Choice>
              <mc:Fallback>
                <p:oleObj name="Equation" r:id="rId13" imgW="17983200" imgH="7620000" progId="Equation.DSMT4">
                  <p:embed/>
                  <p:pic>
                    <p:nvPicPr>
                      <p:cNvPr id="0" name="图片 11419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834834" y="4896202"/>
                        <a:ext cx="742950" cy="323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 bwMode="auto">
          <a:xfrm>
            <a:off x="3647728" y="4797152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4193070" y="4865087"/>
          <a:ext cx="723900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21" name="Equation" r:id="rId15" imgW="17373600" imgH="9448800" progId="Equation.DSMT4">
                  <p:embed/>
                </p:oleObj>
              </mc:Choice>
              <mc:Fallback>
                <p:oleObj name="Equation" r:id="rId15" imgW="17373600" imgH="9448800" progId="Equation.DSMT4">
                  <p:embed/>
                  <p:pic>
                    <p:nvPicPr>
                      <p:cNvPr id="0" name="图片 11420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193070" y="4865087"/>
                        <a:ext cx="723900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/>
          <p:cNvSpPr txBox="1"/>
          <p:nvPr/>
        </p:nvSpPr>
        <p:spPr bwMode="auto">
          <a:xfrm>
            <a:off x="4871864" y="4797152"/>
            <a:ext cx="5580112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的第二类间断点（无穷间断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点）．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8965364" y="3814108"/>
          <a:ext cx="117475" cy="13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22" name="Equation" r:id="rId17" imgW="3657600" imgH="4267200" progId="Equation.DSMT4">
                  <p:embed/>
                </p:oleObj>
              </mc:Choice>
              <mc:Fallback>
                <p:oleObj name="Equation" r:id="rId17" imgW="3657600" imgH="4267200" progId="Equation.DSMT4">
                  <p:embed/>
                  <p:pic>
                    <p:nvPicPr>
                      <p:cNvPr id="0" name="图片 11421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965364" y="3814108"/>
                        <a:ext cx="117475" cy="138112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9296512" y="2724077"/>
          <a:ext cx="600075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23" name="Equation" r:id="rId19" imgW="21640800" imgH="16764000" progId="Equation.DSMT4">
                  <p:embed/>
                </p:oleObj>
              </mc:Choice>
              <mc:Fallback>
                <p:oleObj name="Equation" r:id="rId19" imgW="21640800" imgH="16764000" progId="Equation.DSMT4">
                  <p:embed/>
                  <p:pic>
                    <p:nvPicPr>
                      <p:cNvPr id="0" name="图片 11422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9296512" y="2724077"/>
                        <a:ext cx="600075" cy="461962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直线 577"/>
          <p:cNvSpPr>
            <a:spLocks noChangeShapeType="1"/>
          </p:cNvSpPr>
          <p:nvPr/>
        </p:nvSpPr>
        <p:spPr bwMode="auto">
          <a:xfrm>
            <a:off x="8400842" y="3773425"/>
            <a:ext cx="1943630" cy="1269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tailEnd type="stealth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endParaRPr lang="zh-CN" altLang="en-US"/>
          </a:p>
        </p:txBody>
      </p:sp>
      <p:sp>
        <p:nvSpPr>
          <p:cNvPr id="40" name="直线 582"/>
          <p:cNvSpPr>
            <a:spLocks noChangeShapeType="1"/>
          </p:cNvSpPr>
          <p:nvPr/>
        </p:nvSpPr>
        <p:spPr bwMode="auto">
          <a:xfrm flipH="1" flipV="1">
            <a:off x="8845442" y="2440051"/>
            <a:ext cx="11433" cy="1491977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tailEnd type="stealth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endParaRPr lang="zh-CN" altLang="en-US"/>
          </a:p>
        </p:txBody>
      </p:sp>
      <p:sp>
        <p:nvSpPr>
          <p:cNvPr id="42" name="直线 607"/>
          <p:cNvSpPr>
            <a:spLocks noChangeShapeType="1"/>
          </p:cNvSpPr>
          <p:nvPr/>
        </p:nvSpPr>
        <p:spPr bwMode="auto">
          <a:xfrm>
            <a:off x="8390680" y="3514584"/>
            <a:ext cx="1521744" cy="0"/>
          </a:xfrm>
          <a:prstGeom prst="line">
            <a:avLst/>
          </a:prstGeom>
          <a:noFill/>
          <a:ln w="3175">
            <a:solidFill>
              <a:srgbClr val="0000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4" name="任意多边形 609"/>
          <p:cNvSpPr/>
          <p:nvPr/>
        </p:nvSpPr>
        <p:spPr bwMode="auto">
          <a:xfrm>
            <a:off x="8965364" y="2576118"/>
            <a:ext cx="1066982" cy="894801"/>
          </a:xfrm>
          <a:custGeom>
            <a:avLst/>
            <a:gdLst>
              <a:gd name="T0" fmla="*/ 0 w 1114"/>
              <a:gd name="T1" fmla="*/ 0 h 540"/>
              <a:gd name="T2" fmla="*/ 24 w 1114"/>
              <a:gd name="T3" fmla="*/ 297 h 540"/>
              <a:gd name="T4" fmla="*/ 102 w 1114"/>
              <a:gd name="T5" fmla="*/ 456 h 540"/>
              <a:gd name="T6" fmla="*/ 322 w 1114"/>
              <a:gd name="T7" fmla="*/ 522 h 540"/>
              <a:gd name="T8" fmla="*/ 1114 w 1114"/>
              <a:gd name="T9" fmla="*/ 540 h 5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14" h="540">
                <a:moveTo>
                  <a:pt x="0" y="0"/>
                </a:moveTo>
                <a:cubicBezTo>
                  <a:pt x="3" y="110"/>
                  <a:pt x="7" y="221"/>
                  <a:pt x="24" y="297"/>
                </a:cubicBezTo>
                <a:cubicBezTo>
                  <a:pt x="41" y="373"/>
                  <a:pt x="52" y="419"/>
                  <a:pt x="102" y="456"/>
                </a:cubicBezTo>
                <a:cubicBezTo>
                  <a:pt x="152" y="493"/>
                  <a:pt x="153" y="508"/>
                  <a:pt x="322" y="522"/>
                </a:cubicBezTo>
                <a:cubicBezTo>
                  <a:pt x="491" y="536"/>
                  <a:pt x="802" y="538"/>
                  <a:pt x="1114" y="540"/>
                </a:cubicBezTo>
              </a:path>
            </a:pathLst>
          </a:custGeom>
          <a:noFill/>
          <a:ln w="28575" cmpd="sng">
            <a:solidFill>
              <a:srgbClr val="0070C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5" name="任意多边形 614"/>
          <p:cNvSpPr/>
          <p:nvPr/>
        </p:nvSpPr>
        <p:spPr bwMode="auto">
          <a:xfrm>
            <a:off x="8394491" y="3531713"/>
            <a:ext cx="450951" cy="230293"/>
          </a:xfrm>
          <a:custGeom>
            <a:avLst/>
            <a:gdLst>
              <a:gd name="T0" fmla="*/ 0 w 710"/>
              <a:gd name="T1" fmla="*/ 0 h 363"/>
              <a:gd name="T2" fmla="*/ 288 w 710"/>
              <a:gd name="T3" fmla="*/ 15 h 363"/>
              <a:gd name="T4" fmla="*/ 474 w 710"/>
              <a:gd name="T5" fmla="*/ 66 h 363"/>
              <a:gd name="T6" fmla="*/ 654 w 710"/>
              <a:gd name="T7" fmla="*/ 213 h 363"/>
              <a:gd name="T8" fmla="*/ 710 w 710"/>
              <a:gd name="T9" fmla="*/ 363 h 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10" h="363">
                <a:moveTo>
                  <a:pt x="0" y="0"/>
                </a:moveTo>
                <a:cubicBezTo>
                  <a:pt x="104" y="2"/>
                  <a:pt x="209" y="4"/>
                  <a:pt x="288" y="15"/>
                </a:cubicBezTo>
                <a:cubicBezTo>
                  <a:pt x="367" y="26"/>
                  <a:pt x="413" y="33"/>
                  <a:pt x="474" y="66"/>
                </a:cubicBezTo>
                <a:cubicBezTo>
                  <a:pt x="535" y="99"/>
                  <a:pt x="615" y="163"/>
                  <a:pt x="654" y="213"/>
                </a:cubicBezTo>
                <a:cubicBezTo>
                  <a:pt x="693" y="263"/>
                  <a:pt x="701" y="313"/>
                  <a:pt x="710" y="363"/>
                </a:cubicBezTo>
              </a:path>
            </a:pathLst>
          </a:custGeom>
          <a:noFill/>
          <a:ln w="28575" cmpd="sng">
            <a:solidFill>
              <a:srgbClr val="0070C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aphicFrame>
        <p:nvGraphicFramePr>
          <p:cNvPr id="50" name="对象 49"/>
          <p:cNvGraphicFramePr>
            <a:graphicFrameLocks noChangeAspect="1"/>
          </p:cNvGraphicFramePr>
          <p:nvPr/>
        </p:nvGraphicFramePr>
        <p:xfrm>
          <a:off x="8911389" y="3410321"/>
          <a:ext cx="107950" cy="23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24" name="Equation" r:id="rId21" imgW="3352800" imgH="7315200" progId="Equation.DSMT4">
                  <p:embed/>
                </p:oleObj>
              </mc:Choice>
              <mc:Fallback>
                <p:oleObj name="Equation" r:id="rId21" imgW="3352800" imgH="7315200" progId="Equation.DSMT4">
                  <p:embed/>
                  <p:pic>
                    <p:nvPicPr>
                      <p:cNvPr id="0" name="图片 11423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8911389" y="3410321"/>
                        <a:ext cx="107950" cy="236538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椭圆 25"/>
          <p:cNvSpPr/>
          <p:nvPr/>
        </p:nvSpPr>
        <p:spPr>
          <a:xfrm>
            <a:off x="8813165" y="3738245"/>
            <a:ext cx="75565" cy="7556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0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3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9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2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9" grpId="0" bldLvl="0" animBg="1"/>
      <p:bldP spid="14" grpId="0" bldLvl="0" animBg="1"/>
      <p:bldP spid="19" grpId="0" bldLvl="0" animBg="1"/>
      <p:bldP spid="22" grpId="0" bldLvl="0" animBg="1"/>
      <p:bldP spid="25" grpId="0" bldLvl="0" animBg="1"/>
      <p:bldP spid="36" grpId="0" bldLvl="0" animBg="1"/>
      <p:bldP spid="40" grpId="0" bldLvl="0" animBg="1"/>
      <p:bldP spid="42" grpId="0" bldLvl="0" animBg="1"/>
      <p:bldP spid="44" grpId="0" bldLvl="0" animBg="1"/>
      <p:bldP spid="45" grpId="0" bldLvl="0" animBg="1"/>
      <p:bldP spid="2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1835433" y="1474439"/>
            <a:ext cx="2362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因为</a:t>
            </a:r>
            <a:endParaRPr kumimoji="1"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" name="Object 7"/>
          <p:cNvGraphicFramePr>
            <a:graphicFrameLocks noChangeAspect="1"/>
          </p:cNvGraphicFramePr>
          <p:nvPr/>
        </p:nvGraphicFramePr>
        <p:xfrm>
          <a:off x="3570531" y="1531803"/>
          <a:ext cx="13208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6" name="Equation" r:id="rId1" imgW="31699200" imgH="13106400" progId="Equation.DSMT4">
                  <p:embed/>
                </p:oleObj>
              </mc:Choice>
              <mc:Fallback>
                <p:oleObj name="Equation" r:id="rId1" imgW="31699200" imgH="13106400" progId="Equation.DSMT4">
                  <p:embed/>
                  <p:pic>
                    <p:nvPicPr>
                      <p:cNvPr id="0" name="图片 12425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70531" y="1531803"/>
                        <a:ext cx="1320800" cy="546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8"/>
          <p:cNvGraphicFramePr>
            <a:graphicFrameLocks noChangeAspect="1"/>
          </p:cNvGraphicFramePr>
          <p:nvPr/>
        </p:nvGraphicFramePr>
        <p:xfrm>
          <a:off x="4963467" y="1602288"/>
          <a:ext cx="6477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7" name="Equation" r:id="rId3" imgW="15544800" imgH="7010400" progId="Equation.DSMT4">
                  <p:embed/>
                </p:oleObj>
              </mc:Choice>
              <mc:Fallback>
                <p:oleObj name="Equation" r:id="rId3" imgW="15544800" imgH="7010400" progId="Equation.DSMT4">
                  <p:embed/>
                  <p:pic>
                    <p:nvPicPr>
                      <p:cNvPr id="0" name="图片 1242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63467" y="1602288"/>
                        <a:ext cx="647700" cy="292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9"/>
          <p:cNvGraphicFramePr>
            <a:graphicFrameLocks noChangeAspect="1"/>
          </p:cNvGraphicFramePr>
          <p:nvPr/>
        </p:nvGraphicFramePr>
        <p:xfrm>
          <a:off x="3706801" y="2338571"/>
          <a:ext cx="744538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8" name="Equation" r:id="rId5" imgW="17983200" imgH="7620000" progId="Equation.DSMT4">
                  <p:embed/>
                </p:oleObj>
              </mc:Choice>
              <mc:Fallback>
                <p:oleObj name="Equation" r:id="rId5" imgW="17983200" imgH="7620000" progId="Equation.DSMT4">
                  <p:embed/>
                  <p:pic>
                    <p:nvPicPr>
                      <p:cNvPr id="0" name="图片 12427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06801" y="2338571"/>
                        <a:ext cx="744538" cy="3143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0"/>
          <p:cNvSpPr txBox="1">
            <a:spLocks noChangeArrowheads="1"/>
          </p:cNvSpPr>
          <p:nvPr/>
        </p:nvSpPr>
        <p:spPr bwMode="auto">
          <a:xfrm>
            <a:off x="4533637" y="2232367"/>
            <a:ext cx="3124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为无穷间断点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  <a:endParaRPr kumimoji="1"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8" name="Object 11"/>
          <p:cNvGraphicFramePr>
            <a:graphicFrameLocks noChangeAspect="1"/>
          </p:cNvGraphicFramePr>
          <p:nvPr/>
        </p:nvGraphicFramePr>
        <p:xfrm>
          <a:off x="2808288" y="3088640"/>
          <a:ext cx="1778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9" name="Equation" r:id="rId7" imgW="42672000" imgH="10972800" progId="Equation.DSMT4">
                  <p:embed/>
                </p:oleObj>
              </mc:Choice>
              <mc:Fallback>
                <p:oleObj name="Equation" r:id="rId7" imgW="42672000" imgH="10972800" progId="Equation.DSMT4">
                  <p:embed/>
                  <p:pic>
                    <p:nvPicPr>
                      <p:cNvPr id="0" name="图片 12428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08288" y="3088640"/>
                        <a:ext cx="17780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2"/>
          <p:cNvGraphicFramePr>
            <a:graphicFrameLocks noChangeAspect="1"/>
          </p:cNvGraphicFramePr>
          <p:nvPr/>
        </p:nvGraphicFramePr>
        <p:xfrm>
          <a:off x="4715193" y="2909253"/>
          <a:ext cx="1143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0" name="Equation" r:id="rId9" imgW="27432000" imgH="20116800" progId="Equation.DSMT4">
                  <p:embed/>
                </p:oleObj>
              </mc:Choice>
              <mc:Fallback>
                <p:oleObj name="Equation" r:id="rId9" imgW="27432000" imgH="20116800" progId="Equation.DSMT4">
                  <p:embed/>
                  <p:pic>
                    <p:nvPicPr>
                      <p:cNvPr id="0" name="图片 12429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715193" y="2909253"/>
                        <a:ext cx="11430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3"/>
          <p:cNvGraphicFramePr>
            <a:graphicFrameLocks noChangeAspect="1"/>
          </p:cNvGraphicFramePr>
          <p:nvPr/>
        </p:nvGraphicFramePr>
        <p:xfrm>
          <a:off x="5858193" y="3240723"/>
          <a:ext cx="5715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1" name="Equation" r:id="rId11" imgW="13716000" imgH="7315200" progId="Equation.DSMT4">
                  <p:embed/>
                </p:oleObj>
              </mc:Choice>
              <mc:Fallback>
                <p:oleObj name="Equation" r:id="rId11" imgW="13716000" imgH="7315200" progId="Equation.DSMT4">
                  <p:embed/>
                  <p:pic>
                    <p:nvPicPr>
                      <p:cNvPr id="0" name="图片 12430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858193" y="3240723"/>
                        <a:ext cx="571500" cy="304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4"/>
          <p:cNvGraphicFramePr>
            <a:graphicFrameLocks noChangeAspect="1"/>
          </p:cNvGraphicFramePr>
          <p:nvPr/>
        </p:nvGraphicFramePr>
        <p:xfrm>
          <a:off x="7273528" y="3196600"/>
          <a:ext cx="1485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2" name="Equation" r:id="rId13" imgW="35661600" imgH="9448800" progId="Equation.DSMT4">
                  <p:embed/>
                </p:oleObj>
              </mc:Choice>
              <mc:Fallback>
                <p:oleObj name="Equation" r:id="rId13" imgW="35661600" imgH="9448800" progId="Equation.DSMT4">
                  <p:embed/>
                  <p:pic>
                    <p:nvPicPr>
                      <p:cNvPr id="0" name="图片 12431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273528" y="3196600"/>
                        <a:ext cx="14859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5"/>
          <p:cNvGraphicFramePr>
            <a:graphicFrameLocks noChangeAspect="1"/>
          </p:cNvGraphicFramePr>
          <p:nvPr/>
        </p:nvGraphicFramePr>
        <p:xfrm>
          <a:off x="2808288" y="4177348"/>
          <a:ext cx="1790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3" name="Equation" r:id="rId15" imgW="42976800" imgH="10972800" progId="Equation.DSMT4">
                  <p:embed/>
                </p:oleObj>
              </mc:Choice>
              <mc:Fallback>
                <p:oleObj name="Equation" r:id="rId15" imgW="42976800" imgH="10972800" progId="Equation.DSMT4">
                  <p:embed/>
                  <p:pic>
                    <p:nvPicPr>
                      <p:cNvPr id="0" name="图片 12432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808288" y="4177348"/>
                        <a:ext cx="17907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6"/>
          <p:cNvGraphicFramePr>
            <a:graphicFrameLocks noChangeAspect="1"/>
          </p:cNvGraphicFramePr>
          <p:nvPr/>
        </p:nvGraphicFramePr>
        <p:xfrm>
          <a:off x="4687888" y="3872548"/>
          <a:ext cx="1143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4" name="Equation" r:id="rId17" imgW="27432000" imgH="20116800" progId="Equation.DSMT4">
                  <p:embed/>
                </p:oleObj>
              </mc:Choice>
              <mc:Fallback>
                <p:oleObj name="Equation" r:id="rId17" imgW="27432000" imgH="20116800" progId="Equation.DSMT4">
                  <p:embed/>
                  <p:pic>
                    <p:nvPicPr>
                      <p:cNvPr id="0" name="图片 12433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687888" y="3872548"/>
                        <a:ext cx="11430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7"/>
          <p:cNvGraphicFramePr>
            <a:graphicFrameLocks noChangeAspect="1"/>
          </p:cNvGraphicFramePr>
          <p:nvPr/>
        </p:nvGraphicFramePr>
        <p:xfrm>
          <a:off x="5919788" y="4177348"/>
          <a:ext cx="5715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5" name="Equation" r:id="rId19" imgW="13716000" imgH="7010400" progId="Equation.DSMT4">
                  <p:embed/>
                </p:oleObj>
              </mc:Choice>
              <mc:Fallback>
                <p:oleObj name="Equation" r:id="rId19" imgW="13716000" imgH="7010400" progId="Equation.DSMT4">
                  <p:embed/>
                  <p:pic>
                    <p:nvPicPr>
                      <p:cNvPr id="0" name="图片 12434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919788" y="4177348"/>
                        <a:ext cx="571500" cy="292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8"/>
          <p:cNvGraphicFramePr>
            <a:graphicFrameLocks noChangeAspect="1"/>
          </p:cNvGraphicFramePr>
          <p:nvPr/>
        </p:nvGraphicFramePr>
        <p:xfrm>
          <a:off x="7273447" y="4126870"/>
          <a:ext cx="1435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6" name="Equation" r:id="rId21" imgW="34442400" imgH="9448800" progId="Equation.DSMT4">
                  <p:embed/>
                </p:oleObj>
              </mc:Choice>
              <mc:Fallback>
                <p:oleObj name="Equation" r:id="rId21" imgW="34442400" imgH="9448800" progId="Equation.DSMT4">
                  <p:embed/>
                  <p:pic>
                    <p:nvPicPr>
                      <p:cNvPr id="0" name="图片 12435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273447" y="4126870"/>
                        <a:ext cx="14351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9"/>
          <p:cNvSpPr txBox="1">
            <a:spLocks noChangeArrowheads="1"/>
          </p:cNvSpPr>
          <p:nvPr/>
        </p:nvSpPr>
        <p:spPr bwMode="auto">
          <a:xfrm>
            <a:off x="2808888" y="4848194"/>
            <a:ext cx="762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故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7" name="Object 20"/>
          <p:cNvGraphicFramePr>
            <a:graphicFrameLocks noChangeAspect="1"/>
          </p:cNvGraphicFramePr>
          <p:nvPr/>
        </p:nvGraphicFramePr>
        <p:xfrm>
          <a:off x="3389313" y="4912360"/>
          <a:ext cx="698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7" name="Equation" r:id="rId23" imgW="16764000" imgH="9448800" progId="Equation.DSMT4">
                  <p:embed/>
                </p:oleObj>
              </mc:Choice>
              <mc:Fallback>
                <p:oleObj name="Equation" r:id="rId23" imgW="16764000" imgH="9448800" progId="Equation.DSMT4">
                  <p:embed/>
                  <p:pic>
                    <p:nvPicPr>
                      <p:cNvPr id="0" name="图片 12436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389313" y="4912360"/>
                        <a:ext cx="6985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21"/>
          <p:cNvSpPr txBox="1">
            <a:spLocks noChangeArrowheads="1"/>
          </p:cNvSpPr>
          <p:nvPr/>
        </p:nvSpPr>
        <p:spPr bwMode="auto">
          <a:xfrm>
            <a:off x="4088413" y="4836129"/>
            <a:ext cx="2590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为跳跃间断点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endParaRPr kumimoji="1"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TextBox 21"/>
          <p:cNvSpPr txBox="1"/>
          <p:nvPr/>
        </p:nvSpPr>
        <p:spPr bwMode="auto">
          <a:xfrm>
            <a:off x="2808658" y="2222693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所以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TextBox 23"/>
          <p:cNvSpPr txBox="1"/>
          <p:nvPr/>
        </p:nvSpPr>
        <p:spPr bwMode="auto">
          <a:xfrm>
            <a:off x="6707387" y="3132475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故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TextBox 24"/>
          <p:cNvSpPr txBox="1"/>
          <p:nvPr/>
        </p:nvSpPr>
        <p:spPr bwMode="auto">
          <a:xfrm>
            <a:off x="6744407" y="4062864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故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2308135" y="181645"/>
          <a:ext cx="286067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5" name="Equation" r:id="rId25" imgW="68884800" imgH="25603200" progId="Equation.DSMT4">
                  <p:embed/>
                </p:oleObj>
              </mc:Choice>
              <mc:Fallback>
                <p:oleObj name="Equation" r:id="rId25" imgW="68884800" imgH="25603200" progId="Equation.DSMT4">
                  <p:embed/>
                  <p:pic>
                    <p:nvPicPr>
                      <p:cNvPr id="0" name="图片 11414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308135" y="181645"/>
                        <a:ext cx="2860675" cy="1066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7" name="直接连接符 26"/>
          <p:cNvCxnSpPr/>
          <p:nvPr/>
        </p:nvCxnSpPr>
        <p:spPr>
          <a:xfrm>
            <a:off x="1225550" y="1363980"/>
            <a:ext cx="1025271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 autoUpdateAnimBg="0"/>
      <p:bldP spid="16" grpId="0" bldLvl="0" animBg="1" autoUpdateAnimBg="0"/>
      <p:bldP spid="18" grpId="0" bldLvl="0" animBg="1" autoUpdateAnimBg="0"/>
      <p:bldP spid="22" grpId="0" bldLvl="0" animBg="1"/>
      <p:bldP spid="24" grpId="0" bldLvl="0" animBg="1"/>
      <p:bldP spid="25" grpId="0" bldLvl="0" animBg="1"/>
      <p:bldP spid="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>
            <a:off x="1777296" y="193720"/>
            <a:ext cx="75126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　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讨论下列函数的间断点，并判断其类型．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885950" y="836613"/>
          <a:ext cx="3302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3" name="Equation" r:id="rId1" imgW="79248000" imgH="21336000" progId="Equation.DSMT4">
                  <p:embed/>
                </p:oleObj>
              </mc:Choice>
              <mc:Fallback>
                <p:oleObj name="Equation" r:id="rId1" imgW="79248000" imgH="21336000" progId="Equation.DSMT4">
                  <p:embed/>
                  <p:pic>
                    <p:nvPicPr>
                      <p:cNvPr id="0" name="图片 1331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85950" y="836613"/>
                        <a:ext cx="33020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5816600" y="836930"/>
          <a:ext cx="352742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2" name="Equation" r:id="rId3" imgW="84429600" imgH="21336000" progId="Equation.DSMT4">
                  <p:embed/>
                </p:oleObj>
              </mc:Choice>
              <mc:Fallback>
                <p:oleObj name="Equation" r:id="rId3" imgW="84429600" imgH="21336000" progId="Equation.DSMT4">
                  <p:embed/>
                  <p:pic>
                    <p:nvPicPr>
                      <p:cNvPr id="0" name="图片 1337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16600" y="836930"/>
                        <a:ext cx="3527425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 bwMode="auto">
          <a:xfrm>
            <a:off x="1833811" y="1916832"/>
            <a:ext cx="80479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kumimoji="1" lang="zh-CN" altLang="en-US" sz="2800" b="1" dirty="0" smtClean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28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首先把</a:t>
            </a:r>
            <a:r>
              <a:rPr kumimoji="1" lang="zh-CN" altLang="en-US" sz="2800" b="1" i="1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zh-CN" altLang="en-US" sz="2800" b="1" i="1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看作参数，通过极限把函数的解析式</a:t>
            </a:r>
            <a:endParaRPr kumimoji="1" lang="zh-CN" altLang="en-US" sz="2800" b="1" dirty="0" smtClean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1834069" y="2438782"/>
            <a:ext cx="179260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表达出来.</a:t>
            </a:r>
            <a:endParaRPr kumimoji="1" lang="en-US" altLang="zh-CN" sz="2800" b="1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TextBox 8"/>
          <p:cNvSpPr txBox="1"/>
          <p:nvPr/>
        </p:nvSpPr>
        <p:spPr bwMode="auto">
          <a:xfrm>
            <a:off x="1928679" y="3044552"/>
            <a:ext cx="72199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TextBox 9"/>
          <p:cNvSpPr txBox="1"/>
          <p:nvPr/>
        </p:nvSpPr>
        <p:spPr bwMode="auto">
          <a:xfrm>
            <a:off x="2650413" y="3044552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由</a:t>
            </a:r>
            <a:endParaRPr kumimoji="1"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3305969" y="2527850"/>
          <a:ext cx="3556000" cy="1555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3" name="Equation" r:id="rId5" imgW="85344000" imgH="37185600" progId="Equation.DSMT4">
                  <p:embed/>
                </p:oleObj>
              </mc:Choice>
              <mc:Fallback>
                <p:oleObj name="Equation" r:id="rId5" imgW="85344000" imgH="37185600" progId="Equation.DSMT4">
                  <p:embed/>
                  <p:pic>
                    <p:nvPicPr>
                      <p:cNvPr id="0" name="图片 1337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05969" y="2527850"/>
                        <a:ext cx="3556000" cy="15557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 bwMode="auto">
          <a:xfrm>
            <a:off x="2650723" y="4684122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得到</a:t>
            </a:r>
            <a:endParaRPr kumimoji="1"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3408328" y="4145905"/>
          <a:ext cx="3052762" cy="159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4" name="Equation" r:id="rId7" imgW="73456800" imgH="38404800" progId="Equation.DSMT4">
                  <p:embed/>
                </p:oleObj>
              </mc:Choice>
              <mc:Fallback>
                <p:oleObj name="Equation" r:id="rId7" imgW="73456800" imgH="38404800" progId="Equation.DSMT4">
                  <p:embed/>
                  <p:pic>
                    <p:nvPicPr>
                      <p:cNvPr id="0" name="图片 1337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08328" y="4145905"/>
                        <a:ext cx="3052762" cy="1593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 bwMode="auto">
          <a:xfrm>
            <a:off x="1991544" y="5733256"/>
            <a:ext cx="125539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所以，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2985986" y="5832940"/>
          <a:ext cx="908051" cy="323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5" name="Equation" r:id="rId9" imgW="21945600" imgH="7620000" progId="Equation.DSMT4">
                  <p:embed/>
                </p:oleObj>
              </mc:Choice>
              <mc:Fallback>
                <p:oleObj name="Equation" r:id="rId9" imgW="21945600" imgH="7620000" progId="Equation.DSMT4">
                  <p:embed/>
                  <p:pic>
                    <p:nvPicPr>
                      <p:cNvPr id="0" name="图片 1337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85986" y="5832940"/>
                        <a:ext cx="908051" cy="323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 bwMode="auto">
          <a:xfrm>
            <a:off x="4007768" y="5733256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4512917" y="5801190"/>
          <a:ext cx="723900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6" name="Equation" r:id="rId11" imgW="17373600" imgH="9448800" progId="Equation.DSMT4">
                  <p:embed/>
                </p:oleObj>
              </mc:Choice>
              <mc:Fallback>
                <p:oleObj name="Equation" r:id="rId11" imgW="17373600" imgH="9448800" progId="Equation.DSMT4">
                  <p:embed/>
                  <p:pic>
                    <p:nvPicPr>
                      <p:cNvPr id="0" name="图片 1337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512917" y="5801190"/>
                        <a:ext cx="723900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 bwMode="auto">
          <a:xfrm>
            <a:off x="5303912" y="5733256"/>
            <a:ext cx="554545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的第一类间断点（跳跃间断点）．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  <p:bldP spid="9" grpId="0" bldLvl="0" animBg="1"/>
      <p:bldP spid="10" grpId="0" bldLvl="0" animBg="1"/>
      <p:bldP spid="13" grpId="0" bldLvl="0" animBg="1"/>
      <p:bldP spid="16" grpId="0" bldLvl="0" animBg="1"/>
      <p:bldP spid="19" grpId="0" bldLvl="0" animBg="1"/>
      <p:bldP spid="22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>
            <a:off x="1919913" y="1608654"/>
            <a:ext cx="107759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191638" y="1371754"/>
          <a:ext cx="2646363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7" name="Equation" r:id="rId1" imgW="63398400" imgH="21336000" progId="Equation.DSMT4">
                  <p:embed/>
                </p:oleObj>
              </mc:Choice>
              <mc:Fallback>
                <p:oleObj name="Equation" r:id="rId1" imgW="63398400" imgH="21336000" progId="Equation.DSMT4">
                  <p:embed/>
                  <p:pic>
                    <p:nvPicPr>
                      <p:cNvPr id="0" name="图片 1433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91638" y="1371754"/>
                        <a:ext cx="2646363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147453" y="752654"/>
          <a:ext cx="2265363" cy="21272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6" name="Equation" r:id="rId3" imgW="54559200" imgH="51206400" progId="Equation.DSMT4">
                  <p:embed/>
                </p:oleObj>
              </mc:Choice>
              <mc:Fallback>
                <p:oleObj name="Equation" r:id="rId3" imgW="54559200" imgH="51206400" progId="Equation.DSMT4">
                  <p:embed/>
                  <p:pic>
                    <p:nvPicPr>
                      <p:cNvPr id="0" name="图片 1442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47453" y="752654"/>
                        <a:ext cx="2265363" cy="21272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1919536" y="3068960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由于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825553" y="3177282"/>
          <a:ext cx="2979737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7" name="Equation" r:id="rId5" imgW="71323200" imgH="13106400" progId="Equation.DSMT4">
                  <p:embed/>
                </p:oleObj>
              </mc:Choice>
              <mc:Fallback>
                <p:oleObj name="Equation" r:id="rId5" imgW="71323200" imgH="13106400" progId="Equation.DSMT4">
                  <p:embed/>
                  <p:pic>
                    <p:nvPicPr>
                      <p:cNvPr id="0" name="图片 1442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25553" y="3177282"/>
                        <a:ext cx="2979737" cy="539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744072" y="3181164"/>
          <a:ext cx="692151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8" name="Equation" r:id="rId7" imgW="16459200" imgH="9448800" progId="Equation.DSMT4">
                  <p:embed/>
                </p:oleObj>
              </mc:Choice>
              <mc:Fallback>
                <p:oleObj name="Equation" r:id="rId7" imgW="16459200" imgH="9448800" progId="Equation.DSMT4">
                  <p:embed/>
                  <p:pic>
                    <p:nvPicPr>
                      <p:cNvPr id="0" name="图片 1442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744072" y="3181164"/>
                        <a:ext cx="692151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 bwMode="auto">
          <a:xfrm>
            <a:off x="7536159" y="3113229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在点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8440351" y="3212914"/>
          <a:ext cx="908051" cy="323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9" name="Equation" r:id="rId9" imgW="21945600" imgH="7620000" progId="Equation.DSMT4">
                  <p:embed/>
                </p:oleObj>
              </mc:Choice>
              <mc:Fallback>
                <p:oleObj name="Equation" r:id="rId9" imgW="21945600" imgH="7620000" progId="Equation.DSMT4">
                  <p:embed/>
                  <p:pic>
                    <p:nvPicPr>
                      <p:cNvPr id="0" name="图片 1442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440351" y="3212914"/>
                        <a:ext cx="908051" cy="323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 bwMode="auto">
          <a:xfrm>
            <a:off x="9307545" y="3113229"/>
            <a:ext cx="1374833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处连续；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TextBox 14"/>
          <p:cNvSpPr txBox="1"/>
          <p:nvPr/>
        </p:nvSpPr>
        <p:spPr bwMode="auto">
          <a:xfrm>
            <a:off x="3868368" y="4839272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所以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4823178" y="4938957"/>
          <a:ext cx="681038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30" name="Equation" r:id="rId11" imgW="16459200" imgH="7620000" progId="Equation.DSMT4">
                  <p:embed/>
                </p:oleObj>
              </mc:Choice>
              <mc:Fallback>
                <p:oleObj name="Equation" r:id="rId11" imgW="16459200" imgH="7620000" progId="Equation.DSMT4">
                  <p:embed/>
                  <p:pic>
                    <p:nvPicPr>
                      <p:cNvPr id="0" name="图片 1442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823178" y="4938957"/>
                        <a:ext cx="681038" cy="323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2558718" y="3958445"/>
          <a:ext cx="2789238" cy="552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31" name="Equation" r:id="rId13" imgW="66751200" imgH="13411200" progId="Equation.DSMT4">
                  <p:embed/>
                </p:oleObj>
              </mc:Choice>
              <mc:Fallback>
                <p:oleObj name="Equation" r:id="rId13" imgW="66751200" imgH="13411200" progId="Equation.DSMT4">
                  <p:embed/>
                  <p:pic>
                    <p:nvPicPr>
                      <p:cNvPr id="0" name="图片 1443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558718" y="3958445"/>
                        <a:ext cx="2789238" cy="5524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5552935" y="3945745"/>
          <a:ext cx="3517900" cy="590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32" name="Equation" r:id="rId15" imgW="84429600" imgH="14020800" progId="Equation.DSMT4">
                  <p:embed/>
                </p:oleObj>
              </mc:Choice>
              <mc:Fallback>
                <p:oleObj name="Equation" r:id="rId15" imgW="84429600" imgH="14020800" progId="Equation.DSMT4">
                  <p:embed/>
                  <p:pic>
                    <p:nvPicPr>
                      <p:cNvPr id="0" name="图片 1443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552935" y="3945745"/>
                        <a:ext cx="3517900" cy="5905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 bwMode="auto">
          <a:xfrm>
            <a:off x="1898205" y="4839272"/>
            <a:ext cx="197040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两者不等，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TextBox 21"/>
          <p:cNvSpPr txBox="1"/>
          <p:nvPr/>
        </p:nvSpPr>
        <p:spPr bwMode="auto">
          <a:xfrm>
            <a:off x="5553009" y="4839272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Rectangle 2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6147144" y="4907207"/>
          <a:ext cx="692151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33" name="Equation" r:id="rId17" imgW="16459200" imgH="9448800" progId="Equation.DSMT4">
                  <p:embed/>
                </p:oleObj>
              </mc:Choice>
              <mc:Fallback>
                <p:oleObj name="Equation" r:id="rId17" imgW="16459200" imgH="9448800" progId="Equation.DSMT4">
                  <p:embed/>
                  <p:pic>
                    <p:nvPicPr>
                      <p:cNvPr id="0" name="图片 1443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147144" y="4907207"/>
                        <a:ext cx="692151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/>
          <p:cNvSpPr txBox="1"/>
          <p:nvPr/>
        </p:nvSpPr>
        <p:spPr bwMode="auto">
          <a:xfrm>
            <a:off x="6888087" y="4839272"/>
            <a:ext cx="197040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的间断点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" name="TextBox 25"/>
          <p:cNvSpPr txBox="1"/>
          <p:nvPr/>
        </p:nvSpPr>
        <p:spPr bwMode="auto">
          <a:xfrm>
            <a:off x="3812932" y="5498068"/>
            <a:ext cx="590296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且是第一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类间断点（跳跃间断点）．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" name="TextBox 26"/>
          <p:cNvSpPr txBox="1"/>
          <p:nvPr/>
        </p:nvSpPr>
        <p:spPr bwMode="auto">
          <a:xfrm>
            <a:off x="5838055" y="3121804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所以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" name="TextBox 27"/>
          <p:cNvSpPr txBox="1"/>
          <p:nvPr/>
        </p:nvSpPr>
        <p:spPr bwMode="auto">
          <a:xfrm>
            <a:off x="1878250" y="3973623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又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8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11" grpId="0" bldLvl="0" animBg="1"/>
      <p:bldP spid="14" grpId="0" bldLvl="0" animBg="1"/>
      <p:bldP spid="15" grpId="0" bldLvl="0" animBg="1"/>
      <p:bldP spid="21" grpId="0" bldLvl="0" animBg="1"/>
      <p:bldP spid="22" grpId="0" bldLvl="0" animBg="1"/>
      <p:bldP spid="25" grpId="0" bldLvl="0" animBg="1"/>
      <p:bldP spid="26" grpId="0" bldLvl="0" animBg="1"/>
      <p:bldP spid="27" grpId="0" bldLvl="0" animBg="1"/>
      <p:bldP spid="28" grpId="1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93364" y="430957"/>
            <a:ext cx="43204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区间上的连续函数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1775634" y="990332"/>
            <a:ext cx="836104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1.4.4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如果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函数 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在区间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的每一点上连续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 bwMode="auto">
          <a:xfrm>
            <a:off x="1833940" y="1524982"/>
            <a:ext cx="550481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称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区间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上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的连续函数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kumimoji="1"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849196" y="2191682"/>
          <a:ext cx="2354263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1" name="Equation" r:id="rId1" imgW="56692800" imgH="20116800" progId="Equation.DSMT4">
                  <p:embed/>
                </p:oleObj>
              </mc:Choice>
              <mc:Fallback>
                <p:oleObj name="Equation" r:id="rId1" imgW="56692800" imgH="20116800" progId="Equation.DSMT4">
                  <p:embed/>
                  <p:pic>
                    <p:nvPicPr>
                      <p:cNvPr id="0" name="图片 1536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49196" y="2191682"/>
                        <a:ext cx="2354263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 bwMode="auto">
          <a:xfrm>
            <a:off x="4347355" y="2373696"/>
            <a:ext cx="232791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的连续区间是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692900" y="2374714"/>
          <a:ext cx="31496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Equation" r:id="rId3" imgW="75590400" imgH="11582400" progId="Equation.DSMT4">
                  <p:embed/>
                </p:oleObj>
              </mc:Choice>
              <mc:Fallback>
                <p:oleObj name="Equation" r:id="rId3" imgW="75590400" imgH="11582400" progId="Equation.DSMT4">
                  <p:embed/>
                  <p:pic>
                    <p:nvPicPr>
                      <p:cNvPr id="0" name="图片 1536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92900" y="2374714"/>
                        <a:ext cx="3149600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8"/>
          <p:cNvGraphicFramePr>
            <a:graphicFrameLocks noChangeAspect="1"/>
          </p:cNvGraphicFramePr>
          <p:nvPr/>
        </p:nvGraphicFramePr>
        <p:xfrm>
          <a:off x="1833956" y="3167102"/>
          <a:ext cx="24765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3" name="Equation" r:id="rId5" imgW="59436000" imgH="14020800" progId="Equation.DSMT4">
                  <p:embed/>
                </p:oleObj>
              </mc:Choice>
              <mc:Fallback>
                <p:oleObj name="Equation" r:id="rId5" imgW="59436000" imgH="14020800" progId="Equation.DSMT4">
                  <p:embed/>
                  <p:pic>
                    <p:nvPicPr>
                      <p:cNvPr id="0" name="图片 1536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33956" y="3167102"/>
                        <a:ext cx="24765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9"/>
          <p:cNvSpPr txBox="1">
            <a:spLocks noChangeArrowheads="1"/>
          </p:cNvSpPr>
          <p:nvPr/>
        </p:nvSpPr>
        <p:spPr bwMode="auto">
          <a:xfrm>
            <a:off x="4379489" y="3191644"/>
            <a:ext cx="2743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的连续区间为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8" name="Object 10"/>
          <p:cNvGraphicFramePr>
            <a:graphicFrameLocks noChangeAspect="1"/>
          </p:cNvGraphicFramePr>
          <p:nvPr/>
        </p:nvGraphicFramePr>
        <p:xfrm>
          <a:off x="6614291" y="3278956"/>
          <a:ext cx="927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4" name="Equation" r:id="rId7" imgW="22250400" imgH="9448800" progId="Equation.DSMT4">
                  <p:embed/>
                </p:oleObj>
              </mc:Choice>
              <mc:Fallback>
                <p:oleObj name="Equation" r:id="rId7" imgW="22250400" imgH="9448800" progId="Equation.DSMT4">
                  <p:embed/>
                  <p:pic>
                    <p:nvPicPr>
                      <p:cNvPr id="0" name="图片 15363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614291" y="3278956"/>
                        <a:ext cx="9271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7541260" y="3214504"/>
            <a:ext cx="3124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端点为单侧连续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kumimoji="1"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0" name="Object 12"/>
          <p:cNvGraphicFramePr>
            <a:graphicFrameLocks noChangeAspect="1"/>
          </p:cNvGraphicFramePr>
          <p:nvPr/>
        </p:nvGraphicFramePr>
        <p:xfrm>
          <a:off x="1870786" y="4079022"/>
          <a:ext cx="2311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5" name="Equation" r:id="rId9" imgW="55473600" imgH="11582400" progId="Equation.DSMT4">
                  <p:embed/>
                </p:oleObj>
              </mc:Choice>
              <mc:Fallback>
                <p:oleObj name="Equation" r:id="rId9" imgW="55473600" imgH="11582400" progId="Equation.DSMT4">
                  <p:embed/>
                  <p:pic>
                    <p:nvPicPr>
                      <p:cNvPr id="0" name="图片 1536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870786" y="4079022"/>
                        <a:ext cx="23114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13"/>
          <p:cNvSpPr txBox="1">
            <a:spLocks noChangeArrowheads="1"/>
          </p:cNvSpPr>
          <p:nvPr/>
        </p:nvSpPr>
        <p:spPr bwMode="auto">
          <a:xfrm>
            <a:off x="4245847" y="4005064"/>
            <a:ext cx="2743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的连续区间为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2" name="Object 14"/>
          <p:cNvGraphicFramePr>
            <a:graphicFrameLocks noChangeAspect="1"/>
          </p:cNvGraphicFramePr>
          <p:nvPr/>
        </p:nvGraphicFramePr>
        <p:xfrm>
          <a:off x="6594257" y="4067770"/>
          <a:ext cx="3276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6" name="Equation" r:id="rId11" imgW="78638400" imgH="9448800" progId="Equation.DSMT4">
                  <p:embed/>
                </p:oleObj>
              </mc:Choice>
              <mc:Fallback>
                <p:oleObj name="Equation" r:id="rId11" imgW="78638400" imgH="9448800" progId="Equation.DSMT4">
                  <p:embed/>
                  <p:pic>
                    <p:nvPicPr>
                      <p:cNvPr id="0" name="图片 15365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594257" y="4067770"/>
                        <a:ext cx="32766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5"/>
          <p:cNvGraphicFramePr>
            <a:graphicFrameLocks noChangeAspect="1"/>
          </p:cNvGraphicFramePr>
          <p:nvPr/>
        </p:nvGraphicFramePr>
        <p:xfrm>
          <a:off x="1833956" y="4834731"/>
          <a:ext cx="2819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7" name="Equation" r:id="rId13" imgW="67665600" imgH="12801600" progId="Equation.DSMT4">
                  <p:embed/>
                </p:oleObj>
              </mc:Choice>
              <mc:Fallback>
                <p:oleObj name="Equation" r:id="rId13" imgW="67665600" imgH="12801600" progId="Equation.DSMT4">
                  <p:embed/>
                  <p:pic>
                    <p:nvPicPr>
                      <p:cNvPr id="0" name="图片 1536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833956" y="4834731"/>
                        <a:ext cx="2819400" cy="533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16"/>
          <p:cNvSpPr txBox="1">
            <a:spLocks noChangeArrowheads="1"/>
          </p:cNvSpPr>
          <p:nvPr/>
        </p:nvSpPr>
        <p:spPr bwMode="auto">
          <a:xfrm>
            <a:off x="4740190" y="4841874"/>
            <a:ext cx="2021797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的定义域为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5" name="Object 17"/>
          <p:cNvGraphicFramePr>
            <a:graphicFrameLocks noChangeAspect="1"/>
          </p:cNvGraphicFramePr>
          <p:nvPr/>
        </p:nvGraphicFramePr>
        <p:xfrm>
          <a:off x="6692900" y="4904581"/>
          <a:ext cx="2209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8" name="Equation" r:id="rId15" imgW="53035200" imgH="9448800" progId="Equation.DSMT4">
                  <p:embed/>
                </p:oleObj>
              </mc:Choice>
              <mc:Fallback>
                <p:oleObj name="Equation" r:id="rId15" imgW="53035200" imgH="9448800" progId="Equation.DSMT4">
                  <p:embed/>
                  <p:pic>
                    <p:nvPicPr>
                      <p:cNvPr id="0" name="图片 15367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692900" y="4904581"/>
                        <a:ext cx="22098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18"/>
          <p:cNvSpPr txBox="1">
            <a:spLocks noChangeArrowheads="1"/>
          </p:cNvSpPr>
          <p:nvPr/>
        </p:nvSpPr>
        <p:spPr bwMode="auto">
          <a:xfrm>
            <a:off x="2537634" y="5524658"/>
            <a:ext cx="3124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因此它无连续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点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50" name="直接连接符 49"/>
          <p:cNvCxnSpPr/>
          <p:nvPr/>
        </p:nvCxnSpPr>
        <p:spPr>
          <a:xfrm>
            <a:off x="1426210" y="2091055"/>
            <a:ext cx="9239250" cy="0"/>
          </a:xfrm>
          <a:prstGeom prst="line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 bldLvl="0" animBg="1"/>
      <p:bldP spid="8" grpId="0" bldLvl="0" animBg="1"/>
      <p:bldP spid="17" grpId="0" bldLvl="0" animBg="1" autoUpdateAnimBg="0"/>
      <p:bldP spid="19" grpId="0" bldLvl="0" animBg="1" autoUpdateAnimBg="0"/>
      <p:bldP spid="21" grpId="0" bldLvl="0" animBg="1" autoUpdateAnimBg="0"/>
      <p:bldP spid="24" grpId="0" bldLvl="0" animBg="1" autoUpdateAnimBg="0"/>
      <p:bldP spid="26" grpId="0" bldLvl="0" animBg="1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981200" y="306388"/>
            <a:ext cx="3124200" cy="4635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5.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证明函数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4317683" y="368300"/>
          <a:ext cx="1244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5" name="Equation" r:id="rId1" imgW="29870400" imgH="9448800" progId="Equation.DSMT4">
                  <p:embed/>
                </p:oleObj>
              </mc:Choice>
              <mc:Fallback>
                <p:oleObj name="Equation" r:id="rId1" imgW="29870400" imgH="9448800" progId="Equation.DSMT4">
                  <p:embed/>
                  <p:pic>
                    <p:nvPicPr>
                      <p:cNvPr id="0" name="图片 16384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317683" y="368300"/>
                        <a:ext cx="12446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5611813" y="306705"/>
            <a:ext cx="914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6159183" y="348615"/>
          <a:ext cx="1447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" name="Equation" r:id="rId3" imgW="34747200" imgH="9448800" progId="Equation.DSMT4">
                  <p:embed/>
                </p:oleObj>
              </mc:Choice>
              <mc:Fallback>
                <p:oleObj name="Equation" r:id="rId3" imgW="34747200" imgH="9448800" progId="Equation.DSMT4">
                  <p:embed/>
                  <p:pic>
                    <p:nvPicPr>
                      <p:cNvPr id="0" name="图片 16385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159183" y="348615"/>
                        <a:ext cx="14478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7607300" y="287973"/>
            <a:ext cx="1600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内连续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2057400" y="928688"/>
            <a:ext cx="1143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2857500" y="1047750"/>
          <a:ext cx="2184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7" name="Equation" r:id="rId5" imgW="52425600" imgH="9448800" progId="Equation.DSMT4">
                  <p:embed/>
                </p:oleObj>
              </mc:Choice>
              <mc:Fallback>
                <p:oleObj name="Equation" r:id="rId5" imgW="52425600" imgH="9448800" progId="Equation.DSMT4">
                  <p:embed/>
                  <p:pic>
                    <p:nvPicPr>
                      <p:cNvPr id="0" name="图片 1638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57500" y="1047750"/>
                        <a:ext cx="21844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3295650" y="1606550"/>
          <a:ext cx="3352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8" name="Equation" r:id="rId7" imgW="80467200" imgH="9448800" progId="Equation.DSMT4">
                  <p:embed/>
                </p:oleObj>
              </mc:Choice>
              <mc:Fallback>
                <p:oleObj name="Equation" r:id="rId7" imgW="80467200" imgH="9448800" progId="Equation.DSMT4">
                  <p:embed/>
                  <p:pic>
                    <p:nvPicPr>
                      <p:cNvPr id="0" name="图片 1638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95650" y="1606550"/>
                        <a:ext cx="33528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6965950" y="1530350"/>
          <a:ext cx="2882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9" name="Equation" r:id="rId9" imgW="69189600" imgH="11582400" progId="Equation.DSMT4">
                  <p:embed/>
                </p:oleObj>
              </mc:Choice>
              <mc:Fallback>
                <p:oleObj name="Equation" r:id="rId9" imgW="69189600" imgH="11582400" progId="Equation.DSMT4">
                  <p:embed/>
                  <p:pic>
                    <p:nvPicPr>
                      <p:cNvPr id="0" name="图片 16388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965950" y="1530350"/>
                        <a:ext cx="28829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3300413" y="2171700"/>
          <a:ext cx="3983037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0" name="Equation" r:id="rId11" imgW="95707200" imgH="14020800" progId="Equation.DSMT4">
                  <p:embed/>
                </p:oleObj>
              </mc:Choice>
              <mc:Fallback>
                <p:oleObj name="Equation" r:id="rId11" imgW="95707200" imgH="14020800" progId="Equation.DSMT4">
                  <p:embed/>
                  <p:pic>
                    <p:nvPicPr>
                      <p:cNvPr id="0" name="图片 1638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300413" y="2171700"/>
                        <a:ext cx="3983037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4019550" y="3111500"/>
          <a:ext cx="13589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1" name="Equation" r:id="rId13" imgW="32613600" imgH="14020800" progId="Equation.DSMT4">
                  <p:embed/>
                </p:oleObj>
              </mc:Choice>
              <mc:Fallback>
                <p:oleObj name="Equation" r:id="rId13" imgW="32613600" imgH="14020800" progId="Equation.DSMT4">
                  <p:embed/>
                  <p:pic>
                    <p:nvPicPr>
                      <p:cNvPr id="0" name="图片 16390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019550" y="3111500"/>
                        <a:ext cx="13589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5524500" y="3105150"/>
          <a:ext cx="8763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2" name="Equation" r:id="rId15" imgW="21031200" imgH="11582400" progId="Equation.DSMT4">
                  <p:embed/>
                </p:oleObj>
              </mc:Choice>
              <mc:Fallback>
                <p:oleObj name="Equation" r:id="rId15" imgW="21031200" imgH="11582400" progId="Equation.DSMT4">
                  <p:embed/>
                  <p:pic>
                    <p:nvPicPr>
                      <p:cNvPr id="0" name="图片 1639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524500" y="3105150"/>
                        <a:ext cx="8763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6553200" y="335280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6870700" y="2971800"/>
          <a:ext cx="1117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3" name="Equation" r:id="rId17" imgW="26822400" imgH="9448800" progId="Equation.DSMT4">
                  <p:embed/>
                </p:oleObj>
              </mc:Choice>
              <mc:Fallback>
                <p:oleObj name="Equation" r:id="rId17" imgW="26822400" imgH="9448800" progId="Equation.DSMT4">
                  <p:embed/>
                  <p:pic>
                    <p:nvPicPr>
                      <p:cNvPr id="0" name="图片 1639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870700" y="2971800"/>
                        <a:ext cx="11176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2133600" y="4002088"/>
            <a:ext cx="990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即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3035300" y="4050983"/>
          <a:ext cx="16129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4" name="Equation" r:id="rId19" imgW="38709600" imgH="14020800" progId="Equation.DSMT4">
                  <p:embed/>
                </p:oleObj>
              </mc:Choice>
              <mc:Fallback>
                <p:oleObj name="Equation" r:id="rId19" imgW="38709600" imgH="14020800" progId="Equation.DSMT4">
                  <p:embed/>
                  <p:pic>
                    <p:nvPicPr>
                      <p:cNvPr id="0" name="图片 16393"/>
                      <p:cNvPicPr>
                        <a:picLocks noChangeAspect="1"/>
                      </p:cNvPicPr>
                      <p:nvPr/>
                    </p:nvPicPr>
                    <p:blipFill>
                      <a:blip r:embed="rId2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035300" y="4050983"/>
                        <a:ext cx="16129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2057400" y="5037138"/>
            <a:ext cx="1828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这说明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3371850" y="5151438"/>
          <a:ext cx="1244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5" name="Equation" r:id="rId21" imgW="29870400" imgH="9448800" progId="Equation.DSMT4">
                  <p:embed/>
                </p:oleObj>
              </mc:Choice>
              <mc:Fallback>
                <p:oleObj name="Equation" r:id="rId21" imgW="29870400" imgH="9448800" progId="Equation.DSMT4">
                  <p:embed/>
                  <p:pic>
                    <p:nvPicPr>
                      <p:cNvPr id="0" name="图片 16394"/>
                      <p:cNvPicPr>
                        <a:picLocks noChangeAspect="1"/>
                      </p:cNvPicPr>
                      <p:nvPr/>
                    </p:nvPicPr>
                    <p:blipFill>
                      <a:blip r:embed="rId2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371850" y="5151438"/>
                        <a:ext cx="12446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4648200" y="5037138"/>
            <a:ext cx="914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1" name="Object 21"/>
          <p:cNvGraphicFramePr>
            <a:graphicFrameLocks noChangeAspect="1"/>
          </p:cNvGraphicFramePr>
          <p:nvPr/>
        </p:nvGraphicFramePr>
        <p:xfrm>
          <a:off x="5207000" y="5151438"/>
          <a:ext cx="1447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6" name="Equation" r:id="rId23" imgW="34747200" imgH="9448800" progId="Equation.DSMT4">
                  <p:embed/>
                </p:oleObj>
              </mc:Choice>
              <mc:Fallback>
                <p:oleObj name="Equation" r:id="rId23" imgW="34747200" imgH="9448800" progId="Equation.DSMT4">
                  <p:embed/>
                  <p:pic>
                    <p:nvPicPr>
                      <p:cNvPr id="0" name="图片 16395"/>
                      <p:cNvPicPr>
                        <a:picLocks noChangeAspect="1"/>
                      </p:cNvPicPr>
                      <p:nvPr/>
                    </p:nvPicPr>
                    <p:blipFill>
                      <a:blip r:embed="rId2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207000" y="5151438"/>
                        <a:ext cx="14478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22"/>
          <p:cNvSpPr txBox="1">
            <a:spLocks noChangeArrowheads="1"/>
          </p:cNvSpPr>
          <p:nvPr/>
        </p:nvSpPr>
        <p:spPr bwMode="auto">
          <a:xfrm>
            <a:off x="6705600" y="5043488"/>
            <a:ext cx="1600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内连续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Text Box 23"/>
          <p:cNvSpPr txBox="1">
            <a:spLocks noChangeArrowheads="1"/>
          </p:cNvSpPr>
          <p:nvPr/>
        </p:nvSpPr>
        <p:spPr bwMode="auto">
          <a:xfrm>
            <a:off x="2057400" y="5776913"/>
            <a:ext cx="2971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同样可证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函数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4" name="Object 24"/>
          <p:cNvGraphicFramePr>
            <a:graphicFrameLocks noChangeAspect="1"/>
          </p:cNvGraphicFramePr>
          <p:nvPr/>
        </p:nvGraphicFramePr>
        <p:xfrm>
          <a:off x="4576763" y="5930900"/>
          <a:ext cx="12954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7" name="Equation" r:id="rId25" imgW="31089600" imgH="7620000" progId="Equation.DSMT4">
                  <p:embed/>
                </p:oleObj>
              </mc:Choice>
              <mc:Fallback>
                <p:oleObj name="Equation" r:id="rId25" imgW="31089600" imgH="7620000" progId="Equation.DSMT4">
                  <p:embed/>
                  <p:pic>
                    <p:nvPicPr>
                      <p:cNvPr id="0" name="图片 16396"/>
                      <p:cNvPicPr>
                        <a:picLocks noChangeAspect="1"/>
                      </p:cNvPicPr>
                      <p:nvPr/>
                    </p:nvPicPr>
                    <p:blipFill>
                      <a:blip r:embed="rId2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576763" y="5930900"/>
                        <a:ext cx="12954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25"/>
          <p:cNvSpPr txBox="1">
            <a:spLocks noChangeArrowheads="1"/>
          </p:cNvSpPr>
          <p:nvPr/>
        </p:nvSpPr>
        <p:spPr bwMode="auto">
          <a:xfrm>
            <a:off x="5943600" y="5729288"/>
            <a:ext cx="914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6" name="Object 26"/>
          <p:cNvGraphicFramePr>
            <a:graphicFrameLocks noChangeAspect="1"/>
          </p:cNvGraphicFramePr>
          <p:nvPr/>
        </p:nvGraphicFramePr>
        <p:xfrm>
          <a:off x="6526213" y="5875338"/>
          <a:ext cx="1447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8" name="Equation" r:id="rId27" imgW="34747200" imgH="9448800" progId="Equation.DSMT4">
                  <p:embed/>
                </p:oleObj>
              </mc:Choice>
              <mc:Fallback>
                <p:oleObj name="Equation" r:id="rId27" imgW="34747200" imgH="9448800" progId="Equation.DSMT4">
                  <p:embed/>
                  <p:pic>
                    <p:nvPicPr>
                      <p:cNvPr id="0" name="图片 16397"/>
                      <p:cNvPicPr>
                        <a:picLocks noChangeAspect="1"/>
                      </p:cNvPicPr>
                      <p:nvPr/>
                    </p:nvPicPr>
                    <p:blipFill>
                      <a:blip r:embed="rId2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526213" y="5875338"/>
                        <a:ext cx="14478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27"/>
          <p:cNvSpPr txBox="1">
            <a:spLocks noChangeArrowheads="1"/>
          </p:cNvSpPr>
          <p:nvPr/>
        </p:nvSpPr>
        <p:spPr bwMode="auto">
          <a:xfrm>
            <a:off x="8077200" y="5776913"/>
            <a:ext cx="1600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内连续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8" name="Object 28"/>
          <p:cNvGraphicFramePr>
            <a:graphicFrameLocks noChangeAspect="1"/>
          </p:cNvGraphicFramePr>
          <p:nvPr/>
        </p:nvGraphicFramePr>
        <p:xfrm>
          <a:off x="8534400" y="3162300"/>
          <a:ext cx="215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9" name="Equation" r:id="rId29" imgW="5181600" imgH="9448800" progId="Equation.DSMT4">
                  <p:embed/>
                </p:oleObj>
              </mc:Choice>
              <mc:Fallback>
                <p:oleObj name="Equation" r:id="rId29" imgW="5181600" imgH="9448800" progId="Equation.DSMT4">
                  <p:embed/>
                  <p:pic>
                    <p:nvPicPr>
                      <p:cNvPr id="0" name="图片 16398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8534400" y="3162300"/>
                        <a:ext cx="2159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50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00"/>
                            </p:stCondLst>
                            <p:childTnLst>
                              <p:par>
                                <p:cTn id="1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2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500"/>
                            </p:stCondLst>
                            <p:childTnLst>
                              <p:par>
                                <p:cTn id="1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 autoUpdateAnimBg="0"/>
      <p:bldP spid="14" grpId="0" bldLvl="0" animBg="1"/>
      <p:bldP spid="16" grpId="0" bldLvl="0" animBg="1" autoUpdateAnimBg="0"/>
      <p:bldP spid="18" grpId="0" autoUpdateAnimBg="0" build="p"/>
      <p:bldP spid="20" grpId="0" autoUpdateAnimBg="0" build="p"/>
      <p:bldP spid="22" grpId="0" advAuto="0" autoUpdateAnimBg="0" build="p"/>
      <p:bldP spid="23" grpId="0" bldLvl="0" animBg="1" autoUpdateAnimBg="0"/>
      <p:bldP spid="25" grpId="0" autoUpdateAnimBg="0" build="p"/>
      <p:bldP spid="27" grpId="0" advAuto="0" autoUpdateAnimBg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981200" y="358347"/>
            <a:ext cx="2098576" cy="4635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6.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函数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029633" y="371206"/>
          <a:ext cx="730251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09" name="Equation" r:id="rId1" imgW="17373600" imgH="9448800" progId="Equation.DSMT4">
                  <p:embed/>
                </p:oleObj>
              </mc:Choice>
              <mc:Fallback>
                <p:oleObj name="Equation" r:id="rId1" imgW="17373600" imgH="9448800" progId="Equation.DSMT4">
                  <p:embed/>
                  <p:pic>
                    <p:nvPicPr>
                      <p:cNvPr id="0" name="图片 1740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29633" y="371206"/>
                        <a:ext cx="730251" cy="3984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 bwMode="auto">
          <a:xfrm>
            <a:off x="4765621" y="328512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288760" y="344853"/>
          <a:ext cx="1333500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0" name="Equation" r:id="rId3" imgW="32004000" imgH="11582400" progId="Equation.DSMT4">
                  <p:embed/>
                </p:oleObj>
              </mc:Choice>
              <mc:Fallback>
                <p:oleObj name="Equation" r:id="rId3" imgW="32004000" imgH="11582400" progId="Equation.DSMT4">
                  <p:embed/>
                  <p:pic>
                    <p:nvPicPr>
                      <p:cNvPr id="0" name="图片 1740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88760" y="344853"/>
                        <a:ext cx="1333500" cy="4905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 bwMode="auto">
          <a:xfrm>
            <a:off x="6600056" y="328512"/>
            <a:ext cx="340042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内有定义，且对任何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082165" y="965287"/>
          <a:ext cx="711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1" name="Equation" r:id="rId5" imgW="17068800" imgH="10363200" progId="Equation.DSMT4">
                  <p:embed/>
                </p:oleObj>
              </mc:Choice>
              <mc:Fallback>
                <p:oleObj name="Equation" r:id="rId5" imgW="17068800" imgH="10363200" progId="Equation.DSMT4">
                  <p:embed/>
                  <p:pic>
                    <p:nvPicPr>
                      <p:cNvPr id="0" name="图片 1741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82165" y="965287"/>
                        <a:ext cx="7112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 bwMode="auto">
          <a:xfrm>
            <a:off x="2930957" y="955137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有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609340" y="970915"/>
          <a:ext cx="39751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2" name="Equation" r:id="rId7" imgW="95402400" imgH="11582400" progId="Equation.DSMT4">
                  <p:embed/>
                </p:oleObj>
              </mc:Choice>
              <mc:Fallback>
                <p:oleObj name="Equation" r:id="rId7" imgW="95402400" imgH="11582400" progId="Equation.DSMT4">
                  <p:embed/>
                  <p:pic>
                    <p:nvPicPr>
                      <p:cNvPr id="0" name="图片 1741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09340" y="970915"/>
                        <a:ext cx="3975100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 bwMode="auto">
          <a:xfrm>
            <a:off x="7722424" y="933026"/>
            <a:ext cx="16129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证明：若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9270363" y="981434"/>
          <a:ext cx="730250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3" name="Equation" r:id="rId9" imgW="17373600" imgH="9448800" progId="Equation.DSMT4">
                  <p:embed/>
                </p:oleObj>
              </mc:Choice>
              <mc:Fallback>
                <p:oleObj name="Equation" r:id="rId9" imgW="17373600" imgH="9448800" progId="Equation.DSMT4">
                  <p:embed/>
                  <p:pic>
                    <p:nvPicPr>
                      <p:cNvPr id="0" name="图片 1741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270363" y="981434"/>
                        <a:ext cx="730250" cy="3984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 bwMode="auto">
          <a:xfrm>
            <a:off x="1988889" y="1589616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在点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2855536" y="1691840"/>
          <a:ext cx="742951" cy="323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4" name="Equation" r:id="rId11" imgW="17983200" imgH="7620000" progId="Equation.DSMT4">
                  <p:embed/>
                </p:oleObj>
              </mc:Choice>
              <mc:Fallback>
                <p:oleObj name="Equation" r:id="rId11" imgW="17983200" imgH="7620000" progId="Equation.DSMT4">
                  <p:embed/>
                  <p:pic>
                    <p:nvPicPr>
                      <p:cNvPr id="0" name="图片 1741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855536" y="1691840"/>
                        <a:ext cx="742951" cy="323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 bwMode="auto">
          <a:xfrm>
            <a:off x="3609593" y="1595331"/>
            <a:ext cx="197040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处连续，则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5590516" y="1648185"/>
          <a:ext cx="730250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5" name="Equation" r:id="rId13" imgW="17373600" imgH="9448800" progId="Equation.DSMT4">
                  <p:embed/>
                </p:oleObj>
              </mc:Choice>
              <mc:Fallback>
                <p:oleObj name="Equation" r:id="rId13" imgW="17373600" imgH="9448800" progId="Equation.DSMT4">
                  <p:embed/>
                  <p:pic>
                    <p:nvPicPr>
                      <p:cNvPr id="0" name="图片 1741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590516" y="1648185"/>
                        <a:ext cx="730250" cy="3984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 bwMode="auto">
          <a:xfrm>
            <a:off x="6331760" y="1580726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6882739" y="1609132"/>
          <a:ext cx="1333500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6" name="Equation" r:id="rId14" imgW="32004000" imgH="11582400" progId="Equation.DSMT4">
                  <p:embed/>
                </p:oleObj>
              </mc:Choice>
              <mc:Fallback>
                <p:oleObj name="Equation" r:id="rId14" imgW="32004000" imgH="11582400" progId="Equation.DSMT4">
                  <p:embed/>
                  <p:pic>
                    <p:nvPicPr>
                      <p:cNvPr id="0" name="图片 17415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882739" y="1609132"/>
                        <a:ext cx="1333500" cy="4905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/>
          <p:cNvSpPr txBox="1"/>
          <p:nvPr/>
        </p:nvSpPr>
        <p:spPr bwMode="auto">
          <a:xfrm>
            <a:off x="8216092" y="1578784"/>
            <a:ext cx="14351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上连续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Rectangle 2"/>
          <p:cNvSpPr txBox="1">
            <a:spLocks noChangeArrowheads="1"/>
          </p:cNvSpPr>
          <p:nvPr/>
        </p:nvSpPr>
        <p:spPr>
          <a:xfrm>
            <a:off x="2041693" y="2445301"/>
            <a:ext cx="1374660" cy="4635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证：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由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" name="Rectangle 1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3340413" y="2968339"/>
          <a:ext cx="33909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7" name="Equation" r:id="rId16" imgW="81381600" imgH="11582400" progId="Equation.DSMT4">
                  <p:embed/>
                </p:oleObj>
              </mc:Choice>
              <mc:Fallback>
                <p:oleObj name="Equation" r:id="rId16" imgW="81381600" imgH="11582400" progId="Equation.DSMT4">
                  <p:embed/>
                  <p:pic>
                    <p:nvPicPr>
                      <p:cNvPr id="0" name="图片 17416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340413" y="2968339"/>
                        <a:ext cx="3390900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 bwMode="auto">
          <a:xfrm>
            <a:off x="6882755" y="2952031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知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" name="Rectangle 2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7574782" y="2952031"/>
          <a:ext cx="1150938" cy="488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8" name="Equation" r:id="rId18" imgW="32613600" imgH="11582400" progId="Equation.DSMT4">
                  <p:embed/>
                </p:oleObj>
              </mc:Choice>
              <mc:Fallback>
                <p:oleObj name="Equation" r:id="rId18" imgW="32613600" imgH="11582400" progId="Equation.DSMT4">
                  <p:embed/>
                  <p:pic>
                    <p:nvPicPr>
                      <p:cNvPr id="0" name="图片 17417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574782" y="2952031"/>
                        <a:ext cx="1150938" cy="488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Box 29"/>
          <p:cNvSpPr txBox="1"/>
          <p:nvPr/>
        </p:nvSpPr>
        <p:spPr bwMode="auto">
          <a:xfrm>
            <a:off x="2855640" y="3517161"/>
            <a:ext cx="232791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对任意固定的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" name="Rectangle 3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5264150" y="3589338"/>
          <a:ext cx="19177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9" name="Equation" r:id="rId20" imgW="46024800" imgH="9448800" progId="Equation.DSMT4">
                  <p:embed/>
                </p:oleObj>
              </mc:Choice>
              <mc:Fallback>
                <p:oleObj name="Equation" r:id="rId20" imgW="46024800" imgH="9448800" progId="Equation.DSMT4">
                  <p:embed/>
                  <p:pic>
                    <p:nvPicPr>
                      <p:cNvPr id="0" name="图片 17418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264150" y="3589338"/>
                        <a:ext cx="1917700" cy="400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Rectangle 3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2279576" y="4047839"/>
          <a:ext cx="82645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0" name="Equation" r:id="rId22" imgW="197815200" imgH="14630400" progId="Equation.DSMT4">
                  <p:embed/>
                </p:oleObj>
              </mc:Choice>
              <mc:Fallback>
                <p:oleObj name="Equation" r:id="rId22" imgW="197815200" imgH="14630400" progId="Equation.DSMT4">
                  <p:embed/>
                  <p:pic>
                    <p:nvPicPr>
                      <p:cNvPr id="0" name="图片 17419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279576" y="4047839"/>
                        <a:ext cx="8264525" cy="609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Rectangle 3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4435797" y="4869160"/>
          <a:ext cx="3114675" cy="400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1" name="Equation" r:id="rId24" imgW="74371200" imgH="9448800" progId="Equation.DSMT4">
                  <p:embed/>
                </p:oleObj>
              </mc:Choice>
              <mc:Fallback>
                <p:oleObj name="Equation" r:id="rId24" imgW="74371200" imgH="9448800" progId="Equation.DSMT4">
                  <p:embed/>
                  <p:pic>
                    <p:nvPicPr>
                      <p:cNvPr id="0" name="图片 17420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435797" y="4869160"/>
                        <a:ext cx="3114675" cy="4000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Box 36"/>
          <p:cNvSpPr txBox="1"/>
          <p:nvPr/>
        </p:nvSpPr>
        <p:spPr bwMode="auto">
          <a:xfrm>
            <a:off x="2279576" y="5445224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所以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3185593" y="5507602"/>
          <a:ext cx="730250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2" name="Equation" r:id="rId26" imgW="17373600" imgH="9448800" progId="Equation.DSMT4">
                  <p:embed/>
                </p:oleObj>
              </mc:Choice>
              <mc:Fallback>
                <p:oleObj name="Equation" r:id="rId26" imgW="17373600" imgH="9448800" progId="Equation.DSMT4">
                  <p:embed/>
                  <p:pic>
                    <p:nvPicPr>
                      <p:cNvPr id="0" name="图片 17421"/>
                      <p:cNvPicPr>
                        <a:picLocks noChangeAspect="1"/>
                      </p:cNvPicPr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3185593" y="5507602"/>
                        <a:ext cx="730250" cy="3984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38"/>
          <p:cNvSpPr txBox="1"/>
          <p:nvPr/>
        </p:nvSpPr>
        <p:spPr bwMode="auto">
          <a:xfrm>
            <a:off x="4030000" y="5445224"/>
            <a:ext cx="340233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在任何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点 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处连续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0" name="TextBox 39"/>
          <p:cNvSpPr txBox="1"/>
          <p:nvPr/>
        </p:nvSpPr>
        <p:spPr bwMode="auto">
          <a:xfrm>
            <a:off x="2063552" y="6021288"/>
            <a:ext cx="107759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证毕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7" grpId="0" bldLvl="0" animBg="1"/>
      <p:bldP spid="30" grpId="0" bldLvl="0" animBg="1"/>
      <p:bldP spid="37" grpId="0" bldLvl="0" animBg="1"/>
      <p:bldP spid="39" grpId="0" bldLvl="0" animBg="1"/>
      <p:bldP spid="40" grpId="0" bldLvl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 bwMode="auto">
          <a:xfrm>
            <a:off x="1606652" y="4510059"/>
            <a:ext cx="804418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1.4.1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（初等函数的连续性定理）一切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初等函数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 bwMode="auto">
          <a:xfrm>
            <a:off x="1606528" y="5110114"/>
            <a:ext cx="465264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是其定义区间上的连续函数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kumimoji="1"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1523936" y="2300836"/>
            <a:ext cx="843332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基本初等函数在定义区间内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连续</a:t>
            </a:r>
            <a:r>
              <a:rPr kumimoji="1" lang="zh-CN" altLang="en-US" sz="28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（P49，阅读材料</a:t>
            </a:r>
            <a:r>
              <a:rPr kumimoji="1" lang="zh-CN" altLang="en-US" sz="2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1.6</a:t>
            </a:r>
            <a:r>
              <a:rPr kumimoji="1" lang="zh-CN" altLang="en-US" sz="28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</a:t>
            </a:r>
            <a:endParaRPr kumimoji="1" lang="zh-CN" altLang="en-US" sz="2800" b="1" dirty="0">
              <a:solidFill>
                <a:srgbClr val="00B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1523936" y="2899006"/>
            <a:ext cx="828092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连续函数经四则运算仍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连续</a:t>
            </a:r>
            <a:r>
              <a:rPr kumimoji="1" lang="zh-CN" altLang="en-US" sz="28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（P41，定理</a:t>
            </a:r>
            <a:r>
              <a:rPr kumimoji="1" lang="zh-CN" altLang="en-US" sz="2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1.2.11</a:t>
            </a:r>
            <a:r>
              <a:rPr kumimoji="1" lang="zh-CN" altLang="en-US" sz="28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</a:t>
            </a:r>
            <a:endParaRPr kumimoji="1" lang="zh-CN" altLang="en-US" sz="2800" b="1" dirty="0">
              <a:solidFill>
                <a:srgbClr val="00B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1523824" y="3577821"/>
            <a:ext cx="7602862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连续函数的复合函数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连续</a:t>
            </a:r>
            <a:r>
              <a:rPr kumimoji="1" lang="zh-CN" altLang="en-US" sz="28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（P76，命题</a:t>
            </a:r>
            <a:r>
              <a:rPr kumimoji="1" lang="zh-CN" altLang="en-US" sz="2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1.4.2</a:t>
            </a:r>
            <a:r>
              <a:rPr kumimoji="1" lang="zh-CN" altLang="en-US" sz="28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</a:t>
            </a:r>
            <a:endParaRPr kumimoji="1" lang="zh-CN" altLang="en-US" sz="2800" b="1" dirty="0" smtClean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15" name="AutoShape 20"/>
          <p:cNvSpPr/>
          <p:nvPr/>
        </p:nvSpPr>
        <p:spPr bwMode="auto">
          <a:xfrm>
            <a:off x="10081258" y="2423381"/>
            <a:ext cx="152400" cy="1676400"/>
          </a:xfrm>
          <a:prstGeom prst="rightBrace">
            <a:avLst>
              <a:gd name="adj1" fmla="val 91667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TextBox 15"/>
          <p:cNvSpPr txBox="1"/>
          <p:nvPr/>
        </p:nvSpPr>
        <p:spPr bwMode="auto">
          <a:xfrm>
            <a:off x="1311260" y="1756791"/>
            <a:ext cx="2755432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我们已经证明：</a:t>
            </a:r>
            <a:endParaRPr kumimoji="1"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右箭头 16"/>
          <p:cNvSpPr/>
          <p:nvPr/>
        </p:nvSpPr>
        <p:spPr>
          <a:xfrm>
            <a:off x="10357483" y="3085482"/>
            <a:ext cx="609284" cy="352197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5" name="TextBox 24"/>
          <p:cNvSpPr txBox="1"/>
          <p:nvPr/>
        </p:nvSpPr>
        <p:spPr bwMode="auto">
          <a:xfrm>
            <a:off x="1050582" y="427033"/>
            <a:ext cx="894270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回顾（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P49</a:t>
            </a: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）命题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1.2.4</a:t>
            </a: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一切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基本初等函数在定义区间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8" name="TextBox 37"/>
          <p:cNvSpPr txBox="1"/>
          <p:nvPr/>
        </p:nvSpPr>
        <p:spPr bwMode="auto">
          <a:xfrm>
            <a:off x="3234055" y="932531"/>
            <a:ext cx="3628184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上的每一点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baseline="-25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满足：</a:t>
            </a:r>
            <a:endParaRPr kumimoji="1" lang="zh-CN" altLang="en-US" sz="2800" b="1" baseline="-25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0" name="对象 39"/>
          <p:cNvGraphicFramePr>
            <a:graphicFrameLocks noChangeAspect="1"/>
          </p:cNvGraphicFramePr>
          <p:nvPr/>
        </p:nvGraphicFramePr>
        <p:xfrm>
          <a:off x="6643911" y="948406"/>
          <a:ext cx="24765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3" name="Equation" r:id="rId1" imgW="59436000" imgH="14325600" progId="Equation.DSMT4">
                  <p:embed/>
                </p:oleObj>
              </mc:Choice>
              <mc:Fallback>
                <p:oleObj name="Equation" r:id="rId1" imgW="59436000" imgH="14325600" progId="Equation.DSMT4">
                  <p:embed/>
                  <p:pic>
                    <p:nvPicPr>
                      <p:cNvPr id="0" name="图片 1843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643911" y="948406"/>
                        <a:ext cx="2476500" cy="596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7" grpId="0" bldLvl="0" animBg="1"/>
      <p:bldP spid="11" grpId="0" bldLvl="0" animBg="1" autoUpdateAnimBg="0"/>
      <p:bldP spid="12" grpId="0" bldLvl="0" animBg="1" autoUpdateAnimBg="0"/>
      <p:bldP spid="13" grpId="0" bldLvl="0" animBg="1" autoUpdateAnimBg="0"/>
      <p:bldP spid="15" grpId="0" bldLvl="0" animBg="1"/>
      <p:bldP spid="16" grpId="0" bldLvl="0" animBg="1"/>
      <p:bldP spid="17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>
            <a:off x="1838268" y="260648"/>
            <a:ext cx="125539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思考：</a:t>
            </a:r>
            <a:endParaRPr kumimoji="1" lang="zh-CN" altLang="en-US" sz="2800" b="1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756598" y="620688"/>
          <a:ext cx="2860675" cy="151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7" name="Equation" r:id="rId1" imgW="68275200" imgH="37185600" progId="Equation.DSMT4">
                  <p:embed/>
                </p:oleObj>
              </mc:Choice>
              <mc:Fallback>
                <p:oleObj name="Equation" r:id="rId1" imgW="68275200" imgH="371856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56598" y="620688"/>
                        <a:ext cx="2860675" cy="1517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 bwMode="auto">
          <a:xfrm>
            <a:off x="5813358" y="1117903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endParaRPr kumimoji="1"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354125" y="881832"/>
          <a:ext cx="1774825" cy="99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8" name="Equation" r:id="rId3" imgW="42367200" imgH="24384000" progId="Equation.DSMT4">
                  <p:embed/>
                </p:oleObj>
              </mc:Choice>
              <mc:Fallback>
                <p:oleObj name="Equation" r:id="rId3" imgW="42367200" imgH="24384000" progId="Equation.DSMT4">
                  <p:embed/>
                  <p:pic>
                    <p:nvPicPr>
                      <p:cNvPr id="0" name="图片 1945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54125" y="881832"/>
                        <a:ext cx="1774825" cy="9953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1838010" y="1117903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endParaRPr kumimoji="1"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 bwMode="auto">
          <a:xfrm>
            <a:off x="8128821" y="1119173"/>
            <a:ext cx="268541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是初等函数吗？</a:t>
            </a:r>
            <a:endParaRPr kumimoji="1"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1843854" y="2852936"/>
            <a:ext cx="125539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提示：</a:t>
            </a:r>
            <a:endParaRPr kumimoji="1" lang="zh-CN" altLang="en-US" sz="2800" b="1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774498" y="3672378"/>
          <a:ext cx="2797175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9" name="Equation" r:id="rId5" imgW="66751200" imgH="25603200" progId="Equation.DSMT4">
                  <p:embed/>
                </p:oleObj>
              </mc:Choice>
              <mc:Fallback>
                <p:oleObj name="Equation" r:id="rId5" imgW="66751200" imgH="25603200" progId="Equation.DSMT4">
                  <p:embed/>
                  <p:pic>
                    <p:nvPicPr>
                      <p:cNvPr id="0" name="图片 1945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74498" y="3672378"/>
                        <a:ext cx="2797175" cy="10445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 bwMode="auto">
          <a:xfrm>
            <a:off x="3215680" y="2852936"/>
            <a:ext cx="5919956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考虑点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=0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是否在“</a:t>
            </a:r>
            <a:r>
              <a:rPr kumimoji="1" lang="zh-CN" altLang="en-US" sz="28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定义区间内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”？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TextBox 12"/>
          <p:cNvSpPr txBox="1"/>
          <p:nvPr/>
        </p:nvSpPr>
        <p:spPr bwMode="auto">
          <a:xfrm>
            <a:off x="3215680" y="3933056"/>
            <a:ext cx="5422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6" grpId="0" bldLvl="0" animBg="1"/>
      <p:bldP spid="7" grpId="0" bldLvl="0" animBg="1"/>
      <p:bldP spid="8" grpId="0" bldLvl="0" animBg="1"/>
      <p:bldP spid="11" grpId="0" bldLvl="0" animBg="1"/>
      <p:bldP spid="13" grpId="0" bldLvl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>
            <a:off x="1486535" y="795655"/>
            <a:ext cx="982916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kumimoji="1"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1.4.2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（反函数的连续性定理）区间上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单调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递增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递减）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1486358" y="1454701"/>
            <a:ext cx="9505056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的连续函数必有单调递增（递减）的连续反函数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．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 bwMode="auto">
          <a:xfrm>
            <a:off x="1814503" y="2476912"/>
            <a:ext cx="78701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利用此定理，可以间接地证明一些函数的连续性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1955349" y="787445"/>
            <a:ext cx="8568952" cy="10147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0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1.4.2  闭区间上连续函数的性质</a:t>
            </a:r>
            <a:endParaRPr lang="zh-CN" altLang="en-US" sz="40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56281" y="2026829"/>
            <a:ext cx="363589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本小节内容提要：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Box 3">
            <a:hlinkClick r:id="rId1" action="ppaction://hlinksldjump"/>
          </p:cNvPr>
          <p:cNvSpPr txBox="1"/>
          <p:nvPr/>
        </p:nvSpPr>
        <p:spPr>
          <a:xfrm>
            <a:off x="3142572" y="2835295"/>
            <a:ext cx="619378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一.有界性与最大、最小值定理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3142572" y="3721026"/>
            <a:ext cx="496855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二、零点定理与介值定理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1834588" y="5157470"/>
            <a:ext cx="5257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注意</a:t>
            </a:r>
            <a:r>
              <a:rPr kumimoji="1" lang="en-US" altLang="zh-CN" sz="2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若函数在</a:t>
            </a:r>
            <a:r>
              <a:rPr kumimoji="1" lang="zh-CN" altLang="en-US" sz="2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开区间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上连续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endParaRPr kumimoji="1"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3410023" y="5708650"/>
            <a:ext cx="2971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结论不一定成立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kumimoji="1"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676399" y="1091792"/>
            <a:ext cx="5573513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1.4.3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kumimoji="1" lang="zh-CN" altLang="en-US" sz="2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闭区间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上连续的函数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2072640" y="2164080"/>
            <a:ext cx="1524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即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6" name="Object 7"/>
          <p:cNvGraphicFramePr>
            <a:graphicFrameLocks noChangeAspect="1"/>
          </p:cNvGraphicFramePr>
          <p:nvPr/>
        </p:nvGraphicFramePr>
        <p:xfrm>
          <a:off x="3383826" y="2202577"/>
          <a:ext cx="2254585" cy="4436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5" name="Equation" r:id="rId1" imgW="24993600" imgH="4876800" progId="Equation.DSMT4">
                  <p:embed/>
                </p:oleObj>
              </mc:Choice>
              <mc:Fallback>
                <p:oleObj name="Equation" r:id="rId1" imgW="24993600" imgH="4876800" progId="Equation.DSMT4">
                  <p:embed/>
                  <p:pic>
                    <p:nvPicPr>
                      <p:cNvPr id="0" name="图片 2150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83826" y="2202577"/>
                        <a:ext cx="2254585" cy="44365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8"/>
          <p:cNvGrpSpPr/>
          <p:nvPr/>
        </p:nvGrpSpPr>
        <p:grpSpPr bwMode="auto">
          <a:xfrm>
            <a:off x="7823960" y="2969046"/>
            <a:ext cx="2429834" cy="2051341"/>
            <a:chOff x="3784" y="105"/>
            <a:chExt cx="1885" cy="1592"/>
          </a:xfrm>
        </p:grpSpPr>
        <p:sp>
          <p:nvSpPr>
            <p:cNvPr id="8" name="Line 9"/>
            <p:cNvSpPr>
              <a:spLocks noChangeShapeType="1"/>
            </p:cNvSpPr>
            <p:nvPr/>
          </p:nvSpPr>
          <p:spPr bwMode="auto">
            <a:xfrm>
              <a:off x="3984" y="1370"/>
              <a:ext cx="16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" name="Line 10"/>
            <p:cNvSpPr>
              <a:spLocks noChangeShapeType="1"/>
            </p:cNvSpPr>
            <p:nvPr/>
          </p:nvSpPr>
          <p:spPr bwMode="auto">
            <a:xfrm flipV="1">
              <a:off x="3984" y="36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0" name="Object 11"/>
            <p:cNvGraphicFramePr>
              <a:graphicFrameLocks noChangeAspect="1"/>
            </p:cNvGraphicFramePr>
            <p:nvPr/>
          </p:nvGraphicFramePr>
          <p:xfrm>
            <a:off x="5492" y="1401"/>
            <a:ext cx="177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06" name="Equation" r:id="rId3" imgW="5486400" imgH="7315200" progId="Equation.DSMT4">
                    <p:embed/>
                  </p:oleObj>
                </mc:Choice>
                <mc:Fallback>
                  <p:oleObj name="Equation" r:id="rId3" imgW="5486400" imgH="7315200" progId="Equation.DSMT4">
                    <p:embed/>
                    <p:pic>
                      <p:nvPicPr>
                        <p:cNvPr id="0" name="图片 2150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492" y="1401"/>
                          <a:ext cx="177" cy="23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12"/>
            <p:cNvGraphicFramePr>
              <a:graphicFrameLocks noChangeAspect="1"/>
            </p:cNvGraphicFramePr>
            <p:nvPr/>
          </p:nvGraphicFramePr>
          <p:xfrm>
            <a:off x="3817" y="1331"/>
            <a:ext cx="177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07" name="Equation" r:id="rId5" imgW="5486400" imgH="7315200" progId="Equation.DSMT4">
                    <p:embed/>
                  </p:oleObj>
                </mc:Choice>
                <mc:Fallback>
                  <p:oleObj name="Equation" r:id="rId5" imgW="5486400" imgH="7315200" progId="Equation.DSMT4">
                    <p:embed/>
                    <p:pic>
                      <p:nvPicPr>
                        <p:cNvPr id="0" name="图片 2150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817" y="1331"/>
                          <a:ext cx="177" cy="23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13"/>
            <p:cNvGraphicFramePr>
              <a:graphicFrameLocks noChangeAspect="1"/>
            </p:cNvGraphicFramePr>
            <p:nvPr/>
          </p:nvGraphicFramePr>
          <p:xfrm>
            <a:off x="3784" y="244"/>
            <a:ext cx="197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08" name="Equation" r:id="rId7" imgW="6096000" imgH="7315200" progId="Equation.DSMT4">
                    <p:embed/>
                  </p:oleObj>
                </mc:Choice>
                <mc:Fallback>
                  <p:oleObj name="Equation" r:id="rId7" imgW="6096000" imgH="7315200" progId="Equation.DSMT4">
                    <p:embed/>
                    <p:pic>
                      <p:nvPicPr>
                        <p:cNvPr id="0" name="图片 2150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784" y="244"/>
                          <a:ext cx="197" cy="23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14"/>
            <p:cNvGraphicFramePr>
              <a:graphicFrameLocks noChangeAspect="1"/>
            </p:cNvGraphicFramePr>
            <p:nvPr/>
          </p:nvGraphicFramePr>
          <p:xfrm>
            <a:off x="4131" y="1392"/>
            <a:ext cx="187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09" name="Equation" r:id="rId9" imgW="5791200" imgH="7315200" progId="Equation.DSMT4">
                    <p:embed/>
                  </p:oleObj>
                </mc:Choice>
                <mc:Fallback>
                  <p:oleObj name="Equation" r:id="rId9" imgW="5791200" imgH="7315200" progId="Equation.DSMT4">
                    <p:embed/>
                    <p:pic>
                      <p:nvPicPr>
                        <p:cNvPr id="0" name="图片 2150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131" y="1392"/>
                          <a:ext cx="187" cy="23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Line 15"/>
            <p:cNvSpPr>
              <a:spLocks noChangeShapeType="1"/>
            </p:cNvSpPr>
            <p:nvPr/>
          </p:nvSpPr>
          <p:spPr bwMode="auto">
            <a:xfrm>
              <a:off x="4224" y="7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" name="Line 16"/>
            <p:cNvSpPr>
              <a:spLocks noChangeShapeType="1"/>
            </p:cNvSpPr>
            <p:nvPr/>
          </p:nvSpPr>
          <p:spPr bwMode="auto">
            <a:xfrm>
              <a:off x="5280" y="91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6" name="Object 17"/>
            <p:cNvGraphicFramePr>
              <a:graphicFrameLocks noChangeAspect="1"/>
            </p:cNvGraphicFramePr>
            <p:nvPr/>
          </p:nvGraphicFramePr>
          <p:xfrm>
            <a:off x="5196" y="1392"/>
            <a:ext cx="167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10" name="Equation" r:id="rId11" imgW="5181600" imgH="9448800" progId="Equation.DSMT4">
                    <p:embed/>
                  </p:oleObj>
                </mc:Choice>
                <mc:Fallback>
                  <p:oleObj name="Equation" r:id="rId11" imgW="5181600" imgH="9448800" progId="Equation.DSMT4">
                    <p:embed/>
                    <p:pic>
                      <p:nvPicPr>
                        <p:cNvPr id="0" name="图片 2150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196" y="1392"/>
                          <a:ext cx="167" cy="30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18"/>
            <p:cNvGraphicFramePr>
              <a:graphicFrameLocks noChangeAspect="1"/>
            </p:cNvGraphicFramePr>
            <p:nvPr/>
          </p:nvGraphicFramePr>
          <p:xfrm>
            <a:off x="4440" y="105"/>
            <a:ext cx="1005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11" name="Equation" r:id="rId13" imgW="31089600" imgH="9448800" progId="Equation.DSMT4">
                    <p:embed/>
                  </p:oleObj>
                </mc:Choice>
                <mc:Fallback>
                  <p:oleObj name="Equation" r:id="rId13" imgW="31089600" imgH="9448800" progId="Equation.DSMT4">
                    <p:embed/>
                    <p:pic>
                      <p:nvPicPr>
                        <p:cNvPr id="0" name="图片 2151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440" y="105"/>
                          <a:ext cx="1005" cy="30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Freeform 19"/>
            <p:cNvSpPr/>
            <p:nvPr/>
          </p:nvSpPr>
          <p:spPr bwMode="auto">
            <a:xfrm>
              <a:off x="4224" y="352"/>
              <a:ext cx="1056" cy="848"/>
            </a:xfrm>
            <a:custGeom>
              <a:avLst/>
              <a:gdLst>
                <a:gd name="T0" fmla="*/ 0 w 1056"/>
                <a:gd name="T1" fmla="*/ 368 h 848"/>
                <a:gd name="T2" fmla="*/ 144 w 1056"/>
                <a:gd name="T3" fmla="*/ 608 h 848"/>
                <a:gd name="T4" fmla="*/ 288 w 1056"/>
                <a:gd name="T5" fmla="*/ 752 h 848"/>
                <a:gd name="T6" fmla="*/ 576 w 1056"/>
                <a:gd name="T7" fmla="*/ 32 h 848"/>
                <a:gd name="T8" fmla="*/ 1056 w 1056"/>
                <a:gd name="T9" fmla="*/ 560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6" h="848">
                  <a:moveTo>
                    <a:pt x="0" y="368"/>
                  </a:moveTo>
                  <a:cubicBezTo>
                    <a:pt x="48" y="456"/>
                    <a:pt x="96" y="544"/>
                    <a:pt x="144" y="608"/>
                  </a:cubicBezTo>
                  <a:cubicBezTo>
                    <a:pt x="192" y="672"/>
                    <a:pt x="216" y="848"/>
                    <a:pt x="288" y="752"/>
                  </a:cubicBezTo>
                  <a:cubicBezTo>
                    <a:pt x="360" y="656"/>
                    <a:pt x="448" y="64"/>
                    <a:pt x="576" y="32"/>
                  </a:cubicBezTo>
                  <a:cubicBezTo>
                    <a:pt x="704" y="0"/>
                    <a:pt x="976" y="472"/>
                    <a:pt x="1056" y="56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19" name="Group 20"/>
          <p:cNvGrpSpPr/>
          <p:nvPr/>
        </p:nvGrpSpPr>
        <p:grpSpPr bwMode="auto">
          <a:xfrm>
            <a:off x="8627819" y="4318002"/>
            <a:ext cx="317291" cy="741160"/>
            <a:chOff x="4408" y="1152"/>
            <a:chExt cx="245" cy="575"/>
          </a:xfrm>
        </p:grpSpPr>
        <p:sp>
          <p:nvSpPr>
            <p:cNvPr id="20" name="Line 21"/>
            <p:cNvSpPr>
              <a:spLocks noChangeShapeType="1"/>
            </p:cNvSpPr>
            <p:nvPr/>
          </p:nvSpPr>
          <p:spPr bwMode="auto">
            <a:xfrm>
              <a:off x="4464" y="115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21" name="Object 22"/>
            <p:cNvGraphicFramePr>
              <a:graphicFrameLocks noChangeAspect="1"/>
            </p:cNvGraphicFramePr>
            <p:nvPr/>
          </p:nvGraphicFramePr>
          <p:xfrm>
            <a:off x="4408" y="1392"/>
            <a:ext cx="245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12" name="Equation" r:id="rId15" imgW="7620000" imgH="10363200" progId="Equation.DSMT4">
                    <p:embed/>
                  </p:oleObj>
                </mc:Choice>
                <mc:Fallback>
                  <p:oleObj name="Equation" r:id="rId15" imgW="7620000" imgH="10363200" progId="Equation.DSMT4">
                    <p:embed/>
                    <p:pic>
                      <p:nvPicPr>
                        <p:cNvPr id="0" name="图片 2151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408" y="1392"/>
                          <a:ext cx="245" cy="33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Group 23"/>
          <p:cNvGrpSpPr/>
          <p:nvPr/>
        </p:nvGrpSpPr>
        <p:grpSpPr bwMode="auto">
          <a:xfrm>
            <a:off x="9002138" y="3328988"/>
            <a:ext cx="317459" cy="1724004"/>
            <a:chOff x="4746" y="384"/>
            <a:chExt cx="246" cy="1338"/>
          </a:xfrm>
        </p:grpSpPr>
        <p:sp>
          <p:nvSpPr>
            <p:cNvPr id="23" name="Line 24"/>
            <p:cNvSpPr>
              <a:spLocks noChangeShapeType="1"/>
            </p:cNvSpPr>
            <p:nvPr/>
          </p:nvSpPr>
          <p:spPr bwMode="auto">
            <a:xfrm>
              <a:off x="4848" y="384"/>
              <a:ext cx="0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24" name="Object 25"/>
            <p:cNvGraphicFramePr>
              <a:graphicFrameLocks noChangeAspect="1"/>
            </p:cNvGraphicFramePr>
            <p:nvPr/>
          </p:nvGraphicFramePr>
          <p:xfrm>
            <a:off x="4746" y="1387"/>
            <a:ext cx="246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13" name="Equation" r:id="rId17" imgW="7620000" imgH="10363200" progId="Equation.DSMT4">
                    <p:embed/>
                  </p:oleObj>
                </mc:Choice>
                <mc:Fallback>
                  <p:oleObj name="Equation" r:id="rId17" imgW="7620000" imgH="10363200" progId="Equation.DSMT4">
                    <p:embed/>
                    <p:pic>
                      <p:nvPicPr>
                        <p:cNvPr id="0" name="图片 2151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746" y="1387"/>
                          <a:ext cx="246" cy="33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" name="Text Box 26"/>
          <p:cNvSpPr txBox="1">
            <a:spLocks noChangeArrowheads="1"/>
          </p:cNvSpPr>
          <p:nvPr/>
        </p:nvSpPr>
        <p:spPr bwMode="auto">
          <a:xfrm>
            <a:off x="5638800" y="2147888"/>
            <a:ext cx="838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6" name="Object 27"/>
          <p:cNvGraphicFramePr>
            <a:graphicFrameLocks noChangeAspect="1"/>
          </p:cNvGraphicFramePr>
          <p:nvPr/>
        </p:nvGraphicFramePr>
        <p:xfrm>
          <a:off x="6238875" y="2202180"/>
          <a:ext cx="2273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4" name="Equation" r:id="rId19" imgW="54559200" imgH="10363200" progId="Equation.DSMT4">
                  <p:embed/>
                </p:oleObj>
              </mc:Choice>
              <mc:Fallback>
                <p:oleObj name="Equation" r:id="rId19" imgW="54559200" imgH="10363200" progId="Equation.DSMT4">
                  <p:embed/>
                  <p:pic>
                    <p:nvPicPr>
                      <p:cNvPr id="0" name="图片 21513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238875" y="2202180"/>
                        <a:ext cx="22733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28"/>
          <p:cNvSpPr txBox="1">
            <a:spLocks noChangeArrowheads="1"/>
          </p:cNvSpPr>
          <p:nvPr/>
        </p:nvSpPr>
        <p:spPr bwMode="auto">
          <a:xfrm>
            <a:off x="8610600" y="2147888"/>
            <a:ext cx="668338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使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8" name="Object 29"/>
          <p:cNvGraphicFramePr>
            <a:graphicFrameLocks noChangeAspect="1"/>
          </p:cNvGraphicFramePr>
          <p:nvPr/>
        </p:nvGraphicFramePr>
        <p:xfrm>
          <a:off x="3790950" y="2908300"/>
          <a:ext cx="25908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5" name="Equation" r:id="rId21" imgW="62179200" imgH="14020800" progId="Equation.DSMT4">
                  <p:embed/>
                </p:oleObj>
              </mc:Choice>
              <mc:Fallback>
                <p:oleObj name="Equation" r:id="rId21" imgW="62179200" imgH="14020800" progId="Equation.DSMT4">
                  <p:embed/>
                  <p:pic>
                    <p:nvPicPr>
                      <p:cNvPr id="0" name="图片 21514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790950" y="2908300"/>
                        <a:ext cx="25908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30"/>
          <p:cNvGraphicFramePr>
            <a:graphicFrameLocks noChangeAspect="1"/>
          </p:cNvGraphicFramePr>
          <p:nvPr/>
        </p:nvGraphicFramePr>
        <p:xfrm>
          <a:off x="3790950" y="3651250"/>
          <a:ext cx="26924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6" name="Equation" r:id="rId23" imgW="64617600" imgH="14325600" progId="Equation.DSMT4">
                  <p:embed/>
                </p:oleObj>
              </mc:Choice>
              <mc:Fallback>
                <p:oleObj name="Equation" r:id="rId23" imgW="64617600" imgH="14325600" progId="Equation.DSMT4">
                  <p:embed/>
                  <p:pic>
                    <p:nvPicPr>
                      <p:cNvPr id="0" name="图片 21515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790950" y="3651250"/>
                        <a:ext cx="2692400" cy="596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 Box 31"/>
          <p:cNvSpPr txBox="1">
            <a:spLocks noChangeArrowheads="1"/>
          </p:cNvSpPr>
          <p:nvPr/>
        </p:nvSpPr>
        <p:spPr bwMode="auto">
          <a:xfrm>
            <a:off x="1676400" y="1600200"/>
            <a:ext cx="4275584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有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最大值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和最小值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kumimoji="1"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" name="Text Box 32"/>
          <p:cNvSpPr txBox="1">
            <a:spLocks noChangeArrowheads="1"/>
          </p:cNvSpPr>
          <p:nvPr/>
        </p:nvSpPr>
        <p:spPr bwMode="auto">
          <a:xfrm>
            <a:off x="6477187" y="5157192"/>
            <a:ext cx="358013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或在闭区间内</a:t>
            </a:r>
            <a:r>
              <a:rPr kumimoji="1" lang="zh-CN" altLang="en-US" sz="2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有间断 </a:t>
            </a:r>
            <a:endParaRPr kumimoji="1" lang="zh-CN" altLang="en-US" sz="2800" b="1" dirty="0">
              <a:solidFill>
                <a:schemeClr val="accent5">
                  <a:lumMod val="60000"/>
                  <a:lumOff val="4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" name="Text Box 33"/>
          <p:cNvSpPr txBox="1">
            <a:spLocks noChangeArrowheads="1"/>
          </p:cNvSpPr>
          <p:nvPr/>
        </p:nvSpPr>
        <p:spPr bwMode="auto">
          <a:xfrm>
            <a:off x="6876271" y="1087982"/>
            <a:ext cx="268541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在该区间上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一定</a:t>
            </a:r>
            <a:endParaRPr kumimoji="1"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" name="Text Box 35"/>
          <p:cNvSpPr txBox="1">
            <a:spLocks noChangeArrowheads="1"/>
          </p:cNvSpPr>
          <p:nvPr/>
        </p:nvSpPr>
        <p:spPr bwMode="auto">
          <a:xfrm>
            <a:off x="2831538" y="5708650"/>
            <a:ext cx="7200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点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endParaRPr kumimoji="1"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630034" y="476042"/>
            <a:ext cx="619378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有界性与最大、最小值定理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00"/>
                            </p:stCondLst>
                            <p:childTnLst>
                              <p:par>
                                <p:cTn id="9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500"/>
                            </p:stCondLst>
                            <p:childTnLst>
                              <p:par>
                                <p:cTn id="10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autoUpdateAnimBg="0"/>
      <p:bldP spid="3" grpId="0" bldLvl="0" animBg="1" autoUpdateAnimBg="0"/>
      <p:bldP spid="4" grpId="0" bldLvl="0" animBg="1" autoUpdateAnimBg="0"/>
      <p:bldP spid="5" grpId="0" bldLvl="0" animBg="1" autoUpdateAnimBg="0"/>
      <p:bldP spid="25" grpId="0" bldLvl="0" animBg="1" autoUpdateAnimBg="0"/>
      <p:bldP spid="27" grpId="0" bldLvl="0" animBg="1" autoUpdateAnimBg="0"/>
      <p:bldP spid="30" grpId="0" bldLvl="0" animBg="1" autoUpdateAnimBg="0"/>
      <p:bldP spid="31" grpId="0" autoUpdateAnimBg="0" uiExpand="1" build="p"/>
      <p:bldP spid="32" grpId="0" autoUpdateAnimBg="0" uiExpand="1" build="p"/>
      <p:bldP spid="34" grpId="0" advAuto="0" autoUpdateAnimBg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8318500" y="3505200"/>
            <a:ext cx="57150" cy="1225550"/>
            <a:chOff x="4280" y="2160"/>
            <a:chExt cx="36" cy="772"/>
          </a:xfrm>
        </p:grpSpPr>
        <p:sp>
          <p:nvSpPr>
            <p:cNvPr id="3" name="Line 3"/>
            <p:cNvSpPr>
              <a:spLocks noChangeShapeType="1"/>
            </p:cNvSpPr>
            <p:nvPr/>
          </p:nvSpPr>
          <p:spPr bwMode="auto">
            <a:xfrm flipV="1">
              <a:off x="4303" y="2160"/>
              <a:ext cx="0" cy="7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" name="Oval 4"/>
            <p:cNvSpPr>
              <a:spLocks noChangeArrowheads="1"/>
            </p:cNvSpPr>
            <p:nvPr/>
          </p:nvSpPr>
          <p:spPr bwMode="auto">
            <a:xfrm>
              <a:off x="4280" y="2524"/>
              <a:ext cx="36" cy="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accent5">
                  <a:lumMod val="60000"/>
                  <a:lumOff val="40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071688" y="609600"/>
            <a:ext cx="1357312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accent5">
                    <a:lumMod val="40000"/>
                    <a:lumOff val="6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例如</a:t>
            </a:r>
            <a:r>
              <a:rPr kumimoji="1" lang="en-US" altLang="zh-CN" sz="2800" b="1">
                <a:solidFill>
                  <a:schemeClr val="accent5">
                    <a:lumMod val="40000"/>
                    <a:lumOff val="6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endParaRPr kumimoji="1" lang="en-US" altLang="zh-CN" sz="2800" b="1">
              <a:solidFill>
                <a:schemeClr val="accent5">
                  <a:lumMod val="40000"/>
                  <a:lumOff val="6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3199765" y="685800"/>
          <a:ext cx="2235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29" name="Equation" r:id="rId1" imgW="53644800" imgH="9448800" progId="Equation.DSMT4">
                  <p:embed/>
                </p:oleObj>
              </mc:Choice>
              <mc:Fallback>
                <p:oleObj name="Equation" r:id="rId1" imgW="53644800" imgH="9448800" progId="Equation.DSMT4">
                  <p:embed/>
                  <p:pic>
                    <p:nvPicPr>
                      <p:cNvPr id="0" name="图片 22528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199765" y="685800"/>
                        <a:ext cx="22352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3102610" y="1314133"/>
            <a:ext cx="3124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无最大值和最小值 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8" name="Group 8"/>
          <p:cNvGrpSpPr/>
          <p:nvPr/>
        </p:nvGrpSpPr>
        <p:grpSpPr bwMode="auto">
          <a:xfrm>
            <a:off x="7359649" y="685800"/>
            <a:ext cx="1708149" cy="1581151"/>
            <a:chOff x="3599" y="419"/>
            <a:chExt cx="1076" cy="996"/>
          </a:xfrm>
        </p:grpSpPr>
        <p:grpSp>
          <p:nvGrpSpPr>
            <p:cNvPr id="9" name="Group 9"/>
            <p:cNvGrpSpPr/>
            <p:nvPr/>
          </p:nvGrpSpPr>
          <p:grpSpPr bwMode="auto">
            <a:xfrm>
              <a:off x="3599" y="419"/>
              <a:ext cx="1076" cy="996"/>
              <a:chOff x="3599" y="419"/>
              <a:chExt cx="1076" cy="996"/>
            </a:xfrm>
          </p:grpSpPr>
          <p:sp>
            <p:nvSpPr>
              <p:cNvPr id="11" name="Line 10"/>
              <p:cNvSpPr>
                <a:spLocks noChangeShapeType="1"/>
              </p:cNvSpPr>
              <p:nvPr/>
            </p:nvSpPr>
            <p:spPr bwMode="auto">
              <a:xfrm flipH="1">
                <a:off x="3801" y="739"/>
                <a:ext cx="46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grpSp>
            <p:nvGrpSpPr>
              <p:cNvPr id="12" name="Group 11"/>
              <p:cNvGrpSpPr/>
              <p:nvPr/>
            </p:nvGrpSpPr>
            <p:grpSpPr bwMode="auto">
              <a:xfrm>
                <a:off x="3599" y="419"/>
                <a:ext cx="1076" cy="996"/>
                <a:chOff x="3599" y="419"/>
                <a:chExt cx="1076" cy="996"/>
              </a:xfrm>
            </p:grpSpPr>
            <p:sp>
              <p:nvSpPr>
                <p:cNvPr id="14" name="Line 12"/>
                <p:cNvSpPr>
                  <a:spLocks noChangeShapeType="1"/>
                </p:cNvSpPr>
                <p:nvPr/>
              </p:nvSpPr>
              <p:spPr bwMode="auto">
                <a:xfrm>
                  <a:off x="3800" y="1224"/>
                  <a:ext cx="84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b="1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15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3800" y="419"/>
                  <a:ext cx="0" cy="80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b="1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graphicFrame>
              <p:nvGraphicFramePr>
                <p:cNvPr id="16" name="Object 14"/>
                <p:cNvGraphicFramePr>
                  <a:graphicFrameLocks noChangeAspect="1"/>
                </p:cNvGraphicFramePr>
                <p:nvPr/>
              </p:nvGraphicFramePr>
              <p:xfrm>
                <a:off x="4560" y="1254"/>
                <a:ext cx="115" cy="15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2530" name="Equation" r:id="rId3" imgW="5486400" imgH="7315200" progId="Equation.DSMT4">
                        <p:embed/>
                      </p:oleObj>
                    </mc:Choice>
                    <mc:Fallback>
                      <p:oleObj name="Equation" r:id="rId3" imgW="5486400" imgH="7315200" progId="Equation.DSMT4">
                        <p:embed/>
                        <p:pic>
                          <p:nvPicPr>
                            <p:cNvPr id="0" name="图片 22529"/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560" y="1254"/>
                              <a:ext cx="115" cy="154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7" name="Object 15"/>
                <p:cNvGraphicFramePr>
                  <a:graphicFrameLocks noChangeAspect="1"/>
                </p:cNvGraphicFramePr>
                <p:nvPr/>
              </p:nvGraphicFramePr>
              <p:xfrm>
                <a:off x="3639" y="1215"/>
                <a:ext cx="115" cy="15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2531" name="Equation" r:id="rId5" imgW="5486400" imgH="7315200" progId="Equation.DSMT4">
                        <p:embed/>
                      </p:oleObj>
                    </mc:Choice>
                    <mc:Fallback>
                      <p:oleObj name="Equation" r:id="rId5" imgW="5486400" imgH="7315200" progId="Equation.DSMT4">
                        <p:embed/>
                        <p:pic>
                          <p:nvPicPr>
                            <p:cNvPr id="0" name="图片 22530"/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639" y="1215"/>
                              <a:ext cx="115" cy="154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8" name="Object 16"/>
                <p:cNvGraphicFramePr>
                  <a:graphicFrameLocks noChangeAspect="1"/>
                </p:cNvGraphicFramePr>
                <p:nvPr/>
              </p:nvGraphicFramePr>
              <p:xfrm>
                <a:off x="3599" y="457"/>
                <a:ext cx="128" cy="15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2532" name="Equation" r:id="rId7" imgW="6096000" imgH="7315200" progId="Equation.DSMT4">
                        <p:embed/>
                      </p:oleObj>
                    </mc:Choice>
                    <mc:Fallback>
                      <p:oleObj name="Equation" r:id="rId7" imgW="6096000" imgH="7315200" progId="Equation.DSMT4">
                        <p:embed/>
                        <p:pic>
                          <p:nvPicPr>
                            <p:cNvPr id="0" name="图片 22531"/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599" y="457"/>
                              <a:ext cx="128" cy="154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9" name="Line 17"/>
                <p:cNvSpPr>
                  <a:spLocks noChangeShapeType="1"/>
                </p:cNvSpPr>
                <p:nvPr/>
              </p:nvSpPr>
              <p:spPr bwMode="auto">
                <a:xfrm flipV="1">
                  <a:off x="3791" y="729"/>
                  <a:ext cx="499" cy="498"/>
                </a:xfrm>
                <a:prstGeom prst="line">
                  <a:avLst/>
                </a:prstGeom>
                <a:noFill/>
                <a:ln w="28575">
                  <a:solidFill>
                    <a:schemeClr val="accent5">
                      <a:lumMod val="60000"/>
                      <a:lumOff val="40000"/>
                    </a:schemeClr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b="1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0" name="Line 18"/>
                <p:cNvSpPr>
                  <a:spLocks noChangeShapeType="1"/>
                </p:cNvSpPr>
                <p:nvPr/>
              </p:nvSpPr>
              <p:spPr bwMode="auto">
                <a:xfrm flipV="1">
                  <a:off x="4295" y="729"/>
                  <a:ext cx="0" cy="49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b="1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graphicFrame>
              <p:nvGraphicFramePr>
                <p:cNvPr id="21" name="Object 19"/>
                <p:cNvGraphicFramePr>
                  <a:graphicFrameLocks noChangeAspect="1"/>
                </p:cNvGraphicFramePr>
                <p:nvPr/>
              </p:nvGraphicFramePr>
              <p:xfrm>
                <a:off x="4262" y="1215"/>
                <a:ext cx="77" cy="2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2533" name="Equation" r:id="rId9" imgW="3657600" imgH="9448800" progId="Equation.DSMT4">
                        <p:embed/>
                      </p:oleObj>
                    </mc:Choice>
                    <mc:Fallback>
                      <p:oleObj name="Equation" r:id="rId9" imgW="3657600" imgH="9448800" progId="Equation.DSMT4">
                        <p:embed/>
                        <p:pic>
                          <p:nvPicPr>
                            <p:cNvPr id="0" name="图片 22532"/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1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262" y="1215"/>
                              <a:ext cx="77" cy="200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2" name="Object 20"/>
                <p:cNvGraphicFramePr>
                  <a:graphicFrameLocks noChangeAspect="1"/>
                </p:cNvGraphicFramePr>
                <p:nvPr/>
              </p:nvGraphicFramePr>
              <p:xfrm>
                <a:off x="3667" y="650"/>
                <a:ext cx="77" cy="2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2534" name="Equation" r:id="rId11" imgW="3657600" imgH="9448800" progId="Equation.DSMT4">
                        <p:embed/>
                      </p:oleObj>
                    </mc:Choice>
                    <mc:Fallback>
                      <p:oleObj name="Equation" r:id="rId11" imgW="3657600" imgH="9448800" progId="Equation.DSMT4">
                        <p:embed/>
                        <p:pic>
                          <p:nvPicPr>
                            <p:cNvPr id="0" name="图片 22533"/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1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667" y="650"/>
                              <a:ext cx="77" cy="200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13" name="Oval 21"/>
              <p:cNvSpPr>
                <a:spLocks noChangeArrowheads="1"/>
              </p:cNvSpPr>
              <p:nvPr/>
            </p:nvSpPr>
            <p:spPr bwMode="auto">
              <a:xfrm>
                <a:off x="4260" y="722"/>
                <a:ext cx="46" cy="4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10" name="Oval 22"/>
            <p:cNvSpPr>
              <a:spLocks noChangeArrowheads="1"/>
            </p:cNvSpPr>
            <p:nvPr/>
          </p:nvSpPr>
          <p:spPr bwMode="auto">
            <a:xfrm>
              <a:off x="3785" y="1212"/>
              <a:ext cx="32" cy="3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aphicFrame>
        <p:nvGraphicFramePr>
          <p:cNvPr id="23" name="Object 23"/>
          <p:cNvGraphicFramePr>
            <a:graphicFrameLocks noChangeAspect="1"/>
          </p:cNvGraphicFramePr>
          <p:nvPr/>
        </p:nvGraphicFramePr>
        <p:xfrm>
          <a:off x="2569210" y="2724150"/>
          <a:ext cx="3771900" cy="154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5" name="Equation" r:id="rId13" imgW="90525600" imgH="37185600" progId="Equation.DSMT4">
                  <p:embed/>
                </p:oleObj>
              </mc:Choice>
              <mc:Fallback>
                <p:oleObj name="Equation" r:id="rId13" imgW="90525600" imgH="37185600" progId="Equation.DSMT4">
                  <p:embed/>
                  <p:pic>
                    <p:nvPicPr>
                      <p:cNvPr id="0" name="图片 22534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569210" y="2724150"/>
                        <a:ext cx="3771900" cy="1549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Group 24"/>
          <p:cNvGrpSpPr/>
          <p:nvPr/>
        </p:nvGrpSpPr>
        <p:grpSpPr bwMode="auto">
          <a:xfrm>
            <a:off x="7462839" y="2997200"/>
            <a:ext cx="2062163" cy="2060575"/>
            <a:chOff x="3741" y="1840"/>
            <a:chExt cx="1299" cy="1298"/>
          </a:xfrm>
        </p:grpSpPr>
        <p:sp>
          <p:nvSpPr>
            <p:cNvPr id="25" name="Line 25"/>
            <p:cNvSpPr>
              <a:spLocks noChangeShapeType="1"/>
            </p:cNvSpPr>
            <p:nvPr/>
          </p:nvSpPr>
          <p:spPr bwMode="auto">
            <a:xfrm>
              <a:off x="3924" y="2928"/>
              <a:ext cx="10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6" name="Line 26"/>
            <p:cNvSpPr>
              <a:spLocks noChangeShapeType="1"/>
            </p:cNvSpPr>
            <p:nvPr/>
          </p:nvSpPr>
          <p:spPr bwMode="auto">
            <a:xfrm flipV="1">
              <a:off x="3924" y="1880"/>
              <a:ext cx="0" cy="10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27" name="Object 27"/>
            <p:cNvGraphicFramePr>
              <a:graphicFrameLocks noChangeAspect="1"/>
            </p:cNvGraphicFramePr>
            <p:nvPr/>
          </p:nvGraphicFramePr>
          <p:xfrm>
            <a:off x="4910" y="2965"/>
            <a:ext cx="130" cy="1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36" name="Equation" r:id="rId15" imgW="5486400" imgH="7315200" progId="Equation.DSMT4">
                    <p:embed/>
                  </p:oleObj>
                </mc:Choice>
                <mc:Fallback>
                  <p:oleObj name="Equation" r:id="rId15" imgW="5486400" imgH="7315200" progId="Equation.DSMT4">
                    <p:embed/>
                    <p:pic>
                      <p:nvPicPr>
                        <p:cNvPr id="0" name="图片 2253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910" y="2965"/>
                          <a:ext cx="130" cy="17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Object 28"/>
            <p:cNvGraphicFramePr>
              <a:graphicFrameLocks noChangeAspect="1"/>
            </p:cNvGraphicFramePr>
            <p:nvPr/>
          </p:nvGraphicFramePr>
          <p:xfrm>
            <a:off x="3763" y="2885"/>
            <a:ext cx="129" cy="1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37" name="Equation" r:id="rId17" imgW="5486400" imgH="7315200" progId="Equation.DSMT4">
                    <p:embed/>
                  </p:oleObj>
                </mc:Choice>
                <mc:Fallback>
                  <p:oleObj name="Equation" r:id="rId17" imgW="5486400" imgH="7315200" progId="Equation.DSMT4">
                    <p:embed/>
                    <p:pic>
                      <p:nvPicPr>
                        <p:cNvPr id="0" name="图片 2253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763" y="2885"/>
                          <a:ext cx="129" cy="17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Object 29"/>
            <p:cNvGraphicFramePr>
              <a:graphicFrameLocks noChangeAspect="1"/>
            </p:cNvGraphicFramePr>
            <p:nvPr/>
          </p:nvGraphicFramePr>
          <p:xfrm>
            <a:off x="3741" y="1840"/>
            <a:ext cx="144" cy="1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38" name="Equation" r:id="rId19" imgW="6096000" imgH="7315200" progId="Equation.DSMT4">
                    <p:embed/>
                  </p:oleObj>
                </mc:Choice>
                <mc:Fallback>
                  <p:oleObj name="Equation" r:id="rId19" imgW="6096000" imgH="7315200" progId="Equation.DSMT4">
                    <p:embed/>
                    <p:pic>
                      <p:nvPicPr>
                        <p:cNvPr id="0" name="图片 2253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741" y="1840"/>
                          <a:ext cx="144" cy="1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" name="Group 30"/>
          <p:cNvGrpSpPr/>
          <p:nvPr/>
        </p:nvGrpSpPr>
        <p:grpSpPr bwMode="auto">
          <a:xfrm>
            <a:off x="7573963" y="3986211"/>
            <a:ext cx="884237" cy="1079499"/>
            <a:chOff x="3811" y="2463"/>
            <a:chExt cx="557" cy="680"/>
          </a:xfrm>
        </p:grpSpPr>
        <p:graphicFrame>
          <p:nvGraphicFramePr>
            <p:cNvPr id="31" name="Object 31"/>
            <p:cNvGraphicFramePr>
              <a:graphicFrameLocks noChangeAspect="1"/>
            </p:cNvGraphicFramePr>
            <p:nvPr/>
          </p:nvGraphicFramePr>
          <p:xfrm>
            <a:off x="4291" y="2943"/>
            <a:ext cx="77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39" name="Equation" r:id="rId21" imgW="3657600" imgH="9448800" progId="Equation.DSMT4">
                    <p:embed/>
                  </p:oleObj>
                </mc:Choice>
                <mc:Fallback>
                  <p:oleObj name="Equation" r:id="rId21" imgW="3657600" imgH="9448800" progId="Equation.DSMT4">
                    <p:embed/>
                    <p:pic>
                      <p:nvPicPr>
                        <p:cNvPr id="0" name="图片 2253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4291" y="2943"/>
                          <a:ext cx="77" cy="2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32"/>
            <p:cNvGraphicFramePr>
              <a:graphicFrameLocks noChangeAspect="1"/>
            </p:cNvGraphicFramePr>
            <p:nvPr/>
          </p:nvGraphicFramePr>
          <p:xfrm>
            <a:off x="3811" y="2463"/>
            <a:ext cx="77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40" name="Equation" r:id="rId23" imgW="3657600" imgH="9448800" progId="Equation.DSMT4">
                    <p:embed/>
                  </p:oleObj>
                </mc:Choice>
                <mc:Fallback>
                  <p:oleObj name="Equation" r:id="rId23" imgW="3657600" imgH="9448800" progId="Equation.DSMT4">
                    <p:embed/>
                    <p:pic>
                      <p:nvPicPr>
                        <p:cNvPr id="0" name="图片 2253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3811" y="2463"/>
                          <a:ext cx="77" cy="2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" name="Line 33"/>
            <p:cNvSpPr>
              <a:spLocks noChangeShapeType="1"/>
            </p:cNvSpPr>
            <p:nvPr/>
          </p:nvSpPr>
          <p:spPr bwMode="auto">
            <a:xfrm>
              <a:off x="3919" y="2544"/>
              <a:ext cx="384" cy="384"/>
            </a:xfrm>
            <a:prstGeom prst="lin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4" name="Oval 34"/>
            <p:cNvSpPr>
              <a:spLocks noChangeArrowheads="1"/>
            </p:cNvSpPr>
            <p:nvPr/>
          </p:nvSpPr>
          <p:spPr bwMode="auto">
            <a:xfrm>
              <a:off x="4297" y="2915"/>
              <a:ext cx="32" cy="3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35" name="Group 35"/>
          <p:cNvGrpSpPr/>
          <p:nvPr/>
        </p:nvGrpSpPr>
        <p:grpSpPr bwMode="auto">
          <a:xfrm>
            <a:off x="7521573" y="3384550"/>
            <a:ext cx="1498599" cy="1679575"/>
            <a:chOff x="3778" y="2084"/>
            <a:chExt cx="944" cy="1058"/>
          </a:xfrm>
        </p:grpSpPr>
        <p:sp>
          <p:nvSpPr>
            <p:cNvPr id="36" name="Line 36"/>
            <p:cNvSpPr>
              <a:spLocks noChangeShapeType="1"/>
            </p:cNvSpPr>
            <p:nvPr/>
          </p:nvSpPr>
          <p:spPr bwMode="auto">
            <a:xfrm flipH="1">
              <a:off x="3907" y="2160"/>
              <a:ext cx="3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37" name="Object 37"/>
            <p:cNvGraphicFramePr>
              <a:graphicFrameLocks noChangeAspect="1"/>
            </p:cNvGraphicFramePr>
            <p:nvPr/>
          </p:nvGraphicFramePr>
          <p:xfrm>
            <a:off x="4608" y="2948"/>
            <a:ext cx="114" cy="1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41" name="Equation" r:id="rId25" imgW="5486400" imgH="9448800" progId="Equation.DSMT4">
                    <p:embed/>
                  </p:oleObj>
                </mc:Choice>
                <mc:Fallback>
                  <p:oleObj name="Equation" r:id="rId25" imgW="5486400" imgH="9448800" progId="Equation.DSMT4">
                    <p:embed/>
                    <p:pic>
                      <p:nvPicPr>
                        <p:cNvPr id="0" name="图片 2254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4608" y="2948"/>
                          <a:ext cx="114" cy="19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Object 38"/>
            <p:cNvGraphicFramePr>
              <a:graphicFrameLocks noChangeAspect="1"/>
            </p:cNvGraphicFramePr>
            <p:nvPr/>
          </p:nvGraphicFramePr>
          <p:xfrm>
            <a:off x="3778" y="2084"/>
            <a:ext cx="114" cy="1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42" name="Equation" r:id="rId27" imgW="5486400" imgH="9448800" progId="Equation.DSMT4">
                    <p:embed/>
                  </p:oleObj>
                </mc:Choice>
                <mc:Fallback>
                  <p:oleObj name="Equation" r:id="rId27" imgW="5486400" imgH="9448800" progId="Equation.DSMT4">
                    <p:embed/>
                    <p:pic>
                      <p:nvPicPr>
                        <p:cNvPr id="0" name="图片 2254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3778" y="2084"/>
                          <a:ext cx="114" cy="19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" name="Line 39"/>
            <p:cNvSpPr>
              <a:spLocks noChangeShapeType="1"/>
            </p:cNvSpPr>
            <p:nvPr/>
          </p:nvSpPr>
          <p:spPr bwMode="auto">
            <a:xfrm>
              <a:off x="4296" y="2156"/>
              <a:ext cx="384" cy="384"/>
            </a:xfrm>
            <a:prstGeom prst="lin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0" name="Oval 40"/>
            <p:cNvSpPr>
              <a:spLocks noChangeArrowheads="1"/>
            </p:cNvSpPr>
            <p:nvPr/>
          </p:nvSpPr>
          <p:spPr bwMode="auto">
            <a:xfrm>
              <a:off x="4280" y="2140"/>
              <a:ext cx="32" cy="3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1" name="Line 41"/>
            <p:cNvSpPr>
              <a:spLocks noChangeShapeType="1"/>
            </p:cNvSpPr>
            <p:nvPr/>
          </p:nvSpPr>
          <p:spPr bwMode="auto">
            <a:xfrm>
              <a:off x="4665" y="2544"/>
              <a:ext cx="0" cy="3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42" name="Text Box 42"/>
          <p:cNvSpPr txBox="1">
            <a:spLocks noChangeArrowheads="1"/>
          </p:cNvSpPr>
          <p:nvPr/>
        </p:nvSpPr>
        <p:spPr bwMode="auto">
          <a:xfrm>
            <a:off x="2438400" y="4467860"/>
            <a:ext cx="3581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也无最大值和最小值 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3" name="Text Box 43"/>
          <p:cNvSpPr txBox="1">
            <a:spLocks noChangeArrowheads="1"/>
          </p:cNvSpPr>
          <p:nvPr/>
        </p:nvSpPr>
        <p:spPr bwMode="auto">
          <a:xfrm>
            <a:off x="2039938" y="2071688"/>
            <a:ext cx="1295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accent5">
                    <a:lumMod val="40000"/>
                    <a:lumOff val="6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又如</a:t>
            </a:r>
            <a:r>
              <a:rPr kumimoji="1" lang="en-US" altLang="zh-CN" sz="2800" b="1">
                <a:solidFill>
                  <a:schemeClr val="accent5">
                    <a:lumMod val="40000"/>
                    <a:lumOff val="6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en-US" altLang="zh-CN" sz="28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kumimoji="1" lang="en-US" altLang="zh-CN" sz="2800" b="1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 autoUpdateAnimBg="0"/>
      <p:bldP spid="42" grpId="0" bldLvl="0" animBg="1" autoUpdateAnimBg="0"/>
      <p:bldP spid="43" grpId="0" bldLvl="0" animBg="1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22794" y="446197"/>
            <a:ext cx="619378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零点定理与介值定理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 Box 40"/>
          <p:cNvSpPr txBox="1">
            <a:spLocks noChangeArrowheads="1"/>
          </p:cNvSpPr>
          <p:nvPr/>
        </p:nvSpPr>
        <p:spPr bwMode="auto">
          <a:xfrm>
            <a:off x="2257742" y="1101952"/>
            <a:ext cx="4092576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1.4.4.</a:t>
            </a: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零点定理）</a:t>
            </a:r>
            <a:endParaRPr kumimoji="1" lang="en-US" altLang="zh-CN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" name="Object 41"/>
          <p:cNvGraphicFramePr>
            <a:graphicFrameLocks noChangeAspect="1"/>
          </p:cNvGraphicFramePr>
          <p:nvPr/>
        </p:nvGraphicFramePr>
        <p:xfrm>
          <a:off x="6030278" y="1165860"/>
          <a:ext cx="2286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3" name="Equation" r:id="rId1" imgW="54864000" imgH="9448800" progId="Equation.DSMT4">
                  <p:embed/>
                </p:oleObj>
              </mc:Choice>
              <mc:Fallback>
                <p:oleObj name="Equation" r:id="rId1" imgW="54864000" imgH="9448800" progId="Equation.DSMT4">
                  <p:embed/>
                  <p:pic>
                    <p:nvPicPr>
                      <p:cNvPr id="0" name="图片 23552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030278" y="1165860"/>
                        <a:ext cx="22860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42"/>
          <p:cNvSpPr txBox="1">
            <a:spLocks noChangeArrowheads="1"/>
          </p:cNvSpPr>
          <p:nvPr/>
        </p:nvSpPr>
        <p:spPr bwMode="auto">
          <a:xfrm>
            <a:off x="4503103" y="1695451"/>
            <a:ext cx="2471464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至少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有一点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6" name="Object 43"/>
          <p:cNvGraphicFramePr>
            <a:graphicFrameLocks noChangeAspect="1"/>
          </p:cNvGraphicFramePr>
          <p:nvPr/>
        </p:nvGraphicFramePr>
        <p:xfrm>
          <a:off x="6804978" y="1759585"/>
          <a:ext cx="1511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4" name="Equation" r:id="rId3" imgW="36271200" imgH="9448800" progId="Equation.DSMT4">
                  <p:embed/>
                </p:oleObj>
              </mc:Choice>
              <mc:Fallback>
                <p:oleObj name="Equation" r:id="rId3" imgW="36271200" imgH="9448800" progId="Equation.DSMT4">
                  <p:embed/>
                  <p:pic>
                    <p:nvPicPr>
                      <p:cNvPr id="0" name="图片 23553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804978" y="1759585"/>
                        <a:ext cx="15113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44"/>
          <p:cNvSpPr txBox="1">
            <a:spLocks noChangeArrowheads="1"/>
          </p:cNvSpPr>
          <p:nvPr/>
        </p:nvSpPr>
        <p:spPr bwMode="auto">
          <a:xfrm>
            <a:off x="8316684" y="1101528"/>
            <a:ext cx="838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且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45"/>
          <p:cNvSpPr txBox="1">
            <a:spLocks noChangeArrowheads="1"/>
          </p:cNvSpPr>
          <p:nvPr/>
        </p:nvSpPr>
        <p:spPr bwMode="auto">
          <a:xfrm>
            <a:off x="8316555" y="1695599"/>
            <a:ext cx="914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使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9" name="Group 46"/>
          <p:cNvGrpSpPr/>
          <p:nvPr/>
        </p:nvGrpSpPr>
        <p:grpSpPr bwMode="auto">
          <a:xfrm>
            <a:off x="4712495" y="3795620"/>
            <a:ext cx="2262188" cy="1619250"/>
            <a:chOff x="4033" y="2381"/>
            <a:chExt cx="1425" cy="1020"/>
          </a:xfrm>
        </p:grpSpPr>
        <p:sp>
          <p:nvSpPr>
            <p:cNvPr id="10" name="Line 47"/>
            <p:cNvSpPr>
              <a:spLocks noChangeShapeType="1"/>
            </p:cNvSpPr>
            <p:nvPr/>
          </p:nvSpPr>
          <p:spPr bwMode="auto">
            <a:xfrm>
              <a:off x="4128" y="2986"/>
              <a:ext cx="131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1" name="Line 48"/>
            <p:cNvSpPr>
              <a:spLocks noChangeShapeType="1"/>
            </p:cNvSpPr>
            <p:nvPr/>
          </p:nvSpPr>
          <p:spPr bwMode="auto">
            <a:xfrm flipV="1">
              <a:off x="4248" y="2381"/>
              <a:ext cx="0" cy="10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12" name="Group 49"/>
            <p:cNvGrpSpPr/>
            <p:nvPr/>
          </p:nvGrpSpPr>
          <p:grpSpPr bwMode="auto">
            <a:xfrm>
              <a:off x="4464" y="2640"/>
              <a:ext cx="672" cy="730"/>
              <a:chOff x="4464" y="2597"/>
              <a:chExt cx="821" cy="821"/>
            </a:xfrm>
          </p:grpSpPr>
          <p:sp>
            <p:nvSpPr>
              <p:cNvPr id="19" name="Freeform 50"/>
              <p:cNvSpPr/>
              <p:nvPr/>
            </p:nvSpPr>
            <p:spPr bwMode="auto">
              <a:xfrm>
                <a:off x="4464" y="2597"/>
                <a:ext cx="821" cy="821"/>
              </a:xfrm>
              <a:custGeom>
                <a:avLst/>
                <a:gdLst>
                  <a:gd name="T0" fmla="*/ 0 w 912"/>
                  <a:gd name="T1" fmla="*/ 912 h 912"/>
                  <a:gd name="T2" fmla="*/ 288 w 912"/>
                  <a:gd name="T3" fmla="*/ 432 h 912"/>
                  <a:gd name="T4" fmla="*/ 912 w 912"/>
                  <a:gd name="T5" fmla="*/ 0 h 9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12" h="912">
                    <a:moveTo>
                      <a:pt x="0" y="912"/>
                    </a:moveTo>
                    <a:cubicBezTo>
                      <a:pt x="68" y="748"/>
                      <a:pt x="136" y="584"/>
                      <a:pt x="288" y="432"/>
                    </a:cubicBezTo>
                    <a:cubicBezTo>
                      <a:pt x="440" y="280"/>
                      <a:pt x="808" y="72"/>
                      <a:pt x="912" y="0"/>
                    </a:cubicBezTo>
                  </a:path>
                </a:pathLst>
              </a:custGeom>
              <a:noFill/>
              <a:ln w="28575">
                <a:solidFill>
                  <a:schemeClr val="accent5">
                    <a:lumMod val="60000"/>
                    <a:lumOff val="40000"/>
                  </a:schemeClr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0" name="Line 51"/>
              <p:cNvSpPr>
                <a:spLocks noChangeShapeType="1"/>
              </p:cNvSpPr>
              <p:nvPr/>
            </p:nvSpPr>
            <p:spPr bwMode="auto">
              <a:xfrm flipV="1">
                <a:off x="4464" y="2986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1" name="Line 52"/>
              <p:cNvSpPr>
                <a:spLocks noChangeShapeType="1"/>
              </p:cNvSpPr>
              <p:nvPr/>
            </p:nvSpPr>
            <p:spPr bwMode="auto">
              <a:xfrm>
                <a:off x="5285" y="2597"/>
                <a:ext cx="0" cy="3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aphicFrame>
          <p:nvGraphicFramePr>
            <p:cNvPr id="13" name="Object 53"/>
            <p:cNvGraphicFramePr>
              <a:graphicFrameLocks noChangeAspect="1"/>
            </p:cNvGraphicFramePr>
            <p:nvPr/>
          </p:nvGraphicFramePr>
          <p:xfrm>
            <a:off x="5328" y="3006"/>
            <a:ext cx="130" cy="1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55" name="Equation" r:id="rId5" imgW="5486400" imgH="7315200" progId="Equation.DSMT4">
                    <p:embed/>
                  </p:oleObj>
                </mc:Choice>
                <mc:Fallback>
                  <p:oleObj name="Equation" r:id="rId5" imgW="5486400" imgH="7315200" progId="Equation.DSMT4">
                    <p:embed/>
                    <p:pic>
                      <p:nvPicPr>
                        <p:cNvPr id="0" name="图片 2355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328" y="3006"/>
                          <a:ext cx="130" cy="17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54"/>
            <p:cNvGraphicFramePr>
              <a:graphicFrameLocks noChangeAspect="1"/>
            </p:cNvGraphicFramePr>
            <p:nvPr/>
          </p:nvGraphicFramePr>
          <p:xfrm>
            <a:off x="4033" y="2386"/>
            <a:ext cx="145" cy="1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56" name="Equation" r:id="rId7" imgW="6096000" imgH="7315200" progId="Equation.DSMT4">
                    <p:embed/>
                  </p:oleObj>
                </mc:Choice>
                <mc:Fallback>
                  <p:oleObj name="Equation" r:id="rId7" imgW="6096000" imgH="7315200" progId="Equation.DSMT4">
                    <p:embed/>
                    <p:pic>
                      <p:nvPicPr>
                        <p:cNvPr id="0" name="图片 2355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033" y="2386"/>
                          <a:ext cx="145" cy="1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55"/>
            <p:cNvGraphicFramePr>
              <a:graphicFrameLocks noChangeAspect="1"/>
            </p:cNvGraphicFramePr>
            <p:nvPr/>
          </p:nvGraphicFramePr>
          <p:xfrm>
            <a:off x="4099" y="3006"/>
            <a:ext cx="129" cy="1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57" name="Equation" r:id="rId9" imgW="5486400" imgH="7315200" progId="Equation.DSMT4">
                    <p:embed/>
                  </p:oleObj>
                </mc:Choice>
                <mc:Fallback>
                  <p:oleObj name="Equation" r:id="rId9" imgW="5486400" imgH="7315200" progId="Equation.DSMT4">
                    <p:embed/>
                    <p:pic>
                      <p:nvPicPr>
                        <p:cNvPr id="0" name="图片 2355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099" y="3006"/>
                          <a:ext cx="129" cy="17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56"/>
            <p:cNvGraphicFramePr>
              <a:graphicFrameLocks noChangeAspect="1"/>
            </p:cNvGraphicFramePr>
            <p:nvPr/>
          </p:nvGraphicFramePr>
          <p:xfrm>
            <a:off x="4379" y="2834"/>
            <a:ext cx="137" cy="1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58" name="Equation" r:id="rId11" imgW="5791200" imgH="7315200" progId="Equation.DSMT4">
                    <p:embed/>
                  </p:oleObj>
                </mc:Choice>
                <mc:Fallback>
                  <p:oleObj name="Equation" r:id="rId11" imgW="5791200" imgH="7315200" progId="Equation.DSMT4">
                    <p:embed/>
                    <p:pic>
                      <p:nvPicPr>
                        <p:cNvPr id="0" name="图片 2355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379" y="2834"/>
                          <a:ext cx="137" cy="17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57"/>
            <p:cNvGraphicFramePr>
              <a:graphicFrameLocks noChangeAspect="1"/>
            </p:cNvGraphicFramePr>
            <p:nvPr/>
          </p:nvGraphicFramePr>
          <p:xfrm>
            <a:off x="5088" y="3010"/>
            <a:ext cx="122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59" name="Equation" r:id="rId13" imgW="5181600" imgH="9448800" progId="Equation.DSMT4">
                    <p:embed/>
                  </p:oleObj>
                </mc:Choice>
                <mc:Fallback>
                  <p:oleObj name="Equation" r:id="rId13" imgW="5181600" imgH="9448800" progId="Equation.DSMT4">
                    <p:embed/>
                    <p:pic>
                      <p:nvPicPr>
                        <p:cNvPr id="0" name="图片 2355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088" y="3010"/>
                          <a:ext cx="122" cy="22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58"/>
            <p:cNvGraphicFramePr>
              <a:graphicFrameLocks noChangeAspect="1"/>
            </p:cNvGraphicFramePr>
            <p:nvPr/>
          </p:nvGraphicFramePr>
          <p:xfrm>
            <a:off x="4347" y="2482"/>
            <a:ext cx="734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60" name="Equation" r:id="rId15" imgW="31089600" imgH="9448800" progId="Equation.DSMT4">
                    <p:embed/>
                  </p:oleObj>
                </mc:Choice>
                <mc:Fallback>
                  <p:oleObj name="Equation" r:id="rId15" imgW="31089600" imgH="9448800" progId="Equation.DSMT4">
                    <p:embed/>
                    <p:pic>
                      <p:nvPicPr>
                        <p:cNvPr id="0" name="图片 2355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347" y="2482"/>
                          <a:ext cx="734" cy="22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" name="Object 59"/>
          <p:cNvGraphicFramePr>
            <a:graphicFrameLocks noChangeAspect="1"/>
          </p:cNvGraphicFramePr>
          <p:nvPr/>
        </p:nvGraphicFramePr>
        <p:xfrm>
          <a:off x="5707856" y="4786220"/>
          <a:ext cx="215900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1" name="Equation" r:id="rId17" imgW="5791200" imgH="9448800" progId="Equation.DSMT4">
                  <p:embed/>
                </p:oleObj>
              </mc:Choice>
              <mc:Fallback>
                <p:oleObj name="Equation" r:id="rId17" imgW="5791200" imgH="9448800" progId="Equation.DSMT4">
                  <p:embed/>
                  <p:pic>
                    <p:nvPicPr>
                      <p:cNvPr id="0" name="图片 2356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707856" y="4786220"/>
                        <a:ext cx="215900" cy="3540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60"/>
          <p:cNvGraphicFramePr>
            <a:graphicFrameLocks noChangeAspect="1"/>
          </p:cNvGraphicFramePr>
          <p:nvPr/>
        </p:nvGraphicFramePr>
        <p:xfrm>
          <a:off x="5018088" y="2640013"/>
          <a:ext cx="1333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2" name="Equation" r:id="rId19" imgW="32004000" imgH="9448800" progId="Equation.DSMT4">
                  <p:embed/>
                </p:oleObj>
              </mc:Choice>
              <mc:Fallback>
                <p:oleObj name="Equation" r:id="rId19" imgW="32004000" imgH="9448800" progId="Equation.DSMT4">
                  <p:embed/>
                  <p:pic>
                    <p:nvPicPr>
                      <p:cNvPr id="0" name="图片 23561"/>
                      <p:cNvPicPr>
                        <a:picLocks noChangeAspect="1"/>
                      </p:cNvPicPr>
                      <p:nvPr/>
                    </p:nvPicPr>
                    <p:blipFill>
                      <a:blip r:embed="rId2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018088" y="2640013"/>
                        <a:ext cx="13335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61"/>
          <p:cNvGraphicFramePr>
            <a:graphicFrameLocks noChangeAspect="1"/>
          </p:cNvGraphicFramePr>
          <p:nvPr/>
        </p:nvGraphicFramePr>
        <p:xfrm>
          <a:off x="2443798" y="1761173"/>
          <a:ext cx="1993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3" name="Equation" r:id="rId21" imgW="47853600" imgH="9448800" progId="Equation.DSMT4">
                  <p:embed/>
                </p:oleObj>
              </mc:Choice>
              <mc:Fallback>
                <p:oleObj name="Equation" r:id="rId21" imgW="47853600" imgH="9448800" progId="Equation.DSMT4">
                  <p:embed/>
                  <p:pic>
                    <p:nvPicPr>
                      <p:cNvPr id="0" name="图片 23562"/>
                      <p:cNvPicPr>
                        <a:picLocks noChangeAspect="1"/>
                      </p:cNvPicPr>
                      <p:nvPr/>
                    </p:nvPicPr>
                    <p:blipFill>
                      <a:blip r:embed="rId2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443798" y="1761173"/>
                        <a:ext cx="19939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 autoUpdateAnimBg="0"/>
      <p:bldP spid="5" grpId="0" bldLvl="0" animBg="1" autoUpdateAnimBg="0"/>
      <p:bldP spid="7" grpId="0" bldLvl="0" animBg="1" autoUpdateAnimBg="0"/>
      <p:bldP spid="8" grpId="0" bldLvl="0" animBg="1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822450" y="239713"/>
            <a:ext cx="4129534" cy="547687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1.4.5. 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 </a:t>
            </a: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介值定理 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en-US" altLang="zh-CN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5591944" y="239713"/>
            <a:ext cx="990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设 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6069013" y="316706"/>
          <a:ext cx="2260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7" name="Equation" r:id="rId1" imgW="54254400" imgH="9448800" progId="Equation.DSMT4">
                  <p:embed/>
                </p:oleObj>
              </mc:Choice>
              <mc:Fallback>
                <p:oleObj name="Equation" r:id="rId1" imgW="54254400" imgH="9448800" progId="Equation.DSMT4">
                  <p:embed/>
                  <p:pic>
                    <p:nvPicPr>
                      <p:cNvPr id="0" name="图片 2457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069013" y="316706"/>
                        <a:ext cx="22606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8274050" y="241300"/>
            <a:ext cx="914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且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8804275" y="305435"/>
          <a:ext cx="1397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8" name="Equation" r:id="rId3" imgW="33528000" imgH="9448800" progId="Equation.DSMT4">
                  <p:embed/>
                </p:oleObj>
              </mc:Choice>
              <mc:Fallback>
                <p:oleObj name="Equation" r:id="rId3" imgW="33528000" imgH="9448800" progId="Equation.DSMT4">
                  <p:embed/>
                  <p:pic>
                    <p:nvPicPr>
                      <p:cNvPr id="0" name="图片 2457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804275" y="305435"/>
                        <a:ext cx="13970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1989138" y="920750"/>
          <a:ext cx="2463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9" name="Equation" r:id="rId5" imgW="59131200" imgH="9448800" progId="Equation.DSMT4">
                  <p:embed/>
                </p:oleObj>
              </mc:Choice>
              <mc:Fallback>
                <p:oleObj name="Equation" r:id="rId5" imgW="59131200" imgH="9448800" progId="Equation.DSMT4">
                  <p:embed/>
                  <p:pic>
                    <p:nvPicPr>
                      <p:cNvPr id="0" name="图片 2457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89138" y="920750"/>
                        <a:ext cx="24638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4540250" y="801688"/>
            <a:ext cx="5084142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之间的任一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数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endParaRPr kumimoji="1"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1828800" y="1401763"/>
            <a:ext cx="1143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一点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2767965" y="1499870"/>
          <a:ext cx="1511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0" name="Equation" r:id="rId7" imgW="36271200" imgH="9448800" progId="Equation.DSMT4">
                  <p:embed/>
                </p:oleObj>
              </mc:Choice>
              <mc:Fallback>
                <p:oleObj name="Equation" r:id="rId7" imgW="36271200" imgH="9448800" progId="Equation.DSMT4">
                  <p:embed/>
                  <p:pic>
                    <p:nvPicPr>
                      <p:cNvPr id="0" name="图片 24579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767965" y="1499870"/>
                        <a:ext cx="15113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2133600" y="1981200"/>
            <a:ext cx="3124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</a:t>
            </a:r>
            <a:r>
              <a:rPr kumimoji="1"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 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作辅助函数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3414713" y="2500313"/>
          <a:ext cx="2868612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1" name="Equation" r:id="rId9" imgW="24993600" imgH="4876800" progId="Equation.DSMT4">
                  <p:embed/>
                </p:oleObj>
              </mc:Choice>
              <mc:Fallback>
                <p:oleObj name="Equation" r:id="rId9" imgW="24993600" imgH="4876800" progId="Equation.DSMT4">
                  <p:embed/>
                  <p:pic>
                    <p:nvPicPr>
                      <p:cNvPr id="0" name="图片 2458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14713" y="2500313"/>
                        <a:ext cx="2868612" cy="5683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2254250" y="3068955"/>
            <a:ext cx="914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2908300" y="3129280"/>
          <a:ext cx="231616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2" name="Equation" r:id="rId11" imgW="55473600" imgH="9448800" progId="Equation.DSMT4">
                  <p:embed/>
                </p:oleObj>
              </mc:Choice>
              <mc:Fallback>
                <p:oleObj name="Equation" r:id="rId11" imgW="55473600" imgH="9448800" progId="Equation.DSMT4">
                  <p:embed/>
                  <p:pic>
                    <p:nvPicPr>
                      <p:cNvPr id="0" name="图片 2458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908300" y="3129280"/>
                        <a:ext cx="2316163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5224780" y="3040698"/>
            <a:ext cx="685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且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3168650" y="3740150"/>
          <a:ext cx="1409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3" name="Equation" r:id="rId13" imgW="33832800" imgH="9448800" progId="Equation.DSMT4">
                  <p:embed/>
                </p:oleObj>
              </mc:Choice>
              <mc:Fallback>
                <p:oleObj name="Equation" r:id="rId13" imgW="33832800" imgH="9448800" progId="Equation.DSMT4">
                  <p:embed/>
                  <p:pic>
                    <p:nvPicPr>
                      <p:cNvPr id="0" name="图片 2458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168650" y="3740150"/>
                        <a:ext cx="14097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4699000" y="3743325"/>
          <a:ext cx="2425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4" name="Equation" r:id="rId15" imgW="58216800" imgH="9448800" progId="Equation.DSMT4">
                  <p:embed/>
                </p:oleObj>
              </mc:Choice>
              <mc:Fallback>
                <p:oleObj name="Equation" r:id="rId15" imgW="58216800" imgH="9448800" progId="Equation.DSMT4">
                  <p:embed/>
                  <p:pic>
                    <p:nvPicPr>
                      <p:cNvPr id="0" name="图片 2458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699000" y="3743325"/>
                        <a:ext cx="24257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7219950" y="3695700"/>
          <a:ext cx="495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5" name="Equation" r:id="rId17" imgW="11887200" imgH="9448800" progId="Equation.DSMT4">
                  <p:embed/>
                </p:oleObj>
              </mc:Choice>
              <mc:Fallback>
                <p:oleObj name="Equation" r:id="rId17" imgW="11887200" imgH="9448800" progId="Equation.DSMT4">
                  <p:embed/>
                  <p:pic>
                    <p:nvPicPr>
                      <p:cNvPr id="0" name="图片 24584"/>
                      <p:cNvPicPr>
                        <a:picLocks noChangeAspect="1"/>
                      </p:cNvPicPr>
                      <p:nvPr/>
                    </p:nvPicPr>
                    <p:blipFill>
                      <a:blip r:embed="rId1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219950" y="3695700"/>
                        <a:ext cx="4953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1828800" y="4210050"/>
            <a:ext cx="5105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故由零点定理知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至少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有一点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0" name="Object 20"/>
          <p:cNvGraphicFramePr>
            <a:graphicFrameLocks noChangeAspect="1"/>
          </p:cNvGraphicFramePr>
          <p:nvPr/>
        </p:nvGraphicFramePr>
        <p:xfrm>
          <a:off x="6654800" y="4273550"/>
          <a:ext cx="1511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6" name="Equation" r:id="rId19" imgW="36271200" imgH="9448800" progId="Equation.DSMT4">
                  <p:embed/>
                </p:oleObj>
              </mc:Choice>
              <mc:Fallback>
                <p:oleObj name="Equation" r:id="rId19" imgW="36271200" imgH="9448800" progId="Equation.DSMT4">
                  <p:embed/>
                  <p:pic>
                    <p:nvPicPr>
                      <p:cNvPr id="0" name="图片 24585"/>
                      <p:cNvPicPr>
                        <a:picLocks noChangeAspect="1"/>
                      </p:cNvPicPr>
                      <p:nvPr/>
                    </p:nvPicPr>
                    <p:blipFill>
                      <a:blip r:embed="rId2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654800" y="4273550"/>
                        <a:ext cx="15113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21"/>
          <p:cNvSpPr txBox="1">
            <a:spLocks noChangeArrowheads="1"/>
          </p:cNvSpPr>
          <p:nvPr/>
        </p:nvSpPr>
        <p:spPr bwMode="auto">
          <a:xfrm>
            <a:off x="8197850" y="4191000"/>
            <a:ext cx="685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使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2" name="Object 22"/>
          <p:cNvGraphicFramePr>
            <a:graphicFrameLocks noChangeAspect="1"/>
          </p:cNvGraphicFramePr>
          <p:nvPr/>
        </p:nvGraphicFramePr>
        <p:xfrm>
          <a:off x="8763000" y="4262438"/>
          <a:ext cx="1308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7" name="Equation" r:id="rId21" imgW="31394400" imgH="9448800" progId="Equation.DSMT4">
                  <p:embed/>
                </p:oleObj>
              </mc:Choice>
              <mc:Fallback>
                <p:oleObj name="Equation" r:id="rId21" imgW="31394400" imgH="9448800" progId="Equation.DSMT4">
                  <p:embed/>
                  <p:pic>
                    <p:nvPicPr>
                      <p:cNvPr id="0" name="图片 24586"/>
                      <p:cNvPicPr>
                        <a:picLocks noChangeAspect="1"/>
                      </p:cNvPicPr>
                      <p:nvPr/>
                    </p:nvPicPr>
                    <p:blipFill>
                      <a:blip r:embed="rId2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763000" y="4262438"/>
                        <a:ext cx="13081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23"/>
          <p:cNvSpPr txBox="1">
            <a:spLocks noChangeArrowheads="1"/>
          </p:cNvSpPr>
          <p:nvPr/>
        </p:nvSpPr>
        <p:spPr bwMode="auto">
          <a:xfrm>
            <a:off x="1828800" y="4738688"/>
            <a:ext cx="990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即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4" name="Object 24"/>
          <p:cNvGraphicFramePr>
            <a:graphicFrameLocks noChangeAspect="1"/>
          </p:cNvGraphicFramePr>
          <p:nvPr/>
        </p:nvGraphicFramePr>
        <p:xfrm>
          <a:off x="3975100" y="4806950"/>
          <a:ext cx="1397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8" name="Equation" r:id="rId23" imgW="33528000" imgH="9448800" progId="Equation.DSMT4">
                  <p:embed/>
                </p:oleObj>
              </mc:Choice>
              <mc:Fallback>
                <p:oleObj name="Equation" r:id="rId23" imgW="33528000" imgH="9448800" progId="Equation.DSMT4">
                  <p:embed/>
                  <p:pic>
                    <p:nvPicPr>
                      <p:cNvPr id="0" name="图片 24587"/>
                      <p:cNvPicPr>
                        <a:picLocks noChangeAspect="1"/>
                      </p:cNvPicPr>
                      <p:nvPr/>
                    </p:nvPicPr>
                    <p:blipFill>
                      <a:blip r:embed="rId2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975100" y="4806950"/>
                        <a:ext cx="13970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25"/>
          <p:cNvSpPr txBox="1">
            <a:spLocks noChangeArrowheads="1"/>
          </p:cNvSpPr>
          <p:nvPr/>
        </p:nvSpPr>
        <p:spPr bwMode="auto">
          <a:xfrm>
            <a:off x="1949450" y="5275580"/>
            <a:ext cx="1219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推论</a:t>
            </a:r>
            <a:r>
              <a:rPr kumimoji="1"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6" name="Group 26"/>
          <p:cNvGrpSpPr/>
          <p:nvPr/>
        </p:nvGrpSpPr>
        <p:grpSpPr bwMode="auto">
          <a:xfrm>
            <a:off x="7974014" y="1600200"/>
            <a:ext cx="2392363" cy="2246313"/>
            <a:chOff x="4063" y="1051"/>
            <a:chExt cx="1507" cy="1415"/>
          </a:xfrm>
        </p:grpSpPr>
        <p:sp>
          <p:nvSpPr>
            <p:cNvPr id="27" name="Line 27"/>
            <p:cNvSpPr>
              <a:spLocks noChangeShapeType="1"/>
            </p:cNvSpPr>
            <p:nvPr/>
          </p:nvSpPr>
          <p:spPr bwMode="auto">
            <a:xfrm>
              <a:off x="5316" y="1526"/>
              <a:ext cx="0" cy="7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8" name="Line 28"/>
            <p:cNvSpPr>
              <a:spLocks noChangeShapeType="1"/>
            </p:cNvSpPr>
            <p:nvPr/>
          </p:nvSpPr>
          <p:spPr bwMode="auto">
            <a:xfrm>
              <a:off x="4496" y="1949"/>
              <a:ext cx="0" cy="3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29" name="Group 29"/>
            <p:cNvGrpSpPr/>
            <p:nvPr/>
          </p:nvGrpSpPr>
          <p:grpSpPr bwMode="auto">
            <a:xfrm>
              <a:off x="4063" y="1051"/>
              <a:ext cx="1507" cy="1415"/>
              <a:chOff x="4063" y="1051"/>
              <a:chExt cx="1507" cy="1415"/>
            </a:xfrm>
          </p:grpSpPr>
          <p:sp>
            <p:nvSpPr>
              <p:cNvPr id="30" name="Line 30"/>
              <p:cNvSpPr>
                <a:spLocks noChangeShapeType="1"/>
              </p:cNvSpPr>
              <p:nvPr/>
            </p:nvSpPr>
            <p:spPr bwMode="auto">
              <a:xfrm flipH="1">
                <a:off x="4280" y="1915"/>
                <a:ext cx="2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graphicFrame>
            <p:nvGraphicFramePr>
              <p:cNvPr id="31" name="Object 31"/>
              <p:cNvGraphicFramePr>
                <a:graphicFrameLocks noChangeAspect="1"/>
              </p:cNvGraphicFramePr>
              <p:nvPr/>
            </p:nvGraphicFramePr>
            <p:xfrm>
              <a:off x="4063" y="1821"/>
              <a:ext cx="165" cy="2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589" name="Equation" r:id="rId25" imgW="7010400" imgH="9448800" progId="Equation.DSMT4">
                      <p:embed/>
                    </p:oleObj>
                  </mc:Choice>
                  <mc:Fallback>
                    <p:oleObj name="Equation" r:id="rId25" imgW="7010400" imgH="9448800" progId="Equation.DSMT4">
                      <p:embed/>
                      <p:pic>
                        <p:nvPicPr>
                          <p:cNvPr id="0" name="图片 24588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6"/>
                          <a:stretch>
                            <a:fillRect/>
                          </a:stretch>
                        </p:blipFill>
                        <p:spPr>
                          <a:xfrm>
                            <a:off x="4063" y="1821"/>
                            <a:ext cx="165" cy="22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32" name="Group 32"/>
              <p:cNvGrpSpPr/>
              <p:nvPr/>
            </p:nvGrpSpPr>
            <p:grpSpPr bwMode="auto">
              <a:xfrm>
                <a:off x="4084" y="1051"/>
                <a:ext cx="1486" cy="1415"/>
                <a:chOff x="4084" y="1051"/>
                <a:chExt cx="1486" cy="1415"/>
              </a:xfrm>
            </p:grpSpPr>
            <p:graphicFrame>
              <p:nvGraphicFramePr>
                <p:cNvPr id="35" name="Object 33"/>
                <p:cNvGraphicFramePr>
                  <a:graphicFrameLocks noChangeAspect="1"/>
                </p:cNvGraphicFramePr>
                <p:nvPr/>
              </p:nvGraphicFramePr>
              <p:xfrm>
                <a:off x="5254" y="2243"/>
                <a:ext cx="122" cy="22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4590" name="Equation" r:id="rId27" imgW="5181600" imgH="9448800" progId="Equation.DSMT4">
                        <p:embed/>
                      </p:oleObj>
                    </mc:Choice>
                    <mc:Fallback>
                      <p:oleObj name="Equation" r:id="rId27" imgW="5181600" imgH="9448800" progId="Equation.DSMT4">
                        <p:embed/>
                        <p:pic>
                          <p:nvPicPr>
                            <p:cNvPr id="0" name="图片 24589"/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2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5254" y="2243"/>
                              <a:ext cx="122" cy="223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36" name="Line 34"/>
                <p:cNvSpPr>
                  <a:spLocks noChangeShapeType="1"/>
                </p:cNvSpPr>
                <p:nvPr/>
              </p:nvSpPr>
              <p:spPr bwMode="auto">
                <a:xfrm flipH="1" flipV="1">
                  <a:off x="4285" y="1051"/>
                  <a:ext cx="0" cy="12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b="1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" name="Line 35"/>
                <p:cNvSpPr>
                  <a:spLocks noChangeShapeType="1"/>
                </p:cNvSpPr>
                <p:nvPr/>
              </p:nvSpPr>
              <p:spPr bwMode="auto">
                <a:xfrm>
                  <a:off x="4306" y="2251"/>
                  <a:ext cx="124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b="1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graphicFrame>
              <p:nvGraphicFramePr>
                <p:cNvPr id="38" name="Object 36"/>
                <p:cNvGraphicFramePr>
                  <a:graphicFrameLocks noChangeAspect="1"/>
                </p:cNvGraphicFramePr>
                <p:nvPr/>
              </p:nvGraphicFramePr>
              <p:xfrm>
                <a:off x="5440" y="2262"/>
                <a:ext cx="130" cy="17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4591" name="Equation" r:id="rId29" imgW="5486400" imgH="7315200" progId="Equation.DSMT4">
                        <p:embed/>
                      </p:oleObj>
                    </mc:Choice>
                    <mc:Fallback>
                      <p:oleObj name="Equation" r:id="rId29" imgW="5486400" imgH="7315200" progId="Equation.DSMT4">
                        <p:embed/>
                        <p:pic>
                          <p:nvPicPr>
                            <p:cNvPr id="0" name="图片 24590"/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3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5440" y="2262"/>
                              <a:ext cx="130" cy="173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9" name="Object 37"/>
                <p:cNvGraphicFramePr>
                  <a:graphicFrameLocks noChangeAspect="1"/>
                </p:cNvGraphicFramePr>
                <p:nvPr/>
              </p:nvGraphicFramePr>
              <p:xfrm>
                <a:off x="4143" y="2251"/>
                <a:ext cx="166" cy="18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4592" name="Equation" r:id="rId31" imgW="7010400" imgH="7620000" progId="Equation.DSMT4">
                        <p:embed/>
                      </p:oleObj>
                    </mc:Choice>
                    <mc:Fallback>
                      <p:oleObj name="Equation" r:id="rId31" imgW="7010400" imgH="7620000" progId="Equation.DSMT4">
                        <p:embed/>
                        <p:pic>
                          <p:nvPicPr>
                            <p:cNvPr id="0" name="图片 24591"/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3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143" y="2251"/>
                              <a:ext cx="166" cy="180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0" name="Object 38"/>
                <p:cNvGraphicFramePr>
                  <a:graphicFrameLocks noChangeAspect="1"/>
                </p:cNvGraphicFramePr>
                <p:nvPr/>
              </p:nvGraphicFramePr>
              <p:xfrm>
                <a:off x="4084" y="1073"/>
                <a:ext cx="144" cy="17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4593" name="Equation" r:id="rId33" imgW="6096000" imgH="7315200" progId="Equation.DSMT4">
                        <p:embed/>
                      </p:oleObj>
                    </mc:Choice>
                    <mc:Fallback>
                      <p:oleObj name="Equation" r:id="rId33" imgW="6096000" imgH="7315200" progId="Equation.DSMT4">
                        <p:embed/>
                        <p:pic>
                          <p:nvPicPr>
                            <p:cNvPr id="0" name="图片 24592"/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3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084" y="1073"/>
                              <a:ext cx="144" cy="171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1" name="Object 39"/>
                <p:cNvGraphicFramePr>
                  <a:graphicFrameLocks noChangeAspect="1"/>
                </p:cNvGraphicFramePr>
                <p:nvPr/>
              </p:nvGraphicFramePr>
              <p:xfrm>
                <a:off x="4412" y="2258"/>
                <a:ext cx="138" cy="17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4594" name="Equation" r:id="rId35" imgW="5791200" imgH="7315200" progId="Equation.DSMT4">
                        <p:embed/>
                      </p:oleObj>
                    </mc:Choice>
                    <mc:Fallback>
                      <p:oleObj name="Equation" r:id="rId35" imgW="5791200" imgH="7315200" progId="Equation.DSMT4">
                        <p:embed/>
                        <p:pic>
                          <p:nvPicPr>
                            <p:cNvPr id="0" name="图片 24593"/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3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412" y="2258"/>
                              <a:ext cx="138" cy="173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2" name="Object 40"/>
                <p:cNvGraphicFramePr>
                  <a:graphicFrameLocks noChangeAspect="1"/>
                </p:cNvGraphicFramePr>
                <p:nvPr/>
              </p:nvGraphicFramePr>
              <p:xfrm>
                <a:off x="4539" y="1155"/>
                <a:ext cx="733" cy="22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4595" name="Equation" r:id="rId37" imgW="31089600" imgH="9448800" progId="Equation.DSMT4">
                        <p:embed/>
                      </p:oleObj>
                    </mc:Choice>
                    <mc:Fallback>
                      <p:oleObj name="Equation" r:id="rId37" imgW="31089600" imgH="9448800" progId="Equation.DSMT4">
                        <p:embed/>
                        <p:pic>
                          <p:nvPicPr>
                            <p:cNvPr id="0" name="图片 24594"/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3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539" y="1155"/>
                              <a:ext cx="733" cy="223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43" name="Freeform 41"/>
                <p:cNvSpPr/>
                <p:nvPr/>
              </p:nvSpPr>
              <p:spPr bwMode="auto">
                <a:xfrm>
                  <a:off x="4496" y="1397"/>
                  <a:ext cx="820" cy="770"/>
                </a:xfrm>
                <a:custGeom>
                  <a:avLst/>
                  <a:gdLst>
                    <a:gd name="T0" fmla="*/ 0 w 912"/>
                    <a:gd name="T1" fmla="*/ 576 h 856"/>
                    <a:gd name="T2" fmla="*/ 240 w 912"/>
                    <a:gd name="T3" fmla="*/ 768 h 856"/>
                    <a:gd name="T4" fmla="*/ 480 w 912"/>
                    <a:gd name="T5" fmla="*/ 48 h 856"/>
                    <a:gd name="T6" fmla="*/ 672 w 912"/>
                    <a:gd name="T7" fmla="*/ 480 h 856"/>
                    <a:gd name="T8" fmla="*/ 912 w 912"/>
                    <a:gd name="T9" fmla="*/ 144 h 8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12" h="856">
                      <a:moveTo>
                        <a:pt x="0" y="576"/>
                      </a:moveTo>
                      <a:cubicBezTo>
                        <a:pt x="80" y="716"/>
                        <a:pt x="160" y="856"/>
                        <a:pt x="240" y="768"/>
                      </a:cubicBezTo>
                      <a:cubicBezTo>
                        <a:pt x="320" y="680"/>
                        <a:pt x="408" y="96"/>
                        <a:pt x="480" y="48"/>
                      </a:cubicBezTo>
                      <a:cubicBezTo>
                        <a:pt x="552" y="0"/>
                        <a:pt x="600" y="464"/>
                        <a:pt x="672" y="480"/>
                      </a:cubicBezTo>
                      <a:cubicBezTo>
                        <a:pt x="744" y="496"/>
                        <a:pt x="872" y="200"/>
                        <a:pt x="912" y="144"/>
                      </a:cubicBezTo>
                    </a:path>
                  </a:pathLst>
                </a:custGeom>
                <a:noFill/>
                <a:ln w="28575">
                  <a:solidFill>
                    <a:schemeClr val="accent5">
                      <a:lumMod val="60000"/>
                      <a:lumOff val="40000"/>
                    </a:schemeClr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b="1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p:grpSp>
          <p:graphicFrame>
            <p:nvGraphicFramePr>
              <p:cNvPr id="33" name="Object 42"/>
              <p:cNvGraphicFramePr>
                <a:graphicFrameLocks noChangeAspect="1"/>
              </p:cNvGraphicFramePr>
              <p:nvPr/>
            </p:nvGraphicFramePr>
            <p:xfrm>
              <a:off x="4112" y="1439"/>
              <a:ext cx="164" cy="2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596" name="Equation" r:id="rId39" imgW="7010400" imgH="9144000" progId="Equation.DSMT4">
                      <p:embed/>
                    </p:oleObj>
                  </mc:Choice>
                  <mc:Fallback>
                    <p:oleObj name="Equation" r:id="rId39" imgW="7010400" imgH="9144000" progId="Equation.DSMT4">
                      <p:embed/>
                      <p:pic>
                        <p:nvPicPr>
                          <p:cNvPr id="0" name="图片 24595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40"/>
                          <a:stretch>
                            <a:fillRect/>
                          </a:stretch>
                        </p:blipFill>
                        <p:spPr>
                          <a:xfrm>
                            <a:off x="4112" y="1439"/>
                            <a:ext cx="164" cy="215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4" name="Line 43"/>
              <p:cNvSpPr>
                <a:spLocks noChangeShapeType="1"/>
              </p:cNvSpPr>
              <p:nvPr/>
            </p:nvSpPr>
            <p:spPr bwMode="auto">
              <a:xfrm flipH="1">
                <a:off x="4280" y="1526"/>
                <a:ext cx="10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</p:grpSp>
      <p:sp>
        <p:nvSpPr>
          <p:cNvPr id="44" name="Line 44"/>
          <p:cNvSpPr>
            <a:spLocks noChangeShapeType="1"/>
          </p:cNvSpPr>
          <p:nvPr/>
        </p:nvSpPr>
        <p:spPr bwMode="auto">
          <a:xfrm>
            <a:off x="8329613" y="2616200"/>
            <a:ext cx="1871662" cy="0"/>
          </a:xfrm>
          <a:prstGeom prst="line">
            <a:avLst/>
          </a:prstGeom>
          <a:noFill/>
          <a:ln w="19050">
            <a:gradFill>
              <a:gsLst>
                <a:gs pos="0">
                  <a:srgbClr val="007BD3"/>
                </a:gs>
                <a:gs pos="100000">
                  <a:srgbClr val="034373"/>
                </a:gs>
              </a:gsLst>
            </a:gra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5" name="Object 45"/>
          <p:cNvGraphicFramePr>
            <a:graphicFrameLocks noChangeAspect="1"/>
          </p:cNvGraphicFramePr>
          <p:nvPr/>
        </p:nvGraphicFramePr>
        <p:xfrm>
          <a:off x="7974013" y="2522538"/>
          <a:ext cx="249237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7" name="Equation" r:id="rId41" imgW="6705600" imgH="7620000" progId="Equation.DSMT4">
                  <p:embed/>
                </p:oleObj>
              </mc:Choice>
              <mc:Fallback>
                <p:oleObj name="Equation" r:id="rId41" imgW="6705600" imgH="7620000" progId="Equation.DSMT4">
                  <p:embed/>
                  <p:pic>
                    <p:nvPicPr>
                      <p:cNvPr id="0" name="图片 24596"/>
                      <p:cNvPicPr>
                        <a:picLocks noChangeAspect="1"/>
                      </p:cNvPicPr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7974013" y="2522538"/>
                        <a:ext cx="249237" cy="2825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Line 46"/>
          <p:cNvSpPr>
            <a:spLocks noChangeShapeType="1"/>
          </p:cNvSpPr>
          <p:nvPr/>
        </p:nvSpPr>
        <p:spPr bwMode="auto">
          <a:xfrm>
            <a:off x="9221788" y="2616200"/>
            <a:ext cx="0" cy="892175"/>
          </a:xfrm>
          <a:prstGeom prst="line">
            <a:avLst/>
          </a:prstGeom>
          <a:noFill/>
          <a:ln w="19050">
            <a:gradFill>
              <a:gsLst>
                <a:gs pos="0">
                  <a:srgbClr val="007BD3"/>
                </a:gs>
                <a:gs pos="100000">
                  <a:srgbClr val="034373"/>
                </a:gs>
              </a:gsLst>
            </a:gra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7" name="Object 47"/>
          <p:cNvGraphicFramePr>
            <a:graphicFrameLocks noChangeAspect="1"/>
          </p:cNvGraphicFramePr>
          <p:nvPr/>
        </p:nvGraphicFramePr>
        <p:xfrm>
          <a:off x="9144000" y="3536950"/>
          <a:ext cx="220663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8" name="Equation" r:id="rId43" imgW="5791200" imgH="9448800" progId="Equation.DSMT4">
                  <p:embed/>
                </p:oleObj>
              </mc:Choice>
              <mc:Fallback>
                <p:oleObj name="Equation" r:id="rId43" imgW="5791200" imgH="9448800" progId="Equation.DSMT4">
                  <p:embed/>
                  <p:pic>
                    <p:nvPicPr>
                      <p:cNvPr id="0" name="图片 24597"/>
                      <p:cNvPicPr>
                        <a:picLocks noChangeAspect="1"/>
                      </p:cNvPicPr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9144000" y="3536950"/>
                        <a:ext cx="220663" cy="3571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Line 48"/>
          <p:cNvSpPr>
            <a:spLocks noChangeShapeType="1"/>
          </p:cNvSpPr>
          <p:nvPr/>
        </p:nvSpPr>
        <p:spPr bwMode="auto">
          <a:xfrm flipH="1">
            <a:off x="8329613" y="3302000"/>
            <a:ext cx="617537" cy="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9" name="Line 49"/>
          <p:cNvSpPr>
            <a:spLocks noChangeShapeType="1"/>
          </p:cNvSpPr>
          <p:nvPr/>
        </p:nvSpPr>
        <p:spPr bwMode="auto">
          <a:xfrm flipH="1">
            <a:off x="8329613" y="2205038"/>
            <a:ext cx="1028700" cy="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0" name="Line 50"/>
          <p:cNvSpPr>
            <a:spLocks noChangeShapeType="1"/>
          </p:cNvSpPr>
          <p:nvPr/>
        </p:nvSpPr>
        <p:spPr bwMode="auto">
          <a:xfrm>
            <a:off x="8324850" y="2198688"/>
            <a:ext cx="0" cy="1096962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1" name="Text Box 51"/>
          <p:cNvSpPr txBox="1">
            <a:spLocks noChangeArrowheads="1"/>
          </p:cNvSpPr>
          <p:nvPr/>
        </p:nvSpPr>
        <p:spPr bwMode="auto">
          <a:xfrm>
            <a:off x="4361815" y="1440815"/>
            <a:ext cx="762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使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2" name="Object 52"/>
          <p:cNvGraphicFramePr>
            <a:graphicFrameLocks noChangeAspect="1"/>
          </p:cNvGraphicFramePr>
          <p:nvPr/>
        </p:nvGraphicFramePr>
        <p:xfrm>
          <a:off x="4873625" y="1530350"/>
          <a:ext cx="1409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9" name="Equation" r:id="rId45" imgW="33832800" imgH="9448800" progId="Equation.DSMT4">
                  <p:embed/>
                </p:oleObj>
              </mc:Choice>
              <mc:Fallback>
                <p:oleObj name="Equation" r:id="rId45" imgW="33832800" imgH="9448800" progId="Equation.DSMT4">
                  <p:embed/>
                  <p:pic>
                    <p:nvPicPr>
                      <p:cNvPr id="0" name="图片 24598"/>
                      <p:cNvPicPr>
                        <a:picLocks noChangeAspect="1"/>
                      </p:cNvPicPr>
                      <p:nvPr/>
                    </p:nvPicPr>
                    <p:blipFill>
                      <a:blip r:embed="rId4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873625" y="1530350"/>
                        <a:ext cx="14097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Text Box 53"/>
          <p:cNvSpPr txBox="1">
            <a:spLocks noChangeArrowheads="1"/>
          </p:cNvSpPr>
          <p:nvPr/>
        </p:nvSpPr>
        <p:spPr bwMode="auto">
          <a:xfrm>
            <a:off x="9155087" y="787400"/>
            <a:ext cx="125539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至少有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4" name="Text Box 54"/>
          <p:cNvSpPr txBox="1">
            <a:spLocks noChangeArrowheads="1"/>
          </p:cNvSpPr>
          <p:nvPr/>
        </p:nvSpPr>
        <p:spPr bwMode="auto">
          <a:xfrm>
            <a:off x="2908300" y="5275580"/>
            <a:ext cx="375793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在闭区间上的连续函数</a:t>
            </a:r>
            <a:endParaRPr kumimoji="1" lang="zh-CN" altLang="en-US" sz="32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5" name="Text Box 55"/>
          <p:cNvSpPr txBox="1">
            <a:spLocks noChangeArrowheads="1"/>
          </p:cNvSpPr>
          <p:nvPr/>
        </p:nvSpPr>
        <p:spPr bwMode="auto">
          <a:xfrm>
            <a:off x="6447790" y="5275580"/>
            <a:ext cx="3588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必取得介于最小值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 </a:t>
            </a:r>
            <a:endParaRPr kumimoji="1"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6" name="Text Box 56"/>
          <p:cNvSpPr txBox="1">
            <a:spLocks noChangeArrowheads="1"/>
          </p:cNvSpPr>
          <p:nvPr/>
        </p:nvSpPr>
        <p:spPr bwMode="auto">
          <a:xfrm>
            <a:off x="1994535" y="5797550"/>
            <a:ext cx="470217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与最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大值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 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之间的任何值 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kumimoji="1" lang="en-US" altLang="zh-CN" sz="32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"/>
                            </p:stCondLst>
                            <p:childTnLst>
                              <p:par>
                                <p:cTn id="1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00"/>
                            </p:stCondLst>
                            <p:childTnLst>
                              <p:par>
                                <p:cTn id="1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5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5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5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5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500"/>
                            </p:stCondLst>
                            <p:childTnLst>
                              <p:par>
                                <p:cTn id="1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5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1000"/>
                            </p:stCondLst>
                            <p:childTnLst>
                              <p:par>
                                <p:cTn id="1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5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1500"/>
                            </p:stCondLst>
                            <p:childTnLst>
                              <p:par>
                                <p:cTn id="1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 autoUpdateAnimBg="0"/>
      <p:bldP spid="5" grpId="0" bldLvl="0" animBg="1" autoUpdateAnimBg="0"/>
      <p:bldP spid="8" grpId="0" bldLvl="0" animBg="1" autoUpdateAnimBg="0"/>
      <p:bldP spid="9" grpId="0" bldLvl="0" animBg="1" autoUpdateAnimBg="0"/>
      <p:bldP spid="11" grpId="0" bldLvl="0" animBg="1" autoUpdateAnimBg="0"/>
      <p:bldP spid="13" grpId="0" bldLvl="0" animBg="1" autoUpdateAnimBg="0"/>
      <p:bldP spid="15" grpId="0" bldLvl="0" animBg="1" autoUpdateAnimBg="0"/>
      <p:bldP spid="19" grpId="0" bldLvl="0" animBg="1" autoUpdateAnimBg="0"/>
      <p:bldP spid="21" grpId="0" bldLvl="0" animBg="1" autoUpdateAnimBg="0"/>
      <p:bldP spid="23" grpId="0" bldLvl="0" animBg="1" autoUpdateAnimBg="0"/>
      <p:bldP spid="25" grpId="0" bldLvl="0" animBg="1" autoUpdateAnimBg="0"/>
      <p:bldP spid="44" grpId="0" bldLvl="0" animBg="1"/>
      <p:bldP spid="46" grpId="0" bldLvl="0" animBg="1"/>
      <p:bldP spid="48" grpId="0" bldLvl="0" animBg="1"/>
      <p:bldP spid="49" grpId="0" bldLvl="0" animBg="1"/>
      <p:bldP spid="50" grpId="0" bldLvl="0" animBg="1"/>
      <p:bldP spid="51" grpId="0" bldLvl="0" animBg="1" autoUpdateAnimBg="0"/>
      <p:bldP spid="53" grpId="0" autoUpdateAnimBg="0" build="p"/>
      <p:bldP spid="54" grpId="0" autoUpdateAnimBg="0" uiExpand="1" build="p"/>
      <p:bldP spid="55" grpId="0" autoUpdateAnimBg="0" uiExpand="1" build="p"/>
      <p:bldP spid="56" grpId="0" advAuto="0" autoUpdateAnimBg="0" uiExpan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978844" y="573405"/>
            <a:ext cx="2539181" cy="6270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7.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证明方程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4441190" y="566738"/>
          <a:ext cx="2159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1" name="Equation" r:id="rId1" imgW="51816000" imgH="10972800" progId="Equation.DSMT4">
                  <p:embed/>
                </p:oleObj>
              </mc:Choice>
              <mc:Fallback>
                <p:oleObj name="Equation" r:id="rId1" imgW="51816000" imgH="10972800" progId="Equation.DSMT4">
                  <p:embed/>
                  <p:pic>
                    <p:nvPicPr>
                      <p:cNvPr id="0" name="图片 25600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441190" y="566738"/>
                        <a:ext cx="21590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131695" y="1247458"/>
            <a:ext cx="155892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一个根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kumimoji="1"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127250" y="2233930"/>
            <a:ext cx="1828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</a:t>
            </a:r>
            <a:r>
              <a:rPr kumimoji="1"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 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显然</a:t>
            </a:r>
            <a:endParaRPr kumimoji="1" lang="zh-CN" altLang="en-US" sz="2800" b="1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3956050" y="2263458"/>
          <a:ext cx="3987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2" name="Equation" r:id="rId3" imgW="95707200" imgH="10972800" progId="Equation.DSMT4">
                  <p:embed/>
                </p:oleObj>
              </mc:Choice>
              <mc:Fallback>
                <p:oleObj name="Equation" r:id="rId3" imgW="95707200" imgH="10972800" progId="Equation.DSMT4">
                  <p:embed/>
                  <p:pic>
                    <p:nvPicPr>
                      <p:cNvPr id="0" name="图片 25601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956050" y="2263458"/>
                        <a:ext cx="39878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8128000" y="2227263"/>
            <a:ext cx="762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又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3924300" y="3201670"/>
          <a:ext cx="1790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3" name="Equation" r:id="rId5" imgW="42976800" imgH="9448800" progId="Equation.DSMT4">
                  <p:embed/>
                </p:oleObj>
              </mc:Choice>
              <mc:Fallback>
                <p:oleObj name="Equation" r:id="rId5" imgW="42976800" imgH="9448800" progId="Equation.DSMT4">
                  <p:embed/>
                  <p:pic>
                    <p:nvPicPr>
                      <p:cNvPr id="0" name="图片 25602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924300" y="3201670"/>
                        <a:ext cx="17907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6143625" y="3194685"/>
          <a:ext cx="1892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4" name="Equation" r:id="rId7" imgW="45415200" imgH="9448800" progId="Equation.DSMT4">
                  <p:embed/>
                </p:oleObj>
              </mc:Choice>
              <mc:Fallback>
                <p:oleObj name="Equation" r:id="rId7" imgW="45415200" imgH="9448800" progId="Equation.DSMT4">
                  <p:embed/>
                  <p:pic>
                    <p:nvPicPr>
                      <p:cNvPr id="0" name="图片 25603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143625" y="3194685"/>
                        <a:ext cx="18923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1828800" y="4041775"/>
            <a:ext cx="5131296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故据零点定理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至少存在一点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6600056" y="4106535"/>
          <a:ext cx="1333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5" name="Equation" r:id="rId9" imgW="32004000" imgH="9448800" progId="Equation.DSMT4">
                  <p:embed/>
                </p:oleObj>
              </mc:Choice>
              <mc:Fallback>
                <p:oleObj name="Equation" r:id="rId9" imgW="32004000" imgH="9448800" progId="Equation.DSMT4">
                  <p:embed/>
                  <p:pic>
                    <p:nvPicPr>
                      <p:cNvPr id="0" name="图片 25604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600056" y="4106535"/>
                        <a:ext cx="13335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7953375" y="3995738"/>
            <a:ext cx="762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使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8478637" y="4106535"/>
          <a:ext cx="1346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6" name="Equation" r:id="rId11" imgW="32308800" imgH="9448800" progId="Equation.DSMT4">
                  <p:embed/>
                </p:oleObj>
              </mc:Choice>
              <mc:Fallback>
                <p:oleObj name="Equation" r:id="rId11" imgW="32308800" imgH="9448800" progId="Equation.DSMT4">
                  <p:embed/>
                  <p:pic>
                    <p:nvPicPr>
                      <p:cNvPr id="0" name="图片 25605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478637" y="4106535"/>
                        <a:ext cx="13462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1885632" y="4563725"/>
            <a:ext cx="609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即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3924300" y="5040313"/>
          <a:ext cx="2247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7" name="Equation" r:id="rId13" imgW="53949600" imgH="10668000" progId="Equation.DSMT4">
                  <p:embed/>
                </p:oleObj>
              </mc:Choice>
              <mc:Fallback>
                <p:oleObj name="Equation" r:id="rId13" imgW="53949600" imgH="10668000" progId="Equation.DSMT4">
                  <p:embed/>
                  <p:pic>
                    <p:nvPicPr>
                      <p:cNvPr id="0" name="图片 25606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924300" y="5040313"/>
                        <a:ext cx="22479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61"/>
          <p:cNvSpPr txBox="1">
            <a:spLocks noChangeArrowheads="1"/>
          </p:cNvSpPr>
          <p:nvPr/>
        </p:nvSpPr>
        <p:spPr bwMode="auto">
          <a:xfrm>
            <a:off x="6588125" y="502285"/>
            <a:ext cx="1447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在区间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7" name="Object 62"/>
          <p:cNvGraphicFramePr>
            <a:graphicFrameLocks noChangeAspect="1"/>
          </p:cNvGraphicFramePr>
          <p:nvPr/>
        </p:nvGraphicFramePr>
        <p:xfrm>
          <a:off x="7820025" y="584518"/>
          <a:ext cx="736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8" name="Equation" r:id="rId15" imgW="17678400" imgH="9448800" progId="Equation.DSMT4">
                  <p:embed/>
                </p:oleObj>
              </mc:Choice>
              <mc:Fallback>
                <p:oleObj name="Equation" r:id="rId15" imgW="17678400" imgH="9448800" progId="Equation.DSMT4">
                  <p:embed/>
                  <p:pic>
                    <p:nvPicPr>
                      <p:cNvPr id="0" name="图片 25607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820025" y="584518"/>
                        <a:ext cx="7366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64"/>
          <p:cNvSpPr txBox="1">
            <a:spLocks noChangeArrowheads="1"/>
          </p:cNvSpPr>
          <p:nvPr/>
        </p:nvSpPr>
        <p:spPr bwMode="auto">
          <a:xfrm>
            <a:off x="8556625" y="494665"/>
            <a:ext cx="16129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内至少有</a:t>
            </a:r>
            <a:endParaRPr kumimoji="1" lang="zh-CN" altLang="en-US" sz="32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 autoUpdateAnimBg="0"/>
      <p:bldP spid="7" grpId="0" bldLvl="0" animBg="1" autoUpdateAnimBg="0"/>
      <p:bldP spid="10" grpId="0" bldLvl="0" animBg="1" autoUpdateAnimBg="0"/>
      <p:bldP spid="12" grpId="0" bldLvl="0" animBg="1" autoUpdateAnimBg="0"/>
      <p:bldP spid="14" grpId="0" bldLvl="0" animBg="1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827530" y="474345"/>
            <a:ext cx="2180590" cy="62738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8.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设函数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016804" y="542131"/>
          <a:ext cx="723900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5" name="Equation" r:id="rId1" imgW="17373600" imgH="9448800" progId="Equation.DSMT4">
                  <p:embed/>
                </p:oleObj>
              </mc:Choice>
              <mc:Fallback>
                <p:oleObj name="Equation" r:id="rId1" imgW="17373600" imgH="9448800" progId="Equation.DSMT4">
                  <p:embed/>
                  <p:pic>
                    <p:nvPicPr>
                      <p:cNvPr id="0" name="图片 2662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16804" y="542131"/>
                        <a:ext cx="723900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 bwMode="auto">
          <a:xfrm>
            <a:off x="4749739" y="474196"/>
            <a:ext cx="125539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在区间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025467" y="542131"/>
          <a:ext cx="84455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6" name="Equation" r:id="rId3" imgW="20116800" imgH="9448800" progId="Equation.DSMT4">
                  <p:embed/>
                </p:oleObj>
              </mc:Choice>
              <mc:Fallback>
                <p:oleObj name="Equation" r:id="rId3" imgW="20116800" imgH="9448800" progId="Equation.DSMT4">
                  <p:embed/>
                  <p:pic>
                    <p:nvPicPr>
                      <p:cNvPr id="0" name="图片 2662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25467" y="542131"/>
                        <a:ext cx="844550" cy="387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 bwMode="auto">
          <a:xfrm>
            <a:off x="6879052" y="474196"/>
            <a:ext cx="197040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上连续，且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8876133" y="542131"/>
          <a:ext cx="1333500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7" name="Equation" r:id="rId5" imgW="32004000" imgH="9448800" progId="Equation.DSMT4">
                  <p:embed/>
                </p:oleObj>
              </mc:Choice>
              <mc:Fallback>
                <p:oleObj name="Equation" r:id="rId5" imgW="32004000" imgH="9448800" progId="Equation.DSMT4">
                  <p:embed/>
                  <p:pic>
                    <p:nvPicPr>
                      <p:cNvPr id="0" name="图片 2662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876133" y="542131"/>
                        <a:ext cx="1333500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1685206" y="1154976"/>
          <a:ext cx="1314451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8" name="Equation" r:id="rId7" imgW="31394400" imgH="9448800" progId="Equation.DSMT4">
                  <p:embed/>
                </p:oleObj>
              </mc:Choice>
              <mc:Fallback>
                <p:oleObj name="Equation" r:id="rId7" imgW="31394400" imgH="9448800" progId="Equation.DSMT4">
                  <p:embed/>
                  <p:pic>
                    <p:nvPicPr>
                      <p:cNvPr id="0" name="图片 2662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85206" y="1154976"/>
                        <a:ext cx="1314451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 bwMode="auto">
          <a:xfrm>
            <a:off x="3123039" y="1087041"/>
            <a:ext cx="16129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证明存在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4873790" y="1151801"/>
          <a:ext cx="1511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9" name="Equation" r:id="rId9" imgW="1772920" imgH="457200" progId="Equation.DSMT4">
                  <p:embed/>
                </p:oleObj>
              </mc:Choice>
              <mc:Fallback>
                <p:oleObj name="Equation" r:id="rId9" imgW="1772920" imgH="457200" progId="Equation.DSMT4">
                  <p:embed/>
                  <p:pic>
                    <p:nvPicPr>
                      <p:cNvPr id="0" name="图片 26628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873790" y="1151801"/>
                        <a:ext cx="15113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 bwMode="auto">
          <a:xfrm>
            <a:off x="6508472" y="1087041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使得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Rectangle 1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7537870" y="1154976"/>
          <a:ext cx="1338263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0" name="Equation" r:id="rId11" imgW="32308800" imgH="9448800" progId="Equation.DSMT4">
                  <p:embed/>
                </p:oleObj>
              </mc:Choice>
              <mc:Fallback>
                <p:oleObj name="Equation" r:id="rId11" imgW="32308800" imgH="9448800" progId="Equation.DSMT4">
                  <p:embed/>
                  <p:pic>
                    <p:nvPicPr>
                      <p:cNvPr id="0" name="图片 2662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537870" y="1154976"/>
                        <a:ext cx="1338263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 bwMode="auto">
          <a:xfrm>
            <a:off x="1893496" y="1756306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证：</a:t>
            </a:r>
            <a:endParaRPr kumimoji="1"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TextBox 18"/>
          <p:cNvSpPr txBox="1"/>
          <p:nvPr/>
        </p:nvSpPr>
        <p:spPr bwMode="auto">
          <a:xfrm>
            <a:off x="2747303" y="1766466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令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3342175" y="1838685"/>
          <a:ext cx="2346326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1" name="Equation" r:id="rId13" imgW="56388000" imgH="9448800" progId="Equation.DSMT4">
                  <p:embed/>
                </p:oleObj>
              </mc:Choice>
              <mc:Fallback>
                <p:oleObj name="Equation" r:id="rId13" imgW="56388000" imgH="9448800" progId="Equation.DSMT4">
                  <p:embed/>
                  <p:pic>
                    <p:nvPicPr>
                      <p:cNvPr id="0" name="图片 2663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342175" y="1838685"/>
                        <a:ext cx="2346326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 bwMode="auto">
          <a:xfrm>
            <a:off x="1991545" y="2384884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Rectangle 2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2461022" y="2492896"/>
          <a:ext cx="736600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2" name="Equation" r:id="rId15" imgW="17678400" imgH="9448800" progId="Equation.DSMT4">
                  <p:embed/>
                </p:oleObj>
              </mc:Choice>
              <mc:Fallback>
                <p:oleObj name="Equation" r:id="rId15" imgW="17678400" imgH="9448800" progId="Equation.DSMT4">
                  <p:embed/>
                  <p:pic>
                    <p:nvPicPr>
                      <p:cNvPr id="0" name="图片 2663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461022" y="2492896"/>
                        <a:ext cx="736600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/>
          <p:cNvSpPr txBox="1"/>
          <p:nvPr/>
        </p:nvSpPr>
        <p:spPr bwMode="auto">
          <a:xfrm>
            <a:off x="3287688" y="2384884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3833030" y="2452819"/>
          <a:ext cx="84455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3" name="Equation" r:id="rId17" imgW="20116800" imgH="9448800" progId="Equation.DSMT4">
                  <p:embed/>
                </p:oleObj>
              </mc:Choice>
              <mc:Fallback>
                <p:oleObj name="Equation" r:id="rId17" imgW="20116800" imgH="9448800" progId="Equation.DSMT4">
                  <p:embed/>
                  <p:pic>
                    <p:nvPicPr>
                      <p:cNvPr id="0" name="图片 2663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33030" y="2452819"/>
                        <a:ext cx="844550" cy="387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 bwMode="auto">
          <a:xfrm>
            <a:off x="4686615" y="2384884"/>
            <a:ext cx="197040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上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连续，而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" name="Rectangle 2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3969164" y="3068960"/>
          <a:ext cx="2909888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4" name="Equation" r:id="rId18" imgW="69494400" imgH="9448800" progId="Equation.DSMT4">
                  <p:embed/>
                </p:oleObj>
              </mc:Choice>
              <mc:Fallback>
                <p:oleObj name="Equation" r:id="rId18" imgW="69494400" imgH="9448800" progId="Equation.DSMT4">
                  <p:embed/>
                  <p:pic>
                    <p:nvPicPr>
                      <p:cNvPr id="0" name="图片 26633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969164" y="3068960"/>
                        <a:ext cx="2909888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2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3969164" y="3573016"/>
          <a:ext cx="2862263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5" name="Equation" r:id="rId20" imgW="68580000" imgH="9448800" progId="Equation.DSMT4">
                  <p:embed/>
                </p:oleObj>
              </mc:Choice>
              <mc:Fallback>
                <p:oleObj name="Equation" r:id="rId20" imgW="68580000" imgH="9448800" progId="Equation.DSMT4">
                  <p:embed/>
                  <p:pic>
                    <p:nvPicPr>
                      <p:cNvPr id="0" name="图片 26634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969164" y="3573016"/>
                        <a:ext cx="2862263" cy="387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Box 31"/>
          <p:cNvSpPr txBox="1"/>
          <p:nvPr/>
        </p:nvSpPr>
        <p:spPr bwMode="auto">
          <a:xfrm>
            <a:off x="1991545" y="4005064"/>
            <a:ext cx="304292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由零点定理，存在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5152228" y="4069824"/>
          <a:ext cx="1511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6" name="Equation" r:id="rId22" imgW="1772920" imgH="457200" progId="Equation.DSMT4">
                  <p:embed/>
                </p:oleObj>
              </mc:Choice>
              <mc:Fallback>
                <p:oleObj name="Equation" r:id="rId22" imgW="1772920" imgH="457200" progId="Equation.DSMT4">
                  <p:embed/>
                  <p:pic>
                    <p:nvPicPr>
                      <p:cNvPr id="0" name="图片 26635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152228" y="4069824"/>
                        <a:ext cx="15113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Box 34"/>
          <p:cNvSpPr txBox="1"/>
          <p:nvPr/>
        </p:nvSpPr>
        <p:spPr bwMode="auto">
          <a:xfrm>
            <a:off x="6754140" y="4005064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使得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7750769" y="4072999"/>
          <a:ext cx="1350962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7" name="Equation" r:id="rId23" imgW="32613600" imgH="9448800" progId="Equation.DSMT4">
                  <p:embed/>
                </p:oleObj>
              </mc:Choice>
              <mc:Fallback>
                <p:oleObj name="Equation" r:id="rId23" imgW="32613600" imgH="9448800" progId="Equation.DSMT4">
                  <p:embed/>
                  <p:pic>
                    <p:nvPicPr>
                      <p:cNvPr id="0" name="图片 26636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750769" y="4072999"/>
                        <a:ext cx="1350962" cy="387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Box 36"/>
          <p:cNvSpPr txBox="1"/>
          <p:nvPr/>
        </p:nvSpPr>
        <p:spPr bwMode="auto">
          <a:xfrm>
            <a:off x="9192344" y="4005064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即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4511824" y="4797152"/>
          <a:ext cx="1338263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8" name="Equation" r:id="rId25" imgW="32308800" imgH="9448800" progId="Equation.DSMT4">
                  <p:embed/>
                </p:oleObj>
              </mc:Choice>
              <mc:Fallback>
                <p:oleObj name="Equation" r:id="rId25" imgW="32308800" imgH="9448800" progId="Equation.DSMT4">
                  <p:embed/>
                  <p:pic>
                    <p:nvPicPr>
                      <p:cNvPr id="0" name="图片 26637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511824" y="4797152"/>
                        <a:ext cx="1338263" cy="387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38"/>
          <p:cNvSpPr txBox="1"/>
          <p:nvPr/>
        </p:nvSpPr>
        <p:spPr bwMode="auto">
          <a:xfrm>
            <a:off x="2264216" y="5229200"/>
            <a:ext cx="107759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证毕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  <p:bldP spid="19" grpId="0" bldLvl="0" animBg="1"/>
      <p:bldP spid="22" grpId="0" bldLvl="0" animBg="1"/>
      <p:bldP spid="25" grpId="0" bldLvl="0" animBg="1"/>
      <p:bldP spid="27" grpId="0" bldLvl="0" animBg="1"/>
      <p:bldP spid="32" grpId="0" bldLvl="0" animBg="1"/>
      <p:bldP spid="35" grpId="0" bldLvl="0" animBg="1"/>
      <p:bldP spid="37" grpId="0" bldLvl="0" animBg="1"/>
      <p:bldP spid="39" grpId="0" bldLvl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834063" y="310606"/>
            <a:ext cx="2376263" cy="6270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9.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791378" y="386647"/>
          <a:ext cx="723900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49" name="Equation" r:id="rId1" imgW="17373600" imgH="9448800" progId="Equation.DSMT4">
                  <p:embed/>
                </p:oleObj>
              </mc:Choice>
              <mc:Fallback>
                <p:oleObj name="Equation" r:id="rId1" imgW="17373600" imgH="9448800" progId="Equation.DSMT4">
                  <p:embed/>
                  <p:pic>
                    <p:nvPicPr>
                      <p:cNvPr id="0" name="图片 2764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91378" y="386647"/>
                        <a:ext cx="723900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 bwMode="auto">
          <a:xfrm>
            <a:off x="4490023" y="299662"/>
            <a:ext cx="125539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在区间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5673676" y="361882"/>
          <a:ext cx="84455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0" name="Equation" r:id="rId3" imgW="20116800" imgH="9448800" progId="Equation.DSMT4">
                  <p:embed/>
                </p:oleObj>
              </mc:Choice>
              <mc:Fallback>
                <p:oleObj name="Equation" r:id="rId3" imgW="20116800" imgH="9448800" progId="Equation.DSMT4">
                  <p:embed/>
                  <p:pic>
                    <p:nvPicPr>
                      <p:cNvPr id="0" name="图片 2764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673676" y="361882"/>
                        <a:ext cx="844550" cy="387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6483446" y="272992"/>
            <a:ext cx="197040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上连续，且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932617" y="923248"/>
          <a:ext cx="342423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1" name="Equation" r:id="rId5" imgW="81991200" imgH="10363200" progId="Equation.DSMT4">
                  <p:embed/>
                </p:oleObj>
              </mc:Choice>
              <mc:Fallback>
                <p:oleObj name="Equation" r:id="rId5" imgW="81991200" imgH="10363200" progId="Equation.DSMT4">
                  <p:embed/>
                  <p:pic>
                    <p:nvPicPr>
                      <p:cNvPr id="0" name="图片 2765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32617" y="923248"/>
                        <a:ext cx="3424238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 bwMode="auto">
          <a:xfrm>
            <a:off x="5401635" y="830548"/>
            <a:ext cx="16129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证明存在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TextBox 10"/>
          <p:cNvSpPr txBox="1"/>
          <p:nvPr/>
        </p:nvSpPr>
        <p:spPr bwMode="auto">
          <a:xfrm>
            <a:off x="1886549" y="1516789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使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791743" y="1411519"/>
          <a:ext cx="3884613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3" name="Equation" r:id="rId7" imgW="117043200" imgH="20116800" progId="Equation.DSMT4">
                  <p:embed/>
                </p:oleObj>
              </mc:Choice>
              <mc:Fallback>
                <p:oleObj name="Equation" r:id="rId7" imgW="117043200" imgH="20116800" progId="Equation.DSMT4">
                  <p:embed/>
                  <p:pic>
                    <p:nvPicPr>
                      <p:cNvPr id="0" name="图片 27652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791743" y="1411519"/>
                        <a:ext cx="3884613" cy="831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 bwMode="auto">
          <a:xfrm>
            <a:off x="1897563" y="2206349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证：</a:t>
            </a:r>
            <a:endParaRPr kumimoji="1"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Rectangle 2"/>
          <p:cNvSpPr txBox="1">
            <a:spLocks noChangeArrowheads="1"/>
          </p:cNvSpPr>
          <p:nvPr/>
        </p:nvSpPr>
        <p:spPr>
          <a:xfrm>
            <a:off x="2672506" y="2206579"/>
            <a:ext cx="1362276" cy="6270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因函数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3870285" y="2290874"/>
          <a:ext cx="723900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4" name="Equation" r:id="rId9" imgW="17373600" imgH="9448800" progId="Equation.DSMT4">
                  <p:embed/>
                </p:oleObj>
              </mc:Choice>
              <mc:Fallback>
                <p:oleObj name="Equation" r:id="rId9" imgW="17373600" imgH="9448800" progId="Equation.DSMT4">
                  <p:embed/>
                  <p:pic>
                    <p:nvPicPr>
                      <p:cNvPr id="0" name="图片 27653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70285" y="2290874"/>
                        <a:ext cx="723900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 bwMode="auto">
          <a:xfrm>
            <a:off x="4594356" y="2251518"/>
            <a:ext cx="125539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在区间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5849716" y="2328820"/>
          <a:ext cx="84455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5" name="Equation" r:id="rId10" imgW="20116800" imgH="9448800" progId="Equation.DSMT4">
                  <p:embed/>
                </p:oleObj>
              </mc:Choice>
              <mc:Fallback>
                <p:oleObj name="Equation" r:id="rId10" imgW="20116800" imgH="9448800" progId="Equation.DSMT4">
                  <p:embed/>
                  <p:pic>
                    <p:nvPicPr>
                      <p:cNvPr id="0" name="图片 2765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49716" y="2328820"/>
                        <a:ext cx="844550" cy="387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 bwMode="auto">
          <a:xfrm>
            <a:off x="6593300" y="2248818"/>
            <a:ext cx="16129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上连续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TextBox 20"/>
          <p:cNvSpPr txBox="1"/>
          <p:nvPr/>
        </p:nvSpPr>
        <p:spPr bwMode="auto">
          <a:xfrm>
            <a:off x="7949709" y="2258573"/>
            <a:ext cx="232791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必存在最大值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TextBox 21"/>
          <p:cNvSpPr txBox="1"/>
          <p:nvPr/>
        </p:nvSpPr>
        <p:spPr bwMode="auto">
          <a:xfrm>
            <a:off x="1772430" y="2905474"/>
            <a:ext cx="256349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和最小值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．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Rectangle 1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6483649" y="2975858"/>
          <a:ext cx="1722438" cy="361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6" name="Equation" r:id="rId11" imgW="41148000" imgH="8839200" progId="Equation.DSMT4">
                  <p:embed/>
                </p:oleObj>
              </mc:Choice>
              <mc:Fallback>
                <p:oleObj name="Equation" r:id="rId11" imgW="41148000" imgH="8839200" progId="Equation.DSMT4">
                  <p:embed/>
                  <p:pic>
                    <p:nvPicPr>
                      <p:cNvPr id="0" name="图片 2765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483649" y="2975858"/>
                        <a:ext cx="1722438" cy="361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/>
          <p:cNvSpPr txBox="1"/>
          <p:nvPr/>
        </p:nvSpPr>
        <p:spPr bwMode="auto">
          <a:xfrm>
            <a:off x="8206254" y="2909197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总有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" name="Rectangle 1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4637171" y="3503183"/>
          <a:ext cx="219233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7" name="Equation" r:id="rId13" imgW="52425600" imgH="10363200" progId="Equation.DSMT4">
                  <p:embed/>
                </p:oleObj>
              </mc:Choice>
              <mc:Fallback>
                <p:oleObj name="Equation" r:id="rId13" imgW="52425600" imgH="10363200" progId="Equation.DSMT4">
                  <p:embed/>
                  <p:pic>
                    <p:nvPicPr>
                      <p:cNvPr id="0" name="图片 2765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637171" y="3503183"/>
                        <a:ext cx="2192338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Box 27"/>
          <p:cNvSpPr txBox="1"/>
          <p:nvPr/>
        </p:nvSpPr>
        <p:spPr bwMode="auto">
          <a:xfrm>
            <a:off x="1859309" y="3983861"/>
            <a:ext cx="567372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将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这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个不等式相加并除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以 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得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" name="Rectangle 1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3960618" y="4554706"/>
          <a:ext cx="4111625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8" name="Equation" r:id="rId15" imgW="123748800" imgH="20116800" progId="Equation.DSMT4">
                  <p:embed/>
                </p:oleObj>
              </mc:Choice>
              <mc:Fallback>
                <p:oleObj name="Equation" r:id="rId15" imgW="123748800" imgH="20116800" progId="Equation.DSMT4">
                  <p:embed/>
                  <p:pic>
                    <p:nvPicPr>
                      <p:cNvPr id="0" name="图片 2765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960618" y="4554706"/>
                        <a:ext cx="4111625" cy="8302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Box 30"/>
          <p:cNvSpPr txBox="1"/>
          <p:nvPr/>
        </p:nvSpPr>
        <p:spPr bwMode="auto">
          <a:xfrm>
            <a:off x="1723952" y="5517232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令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" name="Rectangle 1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2264214" y="5352598"/>
          <a:ext cx="4283968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9" name="Equation" r:id="rId17" imgW="107594400" imgH="20116800" progId="Equation.DSMT4">
                  <p:embed/>
                </p:oleObj>
              </mc:Choice>
              <mc:Fallback>
                <p:oleObj name="Equation" r:id="rId17" imgW="107594400" imgH="20116800" progId="Equation.DSMT4">
                  <p:embed/>
                  <p:pic>
                    <p:nvPicPr>
                      <p:cNvPr id="0" name="图片 27658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264214" y="5352598"/>
                        <a:ext cx="4283968" cy="8524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Box 33"/>
          <p:cNvSpPr txBox="1"/>
          <p:nvPr/>
        </p:nvSpPr>
        <p:spPr bwMode="auto">
          <a:xfrm>
            <a:off x="6540229" y="5517232"/>
            <a:ext cx="411543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由介值定理的推论，必有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5" name="对象 34"/>
          <p:cNvGraphicFramePr>
            <a:graphicFrameLocks noChangeAspect="1"/>
          </p:cNvGraphicFramePr>
          <p:nvPr/>
        </p:nvGraphicFramePr>
        <p:xfrm>
          <a:off x="1858963" y="6151756"/>
          <a:ext cx="146685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0" name="Equation" r:id="rId19" imgW="35052000" imgH="11582400" progId="Equation.DSMT4">
                  <p:embed/>
                </p:oleObj>
              </mc:Choice>
              <mc:Fallback>
                <p:oleObj name="Equation" r:id="rId19" imgW="35052000" imgH="11582400" progId="Equation.DSMT4">
                  <p:embed/>
                  <p:pic>
                    <p:nvPicPr>
                      <p:cNvPr id="0" name="图片 27659"/>
                      <p:cNvPicPr>
                        <a:picLocks noChangeAspect="1"/>
                      </p:cNvPicPr>
                      <p:nvPr/>
                    </p:nvPicPr>
                    <p:blipFill>
                      <a:blip r:embed="rId2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858963" y="6151756"/>
                        <a:ext cx="1466850" cy="4984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Box 35"/>
          <p:cNvSpPr txBox="1"/>
          <p:nvPr/>
        </p:nvSpPr>
        <p:spPr bwMode="auto">
          <a:xfrm>
            <a:off x="3366517" y="6139383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使得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7" name="对象 36"/>
          <p:cNvGraphicFramePr>
            <a:graphicFrameLocks noChangeAspect="1"/>
          </p:cNvGraphicFramePr>
          <p:nvPr/>
        </p:nvGraphicFramePr>
        <p:xfrm>
          <a:off x="4313238" y="6207318"/>
          <a:ext cx="1389062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1" name="Equation" r:id="rId21" imgW="33528000" imgH="9448800" progId="Equation.DSMT4">
                  <p:embed/>
                </p:oleObj>
              </mc:Choice>
              <mc:Fallback>
                <p:oleObj name="Equation" r:id="rId21" imgW="33528000" imgH="9448800" progId="Equation.DSMT4">
                  <p:embed/>
                  <p:pic>
                    <p:nvPicPr>
                      <p:cNvPr id="0" name="图片 27660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313238" y="6207318"/>
                        <a:ext cx="1389062" cy="387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Box 37"/>
          <p:cNvSpPr txBox="1"/>
          <p:nvPr/>
        </p:nvSpPr>
        <p:spPr bwMode="auto">
          <a:xfrm>
            <a:off x="5673645" y="6113348"/>
            <a:ext cx="107759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证毕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" name="TextBox 38"/>
          <p:cNvSpPr txBox="1"/>
          <p:nvPr/>
        </p:nvSpPr>
        <p:spPr bwMode="auto">
          <a:xfrm>
            <a:off x="4155341" y="2884825"/>
            <a:ext cx="232791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从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而对自然数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6986588" y="844426"/>
          <a:ext cx="146685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" name="Equation" r:id="rId23" imgW="35052000" imgH="11582400" progId="Equation.DSMT4">
                  <p:embed/>
                </p:oleObj>
              </mc:Choice>
              <mc:Fallback>
                <p:oleObj name="Equation" r:id="rId23" imgW="35052000" imgH="11582400" progId="Equation.DSMT4">
                  <p:embed/>
                  <p:pic>
                    <p:nvPicPr>
                      <p:cNvPr id="0" name="图片 27659"/>
                      <p:cNvPicPr>
                        <a:picLocks noChangeAspect="1"/>
                      </p:cNvPicPr>
                      <p:nvPr/>
                    </p:nvPicPr>
                    <p:blipFill>
                      <a:blip r:embed="rId2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986588" y="844426"/>
                        <a:ext cx="1466850" cy="4984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ldLvl="0" animBg="1"/>
      <p:bldP spid="16" grpId="0"/>
      <p:bldP spid="18" grpId="0" bldLvl="0" animBg="1"/>
      <p:bldP spid="20" grpId="0" bldLvl="0" animBg="1"/>
      <p:bldP spid="21" grpId="0" bldLvl="0" animBg="1"/>
      <p:bldP spid="22" grpId="0" bldLvl="0" animBg="1"/>
      <p:bldP spid="25" grpId="0" bldLvl="0" animBg="1"/>
      <p:bldP spid="28" grpId="0" bldLvl="0" animBg="1"/>
      <p:bldP spid="31" grpId="0" bldLvl="0" animBg="1"/>
      <p:bldP spid="34" grpId="0" bldLvl="0" animBg="1"/>
      <p:bldP spid="36" grpId="0" bldLvl="0" animBg="1"/>
      <p:bldP spid="38" grpId="0" bldLvl="0" animBg="1"/>
      <p:bldP spid="39" grpId="0" bldLvl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19849" y="208455"/>
            <a:ext cx="3733927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4400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隶书" panose="02010509060101010101" pitchFamily="49" charset="-122"/>
                <a:ea typeface="隶书" panose="02010509060101010101" pitchFamily="49" charset="-122"/>
                <a:cs typeface="+mj-cs"/>
              </a:rPr>
              <a:t>练习1.4.1</a:t>
            </a:r>
            <a:endParaRPr lang="zh-CN" altLang="zh-CN" sz="4400" b="1" dirty="0" smtClean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隶书" panose="02010509060101010101" pitchFamily="49" charset="-122"/>
              <a:ea typeface="隶书" panose="02010509060101010101" pitchFamily="49" charset="-122"/>
              <a:cs typeface="+mj-cs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1919536" y="1340768"/>
            <a:ext cx="161480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设函数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548508" y="980728"/>
          <a:ext cx="4427538" cy="1262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1" name="Equation" r:id="rId1" imgW="106070400" imgH="30480000" progId="Equation.DSMT4">
                  <p:embed/>
                </p:oleObj>
              </mc:Choice>
              <mc:Fallback>
                <p:oleObj name="Equation" r:id="rId1" imgW="106070400" imgH="30480000" progId="Equation.DSMT4">
                  <p:embed/>
                  <p:pic>
                    <p:nvPicPr>
                      <p:cNvPr id="0" name="图片 2048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48508" y="980728"/>
                        <a:ext cx="4427538" cy="12620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8184232" y="1340768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在点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9090249" y="1440452"/>
          <a:ext cx="742951" cy="323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2" name="Equation" r:id="rId3" imgW="17983200" imgH="7620000" progId="Equation.DSMT4">
                  <p:embed/>
                </p:oleObj>
              </mc:Choice>
              <mc:Fallback>
                <p:oleObj name="Equation" r:id="rId3" imgW="17983200" imgH="7620000" progId="Equation.DSMT4">
                  <p:embed/>
                  <p:pic>
                    <p:nvPicPr>
                      <p:cNvPr id="0" name="图片 2048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090249" y="1440452"/>
                        <a:ext cx="742951" cy="323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 bwMode="auto">
          <a:xfrm>
            <a:off x="2279576" y="2420888"/>
            <a:ext cx="268541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处连续，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则常数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4988972" y="2566610"/>
          <a:ext cx="498475" cy="23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3" name="Equation" r:id="rId5" imgW="11887200" imgH="5486400" progId="Equation.DSMT4">
                  <p:embed/>
                </p:oleObj>
              </mc:Choice>
              <mc:Fallback>
                <p:oleObj name="Equation" r:id="rId5" imgW="11887200" imgH="5486400" progId="Equation.DSMT4">
                  <p:embed/>
                  <p:pic>
                    <p:nvPicPr>
                      <p:cNvPr id="0" name="图片 2048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88972" y="2566610"/>
                        <a:ext cx="498475" cy="2317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 bwMode="auto">
          <a:xfrm>
            <a:off x="5519936" y="2420888"/>
            <a:ext cx="215963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u="sng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          </a:t>
            </a:r>
            <a:endParaRPr kumimoji="1" lang="zh-CN" altLang="en-US" sz="2800" b="1" u="sng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TextBox 10"/>
          <p:cNvSpPr txBox="1"/>
          <p:nvPr/>
        </p:nvSpPr>
        <p:spPr bwMode="auto">
          <a:xfrm>
            <a:off x="8456902" y="2348880"/>
            <a:ext cx="179451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答案：</a:t>
            </a:r>
            <a:r>
              <a:rPr kumimoji="1" lang="zh-CN" altLang="en-US" sz="2800" b="1" u="sng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TextBox 12"/>
          <p:cNvSpPr txBox="1"/>
          <p:nvPr/>
        </p:nvSpPr>
        <p:spPr bwMode="auto">
          <a:xfrm>
            <a:off x="1919536" y="3140968"/>
            <a:ext cx="716089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点 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   是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下列函数的什么类型的间断点：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2805558" y="3240653"/>
          <a:ext cx="74295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4" name="Equation" r:id="rId7" imgW="17983200" imgH="7620000" progId="Equation.DSMT4">
                  <p:embed/>
                </p:oleObj>
              </mc:Choice>
              <mc:Fallback>
                <p:oleObj name="Equation" r:id="rId7" imgW="17983200" imgH="7620000" progId="Equation.DSMT4">
                  <p:embed/>
                  <p:pic>
                    <p:nvPicPr>
                      <p:cNvPr id="0" name="图片 2048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05558" y="3240653"/>
                        <a:ext cx="742950" cy="323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1919536" y="3861048"/>
          <a:ext cx="2225675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5" name="Equation" r:id="rId8" imgW="53644800" imgH="20116800" progId="Equation.DSMT4">
                  <p:embed/>
                </p:oleObj>
              </mc:Choice>
              <mc:Fallback>
                <p:oleObj name="Equation" r:id="rId8" imgW="53644800" imgH="20116800" progId="Equation.DSMT4">
                  <p:embed/>
                  <p:pic>
                    <p:nvPicPr>
                      <p:cNvPr id="0" name="图片 20484"/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919536" y="3861048"/>
                        <a:ext cx="2225675" cy="844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5231904" y="3824535"/>
          <a:ext cx="2362200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6" name="Equation" r:id="rId10" imgW="56692800" imgH="21336000" progId="Equation.DSMT4">
                  <p:embed/>
                </p:oleObj>
              </mc:Choice>
              <mc:Fallback>
                <p:oleObj name="Equation" r:id="rId10" imgW="56692800" imgH="21336000" progId="Equation.DSMT4">
                  <p:embed/>
                  <p:pic>
                    <p:nvPicPr>
                      <p:cNvPr id="0" name="图片 20485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231904" y="3824535"/>
                        <a:ext cx="2362200" cy="8810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8647864" y="3824535"/>
          <a:ext cx="1779588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7" name="Equation" r:id="rId12" imgW="42976800" imgH="21336000" progId="Equation.DSMT4">
                  <p:embed/>
                </p:oleObj>
              </mc:Choice>
              <mc:Fallback>
                <p:oleObj name="Equation" r:id="rId12" imgW="42976800" imgH="21336000" progId="Equation.DSMT4">
                  <p:embed/>
                  <p:pic>
                    <p:nvPicPr>
                      <p:cNvPr id="0" name="图片 20486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647864" y="3824535"/>
                        <a:ext cx="1779588" cy="8810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1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1919536" y="4761148"/>
          <a:ext cx="1804988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8" name="Equation" r:id="rId14" imgW="43586400" imgH="20116800" progId="Equation.DSMT4">
                  <p:embed/>
                </p:oleObj>
              </mc:Choice>
              <mc:Fallback>
                <p:oleObj name="Equation" r:id="rId14" imgW="43586400" imgH="20116800" progId="Equation.DSMT4">
                  <p:embed/>
                  <p:pic>
                    <p:nvPicPr>
                      <p:cNvPr id="0" name="图片 20487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919536" y="4761148"/>
                        <a:ext cx="1804988" cy="8461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1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5231904" y="4841317"/>
          <a:ext cx="21558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9" name="Equation" r:id="rId16" imgW="51511200" imgH="16459200" progId="Equation.DSMT4">
                  <p:embed/>
                </p:oleObj>
              </mc:Choice>
              <mc:Fallback>
                <p:oleObj name="Equation" r:id="rId16" imgW="51511200" imgH="16459200" progId="Equation.DSMT4">
                  <p:embed/>
                  <p:pic>
                    <p:nvPicPr>
                      <p:cNvPr id="0" name="图片 20488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231904" y="4841317"/>
                        <a:ext cx="2155825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1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8647864" y="4807186"/>
          <a:ext cx="1662113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0" name="Equation" r:id="rId18" imgW="39624000" imgH="18288000" progId="Equation.DSMT4">
                  <p:embed/>
                </p:oleObj>
              </mc:Choice>
              <mc:Fallback>
                <p:oleObj name="Equation" r:id="rId18" imgW="39624000" imgH="18288000" progId="Equation.DSMT4">
                  <p:embed/>
                  <p:pic>
                    <p:nvPicPr>
                      <p:cNvPr id="0" name="图片 20489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8647864" y="4807186"/>
                        <a:ext cx="1662113" cy="7540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 bwMode="auto">
          <a:xfrm>
            <a:off x="1919536" y="5805264"/>
            <a:ext cx="1090609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答案：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" name="TextBox 27"/>
          <p:cNvSpPr txBox="1"/>
          <p:nvPr/>
        </p:nvSpPr>
        <p:spPr bwMode="auto">
          <a:xfrm>
            <a:off x="3071664" y="5805264"/>
            <a:ext cx="752411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(1)(3)(5)(6</a:t>
            </a:r>
            <a:r>
              <a:rPr kumimoji="1" lang="zh-CN" altLang="en-US" sz="28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）是第一类；（</a:t>
            </a:r>
            <a:r>
              <a:rPr kumimoji="1" lang="en-US" altLang="zh-CN" sz="28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1" lang="zh-CN" altLang="en-US" sz="28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）（</a:t>
            </a:r>
            <a:r>
              <a:rPr kumimoji="1" lang="en-US" altLang="zh-CN" sz="28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kumimoji="1" lang="zh-CN" altLang="en-US" sz="28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）是第二类</a:t>
            </a:r>
            <a:endParaRPr kumimoji="1"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9784224" y="2455708"/>
          <a:ext cx="139700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1" name="Equation" r:id="rId20" imgW="3352800" imgH="7315200" progId="Equation.DSMT4">
                  <p:embed/>
                </p:oleObj>
              </mc:Choice>
              <mc:Fallback>
                <p:oleObj name="Equation" r:id="rId20" imgW="3352800" imgH="7315200" progId="Equation.DSMT4">
                  <p:embed/>
                  <p:pic>
                    <p:nvPicPr>
                      <p:cNvPr id="0" name="图片 20490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9784224" y="2455708"/>
                        <a:ext cx="139700" cy="3095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bldLvl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/>
          <p:cNvSpPr txBox="1"/>
          <p:nvPr/>
        </p:nvSpPr>
        <p:spPr>
          <a:xfrm>
            <a:off x="1682360" y="88440"/>
            <a:ext cx="271526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4400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隶书" panose="02010509060101010101" pitchFamily="49" charset="-122"/>
                <a:ea typeface="隶书" panose="02010509060101010101" pitchFamily="49" charset="-122"/>
                <a:cs typeface="+mj-cs"/>
              </a:rPr>
              <a:t>练习1.4.2</a:t>
            </a:r>
            <a:endParaRPr lang="zh-CN" altLang="zh-CN" sz="4400" b="1" dirty="0" smtClean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隶书" panose="02010509060101010101" pitchFamily="49" charset="-122"/>
              <a:ea typeface="隶书" panose="02010509060101010101" pitchFamily="49" charset="-122"/>
              <a:cs typeface="+mj-cs"/>
            </a:endParaRPr>
          </a:p>
        </p:txBody>
      </p:sp>
      <p:sp>
        <p:nvSpPr>
          <p:cNvPr id="41" name="TextBox 40"/>
          <p:cNvSpPr txBox="1"/>
          <p:nvPr/>
        </p:nvSpPr>
        <p:spPr bwMode="auto">
          <a:xfrm>
            <a:off x="1991544" y="980728"/>
            <a:ext cx="483235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下列命题中正确的是哪些？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2" name="TextBox 41"/>
          <p:cNvSpPr txBox="1"/>
          <p:nvPr/>
        </p:nvSpPr>
        <p:spPr bwMode="auto">
          <a:xfrm>
            <a:off x="1524000" y="1561639"/>
            <a:ext cx="852741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区间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kumimoji="1" lang="en-US" altLang="zh-CN" sz="28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dirty="0" err="1" smtClean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en-US" altLang="zh-CN" sz="2800" b="1" i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]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上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连续的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，在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kumimoji="1" lang="en-US" altLang="zh-CN" sz="28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dirty="0" err="1" smtClean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en-US" altLang="zh-CN" sz="28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]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上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只能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有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3" name="TextBox 42"/>
          <p:cNvSpPr txBox="1"/>
          <p:nvPr/>
        </p:nvSpPr>
        <p:spPr bwMode="auto">
          <a:xfrm>
            <a:off x="2711624" y="2084859"/>
            <a:ext cx="268541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一个最大值点；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4" name="TextBox 43"/>
          <p:cNvSpPr txBox="1"/>
          <p:nvPr/>
        </p:nvSpPr>
        <p:spPr bwMode="auto">
          <a:xfrm>
            <a:off x="1524000" y="2608079"/>
            <a:ext cx="781240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区间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kumimoji="1" lang="en-US" altLang="zh-CN" sz="28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en-US" altLang="zh-CN" sz="28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]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上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不连续的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，在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kumimoji="1" lang="en-US" altLang="zh-CN" sz="28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en-US" altLang="zh-CN" sz="28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]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上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2711624" y="3131299"/>
            <a:ext cx="340042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一定没有最大值点；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6" name="TextBox 45"/>
          <p:cNvSpPr txBox="1"/>
          <p:nvPr/>
        </p:nvSpPr>
        <p:spPr bwMode="auto">
          <a:xfrm>
            <a:off x="1524000" y="3683573"/>
            <a:ext cx="9335107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区间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1" lang="en-US" altLang="zh-CN" sz="28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dirty="0" err="1" smtClean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en-US" altLang="zh-CN" sz="28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内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连续的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，一定在这个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区间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7" name="TextBox 46"/>
          <p:cNvSpPr txBox="1"/>
          <p:nvPr/>
        </p:nvSpPr>
        <p:spPr bwMode="auto">
          <a:xfrm>
            <a:off x="1524000" y="4751566"/>
            <a:ext cx="6382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区间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1" lang="en-US" altLang="zh-CN" sz="28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en-US" altLang="zh-CN" sz="28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内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连续的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，若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8" name="TextBox 47"/>
          <p:cNvSpPr txBox="1"/>
          <p:nvPr/>
        </p:nvSpPr>
        <p:spPr bwMode="auto">
          <a:xfrm>
            <a:off x="2711624" y="4206793"/>
            <a:ext cx="16129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内有界；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9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0" name="对象 49"/>
          <p:cNvGraphicFramePr>
            <a:graphicFrameLocks noChangeAspect="1"/>
          </p:cNvGraphicFramePr>
          <p:nvPr/>
        </p:nvGraphicFramePr>
        <p:xfrm>
          <a:off x="8113960" y="4881086"/>
          <a:ext cx="1828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3" name="Equation" r:id="rId1" imgW="43891200" imgH="9448800" progId="Equation.DSMT4">
                  <p:embed/>
                </p:oleObj>
              </mc:Choice>
              <mc:Fallback>
                <p:oleObj name="Equation" r:id="rId1" imgW="43891200" imgH="9448800" progId="Equation.DSMT4">
                  <p:embed/>
                  <p:pic>
                    <p:nvPicPr>
                      <p:cNvPr id="0" name="图片 2867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113960" y="4881086"/>
                        <a:ext cx="18288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2" name="对象 51"/>
          <p:cNvGraphicFramePr>
            <a:graphicFrameLocks noChangeAspect="1"/>
          </p:cNvGraphicFramePr>
          <p:nvPr/>
        </p:nvGraphicFramePr>
        <p:xfrm>
          <a:off x="1991544" y="5419573"/>
          <a:ext cx="1811338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4" name="Equation" r:id="rId3" imgW="43281600" imgH="9448800" progId="Equation.DSMT4">
                  <p:embed/>
                </p:oleObj>
              </mc:Choice>
              <mc:Fallback>
                <p:oleObj name="Equation" r:id="rId3" imgW="43281600" imgH="9448800" progId="Equation.DSMT4">
                  <p:embed/>
                  <p:pic>
                    <p:nvPicPr>
                      <p:cNvPr id="0" name="图片 2867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91544" y="5419573"/>
                        <a:ext cx="1811338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TextBox 52"/>
          <p:cNvSpPr txBox="1"/>
          <p:nvPr/>
        </p:nvSpPr>
        <p:spPr bwMode="auto">
          <a:xfrm>
            <a:off x="3917121" y="5354813"/>
            <a:ext cx="125539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存在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4" name="对象 53"/>
          <p:cNvGraphicFramePr>
            <a:graphicFrameLocks noChangeAspect="1"/>
          </p:cNvGraphicFramePr>
          <p:nvPr/>
        </p:nvGraphicFramePr>
        <p:xfrm>
          <a:off x="5298053" y="5419573"/>
          <a:ext cx="1511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5" name="Equation" r:id="rId5" imgW="1772920" imgH="457200" progId="Equation.DSMT4">
                  <p:embed/>
                </p:oleObj>
              </mc:Choice>
              <mc:Fallback>
                <p:oleObj name="Equation" r:id="rId5" imgW="1772920" imgH="457200" progId="Equation.DSMT4">
                  <p:embed/>
                  <p:pic>
                    <p:nvPicPr>
                      <p:cNvPr id="0" name="图片 28674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298053" y="5419573"/>
                        <a:ext cx="15113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TextBox 54"/>
          <p:cNvSpPr txBox="1"/>
          <p:nvPr/>
        </p:nvSpPr>
        <p:spPr bwMode="auto">
          <a:xfrm>
            <a:off x="6923592" y="5354813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使得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6" name="对象 55"/>
          <p:cNvGraphicFramePr>
            <a:graphicFrameLocks noChangeAspect="1"/>
          </p:cNvGraphicFramePr>
          <p:nvPr/>
        </p:nvGraphicFramePr>
        <p:xfrm>
          <a:off x="7943850" y="5422748"/>
          <a:ext cx="1325563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6" name="Equation" r:id="rId7" imgW="32004000" imgH="9448800" progId="Equation.DSMT4">
                  <p:embed/>
                </p:oleObj>
              </mc:Choice>
              <mc:Fallback>
                <p:oleObj name="Equation" r:id="rId7" imgW="32004000" imgH="9448800" progId="Equation.DSMT4">
                  <p:embed/>
                  <p:pic>
                    <p:nvPicPr>
                      <p:cNvPr id="0" name="图片 2867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943850" y="5422748"/>
                        <a:ext cx="1325563" cy="387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TextBox 57"/>
          <p:cNvSpPr txBox="1"/>
          <p:nvPr/>
        </p:nvSpPr>
        <p:spPr bwMode="auto">
          <a:xfrm>
            <a:off x="2351584" y="6021288"/>
            <a:ext cx="125539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答案：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9" name="TextBox 58"/>
          <p:cNvSpPr txBox="1"/>
          <p:nvPr/>
        </p:nvSpPr>
        <p:spPr bwMode="auto">
          <a:xfrm>
            <a:off x="3863752" y="6021288"/>
            <a:ext cx="161480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kumimoji="1" lang="en-US" altLang="zh-CN" sz="28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kumimoji="1" lang="zh-CN" altLang="en-US" sz="28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）对</a:t>
            </a:r>
            <a:r>
              <a:rPr kumimoji="1" lang="en-US" altLang="zh-CN" sz="28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kumimoji="1"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bldLvl="0" animBg="1"/>
      <p:bldP spid="59" grpId="0" bldLvl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/>
        </p:nvGraphicFramePr>
        <p:xfrm>
          <a:off x="3446017" y="1841197"/>
          <a:ext cx="43561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7" name="Equation" r:id="rId1" imgW="104546400" imgH="11582400" progId="Equation.DSMT4">
                  <p:embed/>
                </p:oleObj>
              </mc:Choice>
              <mc:Fallback>
                <p:oleObj name="Equation" r:id="rId1" imgW="104546400" imgH="11582400" progId="Equation.DSMT4">
                  <p:embed/>
                  <p:pic>
                    <p:nvPicPr>
                      <p:cNvPr id="0" name="图片 29696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446017" y="1841197"/>
                        <a:ext cx="43561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1922017" y="349014"/>
            <a:ext cx="1981200" cy="5397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b="1" smtClean="0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en-US" altLang="zh-CN" sz="2800" b="1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3218687" y="428389"/>
          <a:ext cx="1536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8" name="Equation" r:id="rId3" imgW="36880800" imgH="9144000" progId="Equation.DSMT4">
                  <p:embed/>
                </p:oleObj>
              </mc:Choice>
              <mc:Fallback>
                <p:oleObj name="Equation" r:id="rId3" imgW="36880800" imgH="9144000" progId="Equation.DSMT4">
                  <p:embed/>
                  <p:pic>
                    <p:nvPicPr>
                      <p:cNvPr id="0" name="图片 29697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218687" y="428389"/>
                        <a:ext cx="153670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4788407" y="399814"/>
            <a:ext cx="411924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至少有一个不超过 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4 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的 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1972817" y="1133807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证：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2287777" y="374414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证明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925952" y="1198894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令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3446017" y="1198577"/>
          <a:ext cx="2616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9" name="Equation" r:id="rId5" imgW="62788800" imgH="10972800" progId="Equation.DSMT4">
                  <p:embed/>
                </p:oleObj>
              </mc:Choice>
              <mc:Fallback>
                <p:oleObj name="Equation" r:id="rId5" imgW="62788800" imgH="10972800" progId="Equation.DSMT4">
                  <p:embed/>
                  <p:pic>
                    <p:nvPicPr>
                      <p:cNvPr id="0" name="图片 29698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446017" y="1198577"/>
                        <a:ext cx="26162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7865617" y="1791984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且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3219005" y="2592075"/>
          <a:ext cx="1003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0" name="Equation" r:id="rId7" imgW="24079200" imgH="9448800" progId="Equation.DSMT4">
                  <p:embed/>
                </p:oleObj>
              </mc:Choice>
              <mc:Fallback>
                <p:oleObj name="Equation" r:id="rId7" imgW="24079200" imgH="9448800" progId="Equation.DSMT4">
                  <p:embed/>
                  <p:pic>
                    <p:nvPicPr>
                      <p:cNvPr id="0" name="图片 29699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219005" y="2592075"/>
                        <a:ext cx="10033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4412805" y="2509525"/>
          <a:ext cx="1079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1" name="Equation" r:id="rId9" imgW="25908000" imgH="9144000" progId="Equation.DSMT4">
                  <p:embed/>
                </p:oleObj>
              </mc:Choice>
              <mc:Fallback>
                <p:oleObj name="Equation" r:id="rId9" imgW="25908000" imgH="9144000" progId="Equation.DSMT4">
                  <p:embed/>
                  <p:pic>
                    <p:nvPicPr>
                      <p:cNvPr id="0" name="图片 29700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412805" y="2509525"/>
                        <a:ext cx="107950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3185667" y="3215516"/>
          <a:ext cx="1003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2" name="Equation" r:id="rId11" imgW="24079200" imgH="9448800" progId="Equation.DSMT4">
                  <p:embed/>
                </p:oleObj>
              </mc:Choice>
              <mc:Fallback>
                <p:oleObj name="Equation" r:id="rId11" imgW="24079200" imgH="9448800" progId="Equation.DSMT4">
                  <p:embed/>
                  <p:pic>
                    <p:nvPicPr>
                      <p:cNvPr id="0" name="图片 29701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185667" y="3215516"/>
                        <a:ext cx="10033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4360417" y="3158366"/>
          <a:ext cx="1473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3" name="Equation" r:id="rId13" imgW="35356800" imgH="9144000" progId="Equation.DSMT4">
                  <p:embed/>
                </p:oleObj>
              </mc:Choice>
              <mc:Fallback>
                <p:oleObj name="Equation" r:id="rId13" imgW="35356800" imgH="9144000" progId="Equation.DSMT4">
                  <p:embed/>
                  <p:pic>
                    <p:nvPicPr>
                      <p:cNvPr id="0" name="图片 29702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360417" y="3158366"/>
                        <a:ext cx="147320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5624067" y="2604775"/>
          <a:ext cx="558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4" name="Equation" r:id="rId15" imgW="13411200" imgH="7924800" progId="Equation.DSMT4">
                  <p:embed/>
                </p:oleObj>
              </mc:Choice>
              <mc:Fallback>
                <p:oleObj name="Equation" r:id="rId15" imgW="13411200" imgH="7924800" progId="Equation.DSMT4">
                  <p:embed/>
                  <p:pic>
                    <p:nvPicPr>
                      <p:cNvPr id="0" name="图片 29703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624067" y="2604775"/>
                        <a:ext cx="558800" cy="330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6036817" y="3209166"/>
          <a:ext cx="14732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5" name="Equation" r:id="rId17" imgW="35356800" imgH="7620000" progId="Equation.DSMT4">
                  <p:embed/>
                </p:oleObj>
              </mc:Choice>
              <mc:Fallback>
                <p:oleObj name="Equation" r:id="rId17" imgW="35356800" imgH="7620000" progId="Equation.DSMT4">
                  <p:embed/>
                  <p:pic>
                    <p:nvPicPr>
                      <p:cNvPr id="0" name="图片 29704"/>
                      <p:cNvPicPr>
                        <a:picLocks noChangeAspect="1"/>
                      </p:cNvPicPr>
                      <p:nvPr/>
                    </p:nvPicPr>
                    <p:blipFill>
                      <a:blip r:embed="rId1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036817" y="3209166"/>
                        <a:ext cx="14732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1852167" y="3770695"/>
            <a:ext cx="268732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根据零点定理 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endParaRPr kumimoji="1"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1972817" y="4502086"/>
          <a:ext cx="139065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6" name="Equation" r:id="rId19" imgW="33528000" imgH="9448800" progId="Equation.DSMT4">
                  <p:embed/>
                </p:oleObj>
              </mc:Choice>
              <mc:Fallback>
                <p:oleObj name="Equation" r:id="rId19" imgW="33528000" imgH="9448800" progId="Equation.DSMT4">
                  <p:embed/>
                  <p:pic>
                    <p:nvPicPr>
                      <p:cNvPr id="0" name="图片 29705"/>
                      <p:cNvPicPr>
                        <a:picLocks noChangeAspect="1"/>
                      </p:cNvPicPr>
                      <p:nvPr/>
                    </p:nvPicPr>
                    <p:blipFill>
                      <a:blip r:embed="rId2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972817" y="4502086"/>
                        <a:ext cx="1390650" cy="3905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3585717" y="4478273"/>
          <a:ext cx="17653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7" name="Equation" r:id="rId21" imgW="42367200" imgH="10668000" progId="Equation.DSMT4">
                  <p:embed/>
                </p:oleObj>
              </mc:Choice>
              <mc:Fallback>
                <p:oleObj name="Equation" r:id="rId21" imgW="42367200" imgH="10668000" progId="Equation.DSMT4">
                  <p:embed/>
                  <p:pic>
                    <p:nvPicPr>
                      <p:cNvPr id="0" name="图片 29706"/>
                      <p:cNvPicPr>
                        <a:picLocks noChangeAspect="1"/>
                      </p:cNvPicPr>
                      <p:nvPr/>
                    </p:nvPicPr>
                    <p:blipFill>
                      <a:blip r:embed="rId2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585717" y="4478273"/>
                        <a:ext cx="17653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5427217" y="4417948"/>
            <a:ext cx="232981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原命题得证 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kumimoji="1"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1" name="Object 21"/>
          <p:cNvGraphicFramePr>
            <a:graphicFrameLocks noChangeAspect="1"/>
          </p:cNvGraphicFramePr>
          <p:nvPr/>
        </p:nvGraphicFramePr>
        <p:xfrm>
          <a:off x="5893307" y="3824670"/>
          <a:ext cx="7874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8" name="Equation" r:id="rId23" imgW="18897600" imgH="9448800" progId="Equation.DSMT4">
                  <p:embed/>
                </p:oleObj>
              </mc:Choice>
              <mc:Fallback>
                <p:oleObj name="Equation" r:id="rId23" imgW="18897600" imgH="9448800" progId="Equation.DSMT4">
                  <p:embed/>
                  <p:pic>
                    <p:nvPicPr>
                      <p:cNvPr id="0" name="图片 29707"/>
                      <p:cNvPicPr>
                        <a:picLocks noChangeAspect="1"/>
                      </p:cNvPicPr>
                      <p:nvPr/>
                    </p:nvPicPr>
                    <p:blipFill>
                      <a:blip r:embed="rId2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893307" y="3824670"/>
                        <a:ext cx="787400" cy="3905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22"/>
          <p:cNvSpPr txBox="1">
            <a:spLocks noChangeArrowheads="1"/>
          </p:cNvSpPr>
          <p:nvPr/>
        </p:nvSpPr>
        <p:spPr bwMode="auto">
          <a:xfrm>
            <a:off x="6716267" y="3723070"/>
            <a:ext cx="268541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内至少存在一点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Text Box 23"/>
          <p:cNvSpPr txBox="1">
            <a:spLocks noChangeArrowheads="1"/>
          </p:cNvSpPr>
          <p:nvPr/>
        </p:nvSpPr>
        <p:spPr bwMode="auto">
          <a:xfrm>
            <a:off x="4277867" y="3723070"/>
            <a:ext cx="16129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在开区间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Text Box 24"/>
          <p:cNvSpPr txBox="1">
            <a:spLocks noChangeArrowheads="1"/>
          </p:cNvSpPr>
          <p:nvPr/>
        </p:nvSpPr>
        <p:spPr bwMode="auto">
          <a:xfrm>
            <a:off x="2548127" y="1795159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显然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Text Box 25"/>
          <p:cNvSpPr txBox="1">
            <a:spLocks noChangeArrowheads="1"/>
          </p:cNvSpPr>
          <p:nvPr/>
        </p:nvSpPr>
        <p:spPr bwMode="auto">
          <a:xfrm>
            <a:off x="8594696" y="399966"/>
            <a:ext cx="12573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正根 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kumimoji="1"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00"/>
                            </p:stCondLst>
                            <p:childTnLst>
                              <p:par>
                                <p:cTn id="1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2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 autoUpdateAnimBg="0"/>
      <p:bldP spid="8" grpId="0" advAuto="0" autoUpdateAnimBg="0" uiExpand="1" build="p"/>
      <p:bldP spid="10" grpId="0" autoUpdateAnimBg="0" build="p"/>
      <p:bldP spid="17" grpId="0" autoUpdateAnimBg="0" build="p"/>
      <p:bldP spid="20" grpId="0" autoUpdateAnimBg="0" build="p"/>
      <p:bldP spid="22" grpId="0" autoUpdateAnimBg="0" build="p"/>
      <p:bldP spid="23" grpId="0" autoUpdateAnimBg="0" build="p"/>
      <p:bldP spid="24" grpId="0" autoUpdateAnimBg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>
            <a:hlinkClick r:id="rId1" action="ppaction://hlinkpres?slideindex=5&amp;slidetitle=幻灯片 5"/>
          </p:cNvPr>
          <p:cNvSpPr/>
          <p:nvPr/>
        </p:nvSpPr>
        <p:spPr>
          <a:xfrm>
            <a:off x="9408368" y="6309320"/>
            <a:ext cx="1008112" cy="360040"/>
          </a:xfrm>
          <a:prstGeom prst="roundRect">
            <a:avLst/>
          </a:prstGeom>
          <a:gradFill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lin ang="5400000" scaled="0"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zh-CN" altLang="en-US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返回</a:t>
            </a:r>
            <a:endParaRPr lang="zh-CN" altLang="en-US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2451274" y="657905"/>
            <a:ext cx="7128792" cy="7067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40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1.5   本章回顾</a:t>
            </a:r>
            <a:endParaRPr lang="en-US" altLang="zh-CN" sz="40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 Box 5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3143672" y="2469491"/>
            <a:ext cx="533400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二. 第1章知识要点  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 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Text Box 5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3143672" y="3242447"/>
            <a:ext cx="533400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三. 综合例题 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 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Text Box 5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3143672" y="4068361"/>
            <a:ext cx="5536232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四. 自测题和思考题解答   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5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3143672" y="1696453"/>
            <a:ext cx="533400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一. 第1章逻辑框架   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圆角矩形 23"/>
          <p:cNvSpPr/>
          <p:nvPr/>
        </p:nvSpPr>
        <p:spPr>
          <a:xfrm>
            <a:off x="1649520" y="2626793"/>
            <a:ext cx="5094552" cy="198402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" name="圆角矩形 20"/>
          <p:cNvSpPr/>
          <p:nvPr/>
        </p:nvSpPr>
        <p:spPr>
          <a:xfrm>
            <a:off x="1707956" y="4692101"/>
            <a:ext cx="4213957" cy="1636096"/>
          </a:xfrm>
          <a:prstGeom prst="roundRect">
            <a:avLst/>
          </a:prstGeom>
          <a:blipFill>
            <a:blip r:embed="rId1" cstate="print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圆角矩形 19"/>
          <p:cNvSpPr/>
          <p:nvPr/>
        </p:nvSpPr>
        <p:spPr>
          <a:xfrm>
            <a:off x="7278354" y="2577185"/>
            <a:ext cx="3282142" cy="2670121"/>
          </a:xfrm>
          <a:prstGeom prst="roundRect">
            <a:avLst/>
          </a:prstGeom>
          <a:blipFill>
            <a:blip r:embed="rId2" cstate="print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圆角矩形 1"/>
          <p:cNvSpPr/>
          <p:nvPr/>
        </p:nvSpPr>
        <p:spPr>
          <a:xfrm>
            <a:off x="3215680" y="681280"/>
            <a:ext cx="6480720" cy="1360245"/>
          </a:xfrm>
          <a:prstGeom prst="round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2294914" y="2630418"/>
            <a:ext cx="2764006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 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种自变量过程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2291403" y="3558219"/>
            <a:ext cx="3114306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 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类运算法则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3893812" y="678366"/>
            <a:ext cx="2699066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种函数特性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3930193" y="1487363"/>
            <a:ext cx="3737379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种基本初等函数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2951085" y="4724087"/>
            <a:ext cx="236931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大收敛准则</a:t>
            </a:r>
            <a:endParaRPr kumimoji="1" lang="en-US" altLang="zh-CN" sz="2400" b="1" dirty="0">
              <a:solidFill>
                <a:schemeClr val="accent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AutoShape 16"/>
          <p:cNvSpPr/>
          <p:nvPr/>
        </p:nvSpPr>
        <p:spPr bwMode="auto">
          <a:xfrm>
            <a:off x="2210992" y="2709763"/>
            <a:ext cx="190500" cy="1858962"/>
          </a:xfrm>
          <a:prstGeom prst="leftBrace">
            <a:avLst>
              <a:gd name="adj1" fmla="val 81319"/>
              <a:gd name="adj2" fmla="val 50000"/>
            </a:avLst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AutoShape 17"/>
          <p:cNvSpPr/>
          <p:nvPr/>
        </p:nvSpPr>
        <p:spPr bwMode="auto">
          <a:xfrm>
            <a:off x="3772802" y="838182"/>
            <a:ext cx="152400" cy="1040063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51085" y="5241676"/>
            <a:ext cx="22037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个重要极限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294810" y="3076531"/>
            <a:ext cx="456941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种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结果（数、无穷、其他）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AutoShape 17"/>
          <p:cNvSpPr/>
          <p:nvPr/>
        </p:nvSpPr>
        <p:spPr bwMode="auto">
          <a:xfrm>
            <a:off x="2798685" y="4985697"/>
            <a:ext cx="152400" cy="1048905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下箭头 8"/>
          <p:cNvSpPr/>
          <p:nvPr/>
        </p:nvSpPr>
        <p:spPr>
          <a:xfrm>
            <a:off x="4335285" y="2052586"/>
            <a:ext cx="936104" cy="534281"/>
          </a:xfrm>
          <a:prstGeom prst="downArrow">
            <a:avLst/>
          </a:prstGeom>
          <a:solidFill>
            <a:srgbClr val="FFFF0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Text Box 8"/>
          <p:cNvSpPr txBox="1">
            <a:spLocks noChangeArrowheads="1"/>
          </p:cNvSpPr>
          <p:nvPr/>
        </p:nvSpPr>
        <p:spPr bwMode="auto">
          <a:xfrm>
            <a:off x="2294578" y="4088361"/>
            <a:ext cx="3114306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种常用极限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6" name="下箭头 25"/>
          <p:cNvSpPr/>
          <p:nvPr/>
        </p:nvSpPr>
        <p:spPr>
          <a:xfrm flipV="1">
            <a:off x="8014752" y="2042905"/>
            <a:ext cx="936104" cy="534281"/>
          </a:xfrm>
          <a:prstGeom prst="downArrow">
            <a:avLst/>
          </a:prstGeom>
          <a:solidFill>
            <a:srgbClr val="FFFF0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下箭头 26"/>
          <p:cNvSpPr/>
          <p:nvPr/>
        </p:nvSpPr>
        <p:spPr>
          <a:xfrm>
            <a:off x="4469915" y="4144516"/>
            <a:ext cx="936104" cy="534281"/>
          </a:xfrm>
          <a:prstGeom prst="downArrow">
            <a:avLst/>
          </a:prstGeom>
          <a:solidFill>
            <a:srgbClr val="FFFF0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下箭头 27"/>
          <p:cNvSpPr/>
          <p:nvPr/>
        </p:nvSpPr>
        <p:spPr>
          <a:xfrm rot="16200000">
            <a:off x="6750333" y="2991819"/>
            <a:ext cx="544006" cy="534280"/>
          </a:xfrm>
          <a:prstGeom prst="downArrow">
            <a:avLst>
              <a:gd name="adj1" fmla="val 50000"/>
              <a:gd name="adj2" fmla="val 46238"/>
            </a:avLst>
          </a:prstGeom>
          <a:solidFill>
            <a:srgbClr val="FFFF0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TextBox 29"/>
          <p:cNvSpPr txBox="1"/>
          <p:nvPr/>
        </p:nvSpPr>
        <p:spPr bwMode="auto">
          <a:xfrm>
            <a:off x="1877300" y="4770567"/>
            <a:ext cx="921385" cy="14667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极限计算和证明</a:t>
            </a:r>
            <a:endParaRPr kumimoji="1"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" name="TextBox 30"/>
          <p:cNvSpPr txBox="1"/>
          <p:nvPr/>
        </p:nvSpPr>
        <p:spPr bwMode="auto">
          <a:xfrm>
            <a:off x="1786826" y="2653913"/>
            <a:ext cx="459740" cy="190659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极限</a:t>
            </a:r>
            <a:r>
              <a:rPr kumimoji="1" lang="zh-CN" altLang="en-US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概念和法则</a:t>
            </a:r>
            <a:endParaRPr kumimoji="1"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951085" y="5759264"/>
            <a:ext cx="27748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10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个等价无穷小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5" name="下箭头 34"/>
          <p:cNvSpPr/>
          <p:nvPr/>
        </p:nvSpPr>
        <p:spPr>
          <a:xfrm rot="5400000" flipH="1">
            <a:off x="6734087" y="3722014"/>
            <a:ext cx="544006" cy="534280"/>
          </a:xfrm>
          <a:prstGeom prst="downArrow">
            <a:avLst>
              <a:gd name="adj1" fmla="val 50000"/>
              <a:gd name="adj2" fmla="val 46238"/>
            </a:avLst>
          </a:prstGeom>
          <a:solidFill>
            <a:srgbClr val="FFFF0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Text Box 9"/>
          <p:cNvSpPr txBox="1">
            <a:spLocks noChangeArrowheads="1"/>
          </p:cNvSpPr>
          <p:nvPr/>
        </p:nvSpPr>
        <p:spPr bwMode="auto">
          <a:xfrm>
            <a:off x="7550518" y="2814921"/>
            <a:ext cx="286596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连续的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种定义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2933" y="2927901"/>
            <a:ext cx="285175" cy="1842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8" name="Text Box 9"/>
          <p:cNvSpPr txBox="1">
            <a:spLocks noChangeArrowheads="1"/>
          </p:cNvSpPr>
          <p:nvPr/>
        </p:nvSpPr>
        <p:spPr bwMode="auto">
          <a:xfrm>
            <a:off x="7578252" y="3338141"/>
            <a:ext cx="211814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类间断点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9" name="Text Box 9"/>
          <p:cNvSpPr txBox="1">
            <a:spLocks noChangeArrowheads="1"/>
          </p:cNvSpPr>
          <p:nvPr/>
        </p:nvSpPr>
        <p:spPr bwMode="auto">
          <a:xfrm>
            <a:off x="7570344" y="3812146"/>
            <a:ext cx="313416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初等函数的连续性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0" name="Text Box 9"/>
          <p:cNvSpPr txBox="1">
            <a:spLocks noChangeArrowheads="1"/>
          </p:cNvSpPr>
          <p:nvPr/>
        </p:nvSpPr>
        <p:spPr bwMode="auto">
          <a:xfrm>
            <a:off x="7608168" y="4335366"/>
            <a:ext cx="2713562" cy="953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闭区间上连续函数的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大定理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 bwMode="auto">
          <a:xfrm>
            <a:off x="3341826" y="709300"/>
            <a:ext cx="551815" cy="1315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函数概念</a:t>
            </a:r>
            <a:endParaRPr kumimoji="1"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2" name="Text Box 10"/>
          <p:cNvSpPr txBox="1">
            <a:spLocks noChangeArrowheads="1"/>
          </p:cNvSpPr>
          <p:nvPr/>
        </p:nvSpPr>
        <p:spPr bwMode="auto">
          <a:xfrm>
            <a:off x="3912056" y="1096603"/>
            <a:ext cx="590434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大概念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（反函数、复合函数、分段函数）</a:t>
            </a:r>
            <a:endParaRPr kumimoji="1" lang="zh-CN" altLang="en-US" sz="24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" name="Text Box 5"/>
          <p:cNvSpPr txBox="1">
            <a:spLocks noChangeArrowheads="1"/>
          </p:cNvSpPr>
          <p:nvPr/>
        </p:nvSpPr>
        <p:spPr bwMode="auto">
          <a:xfrm>
            <a:off x="482488" y="97964"/>
            <a:ext cx="533400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6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第1章逻辑框架   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0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0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9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5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0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ldLvl="0" animBg="1"/>
      <p:bldP spid="21" grpId="0" bldLvl="0" animBg="1"/>
      <p:bldP spid="20" grpId="0" bldLvl="0" animBg="1"/>
      <p:bldP spid="2" grpId="0" bldLvl="0" animBg="1"/>
      <p:bldP spid="5" grpId="0"/>
      <p:bldP spid="6" grpId="0"/>
      <p:bldP spid="7" grpId="0"/>
      <p:bldP spid="8" grpId="0"/>
      <p:bldP spid="10" grpId="0"/>
      <p:bldP spid="14" grpId="0" bldLvl="0" animBg="1"/>
      <p:bldP spid="15" grpId="0" bldLvl="0" animBg="1"/>
      <p:bldP spid="17" grpId="0"/>
      <p:bldP spid="22" grpId="0"/>
      <p:bldP spid="23" grpId="0" bldLvl="0" animBg="1"/>
      <p:bldP spid="9" grpId="0" bldLvl="0" animBg="1"/>
      <p:bldP spid="25" grpId="0"/>
      <p:bldP spid="26" grpId="0" bldLvl="0" animBg="1"/>
      <p:bldP spid="27" grpId="0" bldLvl="0" animBg="1"/>
      <p:bldP spid="28" grpId="0" bldLvl="0" animBg="1"/>
      <p:bldP spid="30" grpId="0" bldLvl="0" animBg="1"/>
      <p:bldP spid="31" grpId="0" bldLvl="0" animBg="1"/>
      <p:bldP spid="33" grpId="0"/>
      <p:bldP spid="35" grpId="0" bldLvl="0" animBg="1"/>
      <p:bldP spid="36" grpId="0"/>
      <p:bldP spid="38" grpId="0"/>
      <p:bldP spid="39" grpId="0"/>
      <p:bldP spid="40" grpId="0"/>
      <p:bldP spid="37" grpId="0"/>
      <p:bldP spid="4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601358" y="495727"/>
            <a:ext cx="533400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第1章知识要点   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1757004" y="1079232"/>
            <a:ext cx="1814513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1.函数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6" name="TextBox 5"/>
          <p:cNvSpPr txBox="1"/>
          <p:nvPr/>
        </p:nvSpPr>
        <p:spPr bwMode="auto">
          <a:xfrm>
            <a:off x="2105075" y="1662979"/>
            <a:ext cx="211582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(1) </a:t>
            </a: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有关</a:t>
            </a: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endParaRPr kumimoji="1"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 bwMode="auto">
          <a:xfrm>
            <a:off x="2656379" y="2243984"/>
            <a:ext cx="554926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函数的概念，复合函数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反函数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2192080" y="2725687"/>
            <a:ext cx="358013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分段函数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初等函数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kumimoji="1"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TextBox 8"/>
          <p:cNvSpPr txBox="1"/>
          <p:nvPr/>
        </p:nvSpPr>
        <p:spPr bwMode="auto">
          <a:xfrm>
            <a:off x="2105075" y="3185738"/>
            <a:ext cx="354584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(2) </a:t>
            </a: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六种基本</a:t>
            </a: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初等函数</a:t>
            </a:r>
            <a:endParaRPr kumimoji="1"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707958" y="3787140"/>
          <a:ext cx="5853112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Equation" r:id="rId1" imgW="140817600" imgH="11277600" progId="Equation.DSMT4">
                  <p:embed/>
                </p:oleObj>
              </mc:Choice>
              <mc:Fallback>
                <p:oleObj name="Equation" r:id="rId1" imgW="140817600" imgH="11277600" progId="Equation.DSMT4">
                  <p:embed/>
                  <p:pic>
                    <p:nvPicPr>
                      <p:cNvPr id="0" name="图片 102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07958" y="3787140"/>
                        <a:ext cx="5853112" cy="469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 bwMode="auto">
          <a:xfrm>
            <a:off x="2105075" y="4336534"/>
            <a:ext cx="265303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(3) </a:t>
            </a: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函数的</a:t>
            </a: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特性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TextBox 12"/>
          <p:cNvSpPr txBox="1"/>
          <p:nvPr/>
        </p:nvSpPr>
        <p:spPr bwMode="auto">
          <a:xfrm>
            <a:off x="2656250" y="4954369"/>
            <a:ext cx="572897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单调性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有界性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奇偶性和周期性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/>
      <p:bldP spid="7" grpId="0"/>
      <p:bldP spid="8" grpId="0"/>
      <p:bldP spid="9" grpId="0"/>
      <p:bldP spid="12" grpId="0"/>
      <p:bldP spid="13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/>
          <p:cNvSpPr txBox="1">
            <a:spLocks noChangeArrowheads="1"/>
          </p:cNvSpPr>
          <p:nvPr/>
        </p:nvSpPr>
        <p:spPr bwMode="auto">
          <a:xfrm>
            <a:off x="1616636" y="182290"/>
            <a:ext cx="1814513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2.极限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1693084" y="737220"/>
            <a:ext cx="24733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(1) </a:t>
            </a: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</a:t>
            </a: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列的极限</a:t>
            </a:r>
            <a:endParaRPr kumimoji="1"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 bwMode="auto">
          <a:xfrm>
            <a:off x="2313355" y="1306160"/>
            <a:ext cx="429514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常用的三个已知数列极限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858168" y="1844375"/>
          <a:ext cx="8475663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Equation" r:id="rId1" imgW="203606400" imgH="20116800" progId="Equation.DSMT4">
                  <p:embed/>
                </p:oleObj>
              </mc:Choice>
              <mc:Fallback>
                <p:oleObj name="Equation" r:id="rId1" imgW="203606400" imgH="20116800" progId="Equation.DSMT4">
                  <p:embed/>
                  <p:pic>
                    <p:nvPicPr>
                      <p:cNvPr id="0" name="图片 204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58168" y="1844375"/>
                        <a:ext cx="8475663" cy="831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 bwMode="auto">
          <a:xfrm>
            <a:off x="1693182" y="2682876"/>
            <a:ext cx="211582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(2) </a:t>
            </a: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函数极限</a:t>
            </a:r>
            <a:endParaRPr kumimoji="1"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4627929" y="3261975"/>
          <a:ext cx="510222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9" name="Equation" r:id="rId3" imgW="122224800" imgH="11277600" progId="Equation.DSMT4">
                  <p:embed/>
                </p:oleObj>
              </mc:Choice>
              <mc:Fallback>
                <p:oleObj name="Equation" r:id="rId3" imgW="122224800" imgH="11277600" progId="Equation.DSMT4">
                  <p:embed/>
                  <p:pic>
                    <p:nvPicPr>
                      <p:cNvPr id="0" name="图片 2158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27929" y="3261975"/>
                        <a:ext cx="5102225" cy="463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 bwMode="auto">
          <a:xfrm>
            <a:off x="1693099" y="3232140"/>
            <a:ext cx="286512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种自变量过程：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TextBox 10"/>
          <p:cNvSpPr txBox="1"/>
          <p:nvPr/>
        </p:nvSpPr>
        <p:spPr bwMode="auto">
          <a:xfrm>
            <a:off x="1675954" y="3755360"/>
            <a:ext cx="250761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种函数收敛：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4558079" y="3891545"/>
          <a:ext cx="1454151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" name="Equation" r:id="rId5" imgW="35052000" imgH="9448800" progId="Equation.DSMT4">
                  <p:embed/>
                </p:oleObj>
              </mc:Choice>
              <mc:Fallback>
                <p:oleObj name="Equation" r:id="rId5" imgW="35052000" imgH="9448800" progId="Equation.DSMT4">
                  <p:embed/>
                  <p:pic>
                    <p:nvPicPr>
                      <p:cNvPr id="0" name="图片 2159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58079" y="3891545"/>
                        <a:ext cx="1454151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 bwMode="auto">
          <a:xfrm>
            <a:off x="1693099" y="4278580"/>
            <a:ext cx="215011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种无穷大：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4558079" y="4310955"/>
          <a:ext cx="339407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" name="Equation" r:id="rId7" imgW="81686400" imgH="11582400" progId="Equation.DSMT4">
                  <p:embed/>
                </p:oleObj>
              </mc:Choice>
              <mc:Fallback>
                <p:oleObj name="Equation" r:id="rId7" imgW="81686400" imgH="11582400" progId="Equation.DSMT4">
                  <p:embed/>
                  <p:pic>
                    <p:nvPicPr>
                      <p:cNvPr id="0" name="图片 2160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58079" y="4310955"/>
                        <a:ext cx="3394075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 bwMode="auto">
          <a:xfrm>
            <a:off x="1834152" y="4832280"/>
            <a:ext cx="390334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(3) </a:t>
            </a: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极限存在的</a:t>
            </a: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充要条件</a:t>
            </a:r>
            <a:endParaRPr kumimoji="1"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2719869" y="5493102"/>
          <a:ext cx="5900738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2" name="Equation" r:id="rId9" imgW="141427200" imgH="14935200" progId="Equation.DSMT4">
                  <p:embed/>
                </p:oleObj>
              </mc:Choice>
              <mc:Fallback>
                <p:oleObj name="Equation" r:id="rId9" imgW="141427200" imgH="14935200" progId="Equation.DSMT4">
                  <p:embed/>
                  <p:pic>
                    <p:nvPicPr>
                      <p:cNvPr id="0" name="图片 2161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719869" y="5493102"/>
                        <a:ext cx="5900738" cy="622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/>
      <p:bldP spid="4" grpId="0"/>
      <p:bldP spid="7" grpId="0"/>
      <p:bldP spid="10" grpId="0"/>
      <p:bldP spid="11" grpId="0"/>
      <p:bldP spid="14" grpId="0"/>
      <p:bldP spid="18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>
            <a:off x="1665650" y="226487"/>
            <a:ext cx="42608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(4) </a:t>
            </a: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极限不存在的三种</a:t>
            </a: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情况</a:t>
            </a:r>
            <a:endParaRPr kumimoji="1"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2406199" y="747998"/>
            <a:ext cx="4495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latin typeface="Times New Roman" panose="02020603050405020304"/>
                <a:ea typeface="黑体" panose="02010609060101010101" pitchFamily="49" charset="-122"/>
                <a:cs typeface="Times New Roman" panose="02020603050405020304"/>
              </a:rPr>
              <a:t>1.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944052" y="791111"/>
          <a:ext cx="20193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Equation" r:id="rId1" imgW="48463200" imgH="14935200" progId="Equation.DSMT4">
                  <p:embed/>
                </p:oleObj>
              </mc:Choice>
              <mc:Fallback>
                <p:oleObj name="Equation" r:id="rId1" imgW="48463200" imgH="14935200" progId="Equation.DSMT4">
                  <p:embed/>
                  <p:pic>
                    <p:nvPicPr>
                      <p:cNvPr id="0" name="图片 307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44052" y="791111"/>
                        <a:ext cx="2019300" cy="622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051584" y="751106"/>
          <a:ext cx="2062163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9" name="Equation" r:id="rId3" imgW="49682400" imgH="14935200" progId="Equation.DSMT4">
                  <p:embed/>
                </p:oleObj>
              </mc:Choice>
              <mc:Fallback>
                <p:oleObj name="Equation" r:id="rId3" imgW="49682400" imgH="14935200" progId="Equation.DSMT4">
                  <p:embed/>
                  <p:pic>
                    <p:nvPicPr>
                      <p:cNvPr id="0" name="图片 3228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51584" y="751106"/>
                        <a:ext cx="2062163" cy="622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 bwMode="auto">
          <a:xfrm>
            <a:off x="7277544" y="702278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但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7895877" y="747988"/>
          <a:ext cx="112553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0" name="Equation" r:id="rId5" imgW="26822400" imgH="10363200" progId="Equation.DSMT4">
                  <p:embed/>
                </p:oleObj>
              </mc:Choice>
              <mc:Fallback>
                <p:oleObj name="Equation" r:id="rId5" imgW="26822400" imgH="10363200" progId="Equation.DSMT4">
                  <p:embed/>
                  <p:pic>
                    <p:nvPicPr>
                      <p:cNvPr id="0" name="图片 3229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895877" y="747988"/>
                        <a:ext cx="1125538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 bwMode="auto">
          <a:xfrm>
            <a:off x="2406199" y="1458749"/>
            <a:ext cx="4495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latin typeface="Times New Roman" panose="02020603050405020304"/>
                <a:ea typeface="黑体" panose="02010609060101010101" pitchFamily="49" charset="-122"/>
                <a:cs typeface="Times New Roman" panose="02020603050405020304"/>
              </a:rPr>
              <a:t>2.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2938337" y="1532275"/>
          <a:ext cx="2636837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1" name="Equation" r:id="rId7" imgW="63093600" imgH="9448800" progId="Equation.DSMT4">
                  <p:embed/>
                </p:oleObj>
              </mc:Choice>
              <mc:Fallback>
                <p:oleObj name="Equation" r:id="rId7" imgW="63093600" imgH="9448800" progId="Equation.DSMT4">
                  <p:embed/>
                  <p:pic>
                    <p:nvPicPr>
                      <p:cNvPr id="0" name="图片 3230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38337" y="1532275"/>
                        <a:ext cx="2636837" cy="387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 bwMode="auto">
          <a:xfrm>
            <a:off x="5657602" y="1458749"/>
            <a:ext cx="232791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的任何一种；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TextBox 14"/>
          <p:cNvSpPr txBox="1"/>
          <p:nvPr/>
        </p:nvSpPr>
        <p:spPr bwMode="auto">
          <a:xfrm>
            <a:off x="2406199" y="2282205"/>
            <a:ext cx="4495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latin typeface="Times New Roman" panose="02020603050405020304"/>
                <a:ea typeface="黑体" panose="02010609060101010101" pitchFamily="49" charset="-122"/>
                <a:cs typeface="Times New Roman" panose="02020603050405020304"/>
              </a:rPr>
              <a:t>3.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2925637" y="2349504"/>
          <a:ext cx="723900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2" name="Equation" r:id="rId9" imgW="17373600" imgH="9448800" progId="Equation.DSMT4">
                  <p:embed/>
                </p:oleObj>
              </mc:Choice>
              <mc:Fallback>
                <p:oleObj name="Equation" r:id="rId9" imgW="17373600" imgH="9448800" progId="Equation.DSMT4">
                  <p:embed/>
                  <p:pic>
                    <p:nvPicPr>
                      <p:cNvPr id="0" name="图片 3231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25637" y="2349504"/>
                        <a:ext cx="723900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 bwMode="auto">
          <a:xfrm>
            <a:off x="3719101" y="2288555"/>
            <a:ext cx="572516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在某邻域振荡或无界（但非无穷）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TextBox 18"/>
          <p:cNvSpPr txBox="1"/>
          <p:nvPr/>
        </p:nvSpPr>
        <p:spPr bwMode="auto">
          <a:xfrm>
            <a:off x="1574210" y="2996952"/>
            <a:ext cx="53657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极</a:t>
            </a: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限的基本性质和运算</a:t>
            </a: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法则</a:t>
            </a:r>
            <a:endParaRPr kumimoji="1"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TextBox 20"/>
          <p:cNvSpPr txBox="1"/>
          <p:nvPr/>
        </p:nvSpPr>
        <p:spPr bwMode="auto">
          <a:xfrm>
            <a:off x="2405867" y="3573016"/>
            <a:ext cx="228663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latin typeface="Times New Roman" panose="02020603050405020304"/>
                <a:ea typeface="黑体" panose="02010609060101010101" pitchFamily="49" charset="-122"/>
                <a:cs typeface="Times New Roman" panose="02020603050405020304"/>
              </a:rPr>
              <a:t>Ⅰ  </a:t>
            </a:r>
            <a:r>
              <a:rPr kumimoji="1" lang="zh-CN" altLang="en-US" sz="2800" b="1" dirty="0" smtClean="0">
                <a:latin typeface="Times New Roman" panose="02020603050405020304"/>
                <a:ea typeface="黑体" panose="02010609060101010101" pitchFamily="49" charset="-122"/>
                <a:cs typeface="Times New Roman" panose="02020603050405020304"/>
              </a:rPr>
              <a:t>基本性质：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TextBox 21"/>
          <p:cNvSpPr txBox="1"/>
          <p:nvPr/>
        </p:nvSpPr>
        <p:spPr bwMode="auto">
          <a:xfrm>
            <a:off x="2999656" y="4096236"/>
            <a:ext cx="69773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唯一性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函数的局部有界性，函数的保号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性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TextBox 23"/>
          <p:cNvSpPr txBox="1"/>
          <p:nvPr/>
        </p:nvSpPr>
        <p:spPr bwMode="auto">
          <a:xfrm>
            <a:off x="2361417" y="4619456"/>
            <a:ext cx="23310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latin typeface="Times New Roman" panose="02020603050405020304"/>
                <a:ea typeface="黑体" panose="02010609060101010101" pitchFamily="49" charset="-122"/>
                <a:cs typeface="Times New Roman" panose="02020603050405020304"/>
              </a:rPr>
              <a:t>Ⅱ </a:t>
            </a:r>
            <a:r>
              <a:rPr kumimoji="1" lang="zh-CN" altLang="en-US" sz="2800" b="1" dirty="0" smtClean="0">
                <a:latin typeface="Times New Roman" panose="02020603050405020304"/>
                <a:ea typeface="黑体" panose="02010609060101010101" pitchFamily="49" charset="-122"/>
                <a:cs typeface="Times New Roman" panose="02020603050405020304"/>
              </a:rPr>
              <a:t>极限法则：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TextBox 24"/>
          <p:cNvSpPr txBox="1"/>
          <p:nvPr/>
        </p:nvSpPr>
        <p:spPr bwMode="auto">
          <a:xfrm>
            <a:off x="3143672" y="5142676"/>
            <a:ext cx="697547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四则运算，有界变量乘无穷小量，复合运算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11" grpId="0"/>
      <p:bldP spid="14" grpId="0"/>
      <p:bldP spid="15" grpId="0"/>
      <p:bldP spid="18" grpId="0"/>
      <p:bldP spid="19" grpId="0"/>
      <p:bldP spid="21" grpId="0"/>
      <p:bldP spid="22" grpId="0"/>
      <p:bldP spid="24" grpId="0"/>
      <p:bldP spid="2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>
            <a:off x="2016934" y="261918"/>
            <a:ext cx="318833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(6) </a:t>
            </a: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极限存在的准则</a:t>
            </a:r>
            <a:endParaRPr kumimoji="1"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2638857" y="785138"/>
            <a:ext cx="316835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latin typeface="Times New Roman" panose="02020603050405020304"/>
                <a:ea typeface="黑体" panose="02010609060101010101" pitchFamily="49" charset="-122"/>
                <a:cs typeface="Times New Roman" panose="02020603050405020304"/>
              </a:rPr>
              <a:t>Ⅰ     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夹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逼准则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 bwMode="auto">
          <a:xfrm>
            <a:off x="2583612" y="1361698"/>
            <a:ext cx="32238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latin typeface="Times New Roman" panose="02020603050405020304"/>
                <a:ea typeface="黑体" panose="02010609060101010101" pitchFamily="49" charset="-122"/>
                <a:cs typeface="Times New Roman" panose="02020603050405020304"/>
              </a:rPr>
              <a:t>Ⅱ   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单调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有界数准则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2044874" y="2085439"/>
            <a:ext cx="283083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(7) </a:t>
            </a: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两类重要极限</a:t>
            </a:r>
            <a:endParaRPr kumimoji="1"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639363" y="2682622"/>
          <a:ext cx="1770063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Equation" r:id="rId1" imgW="42672000" imgH="20116800" progId="Equation.DSMT4">
                  <p:embed/>
                </p:oleObj>
              </mc:Choice>
              <mc:Fallback>
                <p:oleObj name="Equation" r:id="rId1" imgW="42672000" imgH="201168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39363" y="2682622"/>
                        <a:ext cx="1770063" cy="831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5807333" y="2682622"/>
          <a:ext cx="2298700" cy="996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8" name="Equation" r:id="rId3" imgW="55168800" imgH="24079200" progId="Equation.DSMT4">
                  <p:embed/>
                </p:oleObj>
              </mc:Choice>
              <mc:Fallback>
                <p:oleObj name="Equation" r:id="rId3" imgW="55168800" imgH="24079200" progId="Equation.DSMT4">
                  <p:embed/>
                  <p:pic>
                    <p:nvPicPr>
                      <p:cNvPr id="0" name="图片 417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07333" y="2682622"/>
                        <a:ext cx="2298700" cy="996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 bwMode="auto">
          <a:xfrm>
            <a:off x="1475423" y="4181718"/>
            <a:ext cx="14351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注意：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910711" y="4026768"/>
          <a:ext cx="18542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9" name="Equation" r:id="rId5" imgW="44500800" imgH="20116800" progId="Equation.DSMT4">
                  <p:embed/>
                </p:oleObj>
              </mc:Choice>
              <mc:Fallback>
                <p:oleObj name="Equation" r:id="rId5" imgW="44500800" imgH="20116800" progId="Equation.DSMT4">
                  <p:embed/>
                  <p:pic>
                    <p:nvPicPr>
                      <p:cNvPr id="0" name="图片 417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10711" y="4026768"/>
                        <a:ext cx="1854200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5075090" y="3943583"/>
          <a:ext cx="2252662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0" name="Equation" r:id="rId7" imgW="54254400" imgH="24079200" progId="Equation.DSMT4">
                  <p:embed/>
                </p:oleObj>
              </mc:Choice>
              <mc:Fallback>
                <p:oleObj name="Equation" r:id="rId7" imgW="54254400" imgH="24079200" progId="Equation.DSMT4">
                  <p:embed/>
                  <p:pic>
                    <p:nvPicPr>
                      <p:cNvPr id="0" name="图片 417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75090" y="3943583"/>
                        <a:ext cx="2252662" cy="996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 bwMode="auto">
          <a:xfrm>
            <a:off x="7385741" y="4181083"/>
            <a:ext cx="304292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并有多种变化形式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10" grpId="0"/>
      <p:bldP spid="1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/>
          <p:cNvSpPr txBox="1">
            <a:spLocks noChangeArrowheads="1"/>
          </p:cNvSpPr>
          <p:nvPr/>
        </p:nvSpPr>
        <p:spPr bwMode="auto">
          <a:xfrm>
            <a:off x="1709266" y="260648"/>
            <a:ext cx="4506352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3．关于无穷小量的结论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2351251" y="845423"/>
            <a:ext cx="64058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(1)</a:t>
            </a: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无穷小量与无穷大量的“倒数”关系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 bwMode="auto">
          <a:xfrm>
            <a:off x="2351251" y="1368643"/>
            <a:ext cx="63169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(2)</a:t>
            </a: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无穷小量与有界变量的积为无穷小量</a:t>
            </a:r>
            <a:endParaRPr kumimoji="1"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3863752" y="1891863"/>
            <a:ext cx="626046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（这是一条独立的计算极限运算法则）</a:t>
            </a:r>
            <a:endParaRPr kumimoji="1" lang="zh-CN" altLang="en-US" sz="2800" b="1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TextBox 5"/>
          <p:cNvSpPr txBox="1"/>
          <p:nvPr/>
        </p:nvSpPr>
        <p:spPr bwMode="auto">
          <a:xfrm>
            <a:off x="2351251" y="2442388"/>
            <a:ext cx="72116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(3)</a:t>
            </a: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无穷</a:t>
            </a: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小量的阶的比较（有可能不可比较）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 bwMode="auto">
          <a:xfrm>
            <a:off x="2372841" y="2953635"/>
            <a:ext cx="755357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(4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用无穷小表示极限，用高价无穷小表示等价</a:t>
            </a:r>
            <a:endParaRPr kumimoji="1"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556039" y="3530920"/>
          <a:ext cx="4906963" cy="488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Equation" r:id="rId1" imgW="117957600" imgH="11582400" progId="Equation.DSMT4">
                  <p:embed/>
                </p:oleObj>
              </mc:Choice>
              <mc:Fallback>
                <p:oleObj name="Equation" r:id="rId1" imgW="117957600" imgH="11582400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56039" y="3530920"/>
                        <a:ext cx="4906963" cy="488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3555746" y="4014905"/>
          <a:ext cx="5834063" cy="565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5" name="Equation" r:id="rId3" imgW="140208000" imgH="13411200" progId="Equation.DSMT4">
                  <p:embed/>
                </p:oleObj>
              </mc:Choice>
              <mc:Fallback>
                <p:oleObj name="Equation" r:id="rId3" imgW="140208000" imgH="13411200" progId="Equation.DSMT4">
                  <p:embed/>
                  <p:pic>
                    <p:nvPicPr>
                      <p:cNvPr id="0" name="图片 524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55746" y="4014905"/>
                        <a:ext cx="5834063" cy="5651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 bwMode="auto">
          <a:xfrm>
            <a:off x="2724084" y="4994012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当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359696" y="5093696"/>
          <a:ext cx="889000" cy="323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6" name="Equation" r:id="rId5" imgW="21336000" imgH="7620000" progId="Equation.DSMT4">
                  <p:embed/>
                </p:oleObj>
              </mc:Choice>
              <mc:Fallback>
                <p:oleObj name="Equation" r:id="rId5" imgW="21336000" imgH="7620000" progId="Equation.DSMT4">
                  <p:embed/>
                  <p:pic>
                    <p:nvPicPr>
                      <p:cNvPr id="0" name="图片 524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59696" y="5093696"/>
                        <a:ext cx="889000" cy="323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 bwMode="auto">
          <a:xfrm>
            <a:off x="4348841" y="5013126"/>
            <a:ext cx="8978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时，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5052992" y="5030311"/>
          <a:ext cx="2840038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7" name="Equation" r:id="rId7" imgW="67970400" imgH="11582400" progId="Equation.DSMT4">
                  <p:embed/>
                </p:oleObj>
              </mc:Choice>
              <mc:Fallback>
                <p:oleObj name="Equation" r:id="rId7" imgW="67970400" imgH="11582400" progId="Equation.DSMT4">
                  <p:embed/>
                  <p:pic>
                    <p:nvPicPr>
                      <p:cNvPr id="0" name="图片 524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52992" y="5030311"/>
                        <a:ext cx="2840038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2838492" y="5585048"/>
          <a:ext cx="2840038" cy="577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8" name="Equation" r:id="rId9" imgW="67970400" imgH="14020800" progId="Equation.DSMT4">
                  <p:embed/>
                </p:oleObj>
              </mc:Choice>
              <mc:Fallback>
                <p:oleObj name="Equation" r:id="rId9" imgW="67970400" imgH="14020800" progId="Equation.DSMT4">
                  <p:embed/>
                  <p:pic>
                    <p:nvPicPr>
                      <p:cNvPr id="0" name="图片 5247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838492" y="5585048"/>
                        <a:ext cx="2840038" cy="577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6014622" y="5585048"/>
          <a:ext cx="2316163" cy="577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9" name="Equation" r:id="rId11" imgW="55778400" imgH="14020800" progId="Equation.DSMT4">
                  <p:embed/>
                </p:oleObj>
              </mc:Choice>
              <mc:Fallback>
                <p:oleObj name="Equation" r:id="rId11" imgW="55778400" imgH="14020800" progId="Equation.DSMT4">
                  <p:embed/>
                  <p:pic>
                    <p:nvPicPr>
                      <p:cNvPr id="0" name="图片 5248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014622" y="5585048"/>
                        <a:ext cx="2316163" cy="577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 bwMode="auto">
          <a:xfrm>
            <a:off x="2351251" y="4472062"/>
            <a:ext cx="381444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(5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高价无穷小的和与积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/>
      <p:bldP spid="4" grpId="0"/>
      <p:bldP spid="5" grpId="0"/>
      <p:bldP spid="6" grpId="0"/>
      <p:bldP spid="7" grpId="0"/>
      <p:bldP spid="12" grpId="0"/>
      <p:bldP spid="15" grpId="0"/>
      <p:bldP spid="2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>
            <a:off x="1523792" y="572944"/>
            <a:ext cx="452945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(6)</a:t>
            </a: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无穷小量的等价替换原理</a:t>
            </a:r>
            <a:endParaRPr kumimoji="1"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1615371" y="1094894"/>
            <a:ext cx="661797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只能在整体来看是函数的乘除因子时使用</a:t>
            </a:r>
            <a:endParaRPr kumimoji="1" lang="zh-CN" altLang="en-US" sz="2800" b="1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 bwMode="auto">
          <a:xfrm>
            <a:off x="3410516" y="1616844"/>
            <a:ext cx="447294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十个常用的无穷等价无穷小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834068" y="1709063"/>
          <a:ext cx="88900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Equation" r:id="rId1" imgW="21336000" imgH="7620000" progId="Equation.DSMT4">
                  <p:embed/>
                </p:oleObj>
              </mc:Choice>
              <mc:Fallback>
                <p:oleObj name="Equation" r:id="rId1" imgW="21336000" imgH="76200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34068" y="1709063"/>
                        <a:ext cx="889000" cy="323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2784118" y="1616824"/>
            <a:ext cx="8978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时，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639616" y="2276872"/>
          <a:ext cx="1303338" cy="336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5" name="Equation" r:id="rId3" imgW="31089600" imgH="7924800" progId="Equation.DSMT4">
                  <p:embed/>
                </p:oleObj>
              </mc:Choice>
              <mc:Fallback>
                <p:oleObj name="Equation" r:id="rId3" imgW="31089600" imgH="7924800" progId="Equation.DSMT4">
                  <p:embed/>
                  <p:pic>
                    <p:nvPicPr>
                      <p:cNvPr id="0" name="图片 635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39616" y="2276872"/>
                        <a:ext cx="1303338" cy="3365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5304160" y="2324750"/>
          <a:ext cx="1320800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6" name="Equation" r:id="rId5" imgW="31699200" imgH="7315200" progId="Equation.DSMT4">
                  <p:embed/>
                </p:oleObj>
              </mc:Choice>
              <mc:Fallback>
                <p:oleObj name="Equation" r:id="rId5" imgW="31699200" imgH="7315200" progId="Equation.DSMT4">
                  <p:embed/>
                  <p:pic>
                    <p:nvPicPr>
                      <p:cNvPr id="0" name="图片 635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04160" y="2324750"/>
                        <a:ext cx="1320800" cy="298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1919660" y="4742542"/>
          <a:ext cx="2165350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7" name="Equation" r:id="rId7" imgW="52120800" imgH="19812000" progId="Equation.DSMT4">
                  <p:embed/>
                </p:oleObj>
              </mc:Choice>
              <mc:Fallback>
                <p:oleObj name="Equation" r:id="rId7" imgW="52120800" imgH="19812000" progId="Equation.DSMT4">
                  <p:embed/>
                  <p:pic>
                    <p:nvPicPr>
                      <p:cNvPr id="0" name="图片 635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19660" y="4742542"/>
                        <a:ext cx="2165350" cy="819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2207568" y="2909069"/>
          <a:ext cx="1735138" cy="336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8" name="Equation" r:id="rId9" imgW="41452800" imgH="7924800" progId="Equation.DSMT4">
                  <p:embed/>
                </p:oleObj>
              </mc:Choice>
              <mc:Fallback>
                <p:oleObj name="Equation" r:id="rId9" imgW="41452800" imgH="7924800" progId="Equation.DSMT4">
                  <p:embed/>
                  <p:pic>
                    <p:nvPicPr>
                      <p:cNvPr id="0" name="图片 6357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207568" y="2909069"/>
                        <a:ext cx="1735138" cy="3365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5303912" y="2924944"/>
          <a:ext cx="1743075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9" name="Equation" r:id="rId11" imgW="41757600" imgH="7315200" progId="Equation.DSMT4">
                  <p:embed/>
                </p:oleObj>
              </mc:Choice>
              <mc:Fallback>
                <p:oleObj name="Equation" r:id="rId11" imgW="41757600" imgH="7315200" progId="Equation.DSMT4">
                  <p:embed/>
                  <p:pic>
                    <p:nvPicPr>
                      <p:cNvPr id="0" name="图片 6358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303912" y="2924944"/>
                        <a:ext cx="1743075" cy="304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5304269" y="3499738"/>
          <a:ext cx="1778000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0" name="Equation" r:id="rId13" imgW="42672000" imgH="9448800" progId="Equation.DSMT4">
                  <p:embed/>
                </p:oleObj>
              </mc:Choice>
              <mc:Fallback>
                <p:oleObj name="Equation" r:id="rId13" imgW="42672000" imgH="9448800" progId="Equation.DSMT4">
                  <p:embed/>
                  <p:pic>
                    <p:nvPicPr>
                      <p:cNvPr id="0" name="图片 6359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304269" y="3499738"/>
                        <a:ext cx="1778000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2550210" y="3501008"/>
          <a:ext cx="1392238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1" name="Equation" r:id="rId15" imgW="33223200" imgH="9448800" progId="Equation.DSMT4">
                  <p:embed/>
                </p:oleObj>
              </mc:Choice>
              <mc:Fallback>
                <p:oleObj name="Equation" r:id="rId15" imgW="33223200" imgH="9448800" progId="Equation.DSMT4">
                  <p:embed/>
                  <p:pic>
                    <p:nvPicPr>
                      <p:cNvPr id="0" name="图片 6360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550210" y="3501008"/>
                        <a:ext cx="1392238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1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2051100" y="4121769"/>
          <a:ext cx="1947863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2" name="Equation" r:id="rId17" imgW="46939200" imgH="9448800" progId="Equation.DSMT4">
                  <p:embed/>
                </p:oleObj>
              </mc:Choice>
              <mc:Fallback>
                <p:oleObj name="Equation" r:id="rId17" imgW="46939200" imgH="9448800" progId="Equation.DSMT4">
                  <p:embed/>
                  <p:pic>
                    <p:nvPicPr>
                      <p:cNvPr id="0" name="图片 6361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051100" y="4121769"/>
                        <a:ext cx="1947863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2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5304170" y="4156447"/>
          <a:ext cx="234156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3" name="Equation" r:id="rId19" imgW="56388000" imgH="10972800" progId="Equation.DSMT4">
                  <p:embed/>
                </p:oleObj>
              </mc:Choice>
              <mc:Fallback>
                <p:oleObj name="Equation" r:id="rId19" imgW="56388000" imgH="10972800" progId="Equation.DSMT4">
                  <p:embed/>
                  <p:pic>
                    <p:nvPicPr>
                      <p:cNvPr id="0" name="图片 6362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304170" y="4156447"/>
                        <a:ext cx="2341563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5304070" y="4763244"/>
          <a:ext cx="2659063" cy="819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4" name="Equation" r:id="rId21" imgW="64008000" imgH="19812000" progId="Equation.DSMT4">
                  <p:embed/>
                </p:oleObj>
              </mc:Choice>
              <mc:Fallback>
                <p:oleObj name="Equation" r:id="rId21" imgW="64008000" imgH="19812000" progId="Equation.DSMT4">
                  <p:embed/>
                  <p:pic>
                    <p:nvPicPr>
                      <p:cNvPr id="0" name="图片 6363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304070" y="4763244"/>
                        <a:ext cx="2659063" cy="8191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/>
          <p:cNvSpPr txBox="1">
            <a:spLocks noChangeArrowheads="1"/>
          </p:cNvSpPr>
          <p:nvPr/>
        </p:nvSpPr>
        <p:spPr bwMode="auto">
          <a:xfrm>
            <a:off x="1523846" y="374948"/>
            <a:ext cx="4506352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chemeClr val="accent3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4.连续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1833726" y="933688"/>
            <a:ext cx="354584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(1) </a:t>
            </a: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连续的定义和特征</a:t>
            </a:r>
            <a:endParaRPr kumimoji="1"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037739" y="1505104"/>
          <a:ext cx="2506663" cy="6032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" name="Equation" r:id="rId1" imgW="60350400" imgH="14325600" progId="Equation.DSMT4">
                  <p:embed/>
                </p:oleObj>
              </mc:Choice>
              <mc:Fallback>
                <p:oleObj name="Equation" r:id="rId1" imgW="60350400" imgH="14325600" progId="Equation.DSMT4">
                  <p:embed/>
                  <p:pic>
                    <p:nvPicPr>
                      <p:cNvPr id="0" name="图片 716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37739" y="1505104"/>
                        <a:ext cx="2506663" cy="6032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286896" y="1505104"/>
          <a:ext cx="1592263" cy="539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4" name="Equation" r:id="rId3" imgW="38404800" imgH="13106400" progId="Equation.DSMT4">
                  <p:embed/>
                </p:oleObj>
              </mc:Choice>
              <mc:Fallback>
                <p:oleObj name="Equation" r:id="rId3" imgW="38404800" imgH="13106400" progId="Equation.DSMT4">
                  <p:embed/>
                  <p:pic>
                    <p:nvPicPr>
                      <p:cNvPr id="0" name="图片 729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86896" y="1505104"/>
                        <a:ext cx="1592263" cy="5397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 bwMode="auto">
          <a:xfrm>
            <a:off x="5645919" y="1447954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TextBox 8"/>
          <p:cNvSpPr txBox="1"/>
          <p:nvPr/>
        </p:nvSpPr>
        <p:spPr bwMode="auto">
          <a:xfrm>
            <a:off x="1833726" y="2204864"/>
            <a:ext cx="318833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(2) </a:t>
            </a: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间断点及其分类</a:t>
            </a:r>
            <a:endParaRPr kumimoji="1"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4004948" y="2908218"/>
          <a:ext cx="2673351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5" name="Equation" r:id="rId5" imgW="64312800" imgH="14935200" progId="Equation.DSMT4">
                  <p:embed/>
                </p:oleObj>
              </mc:Choice>
              <mc:Fallback>
                <p:oleObj name="Equation" r:id="rId5" imgW="64312800" imgH="14935200" progId="Equation.DSMT4">
                  <p:embed/>
                  <p:pic>
                    <p:nvPicPr>
                      <p:cNvPr id="0" name="图片 729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04948" y="2908218"/>
                        <a:ext cx="2673351" cy="622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 bwMode="auto">
          <a:xfrm>
            <a:off x="6744454" y="2871398"/>
            <a:ext cx="219719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均存在的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8348186" y="2908218"/>
          <a:ext cx="311151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6" name="Equation" r:id="rId7" imgW="7620000" imgH="10363200" progId="Equation.DSMT4">
                  <p:embed/>
                </p:oleObj>
              </mc:Choice>
              <mc:Fallback>
                <p:oleObj name="Equation" r:id="rId7" imgW="7620000" imgH="10363200" progId="Equation.DSMT4">
                  <p:embed/>
                  <p:pic>
                    <p:nvPicPr>
                      <p:cNvPr id="0" name="图片 729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348186" y="2908218"/>
                        <a:ext cx="311151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 bwMode="auto">
          <a:xfrm>
            <a:off x="2507665" y="3555871"/>
            <a:ext cx="14351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第二类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4007077" y="3564751"/>
          <a:ext cx="267335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7" name="Equation" r:id="rId9" imgW="64312800" imgH="14935200" progId="Equation.DSMT4">
                  <p:embed/>
                </p:oleObj>
              </mc:Choice>
              <mc:Fallback>
                <p:oleObj name="Equation" r:id="rId9" imgW="64312800" imgH="14935200" progId="Equation.DSMT4">
                  <p:embed/>
                  <p:pic>
                    <p:nvPicPr>
                      <p:cNvPr id="0" name="图片 729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07077" y="3564751"/>
                        <a:ext cx="2673350" cy="622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 bwMode="auto">
          <a:xfrm>
            <a:off x="2503855" y="2823138"/>
            <a:ext cx="14351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一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类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TextBox 19"/>
          <p:cNvSpPr txBox="1"/>
          <p:nvPr/>
        </p:nvSpPr>
        <p:spPr bwMode="auto">
          <a:xfrm>
            <a:off x="6744072" y="3530714"/>
            <a:ext cx="304292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至少一个不存在的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9787473" y="3564798"/>
          <a:ext cx="31273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8" name="Equation" r:id="rId10" imgW="7620000" imgH="10363200" progId="Equation.DSMT4">
                  <p:embed/>
                </p:oleObj>
              </mc:Choice>
              <mc:Fallback>
                <p:oleObj name="Equation" r:id="rId10" imgW="7620000" imgH="10363200" progId="Equation.DSMT4">
                  <p:embed/>
                  <p:pic>
                    <p:nvPicPr>
                      <p:cNvPr id="0" name="图片 729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787473" y="3564798"/>
                        <a:ext cx="312737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 bwMode="auto">
          <a:xfrm>
            <a:off x="1834054" y="4187433"/>
            <a:ext cx="4104456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(3)</a:t>
            </a: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连</a:t>
            </a: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续函数的运算</a:t>
            </a:r>
            <a:endParaRPr kumimoji="1"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 bwMode="auto">
          <a:xfrm>
            <a:off x="1760021" y="4653136"/>
            <a:ext cx="8763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连续函数的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和差积商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（分母不等于零时）是连续函数，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TextBox 23"/>
          <p:cNvSpPr txBox="1"/>
          <p:nvPr/>
        </p:nvSpPr>
        <p:spPr bwMode="auto">
          <a:xfrm>
            <a:off x="1760021" y="5176356"/>
            <a:ext cx="51879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连续函数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的复合函数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是连续函数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TextBox 24"/>
          <p:cNvSpPr txBox="1"/>
          <p:nvPr/>
        </p:nvSpPr>
        <p:spPr bwMode="auto">
          <a:xfrm>
            <a:off x="1760021" y="5699576"/>
            <a:ext cx="483044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连续函数的反函数是连续函数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8" grpId="0"/>
      <p:bldP spid="9" grpId="0"/>
      <p:bldP spid="13" grpId="0"/>
      <p:bldP spid="17" grpId="0"/>
      <p:bldP spid="19" grpId="0"/>
      <p:bldP spid="20" grpId="0"/>
      <p:bldP spid="22" grpId="0"/>
      <p:bldP spid="23" grpId="0"/>
      <p:bldP spid="24" grpId="0"/>
      <p:bldP spid="2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>
            <a:off x="2049701" y="457498"/>
            <a:ext cx="354584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(4) </a:t>
            </a: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区间上的连续函数</a:t>
            </a:r>
            <a:endParaRPr kumimoji="1"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 bwMode="auto">
          <a:xfrm>
            <a:off x="2135560" y="1106205"/>
            <a:ext cx="608266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任何初等函数在它的定义区间上连续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2049701" y="1755418"/>
            <a:ext cx="519860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(5)</a:t>
            </a: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闭</a:t>
            </a: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区间上连续函数的性质</a:t>
            </a:r>
            <a:endParaRPr kumimoji="1"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 bwMode="auto">
          <a:xfrm>
            <a:off x="1987228" y="2365772"/>
            <a:ext cx="841121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有界性定理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最大最小值定理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介值定理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零点定理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 bwMode="auto">
          <a:xfrm>
            <a:off x="1986970" y="2983338"/>
            <a:ext cx="590105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注意</a:t>
            </a:r>
            <a:r>
              <a:rPr kumimoji="1" lang="zh-CN" altLang="en-US" sz="2800" b="1" dirty="0" smtClean="0">
                <a:solidFill>
                  <a:schemeClr val="accent5">
                    <a:lumMod val="40000"/>
                    <a:lumOff val="6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kumimoji="1" lang="en-US" altLang="zh-CN" sz="2800" b="1" dirty="0" smtClean="0">
                <a:latin typeface="Times New Roman" panose="02020603050405020304"/>
                <a:ea typeface="黑体" panose="02010609060101010101" pitchFamily="49" charset="-122"/>
                <a:cs typeface="Times New Roman" panose="02020603050405020304"/>
              </a:rPr>
              <a:t>1</a:t>
            </a:r>
            <a:r>
              <a:rPr kumimoji="1" lang="en-US" altLang="zh-CN" sz="2800" b="1" dirty="0" smtClean="0">
                <a:latin typeface="Times New Roman" panose="02020603050405020304"/>
                <a:ea typeface="黑体" panose="02010609060101010101" pitchFamily="49" charset="-122"/>
                <a:cs typeface="Times New Roman" panose="02020603050405020304"/>
              </a:rPr>
              <a:t>. 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无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最大最小值未必无界，如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4499451" y="3625812"/>
          <a:ext cx="2636838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" name="Equation" r:id="rId1" imgW="63093600" imgH="9448800" progId="Equation.DSMT4">
                  <p:embed/>
                </p:oleObj>
              </mc:Choice>
              <mc:Fallback>
                <p:oleObj name="Equation" r:id="rId1" imgW="63093600" imgH="9448800" progId="Equation.DSMT4">
                  <p:embed/>
                  <p:pic>
                    <p:nvPicPr>
                      <p:cNvPr id="0" name="图片 819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499451" y="3625812"/>
                        <a:ext cx="2636838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 bwMode="auto">
          <a:xfrm>
            <a:off x="3059852" y="4231996"/>
            <a:ext cx="37560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latin typeface="Times New Roman" panose="02020603050405020304"/>
                <a:ea typeface="黑体" panose="02010609060101010101" pitchFamily="49" charset="-122"/>
                <a:cs typeface="Times New Roman" panose="02020603050405020304"/>
              </a:rPr>
              <a:t>2. 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无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界未必无穷大，如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4407173" y="4860383"/>
          <a:ext cx="1987551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9" name="Equation" r:id="rId3" imgW="47853600" imgH="20116800" progId="Equation.DSMT4">
                  <p:embed/>
                </p:oleObj>
              </mc:Choice>
              <mc:Fallback>
                <p:oleObj name="Equation" r:id="rId3" imgW="47853600" imgH="20116800" progId="Equation.DSMT4">
                  <p:embed/>
                  <p:pic>
                    <p:nvPicPr>
                      <p:cNvPr id="0" name="图片 8228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07173" y="4860383"/>
                        <a:ext cx="1987551" cy="831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 bwMode="auto">
          <a:xfrm>
            <a:off x="6642090" y="5010496"/>
            <a:ext cx="250761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在无穷大邻域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7" grpId="0"/>
      <p:bldP spid="10" grpId="0"/>
      <p:bldP spid="13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1569894" y="229435"/>
            <a:ext cx="533400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综合例题   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664159" y="1310936"/>
            <a:ext cx="2409755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2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32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32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求极限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3805873" y="1043940"/>
          <a:ext cx="32258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7" name="Equation" r:id="rId1" imgW="77419200" imgH="27432000" progId="Equation.DSMT4">
                  <p:embed/>
                </p:oleObj>
              </mc:Choice>
              <mc:Fallback>
                <p:oleObj name="Equation" r:id="rId1" imgW="77419200" imgH="274320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805873" y="1043940"/>
                        <a:ext cx="3225800" cy="1143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664050" y="2375302"/>
            <a:ext cx="170017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2514139" y="2636912"/>
          <a:ext cx="285732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7" name="Equation" r:id="rId3" imgW="68580000" imgH="27432000" progId="Equation.DSMT4">
                  <p:embed/>
                </p:oleObj>
              </mc:Choice>
              <mc:Fallback>
                <p:oleObj name="Equation" r:id="rId3" imgW="68580000" imgH="27432000" progId="Equation.DSMT4">
                  <p:embed/>
                  <p:pic>
                    <p:nvPicPr>
                      <p:cNvPr id="0" name="图片 939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14139" y="2636912"/>
                        <a:ext cx="2857320" cy="1143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5433323" y="2641863"/>
          <a:ext cx="37592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8" name="Equation" r:id="rId5" imgW="90220800" imgH="27432000" progId="Equation.DSMT4">
                  <p:embed/>
                </p:oleObj>
              </mc:Choice>
              <mc:Fallback>
                <p:oleObj name="Equation" r:id="rId5" imgW="90220800" imgH="27432000" progId="Equation.DSMT4">
                  <p:embed/>
                  <p:pic>
                    <p:nvPicPr>
                      <p:cNvPr id="0" name="图片 9397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433323" y="2641863"/>
                        <a:ext cx="3759200" cy="1143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9253939" y="3054901"/>
          <a:ext cx="1384200" cy="317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9" name="Equation" r:id="rId7" imgW="33223200" imgH="7620000" progId="Equation.DSMT4">
                  <p:embed/>
                </p:oleObj>
              </mc:Choice>
              <mc:Fallback>
                <p:oleObj name="Equation" r:id="rId7" imgW="33223200" imgH="7620000" progId="Equation.DSMT4">
                  <p:embed/>
                  <p:pic>
                    <p:nvPicPr>
                      <p:cNvPr id="0" name="图片 9398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253939" y="3054901"/>
                        <a:ext cx="1384200" cy="3171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2520942" y="4005064"/>
          <a:ext cx="285732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0" name="Equation" r:id="rId9" imgW="68580000" imgH="27432000" progId="Equation.DSMT4">
                  <p:embed/>
                </p:oleObj>
              </mc:Choice>
              <mc:Fallback>
                <p:oleObj name="Equation" r:id="rId9" imgW="68580000" imgH="27432000" progId="Equation.DSMT4">
                  <p:embed/>
                  <p:pic>
                    <p:nvPicPr>
                      <p:cNvPr id="0" name="图片 9399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20942" y="4005064"/>
                        <a:ext cx="2857320" cy="1143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5485999" y="4005064"/>
          <a:ext cx="312408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1" name="Equation" r:id="rId11" imgW="74980800" imgH="27432000" progId="Equation.DSMT4">
                  <p:embed/>
                </p:oleObj>
              </mc:Choice>
              <mc:Fallback>
                <p:oleObj name="Equation" r:id="rId11" imgW="74980800" imgH="27432000" progId="Equation.DSMT4">
                  <p:embed/>
                  <p:pic>
                    <p:nvPicPr>
                      <p:cNvPr id="0" name="图片 9400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485999" y="4005064"/>
                        <a:ext cx="3124080" cy="1143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8544272" y="4365104"/>
          <a:ext cx="1384200" cy="304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2" name="Equation" r:id="rId13" imgW="33223200" imgH="7315200" progId="Equation.DSMT4">
                  <p:embed/>
                </p:oleObj>
              </mc:Choice>
              <mc:Fallback>
                <p:oleObj name="Equation" r:id="rId13" imgW="33223200" imgH="7315200" progId="Equation.DSMT4">
                  <p:embed/>
                  <p:pic>
                    <p:nvPicPr>
                      <p:cNvPr id="0" name="图片 9401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544272" y="4365104"/>
                        <a:ext cx="1384200" cy="3045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AutoShape 11"/>
          <p:cNvSpPr>
            <a:spLocks noChangeArrowheads="1"/>
          </p:cNvSpPr>
          <p:nvPr/>
        </p:nvSpPr>
        <p:spPr bwMode="auto">
          <a:xfrm>
            <a:off x="2514139" y="5445224"/>
            <a:ext cx="1143000" cy="228600"/>
          </a:xfrm>
          <a:prstGeom prst="rightArrow">
            <a:avLst>
              <a:gd name="adj1" fmla="val 50000"/>
              <a:gd name="adj2" fmla="val 125000"/>
            </a:avLst>
          </a:prstGeom>
          <a:solidFill>
            <a:srgbClr val="33660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3806145" y="5297914"/>
            <a:ext cx="2057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原式 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= 1 </a:t>
            </a:r>
            <a:endParaRPr kumimoji="1"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Oval 13"/>
          <p:cNvSpPr>
            <a:spLocks noChangeArrowheads="1"/>
          </p:cNvSpPr>
          <p:nvPr/>
        </p:nvSpPr>
        <p:spPr bwMode="auto">
          <a:xfrm>
            <a:off x="6052775" y="891605"/>
            <a:ext cx="914400" cy="1447800"/>
          </a:xfrm>
          <a:prstGeom prst="ellipse">
            <a:avLst/>
          </a:prstGeom>
          <a:noFill/>
          <a:ln w="9525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7334250" y="1338263"/>
          <a:ext cx="1014413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3" name="Equation" r:id="rId15" imgW="24384000" imgH="13106400" progId="Equation.DSMT4">
                  <p:embed/>
                </p:oleObj>
              </mc:Choice>
              <mc:Fallback>
                <p:oleObj name="Equation" r:id="rId15" imgW="24384000" imgH="13106400" progId="Equation.DSMT4">
                  <p:embed/>
                  <p:pic>
                    <p:nvPicPr>
                      <p:cNvPr id="0" name="图片 9402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334250" y="1338263"/>
                        <a:ext cx="1014413" cy="546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8348836" y="1192826"/>
          <a:ext cx="1612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4" name="Equation" r:id="rId17" imgW="38709600" imgH="20116800" progId="Equation.DSMT4">
                  <p:embed/>
                </p:oleObj>
              </mc:Choice>
              <mc:Fallback>
                <p:oleObj name="Equation" r:id="rId17" imgW="38709600" imgH="20116800" progId="Equation.DSMT4">
                  <p:embed/>
                  <p:pic>
                    <p:nvPicPr>
                      <p:cNvPr id="0" name="图片 9403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348836" y="1192826"/>
                        <a:ext cx="16129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12" grpId="0" bldLvl="0" animBg="1"/>
      <p:bldP spid="13" grpId="0" autoUpdateAnimBg="0"/>
      <p:bldP spid="14" grpId="0" bldLvl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351584" y="692696"/>
          <a:ext cx="1014413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1" name="Equation" r:id="rId1" imgW="24384000" imgH="13106400" progId="Equation.DSMT4">
                  <p:embed/>
                </p:oleObj>
              </mc:Choice>
              <mc:Fallback>
                <p:oleObj name="Equation" r:id="rId1" imgW="24384000" imgH="13106400" progId="Equation.DSMT4">
                  <p:embed/>
                  <p:pic>
                    <p:nvPicPr>
                      <p:cNvPr id="0" name="图片 1024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51584" y="692696"/>
                        <a:ext cx="1014413" cy="546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365997" y="476796"/>
          <a:ext cx="1612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Equation" r:id="rId3" imgW="38709600" imgH="20116800" progId="Equation.DSMT4">
                  <p:embed/>
                </p:oleObj>
              </mc:Choice>
              <mc:Fallback>
                <p:oleObj name="Equation" r:id="rId3" imgW="38709600" imgH="20116800" progId="Equation.DSMT4">
                  <p:embed/>
                  <p:pic>
                    <p:nvPicPr>
                      <p:cNvPr id="0" name="图片 1024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65997" y="476796"/>
                        <a:ext cx="16129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5159821" y="691431"/>
          <a:ext cx="798513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" name="Equation" r:id="rId5" imgW="19202400" imgH="13106400" progId="Equation.DSMT4">
                  <p:embed/>
                </p:oleObj>
              </mc:Choice>
              <mc:Fallback>
                <p:oleObj name="Equation" r:id="rId5" imgW="19202400" imgH="13106400" progId="Equation.DSMT4">
                  <p:embed/>
                  <p:pic>
                    <p:nvPicPr>
                      <p:cNvPr id="0" name="图片 1024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59821" y="691431"/>
                        <a:ext cx="798513" cy="546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951984" y="332656"/>
          <a:ext cx="2690812" cy="1128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4" name="Equation" r:id="rId7" imgW="64617600" imgH="27127200" progId="Equation.DSMT4">
                  <p:embed/>
                </p:oleObj>
              </mc:Choice>
              <mc:Fallback>
                <p:oleObj name="Equation" r:id="rId7" imgW="64617600" imgH="27127200" progId="Equation.DSMT4">
                  <p:embed/>
                  <p:pic>
                    <p:nvPicPr>
                      <p:cNvPr id="0" name="图片 1024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951984" y="332656"/>
                        <a:ext cx="2690812" cy="11287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5302696" y="3860081"/>
          <a:ext cx="584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5" name="Equation" r:id="rId9" imgW="14020800" imgH="9144000" progId="Equation.DSMT4">
                  <p:embed/>
                </p:oleObj>
              </mc:Choice>
              <mc:Fallback>
                <p:oleObj name="Equation" r:id="rId9" imgW="14020800" imgH="9144000" progId="Equation.DSMT4">
                  <p:embed/>
                  <p:pic>
                    <p:nvPicPr>
                      <p:cNvPr id="0" name="图片 1024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302696" y="3860081"/>
                        <a:ext cx="58420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207071" y="1843956"/>
          <a:ext cx="938213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6" name="Equation" r:id="rId11" imgW="8534400" imgH="10972800" progId="Equation.DSMT4">
                  <p:embed/>
                </p:oleObj>
              </mc:Choice>
              <mc:Fallback>
                <p:oleObj name="Equation" r:id="rId11" imgW="8534400" imgH="10972800" progId="Equation.DSMT4">
                  <p:embed/>
                  <p:pic>
                    <p:nvPicPr>
                      <p:cNvPr id="0" name="图片 1024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207071" y="1843956"/>
                        <a:ext cx="938213" cy="1193800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rgbClr val="C0504D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5231259" y="1916981"/>
          <a:ext cx="4051300" cy="158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7" name="Equation" r:id="rId13" imgW="97231200" imgH="38100000" progId="Equation.DSMT4">
                  <p:embed/>
                </p:oleObj>
              </mc:Choice>
              <mc:Fallback>
                <p:oleObj name="Equation" r:id="rId13" imgW="97231200" imgH="38100000" progId="Equation.DSMT4">
                  <p:embed/>
                  <p:pic>
                    <p:nvPicPr>
                      <p:cNvPr id="0" name="图片 1024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231259" y="1916981"/>
                        <a:ext cx="4051300" cy="15859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828800" y="188640"/>
            <a:ext cx="32004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求下列极限：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2527132" y="692696"/>
          <a:ext cx="3919538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5" name="Equation" r:id="rId1" imgW="93573600" imgH="14935200" progId="Equation.DSMT4">
                  <p:embed/>
                </p:oleObj>
              </mc:Choice>
              <mc:Fallback>
                <p:oleObj name="Equation" r:id="rId1" imgW="93573600" imgH="14935200" progId="Equation.DSMT4">
                  <p:embed/>
                  <p:pic>
                    <p:nvPicPr>
                      <p:cNvPr id="0" name="图片 1126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27132" y="692696"/>
                        <a:ext cx="3919538" cy="6254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7500563" y="548680"/>
          <a:ext cx="1998662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1" name="Equation" r:id="rId3" imgW="47548800" imgH="19507200" progId="Equation.DSMT4">
                  <p:embed/>
                </p:oleObj>
              </mc:Choice>
              <mc:Fallback>
                <p:oleObj name="Equation" r:id="rId3" imgW="47548800" imgH="19507200" progId="Equation.DSMT4">
                  <p:embed/>
                  <p:pic>
                    <p:nvPicPr>
                      <p:cNvPr id="0" name="图片 11370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500563" y="548680"/>
                        <a:ext cx="1998662" cy="812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1973682" y="2986088"/>
            <a:ext cx="1371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kumimoji="1" lang="en-US" altLang="zh-CN" sz="2800" b="1" dirty="0" smtClean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kumimoji="1" lang="en-US" altLang="zh-CN" sz="2800" b="1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2697582" y="2968050"/>
          <a:ext cx="30353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2" name="Equation" r:id="rId5" imgW="72847200" imgH="11887200" progId="Equation.DSMT4">
                  <p:embed/>
                </p:oleObj>
              </mc:Choice>
              <mc:Fallback>
                <p:oleObj name="Equation" r:id="rId5" imgW="72847200" imgH="11887200" progId="Equation.DSMT4">
                  <p:embed/>
                  <p:pic>
                    <p:nvPicPr>
                      <p:cNvPr id="0" name="图片 11371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97582" y="2968050"/>
                        <a:ext cx="3035300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3205582" y="3584000"/>
          <a:ext cx="496252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3" name="Equation" r:id="rId7" imgW="119176800" imgH="21945600" progId="Equation.DSMT4">
                  <p:embed/>
                </p:oleObj>
              </mc:Choice>
              <mc:Fallback>
                <p:oleObj name="Equation" r:id="rId7" imgW="119176800" imgH="21945600" progId="Equation.DSMT4">
                  <p:embed/>
                  <p:pic>
                    <p:nvPicPr>
                      <p:cNvPr id="0" name="图片 11372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05582" y="3584000"/>
                        <a:ext cx="4962525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3163888" y="4562475"/>
          <a:ext cx="5459412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4" name="Equation" r:id="rId9" imgW="131064000" imgH="24384000" progId="Equation.DSMT4">
                  <p:embed/>
                </p:oleObj>
              </mc:Choice>
              <mc:Fallback>
                <p:oleObj name="Equation" r:id="rId9" imgW="131064000" imgH="24384000" progId="Equation.DSMT4">
                  <p:embed/>
                  <p:pic>
                    <p:nvPicPr>
                      <p:cNvPr id="0" name="图片 11373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163888" y="4562475"/>
                        <a:ext cx="5459412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10"/>
          <p:cNvGrpSpPr/>
          <p:nvPr/>
        </p:nvGrpSpPr>
        <p:grpSpPr bwMode="auto">
          <a:xfrm>
            <a:off x="3527845" y="5577900"/>
            <a:ext cx="2667000" cy="612775"/>
            <a:chOff x="1920" y="3792"/>
            <a:chExt cx="1680" cy="386"/>
          </a:xfrm>
        </p:grpSpPr>
        <p:sp>
          <p:nvSpPr>
            <p:cNvPr id="11" name="Freeform 11"/>
            <p:cNvSpPr/>
            <p:nvPr/>
          </p:nvSpPr>
          <p:spPr bwMode="auto">
            <a:xfrm>
              <a:off x="1920" y="3792"/>
              <a:ext cx="1680" cy="96"/>
            </a:xfrm>
            <a:custGeom>
              <a:avLst/>
              <a:gdLst>
                <a:gd name="T0" fmla="*/ 0 w 1680"/>
                <a:gd name="T1" fmla="*/ 0 h 96"/>
                <a:gd name="T2" fmla="*/ 96 w 1680"/>
                <a:gd name="T3" fmla="*/ 96 h 96"/>
                <a:gd name="T4" fmla="*/ 1584 w 1680"/>
                <a:gd name="T5" fmla="*/ 96 h 96"/>
                <a:gd name="T6" fmla="*/ 1680 w 1680"/>
                <a:gd name="T7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80" h="96">
                  <a:moveTo>
                    <a:pt x="0" y="0"/>
                  </a:moveTo>
                  <a:lnTo>
                    <a:pt x="96" y="96"/>
                  </a:lnTo>
                  <a:lnTo>
                    <a:pt x="1584" y="96"/>
                  </a:lnTo>
                  <a:lnTo>
                    <a:pt x="1680" y="0"/>
                  </a:lnTo>
                </a:path>
              </a:pathLst>
            </a:custGeom>
            <a:noFill/>
            <a:ln w="19050" cmpd="sng">
              <a:solidFill>
                <a:schemeClr val="accent5">
                  <a:lumMod val="60000"/>
                  <a:lumOff val="40000"/>
                </a:schemeClr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2400" y="3849"/>
              <a:ext cx="1152" cy="329"/>
            </a:xfrm>
            <a:prstGeom prst="rect">
              <a:avLst/>
            </a:prstGeom>
            <a:noFill/>
            <a:ln w="9525">
              <a:solidFill>
                <a:schemeClr val="accent5">
                  <a:lumMod val="60000"/>
                  <a:lumOff val="40000"/>
                </a:schemeClr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无穷小</a:t>
              </a:r>
              <a:endPara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13" name="Group 13"/>
          <p:cNvGrpSpPr/>
          <p:nvPr/>
        </p:nvGrpSpPr>
        <p:grpSpPr bwMode="auto">
          <a:xfrm>
            <a:off x="6347245" y="5577900"/>
            <a:ext cx="2306637" cy="598488"/>
            <a:chOff x="3696" y="3792"/>
            <a:chExt cx="1453" cy="377"/>
          </a:xfrm>
        </p:grpSpPr>
        <p:sp>
          <p:nvSpPr>
            <p:cNvPr id="14" name="Freeform 14"/>
            <p:cNvSpPr/>
            <p:nvPr/>
          </p:nvSpPr>
          <p:spPr bwMode="auto">
            <a:xfrm>
              <a:off x="3696" y="3792"/>
              <a:ext cx="1453" cy="96"/>
            </a:xfrm>
            <a:custGeom>
              <a:avLst/>
              <a:gdLst>
                <a:gd name="T0" fmla="*/ 0 w 1680"/>
                <a:gd name="T1" fmla="*/ 0 h 96"/>
                <a:gd name="T2" fmla="*/ 96 w 1680"/>
                <a:gd name="T3" fmla="*/ 96 h 96"/>
                <a:gd name="T4" fmla="*/ 1584 w 1680"/>
                <a:gd name="T5" fmla="*/ 96 h 96"/>
                <a:gd name="T6" fmla="*/ 1680 w 1680"/>
                <a:gd name="T7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80" h="96">
                  <a:moveTo>
                    <a:pt x="0" y="0"/>
                  </a:moveTo>
                  <a:lnTo>
                    <a:pt x="96" y="96"/>
                  </a:lnTo>
                  <a:lnTo>
                    <a:pt x="1584" y="96"/>
                  </a:lnTo>
                  <a:lnTo>
                    <a:pt x="1680" y="0"/>
                  </a:lnTo>
                </a:path>
              </a:pathLst>
            </a:custGeom>
            <a:noFill/>
            <a:ln w="19050" cmpd="sng">
              <a:solidFill>
                <a:schemeClr val="accent5">
                  <a:lumMod val="40000"/>
                  <a:lumOff val="60000"/>
                </a:schemeClr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" name="Text Box 15"/>
            <p:cNvSpPr txBox="1">
              <a:spLocks noChangeArrowheads="1"/>
            </p:cNvSpPr>
            <p:nvPr/>
          </p:nvSpPr>
          <p:spPr bwMode="auto">
            <a:xfrm>
              <a:off x="4080" y="3840"/>
              <a:ext cx="720" cy="329"/>
            </a:xfrm>
            <a:prstGeom prst="rect">
              <a:avLst/>
            </a:prstGeom>
            <a:noFill/>
            <a:ln w="9525">
              <a:solidFill>
                <a:schemeClr val="accent5">
                  <a:lumMod val="40000"/>
                  <a:lumOff val="60000"/>
                </a:schemeClr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有界</a:t>
              </a:r>
              <a:endPara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2548299" y="1327567"/>
          <a:ext cx="7026275" cy="167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5" name="Equation" r:id="rId11" imgW="136855200" imgH="32613600" progId="Equation.DSMT4">
                  <p:embed/>
                </p:oleObj>
              </mc:Choice>
              <mc:Fallback>
                <p:oleObj name="Equation" r:id="rId11" imgW="136855200" imgH="32613600" progId="Equation.DSMT4">
                  <p:embed/>
                  <p:pic>
                    <p:nvPicPr>
                      <p:cNvPr id="0" name="图片 11374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548299" y="1327567"/>
                        <a:ext cx="7026275" cy="16748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 bwMode="auto">
          <a:xfrm>
            <a:off x="8961849" y="5016470"/>
            <a:ext cx="143700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原式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=0.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AutoShape 11"/>
          <p:cNvSpPr>
            <a:spLocks noChangeArrowheads="1"/>
          </p:cNvSpPr>
          <p:nvPr/>
        </p:nvSpPr>
        <p:spPr bwMode="auto">
          <a:xfrm>
            <a:off x="8081636" y="5250630"/>
            <a:ext cx="894684" cy="228600"/>
          </a:xfrm>
          <a:prstGeom prst="rightArrow">
            <a:avLst>
              <a:gd name="adj1" fmla="val 50000"/>
              <a:gd name="adj2" fmla="val 1250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17" grpId="0"/>
      <p:bldP spid="18" grpId="0" bldLvl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圆角矩形 20"/>
          <p:cNvSpPr/>
          <p:nvPr/>
        </p:nvSpPr>
        <p:spPr>
          <a:xfrm>
            <a:off x="5470161" y="579547"/>
            <a:ext cx="4839262" cy="58659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3810000" y="1447800"/>
            <a:ext cx="8382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smtClean="0">
                <a:latin typeface="黑体" panose="02010609060101010101" pitchFamily="49" charset="-122"/>
                <a:ea typeface="黑体" panose="02010609060101010101" pitchFamily="49" charset="-122"/>
              </a:rPr>
              <a:t>令</a:t>
            </a:r>
            <a:endParaRPr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2639616" y="620688"/>
          <a:ext cx="1422360" cy="545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9" name="Equation" r:id="rId1" imgW="34137600" imgH="13106400" progId="Equation.DSMT4">
                  <p:embed/>
                </p:oleObj>
              </mc:Choice>
              <mc:Fallback>
                <p:oleObj name="Equation" r:id="rId1" imgW="34137600" imgH="13106400" progId="Equation.DSMT4">
                  <p:embed/>
                  <p:pic>
                    <p:nvPicPr>
                      <p:cNvPr id="0" name="图片 1228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39616" y="620688"/>
                        <a:ext cx="1422360" cy="5457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4521200" y="1546225"/>
          <a:ext cx="1166813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9" name="Equation" r:id="rId3" imgW="12801600" imgH="4876800" progId="Equation.DSMT4">
                  <p:embed/>
                </p:oleObj>
              </mc:Choice>
              <mc:Fallback>
                <p:oleObj name="Equation" r:id="rId3" imgW="12801600" imgH="4876800" progId="Equation.DSMT4">
                  <p:embed/>
                  <p:pic>
                    <p:nvPicPr>
                      <p:cNvPr id="0" name="图片 12438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21200" y="1546225"/>
                        <a:ext cx="1166813" cy="4619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3575720" y="2286000"/>
          <a:ext cx="799920" cy="545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40" name="Equation" r:id="rId5" imgW="19202400" imgH="13106400" progId="Equation.DSMT4">
                  <p:embed/>
                </p:oleObj>
              </mc:Choice>
              <mc:Fallback>
                <p:oleObj name="Equation" r:id="rId5" imgW="19202400" imgH="13106400" progId="Equation.DSMT4">
                  <p:embed/>
                  <p:pic>
                    <p:nvPicPr>
                      <p:cNvPr id="0" name="图片 12439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75720" y="2286000"/>
                        <a:ext cx="799920" cy="5457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4367808" y="2060848"/>
          <a:ext cx="1562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41" name="Equation" r:id="rId7" imgW="37490400" imgH="20116800" progId="Equation.DSMT4">
                  <p:embed/>
                </p:oleObj>
              </mc:Choice>
              <mc:Fallback>
                <p:oleObj name="Equation" r:id="rId7" imgW="37490400" imgH="20116800" progId="Equation.DSMT4">
                  <p:embed/>
                  <p:pic>
                    <p:nvPicPr>
                      <p:cNvPr id="0" name="图片 12440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67808" y="2060848"/>
                        <a:ext cx="15621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3719736" y="3645024"/>
          <a:ext cx="799920" cy="545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42" name="Equation" r:id="rId9" imgW="19202400" imgH="13106400" progId="Equation.DSMT4">
                  <p:embed/>
                </p:oleObj>
              </mc:Choice>
              <mc:Fallback>
                <p:oleObj name="Equation" r:id="rId9" imgW="19202400" imgH="13106400" progId="Equation.DSMT4">
                  <p:embed/>
                  <p:pic>
                    <p:nvPicPr>
                      <p:cNvPr id="0" name="图片 12441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719736" y="3645024"/>
                        <a:ext cx="799920" cy="5457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4511824" y="3429000"/>
          <a:ext cx="1066680" cy="838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43" name="Equation" r:id="rId11" imgW="25603200" imgH="20116800" progId="Equation.DSMT4">
                  <p:embed/>
                </p:oleObj>
              </mc:Choice>
              <mc:Fallback>
                <p:oleObj name="Equation" r:id="rId11" imgW="25603200" imgH="20116800" progId="Equation.DSMT4">
                  <p:embed/>
                  <p:pic>
                    <p:nvPicPr>
                      <p:cNvPr id="0" name="图片 12442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511824" y="3429000"/>
                        <a:ext cx="1066680" cy="838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3719736" y="4509120"/>
          <a:ext cx="799920" cy="545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44" name="Equation" r:id="rId13" imgW="19202400" imgH="13106400" progId="Equation.DSMT4">
                  <p:embed/>
                </p:oleObj>
              </mc:Choice>
              <mc:Fallback>
                <p:oleObj name="Equation" r:id="rId13" imgW="19202400" imgH="13106400" progId="Equation.DSMT4">
                  <p:embed/>
                  <p:pic>
                    <p:nvPicPr>
                      <p:cNvPr id="0" name="图片 12443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719736" y="4509120"/>
                        <a:ext cx="799920" cy="5457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4619818" y="4365104"/>
          <a:ext cx="1066680" cy="838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45" name="Equation" r:id="rId15" imgW="25603200" imgH="20116800" progId="Equation.DSMT4">
                  <p:embed/>
                </p:oleObj>
              </mc:Choice>
              <mc:Fallback>
                <p:oleObj name="Equation" r:id="rId15" imgW="25603200" imgH="20116800" progId="Equation.DSMT4">
                  <p:embed/>
                  <p:pic>
                    <p:nvPicPr>
                      <p:cNvPr id="0" name="图片 12444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619818" y="4365104"/>
                        <a:ext cx="1066680" cy="838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5735960" y="4221088"/>
          <a:ext cx="558720" cy="838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46" name="Equation" r:id="rId17" imgW="13411200" imgH="20116800" progId="Equation.DSMT4">
                  <p:embed/>
                </p:oleObj>
              </mc:Choice>
              <mc:Fallback>
                <p:oleObj name="Equation" r:id="rId17" imgW="13411200" imgH="20116800" progId="Equation.DSMT4">
                  <p:embed/>
                  <p:pic>
                    <p:nvPicPr>
                      <p:cNvPr id="0" name="图片 12445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735960" y="4221088"/>
                        <a:ext cx="558720" cy="838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4079776" y="478507"/>
          <a:ext cx="965200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47" name="Equation" r:id="rId19" imgW="23164800" imgH="19507200" progId="Equation.DSMT4">
                  <p:embed/>
                </p:oleObj>
              </mc:Choice>
              <mc:Fallback>
                <p:oleObj name="Equation" r:id="rId19" imgW="23164800" imgH="19507200" progId="Equation.DSMT4">
                  <p:embed/>
                  <p:pic>
                    <p:nvPicPr>
                      <p:cNvPr id="0" name="图片 12446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079776" y="478507"/>
                        <a:ext cx="965200" cy="8112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Line 13"/>
          <p:cNvSpPr>
            <a:spLocks noChangeShapeType="1"/>
          </p:cNvSpPr>
          <p:nvPr/>
        </p:nvSpPr>
        <p:spPr bwMode="auto">
          <a:xfrm flipH="1">
            <a:off x="3794125" y="1295400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5470161" y="617786"/>
            <a:ext cx="4945064" cy="532502"/>
            <a:chOff x="3765186" y="169476"/>
            <a:chExt cx="4945064" cy="532502"/>
          </a:xfrm>
        </p:grpSpPr>
        <p:sp>
          <p:nvSpPr>
            <p:cNvPr id="14" name="TextBox 13"/>
            <p:cNvSpPr txBox="1"/>
            <p:nvPr/>
          </p:nvSpPr>
          <p:spPr bwMode="auto">
            <a:xfrm>
              <a:off x="3765186" y="169476"/>
              <a:ext cx="1255395" cy="521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rtlCol="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 dirty="0" smtClean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思考</a:t>
              </a:r>
              <a:r>
                <a:rPr kumimoji="1" lang="zh-CN" altLang="en-US" sz="2800" b="1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：</a:t>
              </a:r>
              <a:endPara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4806950" y="180008"/>
              <a:ext cx="3903300" cy="521970"/>
              <a:chOff x="4806950" y="180008"/>
              <a:chExt cx="3903300" cy="521970"/>
            </a:xfrm>
          </p:grpSpPr>
          <p:graphicFrame>
            <p:nvGraphicFramePr>
              <p:cNvPr id="15" name="对象 14"/>
              <p:cNvGraphicFramePr>
                <a:graphicFrameLocks noChangeAspect="1"/>
              </p:cNvGraphicFramePr>
              <p:nvPr/>
            </p:nvGraphicFramePr>
            <p:xfrm>
              <a:off x="4806950" y="279400"/>
              <a:ext cx="825500" cy="304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448" name="Equation" r:id="rId21" imgW="19812000" imgH="7620000" progId="Equation.DSMT4">
                      <p:embed/>
                    </p:oleObj>
                  </mc:Choice>
                  <mc:Fallback>
                    <p:oleObj name="Equation" r:id="rId21" imgW="19812000" imgH="7620000" progId="Equation.DSMT4">
                      <p:embed/>
                      <p:pic>
                        <p:nvPicPr>
                          <p:cNvPr id="0" name="图片 12447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4806950" y="279400"/>
                            <a:ext cx="825500" cy="30480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" name="TextBox 15"/>
              <p:cNvSpPr txBox="1"/>
              <p:nvPr/>
            </p:nvSpPr>
            <p:spPr bwMode="auto">
              <a:xfrm>
                <a:off x="5709402" y="180008"/>
                <a:ext cx="540385" cy="5219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rtlCol="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sz="28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时</a:t>
                </a:r>
                <a:endParaRPr kumimoji="1"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graphicFrame>
            <p:nvGraphicFramePr>
              <p:cNvPr id="17" name="对象 16"/>
              <p:cNvGraphicFramePr>
                <a:graphicFrameLocks noChangeAspect="1"/>
              </p:cNvGraphicFramePr>
              <p:nvPr/>
            </p:nvGraphicFramePr>
            <p:xfrm>
              <a:off x="6201913" y="284456"/>
              <a:ext cx="1612900" cy="3143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449" name="Equation" r:id="rId23" imgW="38709600" imgH="7620000" progId="Equation.DSMT4">
                      <p:embed/>
                    </p:oleObj>
                  </mc:Choice>
                  <mc:Fallback>
                    <p:oleObj name="Equation" r:id="rId23" imgW="38709600" imgH="7620000" progId="Equation.DSMT4">
                      <p:embed/>
                      <p:pic>
                        <p:nvPicPr>
                          <p:cNvPr id="0" name="图片 12448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4"/>
                          <a:stretch>
                            <a:fillRect/>
                          </a:stretch>
                        </p:blipFill>
                        <p:spPr>
                          <a:xfrm>
                            <a:off x="6201913" y="284456"/>
                            <a:ext cx="1612900" cy="314325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8" name="TextBox 17"/>
              <p:cNvSpPr txBox="1"/>
              <p:nvPr/>
            </p:nvSpPr>
            <p:spPr bwMode="auto">
              <a:xfrm>
                <a:off x="7812360" y="180008"/>
                <a:ext cx="897890" cy="5219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rtlCol="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sz="28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吗？</a:t>
                </a:r>
                <a:endParaRPr kumimoji="1"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13" grpId="0" bldLvl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495600" y="1772816"/>
          <a:ext cx="5181600" cy="1446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3" name="Equation" r:id="rId1" imgW="49377600" imgH="15240000" progId="Equation.3">
                  <p:embed/>
                </p:oleObj>
              </mc:Choice>
              <mc:Fallback>
                <p:oleObj name="Equation" r:id="rId1" imgW="49377600" imgH="15240000" progId="Equation.3">
                  <p:embed/>
                  <p:pic>
                    <p:nvPicPr>
                      <p:cNvPr id="0" name="图片 1331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95600" y="1772816"/>
                        <a:ext cx="5181600" cy="14462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414638" y="3296816"/>
          <a:ext cx="6259512" cy="1446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name="Equation" r:id="rId3" imgW="58521600" imgH="15240000" progId="Equation.3">
                  <p:embed/>
                </p:oleObj>
              </mc:Choice>
              <mc:Fallback>
                <p:oleObj name="Equation" r:id="rId3" imgW="58521600" imgH="15240000" progId="Equation.3">
                  <p:embed/>
                  <p:pic>
                    <p:nvPicPr>
                      <p:cNvPr id="0" name="图片 1331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14638" y="3296816"/>
                        <a:ext cx="6259512" cy="14462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419400" y="4744616"/>
          <a:ext cx="7661275" cy="141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5" name="Equation" r:id="rId5" imgW="71628000" imgH="14935200" progId="Equation.3">
                  <p:embed/>
                </p:oleObj>
              </mc:Choice>
              <mc:Fallback>
                <p:oleObj name="Equation" r:id="rId5" imgW="71628000" imgH="14935200" progId="Equation.3">
                  <p:embed/>
                  <p:pic>
                    <p:nvPicPr>
                      <p:cNvPr id="0" name="图片 1331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19400" y="4744616"/>
                        <a:ext cx="7661275" cy="1416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135560" y="116632"/>
          <a:ext cx="7026275" cy="167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6" name="Equation" r:id="rId7" imgW="136855200" imgH="32613600" progId="Equation.DSMT4">
                  <p:embed/>
                </p:oleObj>
              </mc:Choice>
              <mc:Fallback>
                <p:oleObj name="Equation" r:id="rId7" imgW="136855200" imgH="32613600" progId="Equation.DSMT4">
                  <p:embed/>
                  <p:pic>
                    <p:nvPicPr>
                      <p:cNvPr id="0" name="图片 1331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35560" y="116632"/>
                        <a:ext cx="7026275" cy="16748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246957" y="1835051"/>
          <a:ext cx="7661275" cy="144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7" name="Equation" r:id="rId1" imgW="71628000" imgH="15240000" progId="Equation.3">
                  <p:embed/>
                </p:oleObj>
              </mc:Choice>
              <mc:Fallback>
                <p:oleObj name="Equation" r:id="rId1" imgW="71628000" imgH="15240000" progId="Equation.3">
                  <p:embed/>
                  <p:pic>
                    <p:nvPicPr>
                      <p:cNvPr id="0" name="图片 1433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46957" y="1835051"/>
                        <a:ext cx="7661275" cy="14446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323157" y="3152676"/>
          <a:ext cx="7661275" cy="173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" name="Equation" r:id="rId3" imgW="71628000" imgH="18288000" progId="Equation.3">
                  <p:embed/>
                </p:oleObj>
              </mc:Choice>
              <mc:Fallback>
                <p:oleObj name="Equation" r:id="rId3" imgW="71628000" imgH="18288000" progId="Equation.3">
                  <p:embed/>
                  <p:pic>
                    <p:nvPicPr>
                      <p:cNvPr id="0" name="图片 1433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23157" y="3152676"/>
                        <a:ext cx="7661275" cy="1733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279576" y="5125938"/>
          <a:ext cx="684213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" name="Equation" r:id="rId5" imgW="6400800" imgH="9448800" progId="Equation.3">
                  <p:embed/>
                </p:oleObj>
              </mc:Choice>
              <mc:Fallback>
                <p:oleObj name="Equation" r:id="rId5" imgW="6400800" imgH="9448800" progId="Equation.3">
                  <p:embed/>
                  <p:pic>
                    <p:nvPicPr>
                      <p:cNvPr id="0" name="图片 1433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79576" y="5125938"/>
                        <a:ext cx="684213" cy="895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0" name="Object 14"/>
          <p:cNvGraphicFramePr>
            <a:graphicFrameLocks noChangeAspect="1"/>
          </p:cNvGraphicFramePr>
          <p:nvPr/>
        </p:nvGraphicFramePr>
        <p:xfrm>
          <a:off x="2279576" y="260648"/>
          <a:ext cx="7658100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0" name="Equation" r:id="rId7" imgW="71628000" imgH="14935200" progId="Equation.DSMT4">
                  <p:embed/>
                </p:oleObj>
              </mc:Choice>
              <mc:Fallback>
                <p:oleObj name="Equation" r:id="rId7" imgW="71628000" imgH="14935200" progId="Equation.DSMT4">
                  <p:embed/>
                  <p:pic>
                    <p:nvPicPr>
                      <p:cNvPr id="0" name="图片 1433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79576" y="260648"/>
                        <a:ext cx="7658100" cy="1409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直接连接符 6"/>
          <p:cNvCxnSpPr/>
          <p:nvPr/>
        </p:nvCxnSpPr>
        <p:spPr>
          <a:xfrm>
            <a:off x="1524000" y="1700808"/>
            <a:ext cx="9144000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0708" name="文本框 200707"/>
          <p:cNvSpPr txBox="1"/>
          <p:nvPr/>
        </p:nvSpPr>
        <p:spPr>
          <a:xfrm>
            <a:off x="1451610" y="1178560"/>
            <a:ext cx="6459855" cy="30460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作业</a:t>
            </a: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en-US" altLang="zh-CN" sz="3200" b="1" dirty="0">
              <a:solidFill>
                <a:srgbClr val="0000FF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3200">
                <a:latin typeface="Times New Roman" panose="02020603050405020304" pitchFamily="18" charset="0"/>
              </a:rPr>
              <a:t>P68-69</a:t>
            </a:r>
            <a:endParaRPr lang="en-US" altLang="zh-CN" sz="3200">
              <a:latin typeface="Times New Roman" panose="02020603050405020304" pitchFamily="18" charset="0"/>
            </a:endParaRPr>
          </a:p>
          <a:p>
            <a:r>
              <a:rPr lang="zh-CN" altLang="en-US" sz="32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习题</a:t>
            </a:r>
            <a:r>
              <a:rPr lang="en-US" altLang="zh-CN" sz="32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1.3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3200">
                <a:latin typeface="Times New Roman" panose="02020603050405020304" pitchFamily="18" charset="0"/>
              </a:rPr>
              <a:t>   6. (2),(3),(5)</a:t>
            </a:r>
            <a:endParaRPr lang="en-US" altLang="zh-CN" sz="3200">
              <a:latin typeface="Times New Roman" panose="02020603050405020304" pitchFamily="18" charset="0"/>
            </a:endParaRPr>
          </a:p>
          <a:p>
            <a:r>
              <a:rPr lang="en-US" altLang="zh-CN" sz="3200">
                <a:latin typeface="Times New Roman" panose="02020603050405020304" pitchFamily="18" charset="0"/>
              </a:rPr>
              <a:t>                  7. (1),(4),(5)</a:t>
            </a:r>
            <a:endParaRPr lang="en-US" altLang="zh-CN" sz="3200">
              <a:latin typeface="Times New Roman" panose="02020603050405020304" pitchFamily="18" charset="0"/>
            </a:endParaRPr>
          </a:p>
          <a:p>
            <a:r>
              <a:rPr lang="en-US" altLang="zh-CN" sz="3200">
                <a:latin typeface="Times New Roman" panose="02020603050405020304" pitchFamily="18" charset="0"/>
              </a:rPr>
              <a:t> P80-81</a:t>
            </a:r>
            <a:endParaRPr lang="en-US" altLang="zh-CN" sz="3200">
              <a:latin typeface="Times New Roman" panose="02020603050405020304" pitchFamily="18" charset="0"/>
            </a:endParaRPr>
          </a:p>
          <a:p>
            <a:r>
              <a:rPr lang="zh-CN" altLang="en-US" sz="32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习题</a:t>
            </a:r>
            <a:r>
              <a:rPr lang="zh-CN" altLang="en-US" sz="32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1.4</a:t>
            </a:r>
            <a:r>
              <a:rPr lang="zh-CN" altLang="en-US" sz="32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en-US" altLang="zh-CN" sz="3200">
                <a:latin typeface="Times New Roman" panose="02020603050405020304" pitchFamily="18" charset="0"/>
              </a:rPr>
              <a:t>    2,  </a:t>
            </a:r>
            <a:r>
              <a:rPr lang="en-US" altLang="zh-CN" sz="3200">
                <a:latin typeface="Times New Roman" panose="02020603050405020304" pitchFamily="18" charset="0"/>
              </a:rPr>
              <a:t>4.(1),(2),   5.(2) ,   8  </a:t>
            </a:r>
            <a:endParaRPr lang="en-US" altLang="zh-CN" sz="3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COMMONDATA" val="eyJoZGlkIjoiYTE3YTg1MGUwYzcxMDRmMDA0MjllMmFkNzVlNjE4YTEifQ=="/>
  <p:tag name="KSO_WPP_MARK_KEY" val="c255b2dc-d9c6-46c4-b105-47eabb99cd08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lang="zh-CN" altLang="en-US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3945</Words>
  <Application>WPS 演示</Application>
  <PresentationFormat>宽屏</PresentationFormat>
  <Paragraphs>1072</Paragraphs>
  <Slides>63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522</vt:i4>
      </vt:variant>
      <vt:variant>
        <vt:lpstr>幻灯片标题</vt:lpstr>
      </vt:variant>
      <vt:variant>
        <vt:i4>63</vt:i4>
      </vt:variant>
    </vt:vector>
  </HeadingPairs>
  <TitlesOfParts>
    <vt:vector size="609" baseType="lpstr">
      <vt:lpstr>Arial</vt:lpstr>
      <vt:lpstr>宋体</vt:lpstr>
      <vt:lpstr>Wingdings</vt:lpstr>
      <vt:lpstr>Wingdings</vt:lpstr>
      <vt:lpstr>华文琥珀</vt:lpstr>
      <vt:lpstr>黑体</vt:lpstr>
      <vt:lpstr>微软雅黑</vt:lpstr>
      <vt:lpstr>Times New Roman</vt:lpstr>
      <vt:lpstr>楷体_GB2312</vt:lpstr>
      <vt:lpstr>新宋体</vt:lpstr>
      <vt:lpstr>Symbol</vt:lpstr>
      <vt:lpstr>Cambria Math</vt:lpstr>
      <vt:lpstr>Times New Roman</vt:lpstr>
      <vt:lpstr>楷体</vt:lpstr>
      <vt:lpstr>Calibri</vt:lpstr>
      <vt:lpstr>楷体_GB2312</vt:lpstr>
      <vt:lpstr>MS Mincho</vt:lpstr>
      <vt:lpstr>Arial Unicode MS</vt:lpstr>
      <vt:lpstr>Symbol</vt:lpstr>
      <vt:lpstr>幼圆</vt:lpstr>
      <vt:lpstr>隶书</vt:lpstr>
      <vt:lpstr>Segoe Print</vt:lpstr>
      <vt:lpstr>Office 主题​​</vt:lpstr>
      <vt:lpstr>1_Office 主题​​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Equation.DSMT4</vt:lpstr>
      <vt:lpstr>Equation.3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Equation.KSEE3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山人有鱼</cp:lastModifiedBy>
  <cp:revision>189</cp:revision>
  <dcterms:created xsi:type="dcterms:W3CDTF">2019-06-19T02:08:00Z</dcterms:created>
  <dcterms:modified xsi:type="dcterms:W3CDTF">2022-10-23T13:50:15Z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2052-11.1.0.12598</vt:lpwstr>
  </property>
  <property fmtid="{D5CDD505-2E9C-101B-9397-08002B2CF9AE}" pid="3" name="ICV">
    <vt:lpwstr>8AB6437351D94074B10D0886177CB93D</vt:lpwstr>
  </property>
</Properties>
</file>