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2"/>
  </p:notesMasterIdLst>
  <p:sldIdLst>
    <p:sldId id="29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12192000" cy="6858000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yan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9C6"/>
    <a:srgbClr val="3700FF"/>
    <a:srgbClr val="FF0000"/>
    <a:srgbClr val="D9D9D9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1987"/>
        <p:guide pos="400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tags" Target="tags/tag125.xml"/><Relationship Id="rId47" Type="http://schemas.openxmlformats.org/officeDocument/2006/relationships/commentAuthors" Target="commentAuthors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6E29B6-1ACE-47E8-8B25-45743089B4D6}" type="doc">
      <dgm:prSet loTypeId="list" loCatId="list" qsTypeId="urn:microsoft.com/office/officeart/2005/8/quickstyle/simple1" qsCatId="simple" csTypeId="urn:microsoft.com/office/officeart/2005/8/colors/colorful2" csCatId="accent1" phldr="1"/>
      <dgm:spPr/>
      <dgm:t>
        <a:bodyPr/>
        <a:lstStyle/>
        <a:p>
          <a:endParaRPr lang="zh-CN" altLang="en-US"/>
        </a:p>
      </dgm:t>
    </dgm:pt>
    <dgm:pt modelId="{0666607E-02E4-4405-8BF2-F36410D4BFA5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b="1" dirty="0" smtClean="0">
              <a:solidFill>
                <a:srgbClr val="7030A0"/>
              </a:solidFill>
              <a:latin typeface="+mj-ea"/>
              <a:ea typeface="+mj-ea"/>
              <a:cs typeface="+mj-ea"/>
            </a:rPr>
            <a:t>3.1 </a:t>
          </a:r>
          <a:r>
            <a:rPr lang="zh-CN" altLang="en-US" sz="2400" b="1" dirty="0" smtClean="0">
              <a:solidFill>
                <a:srgbClr val="7030A0"/>
              </a:solidFill>
              <a:latin typeface="+mj-ea"/>
              <a:ea typeface="+mj-ea"/>
              <a:cs typeface="+mj-ea"/>
            </a:rPr>
            <a:t>微分中值定理及其简单应用</a:t>
          </a:r>
          <a:r>
            <a:rPr lang="zh-CN" altLang="en-US" sz="2400" b="1" dirty="0" smtClean="0">
              <a:solidFill>
                <a:srgbClr val="7030A0"/>
              </a:solidFill>
              <a:latin typeface="+mj-ea"/>
              <a:ea typeface="+mj-ea"/>
              <a:cs typeface="+mj-ea"/>
            </a:rPr>
            <a:t/>
          </a:r>
          <a:endParaRPr lang="zh-CN" altLang="en-US" sz="2400" b="1" dirty="0" smtClean="0">
            <a:solidFill>
              <a:srgbClr val="7030A0"/>
            </a:solidFill>
            <a:latin typeface="+mj-ea"/>
            <a:ea typeface="+mj-ea"/>
            <a:cs typeface="+mj-ea"/>
          </a:endParaRPr>
        </a:p>
      </dgm:t>
    </dgm:pt>
    <dgm:pt modelId="{CE2A326B-13FB-4E82-8B46-925A4F345035}" cxnId="{2E734BEF-61DD-4AB0-8B4A-407DACD20FB6}" type="parTrans">
      <dgm:prSet/>
      <dgm:spPr/>
      <dgm:t>
        <a:bodyPr/>
        <a:lstStyle/>
        <a:p>
          <a:endParaRPr lang="zh-CN" altLang="en-US"/>
        </a:p>
      </dgm:t>
    </dgm:pt>
    <dgm:pt modelId="{4D7937C5-04FB-4E59-8B57-26D1C722B417}" cxnId="{2E734BEF-61DD-4AB0-8B4A-407DACD20FB6}" type="sibTrans">
      <dgm:prSet/>
      <dgm:spPr/>
      <dgm:t>
        <a:bodyPr/>
        <a:lstStyle/>
        <a:p>
          <a:endParaRPr lang="zh-CN" altLang="en-US"/>
        </a:p>
      </dgm:t>
    </dgm:pt>
    <dgm:pt modelId="{B10293DD-9F5C-44F9-ACBE-CDC197D39390}">
      <dgm:prSet phldrT="[文本]" phldr="0" custT="1"/>
      <dgm:spPr/>
      <dgm:t>
        <a:bodyPr vert="horz" wrap="square"/>
        <a:p>
          <a:pPr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3.2 </a:t>
          </a:r>
          <a:r>
            <a:rPr lang="zh-CN" altLang="en-US" sz="24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未定式的极限 泰勒公式</a:t>
          </a:r>
          <a:r>
            <a:rPr lang="zh-CN" altLang="en-US" sz="24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/>
          </a:r>
          <a:endParaRPr lang="zh-CN" altLang="en-US" sz="2400" b="1" dirty="0" smtClean="0">
            <a:solidFill>
              <a:srgbClr val="7030A0"/>
            </a:solidFill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55FCF73C-D4E9-4CB6-926B-F49220364141}" cxnId="{8704D577-6824-4BFD-BE32-811CAF16F37B}" type="parTrans">
      <dgm:prSet/>
      <dgm:spPr/>
      <dgm:t>
        <a:bodyPr/>
        <a:lstStyle/>
        <a:p>
          <a:endParaRPr lang="zh-CN" altLang="en-US"/>
        </a:p>
      </dgm:t>
    </dgm:pt>
    <dgm:pt modelId="{1026DF1C-DA09-4B21-82F2-C83700F54BED}" cxnId="{8704D577-6824-4BFD-BE32-811CAF16F37B}" type="sibTrans">
      <dgm:prSet/>
      <dgm:spPr/>
      <dgm:t>
        <a:bodyPr/>
        <a:lstStyle/>
        <a:p>
          <a:endParaRPr lang="zh-CN" altLang="en-US"/>
        </a:p>
      </dgm:t>
    </dgm:pt>
    <dgm:pt modelId="{07D42C5A-7F32-4ED5-A997-184CE8F58688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3.3 </a:t>
          </a:r>
          <a:r>
            <a:rPr lang="zh-CN" altLang="en-US" sz="24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函数的性态</a:t>
          </a:r>
          <a:r>
            <a:rPr lang="zh-CN" altLang="en-US" sz="24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/>
          </a:r>
          <a:endParaRPr lang="zh-CN" altLang="en-US" sz="2400" b="1" dirty="0" smtClean="0">
            <a:solidFill>
              <a:srgbClr val="7030A0"/>
            </a:solidFill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A0B85C37-CA98-4869-BD86-3EE026ED0E4A}" cxnId="{372B6654-3134-4003-84FA-F545C80CC8A5}" type="parTrans">
      <dgm:prSet/>
      <dgm:spPr/>
      <dgm:t>
        <a:bodyPr/>
        <a:lstStyle/>
        <a:p>
          <a:endParaRPr lang="zh-CN" altLang="en-US"/>
        </a:p>
      </dgm:t>
    </dgm:pt>
    <dgm:pt modelId="{16F833FD-9207-4547-817A-949FBDC5101A}" cxnId="{372B6654-3134-4003-84FA-F545C80CC8A5}" type="sibTrans">
      <dgm:prSet/>
      <dgm:spPr/>
      <dgm:t>
        <a:bodyPr/>
        <a:lstStyle/>
        <a:p>
          <a:endParaRPr lang="zh-CN" altLang="en-US"/>
        </a:p>
      </dgm:t>
    </dgm:pt>
    <dgm:pt modelId="{51A121F6-42E2-4F31-940F-CA23C1AB72D1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3.4</a:t>
          </a:r>
          <a:r>
            <a:rPr lang="zh-CN" altLang="en-US" sz="24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本章回顾</a:t>
          </a:r>
          <a:r>
            <a:rPr lang="zh-CN" altLang="en-US" sz="24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/>
          </a:r>
          <a:endParaRPr lang="zh-CN" altLang="en-US" sz="2400" b="1" dirty="0" smtClean="0">
            <a:solidFill>
              <a:srgbClr val="7030A0"/>
            </a:solidFill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B81E3022-0311-4A82-9F16-21BC8E4A48A3}" cxnId="{58AFDF69-424C-4BE9-9D17-2623AFCC316E}" type="parTrans">
      <dgm:prSet/>
      <dgm:spPr/>
    </dgm:pt>
    <dgm:pt modelId="{9822D024-E35B-4642-ADFE-E98824F40E01}" cxnId="{58AFDF69-424C-4BE9-9D17-2623AFCC316E}" type="sibTrans">
      <dgm:prSet/>
      <dgm:spPr/>
    </dgm:pt>
    <dgm:pt modelId="{65A0318D-0ADE-4F93-9662-2657E09C7381}" type="pres">
      <dgm:prSet presAssocID="{DE6E29B6-1ACE-47E8-8B25-45743089B4D6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6F9E314-3831-4D0B-81F6-E35B628F78C8}" type="pres">
      <dgm:prSet presAssocID="{0666607E-02E4-4405-8BF2-F36410D4BFA5}" presName="composite" presStyleCnt="0"/>
      <dgm:spPr/>
    </dgm:pt>
    <dgm:pt modelId="{24C46A26-0EF1-4105-A876-C760833C8408}" type="pres">
      <dgm:prSet presAssocID="{0666607E-02E4-4405-8BF2-F36410D4BFA5}" presName="imgShp" presStyleLbl="fgImgPlace1" presStyleIdx="0" presStyleCnt="4"/>
      <dgm:spPr/>
    </dgm:pt>
    <dgm:pt modelId="{57D8C33F-5CDD-4CC5-9043-A8FB7176D890}" type="pres">
      <dgm:prSet presAssocID="{0666607E-02E4-4405-8BF2-F36410D4BFA5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3AAD728-1AAC-4CD7-A164-36D402401EA1}" type="pres">
      <dgm:prSet presAssocID="{4D7937C5-04FB-4E59-8B57-26D1C722B417}" presName="spacing" presStyleCnt="0"/>
      <dgm:spPr/>
    </dgm:pt>
    <dgm:pt modelId="{5BB66AE7-0B4E-4934-B096-76CD501916AB}" type="pres">
      <dgm:prSet presAssocID="{B10293DD-9F5C-44F9-ACBE-CDC197D39390}" presName="composite" presStyleCnt="0"/>
      <dgm:spPr/>
    </dgm:pt>
    <dgm:pt modelId="{93480EDE-41D0-424A-AA23-66A6A2BC2583}" type="pres">
      <dgm:prSet presAssocID="{B10293DD-9F5C-44F9-ACBE-CDC197D39390}" presName="imgShp" presStyleLbl="fgImgPlace1" presStyleIdx="1" presStyleCnt="4" custLinFactNeighborX="430" custLinFactNeighborY="-1034"/>
      <dgm:spPr/>
    </dgm:pt>
    <dgm:pt modelId="{ED668F4B-FA4C-417C-A711-71444EA45CF5}" type="pres">
      <dgm:prSet presAssocID="{B10293DD-9F5C-44F9-ACBE-CDC197D39390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3C6DF81-3692-4E60-A26D-40C1338A6FFD}" type="pres">
      <dgm:prSet presAssocID="{1026DF1C-DA09-4B21-82F2-C83700F54BED}" presName="spacing" presStyleCnt="0"/>
      <dgm:spPr/>
    </dgm:pt>
    <dgm:pt modelId="{216D8DC1-319A-419E-B076-011B82AA3A0E}" type="pres">
      <dgm:prSet presAssocID="{07D42C5A-7F32-4ED5-A997-184CE8F58688}" presName="composite" presStyleCnt="0"/>
      <dgm:spPr/>
    </dgm:pt>
    <dgm:pt modelId="{8062696D-4B38-49DE-AC14-6EEA8078E1E8}" type="pres">
      <dgm:prSet presAssocID="{07D42C5A-7F32-4ED5-A997-184CE8F58688}" presName="imgShp" presStyleLbl="fgImgPlace1" presStyleIdx="2" presStyleCnt="4"/>
      <dgm:spPr/>
    </dgm:pt>
    <dgm:pt modelId="{6BB5D04B-F172-4A6D-AE9D-F6892D202FF6}" type="pres">
      <dgm:prSet presAssocID="{07D42C5A-7F32-4ED5-A997-184CE8F58688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BD0E104-6918-4E3F-802D-0A55F778D0E9}" type="pres">
      <dgm:prSet presAssocID="{16F833FD-9207-4547-817A-949FBDC5101A}" presName="spacing" presStyleCnt="0"/>
      <dgm:spPr/>
    </dgm:pt>
    <dgm:pt modelId="{591A5808-6333-442E-B2E9-BDC15F5F805E}" type="pres">
      <dgm:prSet presAssocID="{51A121F6-42E2-4F31-940F-CA23C1AB72D1}" presName="composite" presStyleCnt="0"/>
      <dgm:spPr/>
    </dgm:pt>
    <dgm:pt modelId="{A26E4448-ABEF-4ABD-8B44-99D946597AE4}" type="pres">
      <dgm:prSet presAssocID="{51A121F6-42E2-4F31-940F-CA23C1AB72D1}" presName="imgShp" presStyleLbl="fgImgPlace1" presStyleIdx="3" presStyleCnt="4"/>
      <dgm:spPr/>
    </dgm:pt>
    <dgm:pt modelId="{78164FB3-7BB3-45DA-B9B6-EE7F0176E633}" type="pres">
      <dgm:prSet presAssocID="{51A121F6-42E2-4F31-940F-CA23C1AB72D1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E734BEF-61DD-4AB0-8B4A-407DACD20FB6}" srcId="{DE6E29B6-1ACE-47E8-8B25-45743089B4D6}" destId="{0666607E-02E4-4405-8BF2-F36410D4BFA5}" srcOrd="0" destOrd="0" parTransId="{CE2A326B-13FB-4E82-8B46-925A4F345035}" sibTransId="{4D7937C5-04FB-4E59-8B57-26D1C722B417}"/>
    <dgm:cxn modelId="{8704D577-6824-4BFD-BE32-811CAF16F37B}" srcId="{DE6E29B6-1ACE-47E8-8B25-45743089B4D6}" destId="{B10293DD-9F5C-44F9-ACBE-CDC197D39390}" srcOrd="1" destOrd="0" parTransId="{55FCF73C-D4E9-4CB6-926B-F49220364141}" sibTransId="{1026DF1C-DA09-4B21-82F2-C83700F54BED}"/>
    <dgm:cxn modelId="{372B6654-3134-4003-84FA-F545C80CC8A5}" srcId="{DE6E29B6-1ACE-47E8-8B25-45743089B4D6}" destId="{07D42C5A-7F32-4ED5-A997-184CE8F58688}" srcOrd="2" destOrd="0" parTransId="{A0B85C37-CA98-4869-BD86-3EE026ED0E4A}" sibTransId="{16F833FD-9207-4547-817A-949FBDC5101A}"/>
    <dgm:cxn modelId="{58AFDF69-424C-4BE9-9D17-2623AFCC316E}" srcId="{DE6E29B6-1ACE-47E8-8B25-45743089B4D6}" destId="{51A121F6-42E2-4F31-940F-CA23C1AB72D1}" srcOrd="3" destOrd="0" parTransId="{B81E3022-0311-4A82-9F16-21BC8E4A48A3}" sibTransId="{9822D024-E35B-4642-ADFE-E98824F40E01}"/>
    <dgm:cxn modelId="{5FAB033B-D737-43EA-84AA-BA71F010112F}" type="presOf" srcId="{DE6E29B6-1ACE-47E8-8B25-45743089B4D6}" destId="{65A0318D-0ADE-4F93-9662-2657E09C7381}" srcOrd="0" destOrd="0" presId="urn:microsoft.com/office/officeart/2005/8/layout/vList3#1"/>
    <dgm:cxn modelId="{2A8A56CB-ECCC-445C-B264-3C8D054EE8B9}" type="presParOf" srcId="{65A0318D-0ADE-4F93-9662-2657E09C7381}" destId="{56F9E314-3831-4D0B-81F6-E35B628F78C8}" srcOrd="0" destOrd="0" presId="urn:microsoft.com/office/officeart/2005/8/layout/vList3#1"/>
    <dgm:cxn modelId="{8AB8C02E-CFE7-44B4-AF88-077BF9E3AE83}" type="presParOf" srcId="{56F9E314-3831-4D0B-81F6-E35B628F78C8}" destId="{24C46A26-0EF1-4105-A876-C760833C8408}" srcOrd="0" destOrd="0" presId="urn:microsoft.com/office/officeart/2005/8/layout/vList3#1"/>
    <dgm:cxn modelId="{3AF76DD3-F003-4375-85D7-082C801FC7A0}" type="presParOf" srcId="{56F9E314-3831-4D0B-81F6-E35B628F78C8}" destId="{57D8C33F-5CDD-4CC5-9043-A8FB7176D890}" srcOrd="1" destOrd="0" presId="urn:microsoft.com/office/officeart/2005/8/layout/vList3#1"/>
    <dgm:cxn modelId="{400F003C-0294-4284-B06C-63EDCDE35282}" type="presOf" srcId="{0666607E-02E4-4405-8BF2-F36410D4BFA5}" destId="{57D8C33F-5CDD-4CC5-9043-A8FB7176D890}" srcOrd="0" destOrd="0" presId="urn:microsoft.com/office/officeart/2005/8/layout/vList3#1"/>
    <dgm:cxn modelId="{B18AA9ED-AEFA-451D-8509-48FCE9E06B15}" type="presParOf" srcId="{65A0318D-0ADE-4F93-9662-2657E09C7381}" destId="{23AAD728-1AAC-4CD7-A164-36D402401EA1}" srcOrd="1" destOrd="0" presId="urn:microsoft.com/office/officeart/2005/8/layout/vList3#1"/>
    <dgm:cxn modelId="{F504828D-C60B-4844-9274-C7EAB89196AF}" type="presOf" srcId="{4D7937C5-04FB-4E59-8B57-26D1C722B417}" destId="{23AAD728-1AAC-4CD7-A164-36D402401EA1}" srcOrd="0" destOrd="0" presId="urn:microsoft.com/office/officeart/2005/8/layout/vList3#1"/>
    <dgm:cxn modelId="{0E110EE4-7E04-4D97-A081-4A50FD71B7A9}" type="presParOf" srcId="{65A0318D-0ADE-4F93-9662-2657E09C7381}" destId="{5BB66AE7-0B4E-4934-B096-76CD501916AB}" srcOrd="2" destOrd="0" presId="urn:microsoft.com/office/officeart/2005/8/layout/vList3#1"/>
    <dgm:cxn modelId="{71D532AD-96FF-44E5-B262-2495E2D21167}" type="presParOf" srcId="{5BB66AE7-0B4E-4934-B096-76CD501916AB}" destId="{93480EDE-41D0-424A-AA23-66A6A2BC2583}" srcOrd="0" destOrd="2" presId="urn:microsoft.com/office/officeart/2005/8/layout/vList3#1"/>
    <dgm:cxn modelId="{ABD17EFE-DFA3-4BB0-B4AD-05210F63C14F}" type="presParOf" srcId="{5BB66AE7-0B4E-4934-B096-76CD501916AB}" destId="{ED668F4B-FA4C-417C-A711-71444EA45CF5}" srcOrd="1" destOrd="2" presId="urn:microsoft.com/office/officeart/2005/8/layout/vList3#1"/>
    <dgm:cxn modelId="{F71EB58C-1422-4948-ACB9-5322DCB98EB2}" type="presOf" srcId="{B10293DD-9F5C-44F9-ACBE-CDC197D39390}" destId="{ED668F4B-FA4C-417C-A711-71444EA45CF5}" srcOrd="0" destOrd="0" presId="urn:microsoft.com/office/officeart/2005/8/layout/vList3#1"/>
    <dgm:cxn modelId="{CFEFBA14-E21A-4192-B3C0-E2983F3523EE}" type="presParOf" srcId="{65A0318D-0ADE-4F93-9662-2657E09C7381}" destId="{D3C6DF81-3692-4E60-A26D-40C1338A6FFD}" srcOrd="3" destOrd="0" presId="urn:microsoft.com/office/officeart/2005/8/layout/vList3#1"/>
    <dgm:cxn modelId="{7A13576C-E003-43B8-92B4-75EA353173EC}" type="presOf" srcId="{1026DF1C-DA09-4B21-82F2-C83700F54BED}" destId="{D3C6DF81-3692-4E60-A26D-40C1338A6FFD}" srcOrd="0" destOrd="0" presId="urn:microsoft.com/office/officeart/2005/8/layout/vList3#1"/>
    <dgm:cxn modelId="{7779C7A0-9CB9-4361-9E2E-599207E1C29D}" type="presParOf" srcId="{65A0318D-0ADE-4F93-9662-2657E09C7381}" destId="{216D8DC1-319A-419E-B076-011B82AA3A0E}" srcOrd="4" destOrd="0" presId="urn:microsoft.com/office/officeart/2005/8/layout/vList3#1"/>
    <dgm:cxn modelId="{F39AB52C-CB2D-4008-BB7B-A72816C9CD1D}" type="presParOf" srcId="{216D8DC1-319A-419E-B076-011B82AA3A0E}" destId="{8062696D-4B38-49DE-AC14-6EEA8078E1E8}" srcOrd="0" destOrd="4" presId="urn:microsoft.com/office/officeart/2005/8/layout/vList3#1"/>
    <dgm:cxn modelId="{7E542994-08E6-4ECA-8B1C-CAF4A1426307}" type="presParOf" srcId="{216D8DC1-319A-419E-B076-011B82AA3A0E}" destId="{6BB5D04B-F172-4A6D-AE9D-F6892D202FF6}" srcOrd="1" destOrd="4" presId="urn:microsoft.com/office/officeart/2005/8/layout/vList3#1"/>
    <dgm:cxn modelId="{E2A46004-0477-42B2-8B63-59683C9081AD}" type="presOf" srcId="{07D42C5A-7F32-4ED5-A997-184CE8F58688}" destId="{6BB5D04B-F172-4A6D-AE9D-F6892D202FF6}" srcOrd="0" destOrd="0" presId="urn:microsoft.com/office/officeart/2005/8/layout/vList3#1"/>
    <dgm:cxn modelId="{D7A3669A-BFB7-4806-B237-630B00C6B01F}" type="presParOf" srcId="{65A0318D-0ADE-4F93-9662-2657E09C7381}" destId="{DBD0E104-6918-4E3F-802D-0A55F778D0E9}" srcOrd="5" destOrd="0" presId="urn:microsoft.com/office/officeart/2005/8/layout/vList3#1"/>
    <dgm:cxn modelId="{74D3AC39-FA70-48BB-87BB-F48D6D8E4BDB}" type="presOf" srcId="{16F833FD-9207-4547-817A-949FBDC5101A}" destId="{DBD0E104-6918-4E3F-802D-0A55F778D0E9}" srcOrd="0" destOrd="0" presId="urn:microsoft.com/office/officeart/2005/8/layout/vList3#1"/>
    <dgm:cxn modelId="{2245EA93-CB81-4C8B-A2A2-2584EEF2DCC9}" type="presParOf" srcId="{65A0318D-0ADE-4F93-9662-2657E09C7381}" destId="{591A5808-6333-442E-B2E9-BDC15F5F805E}" srcOrd="6" destOrd="0" presId="urn:microsoft.com/office/officeart/2005/8/layout/vList3#1"/>
    <dgm:cxn modelId="{D90597C6-1284-4FA8-A39B-4232276F8EFB}" type="presParOf" srcId="{591A5808-6333-442E-B2E9-BDC15F5F805E}" destId="{A26E4448-ABEF-4ABD-8B44-99D946597AE4}" srcOrd="0" destOrd="6" presId="urn:microsoft.com/office/officeart/2005/8/layout/vList3#1"/>
    <dgm:cxn modelId="{FEA9B617-2D04-4582-AF23-CFEFB21ED33D}" type="presParOf" srcId="{591A5808-6333-442E-B2E9-BDC15F5F805E}" destId="{78164FB3-7BB3-45DA-B9B6-EE7F0176E633}" srcOrd="1" destOrd="6" presId="urn:microsoft.com/office/officeart/2005/8/layout/vList3#1"/>
    <dgm:cxn modelId="{D09EC225-C968-43ED-9023-D48781C1C8E7}" type="presOf" srcId="{51A121F6-42E2-4F31-940F-CA23C1AB72D1}" destId="{78164FB3-7BB3-45DA-B9B6-EE7F0176E633}" srcOrd="0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096000" cy="4064000"/>
        <a:chOff x="0" y="0"/>
        <a:chExt cx="6096000" cy="4064000"/>
      </a:xfrm>
    </dsp:grpSpPr>
    <dsp:sp modelId="{57D8C33F-5CDD-4CC5-9043-A8FB7176D890}">
      <dsp:nvSpPr>
        <dsp:cNvPr id="4" name="五边形 3"/>
        <dsp:cNvSpPr/>
      </dsp:nvSpPr>
      <dsp:spPr bwMode="white">
        <a:xfrm rot="10800000">
          <a:off x="1234975" y="0"/>
          <a:ext cx="4053840" cy="855579"/>
        </a:xfrm>
        <a:prstGeom prst="homePlate">
          <a:avLst/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377286" tIns="91439" rIns="170688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b="1" dirty="0" smtClean="0">
              <a:solidFill>
                <a:srgbClr val="7030A0"/>
              </a:solidFill>
              <a:latin typeface="+mj-ea"/>
              <a:ea typeface="+mj-ea"/>
              <a:cs typeface="+mj-ea"/>
            </a:rPr>
            <a:t>3.1 </a:t>
          </a:r>
          <a:r>
            <a:rPr lang="zh-CN" altLang="en-US" sz="2400" b="1" dirty="0" smtClean="0">
              <a:solidFill>
                <a:srgbClr val="7030A0"/>
              </a:solidFill>
              <a:latin typeface="+mj-ea"/>
              <a:ea typeface="+mj-ea"/>
              <a:cs typeface="+mj-ea"/>
            </a:rPr>
            <a:t>微分中值定理及其简单应用</a:t>
          </a:r>
          <a:endParaRPr lang="zh-CN" altLang="en-US" sz="2400" b="1" dirty="0" smtClean="0">
            <a:solidFill>
              <a:srgbClr val="7030A0"/>
            </a:solidFill>
            <a:latin typeface="+mj-ea"/>
            <a:ea typeface="+mj-ea"/>
            <a:cs typeface="+mj-ea"/>
          </a:endParaRPr>
        </a:p>
      </dsp:txBody>
      <dsp:txXfrm rot="10800000">
        <a:off x="1234975" y="0"/>
        <a:ext cx="4053840" cy="855579"/>
      </dsp:txXfrm>
    </dsp:sp>
    <dsp:sp modelId="{24C46A26-0EF1-4105-A876-C760833C8408}">
      <dsp:nvSpPr>
        <dsp:cNvPr id="3" name="椭圆 2"/>
        <dsp:cNvSpPr/>
      </dsp:nvSpPr>
      <dsp:spPr bwMode="white">
        <a:xfrm>
          <a:off x="807185" y="0"/>
          <a:ext cx="855579" cy="855579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>
            <a:tint val="5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/>
      </dsp:style>
      <dsp:txXfrm>
        <a:off x="807185" y="0"/>
        <a:ext cx="855579" cy="855579"/>
      </dsp:txXfrm>
    </dsp:sp>
    <dsp:sp modelId="{ED668F4B-FA4C-417C-A711-71444EA45CF5}">
      <dsp:nvSpPr>
        <dsp:cNvPr id="6" name="五边形 5"/>
        <dsp:cNvSpPr/>
      </dsp:nvSpPr>
      <dsp:spPr bwMode="white">
        <a:xfrm rot="10800000">
          <a:off x="1234975" y="1069474"/>
          <a:ext cx="4053840" cy="855579"/>
        </a:xfrm>
        <a:prstGeom prst="homePlate">
          <a:avLst/>
        </a:prstGeom>
      </dsp:spPr>
      <dsp:style>
        <a:lnRef idx="2">
          <a:schemeClr val="lt1"/>
        </a:lnRef>
        <a:fillRef idx="1">
          <a:schemeClr val="accent2">
            <a:hueOff val="420000"/>
            <a:satOff val="-2352"/>
            <a:lumOff val="78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377286" tIns="91439" rIns="170688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3.2 </a:t>
          </a:r>
          <a:r>
            <a:rPr lang="zh-CN" altLang="en-US" sz="24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未定式的极限 泰勒公式</a:t>
          </a:r>
          <a:endParaRPr lang="zh-CN" altLang="en-US" sz="2400" b="1" dirty="0" smtClean="0">
            <a:solidFill>
              <a:srgbClr val="7030A0"/>
            </a:solidFill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sp:txBody>
      <dsp:txXfrm rot="10800000">
        <a:off x="1234975" y="1069474"/>
        <a:ext cx="4053840" cy="855579"/>
      </dsp:txXfrm>
    </dsp:sp>
    <dsp:sp modelId="{93480EDE-41D0-424A-AA23-66A6A2BC2583}">
      <dsp:nvSpPr>
        <dsp:cNvPr id="5" name="椭圆 4"/>
        <dsp:cNvSpPr/>
      </dsp:nvSpPr>
      <dsp:spPr bwMode="white">
        <a:xfrm>
          <a:off x="810864" y="1060627"/>
          <a:ext cx="855579" cy="855579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>
            <a:tint val="50000"/>
            <a:hueOff val="580000"/>
            <a:satOff val="-2221"/>
            <a:lumOff val="0"/>
            <a:alpha val="100000"/>
          </a:schemeClr>
        </a:fillRef>
        <a:effectRef idx="0">
          <a:scrgbClr r="0" g="0" b="0"/>
        </a:effectRef>
        <a:fontRef idx="minor"/>
      </dsp:style>
      <dsp:txXfrm>
        <a:off x="810864" y="1060627"/>
        <a:ext cx="855579" cy="855579"/>
      </dsp:txXfrm>
    </dsp:sp>
    <dsp:sp modelId="{6BB5D04B-F172-4A6D-AE9D-F6892D202FF6}">
      <dsp:nvSpPr>
        <dsp:cNvPr id="8" name="五边形 7"/>
        <dsp:cNvSpPr/>
      </dsp:nvSpPr>
      <dsp:spPr bwMode="white">
        <a:xfrm rot="10800000">
          <a:off x="1234975" y="2138947"/>
          <a:ext cx="4053840" cy="855579"/>
        </a:xfrm>
        <a:prstGeom prst="homePlate">
          <a:avLst/>
        </a:prstGeom>
      </dsp:spPr>
      <dsp:style>
        <a:lnRef idx="2">
          <a:schemeClr val="lt1"/>
        </a:lnRef>
        <a:fillRef idx="1">
          <a:schemeClr val="accent2">
            <a:hueOff val="840000"/>
            <a:satOff val="-4705"/>
            <a:lumOff val="156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377286" tIns="91439" rIns="170688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3.3 </a:t>
          </a:r>
          <a:r>
            <a:rPr lang="zh-CN" altLang="en-US" sz="24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函数的性态</a:t>
          </a:r>
          <a:endParaRPr lang="zh-CN" altLang="en-US" sz="2400" b="1" dirty="0" smtClean="0">
            <a:solidFill>
              <a:srgbClr val="7030A0"/>
            </a:solidFill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sp:txBody>
      <dsp:txXfrm rot="10800000">
        <a:off x="1234975" y="2138947"/>
        <a:ext cx="4053840" cy="855579"/>
      </dsp:txXfrm>
    </dsp:sp>
    <dsp:sp modelId="{8062696D-4B38-49DE-AC14-6EEA8078E1E8}">
      <dsp:nvSpPr>
        <dsp:cNvPr id="7" name="椭圆 6"/>
        <dsp:cNvSpPr/>
      </dsp:nvSpPr>
      <dsp:spPr bwMode="white">
        <a:xfrm>
          <a:off x="807185" y="2138947"/>
          <a:ext cx="855579" cy="855579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>
            <a:tint val="50000"/>
            <a:hueOff val="1160000"/>
            <a:satOff val="-4443"/>
            <a:lumOff val="0"/>
            <a:alpha val="100000"/>
          </a:schemeClr>
        </a:fillRef>
        <a:effectRef idx="0">
          <a:scrgbClr r="0" g="0" b="0"/>
        </a:effectRef>
        <a:fontRef idx="minor"/>
      </dsp:style>
      <dsp:txXfrm>
        <a:off x="807185" y="2138947"/>
        <a:ext cx="855579" cy="855579"/>
      </dsp:txXfrm>
    </dsp:sp>
    <dsp:sp modelId="{78164FB3-7BB3-45DA-B9B6-EE7F0176E633}">
      <dsp:nvSpPr>
        <dsp:cNvPr id="10" name="五边形 9"/>
        <dsp:cNvSpPr/>
      </dsp:nvSpPr>
      <dsp:spPr bwMode="white">
        <a:xfrm rot="10800000">
          <a:off x="1234975" y="3208421"/>
          <a:ext cx="4053840" cy="855579"/>
        </a:xfrm>
        <a:prstGeom prst="homePlate">
          <a:avLst/>
        </a:prstGeom>
      </dsp:spPr>
      <dsp:style>
        <a:lnRef idx="2">
          <a:schemeClr val="lt1"/>
        </a:lnRef>
        <a:fillRef idx="1">
          <a:schemeClr val="accent2">
            <a:hueOff val="1260000"/>
            <a:satOff val="-7058"/>
            <a:lumOff val="235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377286" tIns="91439" rIns="170688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3.4</a:t>
          </a:r>
          <a:r>
            <a:rPr lang="zh-CN" altLang="en-US" sz="24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本章回顾</a:t>
          </a:r>
          <a:endParaRPr lang="zh-CN" altLang="en-US" sz="2400" b="1" dirty="0" smtClean="0">
            <a:solidFill>
              <a:srgbClr val="7030A0"/>
            </a:solidFill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sp:txBody>
      <dsp:txXfrm rot="10800000">
        <a:off x="1234975" y="3208421"/>
        <a:ext cx="4053840" cy="855579"/>
      </dsp:txXfrm>
    </dsp:sp>
    <dsp:sp modelId="{A26E4448-ABEF-4ABD-8B44-99D946597AE4}">
      <dsp:nvSpPr>
        <dsp:cNvPr id="9" name="椭圆 8"/>
        <dsp:cNvSpPr/>
      </dsp:nvSpPr>
      <dsp:spPr bwMode="white">
        <a:xfrm>
          <a:off x="807185" y="3208421"/>
          <a:ext cx="855579" cy="855579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>
            <a:tint val="50000"/>
            <a:hueOff val="1740000"/>
            <a:satOff val="-6666"/>
            <a:lumOff val="0"/>
            <a:alpha val="100000"/>
          </a:schemeClr>
        </a:fillRef>
        <a:effectRef idx="0">
          <a:scrgbClr r="0" g="0" b="0"/>
        </a:effectRef>
        <a:fontRef idx="minor"/>
      </dsp:style>
      <dsp:txXfrm>
        <a:off x="807185" y="3208421"/>
        <a:ext cx="855579" cy="8555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type="homePlate" r:blip="" rot="180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20" Type="http://schemas.openxmlformats.org/officeDocument/2006/relationships/image" Target="../media/image20.wmf"/><Relationship Id="rId2" Type="http://schemas.openxmlformats.org/officeDocument/2006/relationships/image" Target="../media/image2.wmf"/><Relationship Id="rId19" Type="http://schemas.openxmlformats.org/officeDocument/2006/relationships/image" Target="../media/image19.wmf"/><Relationship Id="rId18" Type="http://schemas.openxmlformats.org/officeDocument/2006/relationships/image" Target="../media/image18.wmf"/><Relationship Id="rId17" Type="http://schemas.openxmlformats.org/officeDocument/2006/relationships/image" Target="../media/image17.wmf"/><Relationship Id="rId16" Type="http://schemas.openxmlformats.org/officeDocument/2006/relationships/image" Target="../media/image16.wmf"/><Relationship Id="rId15" Type="http://schemas.openxmlformats.org/officeDocument/2006/relationships/image" Target="../media/image15.wmf"/><Relationship Id="rId14" Type="http://schemas.openxmlformats.org/officeDocument/2006/relationships/image" Target="../media/image14.wmf"/><Relationship Id="rId13" Type="http://schemas.openxmlformats.org/officeDocument/2006/relationships/image" Target="../media/image13.wmf"/><Relationship Id="rId12" Type="http://schemas.openxmlformats.org/officeDocument/2006/relationships/image" Target="../media/image12.wmf"/><Relationship Id="rId11" Type="http://schemas.openxmlformats.org/officeDocument/2006/relationships/image" Target="../media/image11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.wmf"/><Relationship Id="rId8" Type="http://schemas.openxmlformats.org/officeDocument/2006/relationships/image" Target="../media/image29.wmf"/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3" Type="http://schemas.openxmlformats.org/officeDocument/2006/relationships/image" Target="../media/image34.wmf"/><Relationship Id="rId12" Type="http://schemas.openxmlformats.org/officeDocument/2006/relationships/image" Target="../media/image33.wmf"/><Relationship Id="rId11" Type="http://schemas.openxmlformats.org/officeDocument/2006/relationships/image" Target="../media/image32.wmf"/><Relationship Id="rId10" Type="http://schemas.openxmlformats.org/officeDocument/2006/relationships/image" Target="../media/image31.wmf"/><Relationship Id="rId1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43.wmf"/><Relationship Id="rId8" Type="http://schemas.openxmlformats.org/officeDocument/2006/relationships/image" Target="../media/image42.wmf"/><Relationship Id="rId7" Type="http://schemas.openxmlformats.org/officeDocument/2006/relationships/image" Target="../media/image41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3" Type="http://schemas.openxmlformats.org/officeDocument/2006/relationships/image" Target="../media/image37.wmf"/><Relationship Id="rId20" Type="http://schemas.openxmlformats.org/officeDocument/2006/relationships/image" Target="../media/image54.wmf"/><Relationship Id="rId2" Type="http://schemas.openxmlformats.org/officeDocument/2006/relationships/image" Target="../media/image36.wmf"/><Relationship Id="rId19" Type="http://schemas.openxmlformats.org/officeDocument/2006/relationships/image" Target="../media/image53.wmf"/><Relationship Id="rId18" Type="http://schemas.openxmlformats.org/officeDocument/2006/relationships/image" Target="../media/image52.wmf"/><Relationship Id="rId17" Type="http://schemas.openxmlformats.org/officeDocument/2006/relationships/image" Target="../media/image51.wmf"/><Relationship Id="rId16" Type="http://schemas.openxmlformats.org/officeDocument/2006/relationships/image" Target="../media/image50.wmf"/><Relationship Id="rId15" Type="http://schemas.openxmlformats.org/officeDocument/2006/relationships/image" Target="../media/image49.wmf"/><Relationship Id="rId14" Type="http://schemas.openxmlformats.org/officeDocument/2006/relationships/image" Target="../media/image48.wmf"/><Relationship Id="rId13" Type="http://schemas.openxmlformats.org/officeDocument/2006/relationships/image" Target="../media/image47.wmf"/><Relationship Id="rId12" Type="http://schemas.openxmlformats.org/officeDocument/2006/relationships/image" Target="../media/image46.wmf"/><Relationship Id="rId11" Type="http://schemas.openxmlformats.org/officeDocument/2006/relationships/image" Target="../media/image45.wmf"/><Relationship Id="rId10" Type="http://schemas.openxmlformats.org/officeDocument/2006/relationships/image" Target="../media/image44.wmf"/><Relationship Id="rId1" Type="http://schemas.openxmlformats.org/officeDocument/2006/relationships/image" Target="../media/image35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63.wmf"/><Relationship Id="rId8" Type="http://schemas.openxmlformats.org/officeDocument/2006/relationships/image" Target="../media/image62.wmf"/><Relationship Id="rId7" Type="http://schemas.openxmlformats.org/officeDocument/2006/relationships/image" Target="../media/image61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72.wmf"/><Relationship Id="rId8" Type="http://schemas.openxmlformats.org/officeDocument/2006/relationships/image" Target="../media/image71.wmf"/><Relationship Id="rId7" Type="http://schemas.openxmlformats.org/officeDocument/2006/relationships/image" Target="../media/image70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2" Type="http://schemas.openxmlformats.org/officeDocument/2006/relationships/image" Target="../media/image75.wmf"/><Relationship Id="rId11" Type="http://schemas.openxmlformats.org/officeDocument/2006/relationships/image" Target="../media/image74.wmf"/><Relationship Id="rId10" Type="http://schemas.openxmlformats.org/officeDocument/2006/relationships/image" Target="../media/image73.wmf"/><Relationship Id="rId1" Type="http://schemas.openxmlformats.org/officeDocument/2006/relationships/image" Target="../media/image64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84.wmf"/><Relationship Id="rId8" Type="http://schemas.openxmlformats.org/officeDocument/2006/relationships/image" Target="../media/image83.wmf"/><Relationship Id="rId7" Type="http://schemas.openxmlformats.org/officeDocument/2006/relationships/image" Target="../media/image82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6" Type="http://schemas.openxmlformats.org/officeDocument/2006/relationships/image" Target="../media/image91.wmf"/><Relationship Id="rId15" Type="http://schemas.openxmlformats.org/officeDocument/2006/relationships/image" Target="../media/image90.wmf"/><Relationship Id="rId14" Type="http://schemas.openxmlformats.org/officeDocument/2006/relationships/image" Target="../media/image89.wmf"/><Relationship Id="rId13" Type="http://schemas.openxmlformats.org/officeDocument/2006/relationships/image" Target="../media/image88.wmf"/><Relationship Id="rId12" Type="http://schemas.openxmlformats.org/officeDocument/2006/relationships/image" Target="../media/image87.wmf"/><Relationship Id="rId11" Type="http://schemas.openxmlformats.org/officeDocument/2006/relationships/image" Target="../media/image86.wmf"/><Relationship Id="rId10" Type="http://schemas.openxmlformats.org/officeDocument/2006/relationships/image" Target="../media/image85.wmf"/><Relationship Id="rId1" Type="http://schemas.openxmlformats.org/officeDocument/2006/relationships/image" Target="../media/image76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99.wmf"/><Relationship Id="rId8" Type="http://schemas.openxmlformats.org/officeDocument/2006/relationships/image" Target="../media/image98.wmf"/><Relationship Id="rId7" Type="http://schemas.openxmlformats.org/officeDocument/2006/relationships/image" Target="../media/image97.wmf"/><Relationship Id="rId6" Type="http://schemas.openxmlformats.org/officeDocument/2006/relationships/image" Target="../media/image96.wmf"/><Relationship Id="rId5" Type="http://schemas.openxmlformats.org/officeDocument/2006/relationships/image" Target="../media/image95.emf"/><Relationship Id="rId4" Type="http://schemas.openxmlformats.org/officeDocument/2006/relationships/image" Target="../media/image94.wmf"/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3" Type="http://schemas.openxmlformats.org/officeDocument/2006/relationships/image" Target="../media/image103.wmf"/><Relationship Id="rId12" Type="http://schemas.openxmlformats.org/officeDocument/2006/relationships/image" Target="../media/image102.wmf"/><Relationship Id="rId11" Type="http://schemas.openxmlformats.org/officeDocument/2006/relationships/image" Target="../media/image101.wmf"/><Relationship Id="rId10" Type="http://schemas.openxmlformats.org/officeDocument/2006/relationships/image" Target="../media/image100.wmf"/><Relationship Id="rId1" Type="http://schemas.openxmlformats.org/officeDocument/2006/relationships/image" Target="../media/image69.w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0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116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5.wmf"/><Relationship Id="rId8" Type="http://schemas.openxmlformats.org/officeDocument/2006/relationships/image" Target="../media/image124.wmf"/><Relationship Id="rId7" Type="http://schemas.openxmlformats.org/officeDocument/2006/relationships/image" Target="../media/image123.w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0" Type="http://schemas.openxmlformats.org/officeDocument/2006/relationships/image" Target="../media/image126.wmf"/><Relationship Id="rId1" Type="http://schemas.openxmlformats.org/officeDocument/2006/relationships/image" Target="../media/image117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5.wmf"/><Relationship Id="rId8" Type="http://schemas.openxmlformats.org/officeDocument/2006/relationships/image" Target="../media/image134.wmf"/><Relationship Id="rId7" Type="http://schemas.openxmlformats.org/officeDocument/2006/relationships/image" Target="../media/image133.wmf"/><Relationship Id="rId6" Type="http://schemas.openxmlformats.org/officeDocument/2006/relationships/image" Target="../media/image132.wmf"/><Relationship Id="rId5" Type="http://schemas.openxmlformats.org/officeDocument/2006/relationships/image" Target="../media/image131.wmf"/><Relationship Id="rId4" Type="http://schemas.openxmlformats.org/officeDocument/2006/relationships/image" Target="../media/image130.wmf"/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1" Type="http://schemas.openxmlformats.org/officeDocument/2006/relationships/image" Target="../media/image137.wmf"/><Relationship Id="rId10" Type="http://schemas.openxmlformats.org/officeDocument/2006/relationships/image" Target="../media/image136.wmf"/><Relationship Id="rId1" Type="http://schemas.openxmlformats.org/officeDocument/2006/relationships/image" Target="../media/image127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6.wmf"/><Relationship Id="rId8" Type="http://schemas.openxmlformats.org/officeDocument/2006/relationships/image" Target="../media/image145.wmf"/><Relationship Id="rId7" Type="http://schemas.openxmlformats.org/officeDocument/2006/relationships/image" Target="../media/image144.wmf"/><Relationship Id="rId6" Type="http://schemas.openxmlformats.org/officeDocument/2006/relationships/image" Target="../media/image143.emf"/><Relationship Id="rId5" Type="http://schemas.openxmlformats.org/officeDocument/2006/relationships/image" Target="../media/image142.wmf"/><Relationship Id="rId4" Type="http://schemas.openxmlformats.org/officeDocument/2006/relationships/image" Target="../media/image141.wmf"/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0" Type="http://schemas.openxmlformats.org/officeDocument/2006/relationships/image" Target="../media/image147.wmf"/><Relationship Id="rId1" Type="http://schemas.openxmlformats.org/officeDocument/2006/relationships/image" Target="../media/image138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wmf"/><Relationship Id="rId8" Type="http://schemas.openxmlformats.org/officeDocument/2006/relationships/image" Target="../media/image148.wmf"/><Relationship Id="rId7" Type="http://schemas.openxmlformats.org/officeDocument/2006/relationships/image" Target="../media/image124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3" Type="http://schemas.openxmlformats.org/officeDocument/2006/relationships/image" Target="../media/image153.wmf"/><Relationship Id="rId12" Type="http://schemas.openxmlformats.org/officeDocument/2006/relationships/image" Target="../media/image152.wmf"/><Relationship Id="rId11" Type="http://schemas.openxmlformats.org/officeDocument/2006/relationships/image" Target="../media/image151.wmf"/><Relationship Id="rId10" Type="http://schemas.openxmlformats.org/officeDocument/2006/relationships/image" Target="../media/image150.wmf"/><Relationship Id="rId1" Type="http://schemas.openxmlformats.org/officeDocument/2006/relationships/image" Target="../media/image118.wmf"/></Relationships>
</file>

<file path=ppt/drawings/_rels/vmlDrawing14.vml.rels><?xml version="1.0" encoding="UTF-8" standalone="yes"?>
<Relationships xmlns="http://schemas.openxmlformats.org/package/2006/relationships"><Relationship Id="rId7" Type="http://schemas.openxmlformats.org/officeDocument/2006/relationships/image" Target="../media/image160.wmf"/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9.wmf"/><Relationship Id="rId8" Type="http://schemas.openxmlformats.org/officeDocument/2006/relationships/image" Target="../media/image168.wmf"/><Relationship Id="rId7" Type="http://schemas.openxmlformats.org/officeDocument/2006/relationships/image" Target="../media/image167.wmf"/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5" Type="http://schemas.openxmlformats.org/officeDocument/2006/relationships/image" Target="../media/image175.wmf"/><Relationship Id="rId14" Type="http://schemas.openxmlformats.org/officeDocument/2006/relationships/image" Target="../media/image174.wmf"/><Relationship Id="rId13" Type="http://schemas.openxmlformats.org/officeDocument/2006/relationships/image" Target="../media/image173.wmf"/><Relationship Id="rId12" Type="http://schemas.openxmlformats.org/officeDocument/2006/relationships/image" Target="../media/image172.wmf"/><Relationship Id="rId11" Type="http://schemas.openxmlformats.org/officeDocument/2006/relationships/image" Target="../media/image171.wmf"/><Relationship Id="rId10" Type="http://schemas.openxmlformats.org/officeDocument/2006/relationships/image" Target="../media/image170.wmf"/><Relationship Id="rId1" Type="http://schemas.openxmlformats.org/officeDocument/2006/relationships/image" Target="../media/image161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4.wmf"/><Relationship Id="rId8" Type="http://schemas.openxmlformats.org/officeDocument/2006/relationships/image" Target="../media/image183.wmf"/><Relationship Id="rId7" Type="http://schemas.openxmlformats.org/officeDocument/2006/relationships/image" Target="../media/image182.wmf"/><Relationship Id="rId6" Type="http://schemas.openxmlformats.org/officeDocument/2006/relationships/image" Target="../media/image181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8" Type="http://schemas.openxmlformats.org/officeDocument/2006/relationships/image" Target="../media/image193.wmf"/><Relationship Id="rId17" Type="http://schemas.openxmlformats.org/officeDocument/2006/relationships/image" Target="../media/image192.wmf"/><Relationship Id="rId16" Type="http://schemas.openxmlformats.org/officeDocument/2006/relationships/image" Target="../media/image191.wmf"/><Relationship Id="rId15" Type="http://schemas.openxmlformats.org/officeDocument/2006/relationships/image" Target="../media/image190.wmf"/><Relationship Id="rId14" Type="http://schemas.openxmlformats.org/officeDocument/2006/relationships/image" Target="../media/image189.wmf"/><Relationship Id="rId13" Type="http://schemas.openxmlformats.org/officeDocument/2006/relationships/image" Target="../media/image188.wmf"/><Relationship Id="rId12" Type="http://schemas.openxmlformats.org/officeDocument/2006/relationships/image" Target="../media/image187.wmf"/><Relationship Id="rId11" Type="http://schemas.openxmlformats.org/officeDocument/2006/relationships/image" Target="../media/image186.wmf"/><Relationship Id="rId10" Type="http://schemas.openxmlformats.org/officeDocument/2006/relationships/image" Target="../media/image185.wmf"/><Relationship Id="rId1" Type="http://schemas.openxmlformats.org/officeDocument/2006/relationships/image" Target="../media/image176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2.wmf"/><Relationship Id="rId8" Type="http://schemas.openxmlformats.org/officeDocument/2006/relationships/image" Target="../media/image201.wmf"/><Relationship Id="rId7" Type="http://schemas.openxmlformats.org/officeDocument/2006/relationships/image" Target="../media/image200.wmf"/><Relationship Id="rId6" Type="http://schemas.openxmlformats.org/officeDocument/2006/relationships/image" Target="../media/image199.wmf"/><Relationship Id="rId5" Type="http://schemas.openxmlformats.org/officeDocument/2006/relationships/image" Target="../media/image198.wmf"/><Relationship Id="rId4" Type="http://schemas.openxmlformats.org/officeDocument/2006/relationships/image" Target="../media/image197.wmf"/><Relationship Id="rId3" Type="http://schemas.openxmlformats.org/officeDocument/2006/relationships/image" Target="../media/image196.wmf"/><Relationship Id="rId2" Type="http://schemas.openxmlformats.org/officeDocument/2006/relationships/image" Target="../media/image195.wmf"/><Relationship Id="rId10" Type="http://schemas.openxmlformats.org/officeDocument/2006/relationships/image" Target="../media/image203.wmf"/><Relationship Id="rId1" Type="http://schemas.openxmlformats.org/officeDocument/2006/relationships/image" Target="../media/image194.wmf"/></Relationships>
</file>

<file path=ppt/drawings/_rels/vmlDrawing18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8.wmf"/><Relationship Id="rId4" Type="http://schemas.openxmlformats.org/officeDocument/2006/relationships/image" Target="../media/image207.wmf"/><Relationship Id="rId3" Type="http://schemas.openxmlformats.org/officeDocument/2006/relationships/image" Target="../media/image206.wmf"/><Relationship Id="rId2" Type="http://schemas.openxmlformats.org/officeDocument/2006/relationships/image" Target="../media/image205.wmf"/><Relationship Id="rId1" Type="http://schemas.openxmlformats.org/officeDocument/2006/relationships/image" Target="../media/image204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7.wmf"/><Relationship Id="rId8" Type="http://schemas.openxmlformats.org/officeDocument/2006/relationships/image" Target="../media/image216.wmf"/><Relationship Id="rId7" Type="http://schemas.openxmlformats.org/officeDocument/2006/relationships/image" Target="../media/image215.wmf"/><Relationship Id="rId6" Type="http://schemas.openxmlformats.org/officeDocument/2006/relationships/image" Target="../media/image214.wmf"/><Relationship Id="rId5" Type="http://schemas.openxmlformats.org/officeDocument/2006/relationships/image" Target="../media/image213.wmf"/><Relationship Id="rId4" Type="http://schemas.openxmlformats.org/officeDocument/2006/relationships/image" Target="../media/image212.wmf"/><Relationship Id="rId3" Type="http://schemas.openxmlformats.org/officeDocument/2006/relationships/image" Target="../media/image211.wmf"/><Relationship Id="rId2" Type="http://schemas.openxmlformats.org/officeDocument/2006/relationships/image" Target="../media/image210.wmf"/><Relationship Id="rId1" Type="http://schemas.openxmlformats.org/officeDocument/2006/relationships/image" Target="../media/image209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6.wmf"/><Relationship Id="rId8" Type="http://schemas.openxmlformats.org/officeDocument/2006/relationships/image" Target="../media/image225.wmf"/><Relationship Id="rId7" Type="http://schemas.openxmlformats.org/officeDocument/2006/relationships/image" Target="../media/image224.wmf"/><Relationship Id="rId6" Type="http://schemas.openxmlformats.org/officeDocument/2006/relationships/image" Target="../media/image223.wmf"/><Relationship Id="rId5" Type="http://schemas.openxmlformats.org/officeDocument/2006/relationships/image" Target="../media/image222.wmf"/><Relationship Id="rId4" Type="http://schemas.openxmlformats.org/officeDocument/2006/relationships/image" Target="../media/image221.wmf"/><Relationship Id="rId3" Type="http://schemas.openxmlformats.org/officeDocument/2006/relationships/image" Target="../media/image220.wmf"/><Relationship Id="rId2" Type="http://schemas.openxmlformats.org/officeDocument/2006/relationships/image" Target="../media/image219.wmf"/><Relationship Id="rId12" Type="http://schemas.openxmlformats.org/officeDocument/2006/relationships/image" Target="../media/image229.wmf"/><Relationship Id="rId11" Type="http://schemas.openxmlformats.org/officeDocument/2006/relationships/image" Target="../media/image228.wmf"/><Relationship Id="rId10" Type="http://schemas.openxmlformats.org/officeDocument/2006/relationships/image" Target="../media/image227.wmf"/><Relationship Id="rId1" Type="http://schemas.openxmlformats.org/officeDocument/2006/relationships/image" Target="../media/image21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wmf"/><Relationship Id="rId2" Type="http://schemas.openxmlformats.org/officeDocument/2006/relationships/image" Target="../media/image231.wmf"/><Relationship Id="rId1" Type="http://schemas.openxmlformats.org/officeDocument/2006/relationships/image" Target="../media/image230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1.wmf"/><Relationship Id="rId8" Type="http://schemas.openxmlformats.org/officeDocument/2006/relationships/image" Target="../media/image240.wmf"/><Relationship Id="rId7" Type="http://schemas.openxmlformats.org/officeDocument/2006/relationships/image" Target="../media/image239.wmf"/><Relationship Id="rId6" Type="http://schemas.openxmlformats.org/officeDocument/2006/relationships/image" Target="../media/image238.wmf"/><Relationship Id="rId5" Type="http://schemas.openxmlformats.org/officeDocument/2006/relationships/image" Target="../media/image237.wmf"/><Relationship Id="rId4" Type="http://schemas.openxmlformats.org/officeDocument/2006/relationships/image" Target="../media/image236.wmf"/><Relationship Id="rId3" Type="http://schemas.openxmlformats.org/officeDocument/2006/relationships/image" Target="../media/image235.wmf"/><Relationship Id="rId2" Type="http://schemas.openxmlformats.org/officeDocument/2006/relationships/image" Target="../media/image234.wmf"/><Relationship Id="rId12" Type="http://schemas.openxmlformats.org/officeDocument/2006/relationships/image" Target="../media/image244.wmf"/><Relationship Id="rId11" Type="http://schemas.openxmlformats.org/officeDocument/2006/relationships/image" Target="../media/image243.wmf"/><Relationship Id="rId10" Type="http://schemas.openxmlformats.org/officeDocument/2006/relationships/image" Target="../media/image242.wmf"/><Relationship Id="rId1" Type="http://schemas.openxmlformats.org/officeDocument/2006/relationships/image" Target="../media/image233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3.wmf"/><Relationship Id="rId8" Type="http://schemas.openxmlformats.org/officeDocument/2006/relationships/image" Target="../media/image252.wmf"/><Relationship Id="rId7" Type="http://schemas.openxmlformats.org/officeDocument/2006/relationships/image" Target="../media/image251.wmf"/><Relationship Id="rId6" Type="http://schemas.openxmlformats.org/officeDocument/2006/relationships/image" Target="../media/image250.wmf"/><Relationship Id="rId5" Type="http://schemas.openxmlformats.org/officeDocument/2006/relationships/image" Target="../media/image249.wmf"/><Relationship Id="rId4" Type="http://schemas.openxmlformats.org/officeDocument/2006/relationships/image" Target="../media/image248.wmf"/><Relationship Id="rId3" Type="http://schemas.openxmlformats.org/officeDocument/2006/relationships/image" Target="../media/image247.wmf"/><Relationship Id="rId2" Type="http://schemas.openxmlformats.org/officeDocument/2006/relationships/image" Target="../media/image246.wmf"/><Relationship Id="rId1" Type="http://schemas.openxmlformats.org/officeDocument/2006/relationships/image" Target="../media/image245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wmf"/><Relationship Id="rId2" Type="http://schemas.openxmlformats.org/officeDocument/2006/relationships/image" Target="../media/image255.wmf"/><Relationship Id="rId1" Type="http://schemas.openxmlformats.org/officeDocument/2006/relationships/image" Target="../media/image254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5.wmf"/><Relationship Id="rId8" Type="http://schemas.openxmlformats.org/officeDocument/2006/relationships/image" Target="../media/image264.wmf"/><Relationship Id="rId7" Type="http://schemas.openxmlformats.org/officeDocument/2006/relationships/image" Target="../media/image263.wmf"/><Relationship Id="rId6" Type="http://schemas.openxmlformats.org/officeDocument/2006/relationships/image" Target="../media/image262.wmf"/><Relationship Id="rId5" Type="http://schemas.openxmlformats.org/officeDocument/2006/relationships/image" Target="../media/image261.wmf"/><Relationship Id="rId4" Type="http://schemas.openxmlformats.org/officeDocument/2006/relationships/image" Target="../media/image260.wmf"/><Relationship Id="rId3" Type="http://schemas.openxmlformats.org/officeDocument/2006/relationships/image" Target="../media/image259.wmf"/><Relationship Id="rId2" Type="http://schemas.openxmlformats.org/officeDocument/2006/relationships/image" Target="../media/image258.wmf"/><Relationship Id="rId11" Type="http://schemas.openxmlformats.org/officeDocument/2006/relationships/image" Target="../media/image267.wmf"/><Relationship Id="rId10" Type="http://schemas.openxmlformats.org/officeDocument/2006/relationships/image" Target="../media/image266.wmf"/><Relationship Id="rId1" Type="http://schemas.openxmlformats.org/officeDocument/2006/relationships/image" Target="../media/image257.wmf"/></Relationships>
</file>

<file path=ppt/drawings/_rels/vmlDrawing26.vml.rels><?xml version="1.0" encoding="UTF-8" standalone="yes"?>
<Relationships xmlns="http://schemas.openxmlformats.org/package/2006/relationships"><Relationship Id="rId7" Type="http://schemas.openxmlformats.org/officeDocument/2006/relationships/image" Target="../media/image274.wmf"/><Relationship Id="rId6" Type="http://schemas.openxmlformats.org/officeDocument/2006/relationships/image" Target="../media/image273.wmf"/><Relationship Id="rId5" Type="http://schemas.openxmlformats.org/officeDocument/2006/relationships/image" Target="../media/image272.wmf"/><Relationship Id="rId4" Type="http://schemas.openxmlformats.org/officeDocument/2006/relationships/image" Target="../media/image271.wmf"/><Relationship Id="rId3" Type="http://schemas.openxmlformats.org/officeDocument/2006/relationships/image" Target="../media/image270.wmf"/><Relationship Id="rId2" Type="http://schemas.openxmlformats.org/officeDocument/2006/relationships/image" Target="../media/image269.wmf"/><Relationship Id="rId1" Type="http://schemas.openxmlformats.org/officeDocument/2006/relationships/image" Target="../media/image268.wmf"/></Relationships>
</file>

<file path=ppt/drawings/_rels/vmlDrawing27.vml.rels><?xml version="1.0" encoding="UTF-8" standalone="yes"?>
<Relationships xmlns="http://schemas.openxmlformats.org/package/2006/relationships"><Relationship Id="rId7" Type="http://schemas.openxmlformats.org/officeDocument/2006/relationships/image" Target="../media/image268.wmf"/><Relationship Id="rId6" Type="http://schemas.openxmlformats.org/officeDocument/2006/relationships/image" Target="../media/image280.wmf"/><Relationship Id="rId5" Type="http://schemas.openxmlformats.org/officeDocument/2006/relationships/image" Target="../media/image279.wmf"/><Relationship Id="rId4" Type="http://schemas.openxmlformats.org/officeDocument/2006/relationships/image" Target="../media/image278.wmf"/><Relationship Id="rId3" Type="http://schemas.openxmlformats.org/officeDocument/2006/relationships/image" Target="../media/image277.wmf"/><Relationship Id="rId2" Type="http://schemas.openxmlformats.org/officeDocument/2006/relationships/image" Target="../media/image276.wmf"/><Relationship Id="rId1" Type="http://schemas.openxmlformats.org/officeDocument/2006/relationships/image" Target="../media/image275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2.wmf"/><Relationship Id="rId1" Type="http://schemas.openxmlformats.org/officeDocument/2006/relationships/image" Target="../media/image281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2.wmf"/><Relationship Id="rId8" Type="http://schemas.openxmlformats.org/officeDocument/2006/relationships/image" Target="../media/image291.wmf"/><Relationship Id="rId7" Type="http://schemas.openxmlformats.org/officeDocument/2006/relationships/image" Target="../media/image290.wmf"/><Relationship Id="rId6" Type="http://schemas.openxmlformats.org/officeDocument/2006/relationships/image" Target="../media/image289.wmf"/><Relationship Id="rId5" Type="http://schemas.openxmlformats.org/officeDocument/2006/relationships/image" Target="../media/image288.wmf"/><Relationship Id="rId4" Type="http://schemas.openxmlformats.org/officeDocument/2006/relationships/image" Target="../media/image287.wmf"/><Relationship Id="rId3" Type="http://schemas.openxmlformats.org/officeDocument/2006/relationships/image" Target="../media/image286.wmf"/><Relationship Id="rId2" Type="http://schemas.openxmlformats.org/officeDocument/2006/relationships/image" Target="../media/image285.wmf"/><Relationship Id="rId11" Type="http://schemas.openxmlformats.org/officeDocument/2006/relationships/image" Target="../media/image294.wmf"/><Relationship Id="rId10" Type="http://schemas.openxmlformats.org/officeDocument/2006/relationships/image" Target="../media/image293.wmf"/><Relationship Id="rId1" Type="http://schemas.openxmlformats.org/officeDocument/2006/relationships/image" Target="../media/image283.wmf"/></Relationships>
</file>

<file path=ppt/drawings/_rels/vmlDrawing30.vml.rels><?xml version="1.0" encoding="UTF-8" standalone="yes"?>
<Relationships xmlns="http://schemas.openxmlformats.org/package/2006/relationships"><Relationship Id="rId4" Type="http://schemas.openxmlformats.org/officeDocument/2006/relationships/image" Target="../media/image298.wmf"/><Relationship Id="rId3" Type="http://schemas.openxmlformats.org/officeDocument/2006/relationships/image" Target="../media/image297.wmf"/><Relationship Id="rId2" Type="http://schemas.openxmlformats.org/officeDocument/2006/relationships/image" Target="../media/image296.wmf"/><Relationship Id="rId1" Type="http://schemas.openxmlformats.org/officeDocument/2006/relationships/image" Target="../media/image295.wmf"/></Relationships>
</file>

<file path=ppt/drawings/_rels/vmlDrawing31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7.wmf"/><Relationship Id="rId8" Type="http://schemas.openxmlformats.org/officeDocument/2006/relationships/image" Target="../media/image306.wmf"/><Relationship Id="rId7" Type="http://schemas.openxmlformats.org/officeDocument/2006/relationships/image" Target="../media/image305.wmf"/><Relationship Id="rId6" Type="http://schemas.openxmlformats.org/officeDocument/2006/relationships/image" Target="../media/image304.wmf"/><Relationship Id="rId5" Type="http://schemas.openxmlformats.org/officeDocument/2006/relationships/image" Target="../media/image303.wmf"/><Relationship Id="rId4" Type="http://schemas.openxmlformats.org/officeDocument/2006/relationships/image" Target="../media/image302.wmf"/><Relationship Id="rId3" Type="http://schemas.openxmlformats.org/officeDocument/2006/relationships/image" Target="../media/image301.wmf"/><Relationship Id="rId2" Type="http://schemas.openxmlformats.org/officeDocument/2006/relationships/image" Target="../media/image300.wmf"/><Relationship Id="rId14" Type="http://schemas.openxmlformats.org/officeDocument/2006/relationships/image" Target="../media/image312.wmf"/><Relationship Id="rId13" Type="http://schemas.openxmlformats.org/officeDocument/2006/relationships/image" Target="../media/image311.wmf"/><Relationship Id="rId12" Type="http://schemas.openxmlformats.org/officeDocument/2006/relationships/image" Target="../media/image310.wmf"/><Relationship Id="rId11" Type="http://schemas.openxmlformats.org/officeDocument/2006/relationships/image" Target="../media/image309.wmf"/><Relationship Id="rId10" Type="http://schemas.openxmlformats.org/officeDocument/2006/relationships/image" Target="../media/image308.wmf"/><Relationship Id="rId1" Type="http://schemas.openxmlformats.org/officeDocument/2006/relationships/image" Target="../media/image299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3.wmf"/></Relationships>
</file>

<file path=ppt/drawings/_rels/vmlDrawing3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2.wmf"/><Relationship Id="rId8" Type="http://schemas.openxmlformats.org/officeDocument/2006/relationships/image" Target="../media/image321.wmf"/><Relationship Id="rId7" Type="http://schemas.openxmlformats.org/officeDocument/2006/relationships/image" Target="../media/image320.wmf"/><Relationship Id="rId6" Type="http://schemas.openxmlformats.org/officeDocument/2006/relationships/image" Target="../media/image319.wmf"/><Relationship Id="rId5" Type="http://schemas.openxmlformats.org/officeDocument/2006/relationships/image" Target="../media/image318.wmf"/><Relationship Id="rId4" Type="http://schemas.openxmlformats.org/officeDocument/2006/relationships/image" Target="../media/image317.wmf"/><Relationship Id="rId3" Type="http://schemas.openxmlformats.org/officeDocument/2006/relationships/image" Target="../media/image316.wmf"/><Relationship Id="rId2" Type="http://schemas.openxmlformats.org/officeDocument/2006/relationships/image" Target="../media/image315.wmf"/><Relationship Id="rId11" Type="http://schemas.openxmlformats.org/officeDocument/2006/relationships/image" Target="../media/image324.wmf"/><Relationship Id="rId10" Type="http://schemas.openxmlformats.org/officeDocument/2006/relationships/image" Target="../media/image323.wmf"/><Relationship Id="rId1" Type="http://schemas.openxmlformats.org/officeDocument/2006/relationships/image" Target="../media/image3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" Target="slide13.xml"/><Relationship Id="rId1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4" Type="http://schemas.openxmlformats.org/officeDocument/2006/relationships/vmlDrawing" Target="../drawings/vmlDrawing1.vml"/><Relationship Id="rId43" Type="http://schemas.openxmlformats.org/officeDocument/2006/relationships/slideLayout" Target="../slideLayouts/slideLayout18.xml"/><Relationship Id="rId42" Type="http://schemas.openxmlformats.org/officeDocument/2006/relationships/image" Target="../media/image21.wmf"/><Relationship Id="rId41" Type="http://schemas.openxmlformats.org/officeDocument/2006/relationships/oleObject" Target="../embeddings/oleObject21.bin"/><Relationship Id="rId40" Type="http://schemas.openxmlformats.org/officeDocument/2006/relationships/image" Target="../media/image20.wmf"/><Relationship Id="rId4" Type="http://schemas.openxmlformats.org/officeDocument/2006/relationships/image" Target="../media/image2.wmf"/><Relationship Id="rId39" Type="http://schemas.openxmlformats.org/officeDocument/2006/relationships/oleObject" Target="../embeddings/oleObject20.bin"/><Relationship Id="rId38" Type="http://schemas.openxmlformats.org/officeDocument/2006/relationships/image" Target="../media/image19.wmf"/><Relationship Id="rId37" Type="http://schemas.openxmlformats.org/officeDocument/2006/relationships/oleObject" Target="../embeddings/oleObject19.bin"/><Relationship Id="rId36" Type="http://schemas.openxmlformats.org/officeDocument/2006/relationships/image" Target="../media/image18.wmf"/><Relationship Id="rId35" Type="http://schemas.openxmlformats.org/officeDocument/2006/relationships/oleObject" Target="../embeddings/oleObject18.bin"/><Relationship Id="rId34" Type="http://schemas.openxmlformats.org/officeDocument/2006/relationships/image" Target="../media/image17.wmf"/><Relationship Id="rId33" Type="http://schemas.openxmlformats.org/officeDocument/2006/relationships/oleObject" Target="../embeddings/oleObject17.bin"/><Relationship Id="rId32" Type="http://schemas.openxmlformats.org/officeDocument/2006/relationships/image" Target="../media/image16.wmf"/><Relationship Id="rId31" Type="http://schemas.openxmlformats.org/officeDocument/2006/relationships/oleObject" Target="../embeddings/oleObject16.bin"/><Relationship Id="rId30" Type="http://schemas.openxmlformats.org/officeDocument/2006/relationships/image" Target="../media/image15.wmf"/><Relationship Id="rId3" Type="http://schemas.openxmlformats.org/officeDocument/2006/relationships/oleObject" Target="../embeddings/oleObject2.bin"/><Relationship Id="rId29" Type="http://schemas.openxmlformats.org/officeDocument/2006/relationships/oleObject" Target="../embeddings/oleObject15.bin"/><Relationship Id="rId28" Type="http://schemas.openxmlformats.org/officeDocument/2006/relationships/image" Target="../media/image14.wmf"/><Relationship Id="rId27" Type="http://schemas.openxmlformats.org/officeDocument/2006/relationships/oleObject" Target="../embeddings/oleObject14.bin"/><Relationship Id="rId26" Type="http://schemas.openxmlformats.org/officeDocument/2006/relationships/image" Target="../media/image13.wmf"/><Relationship Id="rId25" Type="http://schemas.openxmlformats.org/officeDocument/2006/relationships/oleObject" Target="../embeddings/oleObject13.bin"/><Relationship Id="rId24" Type="http://schemas.openxmlformats.org/officeDocument/2006/relationships/image" Target="../media/image12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1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0.wmf"/><Relationship Id="rId2" Type="http://schemas.openxmlformats.org/officeDocument/2006/relationships/image" Target="../media/image1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3.bin"/><Relationship Id="rId28" Type="http://schemas.openxmlformats.org/officeDocument/2006/relationships/vmlDrawing" Target="../drawings/vmlDrawing2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34.wmf"/><Relationship Id="rId25" Type="http://schemas.openxmlformats.org/officeDocument/2006/relationships/oleObject" Target="../embeddings/oleObject34.bin"/><Relationship Id="rId24" Type="http://schemas.openxmlformats.org/officeDocument/2006/relationships/image" Target="../media/image33.wmf"/><Relationship Id="rId23" Type="http://schemas.openxmlformats.org/officeDocument/2006/relationships/oleObject" Target="../embeddings/oleObject33.bin"/><Relationship Id="rId22" Type="http://schemas.openxmlformats.org/officeDocument/2006/relationships/image" Target="../media/image32.wmf"/><Relationship Id="rId21" Type="http://schemas.openxmlformats.org/officeDocument/2006/relationships/oleObject" Target="../embeddings/oleObject32.bin"/><Relationship Id="rId20" Type="http://schemas.openxmlformats.org/officeDocument/2006/relationships/image" Target="../media/image31.wmf"/><Relationship Id="rId2" Type="http://schemas.openxmlformats.org/officeDocument/2006/relationships/image" Target="../media/image22.wmf"/><Relationship Id="rId19" Type="http://schemas.openxmlformats.org/officeDocument/2006/relationships/oleObject" Target="../embeddings/oleObject31.bin"/><Relationship Id="rId18" Type="http://schemas.openxmlformats.org/officeDocument/2006/relationships/image" Target="../media/image30.wmf"/><Relationship Id="rId17" Type="http://schemas.openxmlformats.org/officeDocument/2006/relationships/oleObject" Target="../embeddings/oleObject30.bin"/><Relationship Id="rId16" Type="http://schemas.openxmlformats.org/officeDocument/2006/relationships/image" Target="../media/image29.wmf"/><Relationship Id="rId15" Type="http://schemas.openxmlformats.org/officeDocument/2006/relationships/oleObject" Target="../embeddings/oleObject29.bin"/><Relationship Id="rId14" Type="http://schemas.openxmlformats.org/officeDocument/2006/relationships/image" Target="../media/image28.wmf"/><Relationship Id="rId13" Type="http://schemas.openxmlformats.org/officeDocument/2006/relationships/oleObject" Target="../embeddings/oleObject28.bin"/><Relationship Id="rId12" Type="http://schemas.openxmlformats.org/officeDocument/2006/relationships/image" Target="../media/image27.w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26.wmf"/><Relationship Id="rId1" Type="http://schemas.openxmlformats.org/officeDocument/2006/relationships/oleObject" Target="../embeddings/oleObject22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38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7.bin"/><Relationship Id="rId42" Type="http://schemas.openxmlformats.org/officeDocument/2006/relationships/vmlDrawing" Target="../drawings/vmlDrawing3.vml"/><Relationship Id="rId41" Type="http://schemas.openxmlformats.org/officeDocument/2006/relationships/slideLayout" Target="../slideLayouts/slideLayout18.xml"/><Relationship Id="rId40" Type="http://schemas.openxmlformats.org/officeDocument/2006/relationships/image" Target="../media/image54.wmf"/><Relationship Id="rId4" Type="http://schemas.openxmlformats.org/officeDocument/2006/relationships/image" Target="../media/image36.wmf"/><Relationship Id="rId39" Type="http://schemas.openxmlformats.org/officeDocument/2006/relationships/oleObject" Target="../embeddings/oleObject54.bin"/><Relationship Id="rId38" Type="http://schemas.openxmlformats.org/officeDocument/2006/relationships/image" Target="../media/image53.wmf"/><Relationship Id="rId37" Type="http://schemas.openxmlformats.org/officeDocument/2006/relationships/oleObject" Target="../embeddings/oleObject53.bin"/><Relationship Id="rId36" Type="http://schemas.openxmlformats.org/officeDocument/2006/relationships/image" Target="../media/image52.wmf"/><Relationship Id="rId35" Type="http://schemas.openxmlformats.org/officeDocument/2006/relationships/oleObject" Target="../embeddings/oleObject52.bin"/><Relationship Id="rId34" Type="http://schemas.openxmlformats.org/officeDocument/2006/relationships/image" Target="../media/image51.wmf"/><Relationship Id="rId33" Type="http://schemas.openxmlformats.org/officeDocument/2006/relationships/oleObject" Target="../embeddings/oleObject51.bin"/><Relationship Id="rId32" Type="http://schemas.openxmlformats.org/officeDocument/2006/relationships/image" Target="../media/image50.wmf"/><Relationship Id="rId31" Type="http://schemas.openxmlformats.org/officeDocument/2006/relationships/oleObject" Target="../embeddings/oleObject50.bin"/><Relationship Id="rId30" Type="http://schemas.openxmlformats.org/officeDocument/2006/relationships/image" Target="../media/image49.wmf"/><Relationship Id="rId3" Type="http://schemas.openxmlformats.org/officeDocument/2006/relationships/oleObject" Target="../embeddings/oleObject36.bin"/><Relationship Id="rId29" Type="http://schemas.openxmlformats.org/officeDocument/2006/relationships/oleObject" Target="../embeddings/oleObject49.bin"/><Relationship Id="rId28" Type="http://schemas.openxmlformats.org/officeDocument/2006/relationships/image" Target="../media/image48.wmf"/><Relationship Id="rId27" Type="http://schemas.openxmlformats.org/officeDocument/2006/relationships/oleObject" Target="../embeddings/oleObject48.bin"/><Relationship Id="rId26" Type="http://schemas.openxmlformats.org/officeDocument/2006/relationships/image" Target="../media/image47.wmf"/><Relationship Id="rId25" Type="http://schemas.openxmlformats.org/officeDocument/2006/relationships/oleObject" Target="../embeddings/oleObject47.bin"/><Relationship Id="rId24" Type="http://schemas.openxmlformats.org/officeDocument/2006/relationships/image" Target="../media/image46.wmf"/><Relationship Id="rId23" Type="http://schemas.openxmlformats.org/officeDocument/2006/relationships/oleObject" Target="../embeddings/oleObject46.bin"/><Relationship Id="rId22" Type="http://schemas.openxmlformats.org/officeDocument/2006/relationships/image" Target="../media/image45.wmf"/><Relationship Id="rId21" Type="http://schemas.openxmlformats.org/officeDocument/2006/relationships/oleObject" Target="../embeddings/oleObject45.bin"/><Relationship Id="rId20" Type="http://schemas.openxmlformats.org/officeDocument/2006/relationships/image" Target="../media/image44.wmf"/><Relationship Id="rId2" Type="http://schemas.openxmlformats.org/officeDocument/2006/relationships/image" Target="../media/image35.wmf"/><Relationship Id="rId19" Type="http://schemas.openxmlformats.org/officeDocument/2006/relationships/oleObject" Target="../embeddings/oleObject44.bin"/><Relationship Id="rId18" Type="http://schemas.openxmlformats.org/officeDocument/2006/relationships/image" Target="../media/image43.wmf"/><Relationship Id="rId17" Type="http://schemas.openxmlformats.org/officeDocument/2006/relationships/oleObject" Target="../embeddings/oleObject43.bin"/><Relationship Id="rId16" Type="http://schemas.openxmlformats.org/officeDocument/2006/relationships/image" Target="../media/image42.wmf"/><Relationship Id="rId15" Type="http://schemas.openxmlformats.org/officeDocument/2006/relationships/oleObject" Target="../embeddings/oleObject42.bin"/><Relationship Id="rId14" Type="http://schemas.openxmlformats.org/officeDocument/2006/relationships/image" Target="../media/image41.wmf"/><Relationship Id="rId13" Type="http://schemas.openxmlformats.org/officeDocument/2006/relationships/oleObject" Target="../embeddings/oleObject41.bin"/><Relationship Id="rId12" Type="http://schemas.openxmlformats.org/officeDocument/2006/relationships/image" Target="../media/image40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39.wmf"/><Relationship Id="rId1" Type="http://schemas.openxmlformats.org/officeDocument/2006/relationships/oleObject" Target="../embeddings/oleObject35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.bin"/><Relationship Id="rId8" Type="http://schemas.openxmlformats.org/officeDocument/2006/relationships/image" Target="../media/image58.w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6.wmf"/><Relationship Id="rId3" Type="http://schemas.openxmlformats.org/officeDocument/2006/relationships/oleObject" Target="../embeddings/oleObject56.bin"/><Relationship Id="rId20" Type="http://schemas.openxmlformats.org/officeDocument/2006/relationships/vmlDrawing" Target="../drawings/vmlDrawing4.vml"/><Relationship Id="rId2" Type="http://schemas.openxmlformats.org/officeDocument/2006/relationships/image" Target="../media/image55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63.wmf"/><Relationship Id="rId17" Type="http://schemas.openxmlformats.org/officeDocument/2006/relationships/oleObject" Target="../embeddings/oleObject63.bin"/><Relationship Id="rId16" Type="http://schemas.openxmlformats.org/officeDocument/2006/relationships/image" Target="../media/image62.wmf"/><Relationship Id="rId15" Type="http://schemas.openxmlformats.org/officeDocument/2006/relationships/oleObject" Target="../embeddings/oleObject62.bin"/><Relationship Id="rId14" Type="http://schemas.openxmlformats.org/officeDocument/2006/relationships/image" Target="../media/image61.wmf"/><Relationship Id="rId13" Type="http://schemas.openxmlformats.org/officeDocument/2006/relationships/oleObject" Target="../embeddings/oleObject61.bin"/><Relationship Id="rId12" Type="http://schemas.openxmlformats.org/officeDocument/2006/relationships/image" Target="../media/image60.wmf"/><Relationship Id="rId11" Type="http://schemas.openxmlformats.org/officeDocument/2006/relationships/oleObject" Target="../embeddings/oleObject60.bin"/><Relationship Id="rId10" Type="http://schemas.openxmlformats.org/officeDocument/2006/relationships/image" Target="../media/image59.wmf"/><Relationship Id="rId1" Type="http://schemas.openxmlformats.org/officeDocument/2006/relationships/oleObject" Target="../embeddings/oleObject55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8.bin"/><Relationship Id="rId8" Type="http://schemas.openxmlformats.org/officeDocument/2006/relationships/image" Target="../media/image67.wmf"/><Relationship Id="rId7" Type="http://schemas.openxmlformats.org/officeDocument/2006/relationships/oleObject" Target="../embeddings/oleObject67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65.bin"/><Relationship Id="rId26" Type="http://schemas.openxmlformats.org/officeDocument/2006/relationships/vmlDrawing" Target="../drawings/vmlDrawing5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75.wmf"/><Relationship Id="rId23" Type="http://schemas.openxmlformats.org/officeDocument/2006/relationships/oleObject" Target="../embeddings/oleObject75.bin"/><Relationship Id="rId22" Type="http://schemas.openxmlformats.org/officeDocument/2006/relationships/image" Target="../media/image74.wmf"/><Relationship Id="rId21" Type="http://schemas.openxmlformats.org/officeDocument/2006/relationships/oleObject" Target="../embeddings/oleObject74.bin"/><Relationship Id="rId20" Type="http://schemas.openxmlformats.org/officeDocument/2006/relationships/image" Target="../media/image73.wmf"/><Relationship Id="rId2" Type="http://schemas.openxmlformats.org/officeDocument/2006/relationships/image" Target="../media/image64.wmf"/><Relationship Id="rId19" Type="http://schemas.openxmlformats.org/officeDocument/2006/relationships/oleObject" Target="../embeddings/oleObject73.bin"/><Relationship Id="rId18" Type="http://schemas.openxmlformats.org/officeDocument/2006/relationships/image" Target="../media/image72.wmf"/><Relationship Id="rId17" Type="http://schemas.openxmlformats.org/officeDocument/2006/relationships/oleObject" Target="../embeddings/oleObject72.bin"/><Relationship Id="rId16" Type="http://schemas.openxmlformats.org/officeDocument/2006/relationships/image" Target="../media/image71.wmf"/><Relationship Id="rId15" Type="http://schemas.openxmlformats.org/officeDocument/2006/relationships/oleObject" Target="../embeddings/oleObject71.bin"/><Relationship Id="rId14" Type="http://schemas.openxmlformats.org/officeDocument/2006/relationships/image" Target="../media/image70.wmf"/><Relationship Id="rId13" Type="http://schemas.openxmlformats.org/officeDocument/2006/relationships/oleObject" Target="../embeddings/oleObject70.bin"/><Relationship Id="rId12" Type="http://schemas.openxmlformats.org/officeDocument/2006/relationships/image" Target="../media/image69.wmf"/><Relationship Id="rId11" Type="http://schemas.openxmlformats.org/officeDocument/2006/relationships/oleObject" Target="../embeddings/oleObject69.bin"/><Relationship Id="rId10" Type="http://schemas.openxmlformats.org/officeDocument/2006/relationships/image" Target="../media/image68.wmf"/><Relationship Id="rId1" Type="http://schemas.openxmlformats.org/officeDocument/2006/relationships/oleObject" Target="../embeddings/oleObject6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0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79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7.wmf"/><Relationship Id="rId34" Type="http://schemas.openxmlformats.org/officeDocument/2006/relationships/vmlDrawing" Target="../drawings/vmlDrawing6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91.wmf"/><Relationship Id="rId31" Type="http://schemas.openxmlformats.org/officeDocument/2006/relationships/oleObject" Target="../embeddings/oleObject91.bin"/><Relationship Id="rId30" Type="http://schemas.openxmlformats.org/officeDocument/2006/relationships/image" Target="../media/image90.wmf"/><Relationship Id="rId3" Type="http://schemas.openxmlformats.org/officeDocument/2006/relationships/oleObject" Target="../embeddings/oleObject77.bin"/><Relationship Id="rId29" Type="http://schemas.openxmlformats.org/officeDocument/2006/relationships/oleObject" Target="../embeddings/oleObject90.bin"/><Relationship Id="rId28" Type="http://schemas.openxmlformats.org/officeDocument/2006/relationships/image" Target="../media/image89.wmf"/><Relationship Id="rId27" Type="http://schemas.openxmlformats.org/officeDocument/2006/relationships/oleObject" Target="../embeddings/oleObject89.bin"/><Relationship Id="rId26" Type="http://schemas.openxmlformats.org/officeDocument/2006/relationships/image" Target="../media/image88.wmf"/><Relationship Id="rId25" Type="http://schemas.openxmlformats.org/officeDocument/2006/relationships/oleObject" Target="../embeddings/oleObject88.bin"/><Relationship Id="rId24" Type="http://schemas.openxmlformats.org/officeDocument/2006/relationships/image" Target="../media/image87.wmf"/><Relationship Id="rId23" Type="http://schemas.openxmlformats.org/officeDocument/2006/relationships/oleObject" Target="../embeddings/oleObject87.bin"/><Relationship Id="rId22" Type="http://schemas.openxmlformats.org/officeDocument/2006/relationships/image" Target="../media/image86.wmf"/><Relationship Id="rId21" Type="http://schemas.openxmlformats.org/officeDocument/2006/relationships/oleObject" Target="../embeddings/oleObject86.bin"/><Relationship Id="rId20" Type="http://schemas.openxmlformats.org/officeDocument/2006/relationships/image" Target="../media/image85.wmf"/><Relationship Id="rId2" Type="http://schemas.openxmlformats.org/officeDocument/2006/relationships/image" Target="../media/image76.wmf"/><Relationship Id="rId19" Type="http://schemas.openxmlformats.org/officeDocument/2006/relationships/oleObject" Target="../embeddings/oleObject85.bin"/><Relationship Id="rId18" Type="http://schemas.openxmlformats.org/officeDocument/2006/relationships/image" Target="../media/image84.wmf"/><Relationship Id="rId17" Type="http://schemas.openxmlformats.org/officeDocument/2006/relationships/oleObject" Target="../embeddings/oleObject84.bin"/><Relationship Id="rId16" Type="http://schemas.openxmlformats.org/officeDocument/2006/relationships/image" Target="../media/image83.wmf"/><Relationship Id="rId15" Type="http://schemas.openxmlformats.org/officeDocument/2006/relationships/oleObject" Target="../embeddings/oleObject83.bin"/><Relationship Id="rId14" Type="http://schemas.openxmlformats.org/officeDocument/2006/relationships/image" Target="../media/image82.wmf"/><Relationship Id="rId13" Type="http://schemas.openxmlformats.org/officeDocument/2006/relationships/oleObject" Target="../embeddings/oleObject82.bin"/><Relationship Id="rId12" Type="http://schemas.openxmlformats.org/officeDocument/2006/relationships/image" Target="../media/image81.wmf"/><Relationship Id="rId11" Type="http://schemas.openxmlformats.org/officeDocument/2006/relationships/oleObject" Target="../embeddings/oleObject81.bin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76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6.bin"/><Relationship Id="rId8" Type="http://schemas.openxmlformats.org/officeDocument/2006/relationships/image" Target="../media/image94.wmf"/><Relationship Id="rId7" Type="http://schemas.openxmlformats.org/officeDocument/2006/relationships/oleObject" Target="../embeddings/oleObject95.bin"/><Relationship Id="rId6" Type="http://schemas.openxmlformats.org/officeDocument/2006/relationships/image" Target="../media/image93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92.wmf"/><Relationship Id="rId30" Type="http://schemas.openxmlformats.org/officeDocument/2006/relationships/vmlDrawing" Target="../drawings/vmlDrawing7.vml"/><Relationship Id="rId3" Type="http://schemas.openxmlformats.org/officeDocument/2006/relationships/oleObject" Target="../embeddings/oleObject93.bin"/><Relationship Id="rId29" Type="http://schemas.openxmlformats.org/officeDocument/2006/relationships/slideLayout" Target="../slideLayouts/slideLayout18.xml"/><Relationship Id="rId28" Type="http://schemas.openxmlformats.org/officeDocument/2006/relationships/oleObject" Target="../embeddings/oleObject106.bin"/><Relationship Id="rId27" Type="http://schemas.openxmlformats.org/officeDocument/2006/relationships/image" Target="../media/image103.wmf"/><Relationship Id="rId26" Type="http://schemas.openxmlformats.org/officeDocument/2006/relationships/oleObject" Target="../embeddings/oleObject105.bin"/><Relationship Id="rId25" Type="http://schemas.openxmlformats.org/officeDocument/2006/relationships/image" Target="../media/image102.wmf"/><Relationship Id="rId24" Type="http://schemas.openxmlformats.org/officeDocument/2006/relationships/oleObject" Target="../embeddings/oleObject104.bin"/><Relationship Id="rId23" Type="http://schemas.openxmlformats.org/officeDocument/2006/relationships/image" Target="../media/image101.wmf"/><Relationship Id="rId22" Type="http://schemas.openxmlformats.org/officeDocument/2006/relationships/oleObject" Target="../embeddings/oleObject103.bin"/><Relationship Id="rId21" Type="http://schemas.openxmlformats.org/officeDocument/2006/relationships/image" Target="../media/image100.wmf"/><Relationship Id="rId20" Type="http://schemas.openxmlformats.org/officeDocument/2006/relationships/oleObject" Target="../embeddings/oleObject102.bin"/><Relationship Id="rId2" Type="http://schemas.openxmlformats.org/officeDocument/2006/relationships/image" Target="../media/image69.wmf"/><Relationship Id="rId19" Type="http://schemas.openxmlformats.org/officeDocument/2006/relationships/image" Target="../media/image99.wmf"/><Relationship Id="rId18" Type="http://schemas.openxmlformats.org/officeDocument/2006/relationships/oleObject" Target="../embeddings/oleObject101.bin"/><Relationship Id="rId17" Type="http://schemas.openxmlformats.org/officeDocument/2006/relationships/image" Target="../media/image98.wmf"/><Relationship Id="rId16" Type="http://schemas.openxmlformats.org/officeDocument/2006/relationships/oleObject" Target="../embeddings/oleObject100.bin"/><Relationship Id="rId15" Type="http://schemas.openxmlformats.org/officeDocument/2006/relationships/oleObject" Target="../embeddings/oleObject99.bin"/><Relationship Id="rId14" Type="http://schemas.openxmlformats.org/officeDocument/2006/relationships/image" Target="../media/image97.wmf"/><Relationship Id="rId13" Type="http://schemas.openxmlformats.org/officeDocument/2006/relationships/oleObject" Target="../embeddings/oleObject98.bin"/><Relationship Id="rId12" Type="http://schemas.openxmlformats.org/officeDocument/2006/relationships/image" Target="../media/image96.wmf"/><Relationship Id="rId11" Type="http://schemas.openxmlformats.org/officeDocument/2006/relationships/oleObject" Target="../embeddings/oleObject97.bin"/><Relationship Id="rId10" Type="http://schemas.openxmlformats.org/officeDocument/2006/relationships/image" Target="../media/image95.emf"/><Relationship Id="rId1" Type="http://schemas.openxmlformats.org/officeDocument/2006/relationships/oleObject" Target="../embeddings/oleObject92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1.bin"/><Relationship Id="rId8" Type="http://schemas.openxmlformats.org/officeDocument/2006/relationships/image" Target="../media/image107.wmf"/><Relationship Id="rId7" Type="http://schemas.openxmlformats.org/officeDocument/2006/relationships/oleObject" Target="../embeddings/oleObject110.bin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105.wmf"/><Relationship Id="rId3" Type="http://schemas.openxmlformats.org/officeDocument/2006/relationships/oleObject" Target="../embeddings/oleObject108.bin"/><Relationship Id="rId2" Type="http://schemas.openxmlformats.org/officeDocument/2006/relationships/image" Target="../media/image104.wmf"/><Relationship Id="rId16" Type="http://schemas.openxmlformats.org/officeDocument/2006/relationships/vmlDrawing" Target="../drawings/vmlDrawing8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10.wmf"/><Relationship Id="rId13" Type="http://schemas.openxmlformats.org/officeDocument/2006/relationships/oleObject" Target="../embeddings/oleObject113.bin"/><Relationship Id="rId12" Type="http://schemas.openxmlformats.org/officeDocument/2006/relationships/image" Target="../media/image109.wmf"/><Relationship Id="rId11" Type="http://schemas.openxmlformats.org/officeDocument/2006/relationships/oleObject" Target="../embeddings/oleObject112.bin"/><Relationship Id="rId10" Type="http://schemas.openxmlformats.org/officeDocument/2006/relationships/image" Target="../media/image108.wmf"/><Relationship Id="rId1" Type="http://schemas.openxmlformats.org/officeDocument/2006/relationships/oleObject" Target="../embeddings/oleObject107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8.bin"/><Relationship Id="rId8" Type="http://schemas.openxmlformats.org/officeDocument/2006/relationships/image" Target="../media/image114.wmf"/><Relationship Id="rId7" Type="http://schemas.openxmlformats.org/officeDocument/2006/relationships/oleObject" Target="../embeddings/oleObject117.bin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12.wmf"/><Relationship Id="rId3" Type="http://schemas.openxmlformats.org/officeDocument/2006/relationships/oleObject" Target="../embeddings/oleObject115.bin"/><Relationship Id="rId2" Type="http://schemas.openxmlformats.org/officeDocument/2006/relationships/image" Target="../media/image111.wmf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116.wmf"/><Relationship Id="rId11" Type="http://schemas.openxmlformats.org/officeDocument/2006/relationships/oleObject" Target="../embeddings/oleObject119.bin"/><Relationship Id="rId10" Type="http://schemas.openxmlformats.org/officeDocument/2006/relationships/image" Target="../media/image115.wmf"/><Relationship Id="rId1" Type="http://schemas.openxmlformats.org/officeDocument/2006/relationships/oleObject" Target="../embeddings/oleObject114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4.bin"/><Relationship Id="rId8" Type="http://schemas.openxmlformats.org/officeDocument/2006/relationships/image" Target="../media/image120.wmf"/><Relationship Id="rId7" Type="http://schemas.openxmlformats.org/officeDocument/2006/relationships/oleObject" Target="../embeddings/oleObject123.bin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18.wmf"/><Relationship Id="rId3" Type="http://schemas.openxmlformats.org/officeDocument/2006/relationships/oleObject" Target="../embeddings/oleObject121.bin"/><Relationship Id="rId22" Type="http://schemas.openxmlformats.org/officeDocument/2006/relationships/vmlDrawing" Target="../drawings/vmlDrawing10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126.wmf"/><Relationship Id="rId2" Type="http://schemas.openxmlformats.org/officeDocument/2006/relationships/image" Target="../media/image117.wmf"/><Relationship Id="rId19" Type="http://schemas.openxmlformats.org/officeDocument/2006/relationships/oleObject" Target="../embeddings/oleObject129.bin"/><Relationship Id="rId18" Type="http://schemas.openxmlformats.org/officeDocument/2006/relationships/image" Target="../media/image125.wmf"/><Relationship Id="rId17" Type="http://schemas.openxmlformats.org/officeDocument/2006/relationships/oleObject" Target="../embeddings/oleObject128.bin"/><Relationship Id="rId16" Type="http://schemas.openxmlformats.org/officeDocument/2006/relationships/image" Target="../media/image124.wmf"/><Relationship Id="rId15" Type="http://schemas.openxmlformats.org/officeDocument/2006/relationships/oleObject" Target="../embeddings/oleObject127.bin"/><Relationship Id="rId14" Type="http://schemas.openxmlformats.org/officeDocument/2006/relationships/image" Target="../media/image123.wmf"/><Relationship Id="rId13" Type="http://schemas.openxmlformats.org/officeDocument/2006/relationships/oleObject" Target="../embeddings/oleObject126.bin"/><Relationship Id="rId12" Type="http://schemas.openxmlformats.org/officeDocument/2006/relationships/image" Target="../media/image122.wmf"/><Relationship Id="rId11" Type="http://schemas.openxmlformats.org/officeDocument/2006/relationships/oleObject" Target="../embeddings/oleObject125.bin"/><Relationship Id="rId10" Type="http://schemas.openxmlformats.org/officeDocument/2006/relationships/image" Target="../media/image121.wmf"/><Relationship Id="rId1" Type="http://schemas.openxmlformats.org/officeDocument/2006/relationships/oleObject" Target="../embeddings/oleObject120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4.bin"/><Relationship Id="rId8" Type="http://schemas.openxmlformats.org/officeDocument/2006/relationships/image" Target="../media/image130.wmf"/><Relationship Id="rId7" Type="http://schemas.openxmlformats.org/officeDocument/2006/relationships/oleObject" Target="../embeddings/oleObject133.bin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28.wmf"/><Relationship Id="rId3" Type="http://schemas.openxmlformats.org/officeDocument/2006/relationships/oleObject" Target="../embeddings/oleObject131.bin"/><Relationship Id="rId24" Type="http://schemas.openxmlformats.org/officeDocument/2006/relationships/vmlDrawing" Target="../drawings/vmlDrawing11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137.wmf"/><Relationship Id="rId21" Type="http://schemas.openxmlformats.org/officeDocument/2006/relationships/oleObject" Target="../embeddings/oleObject140.bin"/><Relationship Id="rId20" Type="http://schemas.openxmlformats.org/officeDocument/2006/relationships/image" Target="../media/image136.wmf"/><Relationship Id="rId2" Type="http://schemas.openxmlformats.org/officeDocument/2006/relationships/image" Target="../media/image127.wmf"/><Relationship Id="rId19" Type="http://schemas.openxmlformats.org/officeDocument/2006/relationships/oleObject" Target="../embeddings/oleObject139.bin"/><Relationship Id="rId18" Type="http://schemas.openxmlformats.org/officeDocument/2006/relationships/image" Target="../media/image135.wmf"/><Relationship Id="rId17" Type="http://schemas.openxmlformats.org/officeDocument/2006/relationships/oleObject" Target="../embeddings/oleObject138.bin"/><Relationship Id="rId16" Type="http://schemas.openxmlformats.org/officeDocument/2006/relationships/image" Target="../media/image134.wmf"/><Relationship Id="rId15" Type="http://schemas.openxmlformats.org/officeDocument/2006/relationships/oleObject" Target="../embeddings/oleObject137.bin"/><Relationship Id="rId14" Type="http://schemas.openxmlformats.org/officeDocument/2006/relationships/image" Target="../media/image133.wmf"/><Relationship Id="rId13" Type="http://schemas.openxmlformats.org/officeDocument/2006/relationships/oleObject" Target="../embeddings/oleObject136.bin"/><Relationship Id="rId12" Type="http://schemas.openxmlformats.org/officeDocument/2006/relationships/image" Target="../media/image132.wmf"/><Relationship Id="rId11" Type="http://schemas.openxmlformats.org/officeDocument/2006/relationships/oleObject" Target="../embeddings/oleObject135.bin"/><Relationship Id="rId10" Type="http://schemas.openxmlformats.org/officeDocument/2006/relationships/image" Target="../media/image131.wmf"/><Relationship Id="rId1" Type="http://schemas.openxmlformats.org/officeDocument/2006/relationships/oleObject" Target="../embeddings/oleObject130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5.bin"/><Relationship Id="rId8" Type="http://schemas.openxmlformats.org/officeDocument/2006/relationships/image" Target="../media/image141.wmf"/><Relationship Id="rId7" Type="http://schemas.openxmlformats.org/officeDocument/2006/relationships/oleObject" Target="../embeddings/oleObject144.bin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39.wmf"/><Relationship Id="rId3" Type="http://schemas.openxmlformats.org/officeDocument/2006/relationships/oleObject" Target="../embeddings/oleObject142.bin"/><Relationship Id="rId23" Type="http://schemas.openxmlformats.org/officeDocument/2006/relationships/vmlDrawing" Target="../drawings/vmlDrawing12.vml"/><Relationship Id="rId22" Type="http://schemas.openxmlformats.org/officeDocument/2006/relationships/slideLayout" Target="../slideLayouts/slideLayout18.xml"/><Relationship Id="rId21" Type="http://schemas.openxmlformats.org/officeDocument/2006/relationships/image" Target="../media/image147.wmf"/><Relationship Id="rId20" Type="http://schemas.openxmlformats.org/officeDocument/2006/relationships/oleObject" Target="../embeddings/oleObject151.bin"/><Relationship Id="rId2" Type="http://schemas.openxmlformats.org/officeDocument/2006/relationships/image" Target="../media/image138.wmf"/><Relationship Id="rId19" Type="http://schemas.openxmlformats.org/officeDocument/2006/relationships/image" Target="../media/image146.wmf"/><Relationship Id="rId18" Type="http://schemas.openxmlformats.org/officeDocument/2006/relationships/oleObject" Target="../embeddings/oleObject150.bin"/><Relationship Id="rId17" Type="http://schemas.openxmlformats.org/officeDocument/2006/relationships/image" Target="../media/image145.wmf"/><Relationship Id="rId16" Type="http://schemas.openxmlformats.org/officeDocument/2006/relationships/oleObject" Target="../embeddings/oleObject149.bin"/><Relationship Id="rId15" Type="http://schemas.openxmlformats.org/officeDocument/2006/relationships/image" Target="../media/image144.wmf"/><Relationship Id="rId14" Type="http://schemas.openxmlformats.org/officeDocument/2006/relationships/oleObject" Target="../embeddings/oleObject148.bin"/><Relationship Id="rId13" Type="http://schemas.openxmlformats.org/officeDocument/2006/relationships/image" Target="../media/image143.emf"/><Relationship Id="rId12" Type="http://schemas.openxmlformats.org/officeDocument/2006/relationships/oleObject" Target="../embeddings/oleObject147.bin"/><Relationship Id="rId11" Type="http://schemas.openxmlformats.org/officeDocument/2006/relationships/image" Target="../media/image142.wmf"/><Relationship Id="rId10" Type="http://schemas.openxmlformats.org/officeDocument/2006/relationships/oleObject" Target="../embeddings/oleObject146.bin"/><Relationship Id="rId1" Type="http://schemas.openxmlformats.org/officeDocument/2006/relationships/oleObject" Target="../embeddings/oleObject141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6.bin"/><Relationship Id="rId8" Type="http://schemas.openxmlformats.org/officeDocument/2006/relationships/image" Target="../media/image121.wmf"/><Relationship Id="rId7" Type="http://schemas.openxmlformats.org/officeDocument/2006/relationships/oleObject" Target="../embeddings/oleObject155.bin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19.wmf"/><Relationship Id="rId3" Type="http://schemas.openxmlformats.org/officeDocument/2006/relationships/oleObject" Target="../embeddings/oleObject153.bin"/><Relationship Id="rId28" Type="http://schemas.openxmlformats.org/officeDocument/2006/relationships/vmlDrawing" Target="../drawings/vmlDrawing13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53.wmf"/><Relationship Id="rId25" Type="http://schemas.openxmlformats.org/officeDocument/2006/relationships/oleObject" Target="../embeddings/oleObject164.bin"/><Relationship Id="rId24" Type="http://schemas.openxmlformats.org/officeDocument/2006/relationships/image" Target="../media/image152.wmf"/><Relationship Id="rId23" Type="http://schemas.openxmlformats.org/officeDocument/2006/relationships/oleObject" Target="../embeddings/oleObject163.bin"/><Relationship Id="rId22" Type="http://schemas.openxmlformats.org/officeDocument/2006/relationships/image" Target="../media/image151.wmf"/><Relationship Id="rId21" Type="http://schemas.openxmlformats.org/officeDocument/2006/relationships/oleObject" Target="../embeddings/oleObject162.bin"/><Relationship Id="rId20" Type="http://schemas.openxmlformats.org/officeDocument/2006/relationships/image" Target="../media/image150.wmf"/><Relationship Id="rId2" Type="http://schemas.openxmlformats.org/officeDocument/2006/relationships/image" Target="../media/image118.wmf"/><Relationship Id="rId19" Type="http://schemas.openxmlformats.org/officeDocument/2006/relationships/oleObject" Target="../embeddings/oleObject161.bin"/><Relationship Id="rId18" Type="http://schemas.openxmlformats.org/officeDocument/2006/relationships/image" Target="../media/image149.wmf"/><Relationship Id="rId17" Type="http://schemas.openxmlformats.org/officeDocument/2006/relationships/oleObject" Target="../embeddings/oleObject160.bin"/><Relationship Id="rId16" Type="http://schemas.openxmlformats.org/officeDocument/2006/relationships/image" Target="../media/image148.wmf"/><Relationship Id="rId15" Type="http://schemas.openxmlformats.org/officeDocument/2006/relationships/oleObject" Target="../embeddings/oleObject159.bin"/><Relationship Id="rId14" Type="http://schemas.openxmlformats.org/officeDocument/2006/relationships/image" Target="../media/image124.wmf"/><Relationship Id="rId13" Type="http://schemas.openxmlformats.org/officeDocument/2006/relationships/oleObject" Target="../embeddings/oleObject158.bin"/><Relationship Id="rId12" Type="http://schemas.openxmlformats.org/officeDocument/2006/relationships/image" Target="../media/image123.wmf"/><Relationship Id="rId11" Type="http://schemas.openxmlformats.org/officeDocument/2006/relationships/oleObject" Target="../embeddings/oleObject157.bin"/><Relationship Id="rId10" Type="http://schemas.openxmlformats.org/officeDocument/2006/relationships/image" Target="../media/image122.wmf"/><Relationship Id="rId1" Type="http://schemas.openxmlformats.org/officeDocument/2006/relationships/oleObject" Target="../embeddings/oleObject152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9.bin"/><Relationship Id="rId8" Type="http://schemas.openxmlformats.org/officeDocument/2006/relationships/image" Target="../media/image157.wmf"/><Relationship Id="rId7" Type="http://schemas.openxmlformats.org/officeDocument/2006/relationships/oleObject" Target="../embeddings/oleObject168.bin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55.wmf"/><Relationship Id="rId3" Type="http://schemas.openxmlformats.org/officeDocument/2006/relationships/oleObject" Target="../embeddings/oleObject166.bin"/><Relationship Id="rId2" Type="http://schemas.openxmlformats.org/officeDocument/2006/relationships/image" Target="../media/image154.wmf"/><Relationship Id="rId16" Type="http://schemas.openxmlformats.org/officeDocument/2006/relationships/vmlDrawing" Target="../drawings/vmlDrawing14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60.wmf"/><Relationship Id="rId13" Type="http://schemas.openxmlformats.org/officeDocument/2006/relationships/oleObject" Target="../embeddings/oleObject171.bin"/><Relationship Id="rId12" Type="http://schemas.openxmlformats.org/officeDocument/2006/relationships/image" Target="../media/image159.wmf"/><Relationship Id="rId11" Type="http://schemas.openxmlformats.org/officeDocument/2006/relationships/oleObject" Target="../embeddings/oleObject170.bin"/><Relationship Id="rId10" Type="http://schemas.openxmlformats.org/officeDocument/2006/relationships/image" Target="../media/image158.wmf"/><Relationship Id="rId1" Type="http://schemas.openxmlformats.org/officeDocument/2006/relationships/oleObject" Target="../embeddings/oleObject165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6.bin"/><Relationship Id="rId8" Type="http://schemas.openxmlformats.org/officeDocument/2006/relationships/image" Target="../media/image164.wmf"/><Relationship Id="rId7" Type="http://schemas.openxmlformats.org/officeDocument/2006/relationships/oleObject" Target="../embeddings/oleObject175.bin"/><Relationship Id="rId6" Type="http://schemas.openxmlformats.org/officeDocument/2006/relationships/image" Target="../media/image163.wmf"/><Relationship Id="rId5" Type="http://schemas.openxmlformats.org/officeDocument/2006/relationships/oleObject" Target="../embeddings/oleObject174.bin"/><Relationship Id="rId4" Type="http://schemas.openxmlformats.org/officeDocument/2006/relationships/image" Target="../media/image162.wmf"/><Relationship Id="rId33" Type="http://schemas.openxmlformats.org/officeDocument/2006/relationships/notesSlide" Target="../notesSlides/notesSlide1.xml"/><Relationship Id="rId32" Type="http://schemas.openxmlformats.org/officeDocument/2006/relationships/vmlDrawing" Target="../drawings/vmlDrawing15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175.wmf"/><Relationship Id="rId3" Type="http://schemas.openxmlformats.org/officeDocument/2006/relationships/oleObject" Target="../embeddings/oleObject173.bin"/><Relationship Id="rId29" Type="http://schemas.openxmlformats.org/officeDocument/2006/relationships/oleObject" Target="../embeddings/oleObject186.bin"/><Relationship Id="rId28" Type="http://schemas.openxmlformats.org/officeDocument/2006/relationships/image" Target="../media/image174.wmf"/><Relationship Id="rId27" Type="http://schemas.openxmlformats.org/officeDocument/2006/relationships/oleObject" Target="../embeddings/oleObject185.bin"/><Relationship Id="rId26" Type="http://schemas.openxmlformats.org/officeDocument/2006/relationships/image" Target="../media/image173.wmf"/><Relationship Id="rId25" Type="http://schemas.openxmlformats.org/officeDocument/2006/relationships/oleObject" Target="../embeddings/oleObject184.bin"/><Relationship Id="rId24" Type="http://schemas.openxmlformats.org/officeDocument/2006/relationships/image" Target="../media/image172.wmf"/><Relationship Id="rId23" Type="http://schemas.openxmlformats.org/officeDocument/2006/relationships/oleObject" Target="../embeddings/oleObject183.bin"/><Relationship Id="rId22" Type="http://schemas.openxmlformats.org/officeDocument/2006/relationships/image" Target="../media/image171.wmf"/><Relationship Id="rId21" Type="http://schemas.openxmlformats.org/officeDocument/2006/relationships/oleObject" Target="../embeddings/oleObject182.bin"/><Relationship Id="rId20" Type="http://schemas.openxmlformats.org/officeDocument/2006/relationships/image" Target="../media/image170.wmf"/><Relationship Id="rId2" Type="http://schemas.openxmlformats.org/officeDocument/2006/relationships/image" Target="../media/image161.wmf"/><Relationship Id="rId19" Type="http://schemas.openxmlformats.org/officeDocument/2006/relationships/oleObject" Target="../embeddings/oleObject181.bin"/><Relationship Id="rId18" Type="http://schemas.openxmlformats.org/officeDocument/2006/relationships/image" Target="../media/image169.wmf"/><Relationship Id="rId17" Type="http://schemas.openxmlformats.org/officeDocument/2006/relationships/oleObject" Target="../embeddings/oleObject180.bin"/><Relationship Id="rId16" Type="http://schemas.openxmlformats.org/officeDocument/2006/relationships/image" Target="../media/image168.wmf"/><Relationship Id="rId15" Type="http://schemas.openxmlformats.org/officeDocument/2006/relationships/oleObject" Target="../embeddings/oleObject179.bin"/><Relationship Id="rId14" Type="http://schemas.openxmlformats.org/officeDocument/2006/relationships/image" Target="../media/image167.wmf"/><Relationship Id="rId13" Type="http://schemas.openxmlformats.org/officeDocument/2006/relationships/oleObject" Target="../embeddings/oleObject178.bin"/><Relationship Id="rId12" Type="http://schemas.openxmlformats.org/officeDocument/2006/relationships/image" Target="../media/image166.wmf"/><Relationship Id="rId11" Type="http://schemas.openxmlformats.org/officeDocument/2006/relationships/oleObject" Target="../embeddings/oleObject177.bin"/><Relationship Id="rId10" Type="http://schemas.openxmlformats.org/officeDocument/2006/relationships/image" Target="../media/image165.wmf"/><Relationship Id="rId1" Type="http://schemas.openxmlformats.org/officeDocument/2006/relationships/oleObject" Target="../embeddings/oleObject172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1.bin"/><Relationship Id="rId8" Type="http://schemas.openxmlformats.org/officeDocument/2006/relationships/image" Target="../media/image179.wmf"/><Relationship Id="rId7" Type="http://schemas.openxmlformats.org/officeDocument/2006/relationships/oleObject" Target="../embeddings/oleObject190.bin"/><Relationship Id="rId6" Type="http://schemas.openxmlformats.org/officeDocument/2006/relationships/image" Target="../media/image178.wmf"/><Relationship Id="rId5" Type="http://schemas.openxmlformats.org/officeDocument/2006/relationships/oleObject" Target="../embeddings/oleObject189.bin"/><Relationship Id="rId4" Type="http://schemas.openxmlformats.org/officeDocument/2006/relationships/image" Target="../media/image177.wmf"/><Relationship Id="rId38" Type="http://schemas.openxmlformats.org/officeDocument/2006/relationships/vmlDrawing" Target="../drawings/vmlDrawing16.vml"/><Relationship Id="rId37" Type="http://schemas.openxmlformats.org/officeDocument/2006/relationships/slideLayout" Target="../slideLayouts/slideLayout18.xml"/><Relationship Id="rId36" Type="http://schemas.openxmlformats.org/officeDocument/2006/relationships/image" Target="../media/image193.wmf"/><Relationship Id="rId35" Type="http://schemas.openxmlformats.org/officeDocument/2006/relationships/oleObject" Target="../embeddings/oleObject204.bin"/><Relationship Id="rId34" Type="http://schemas.openxmlformats.org/officeDocument/2006/relationships/image" Target="../media/image192.wmf"/><Relationship Id="rId33" Type="http://schemas.openxmlformats.org/officeDocument/2006/relationships/oleObject" Target="../embeddings/oleObject203.bin"/><Relationship Id="rId32" Type="http://schemas.openxmlformats.org/officeDocument/2006/relationships/image" Target="../media/image191.wmf"/><Relationship Id="rId31" Type="http://schemas.openxmlformats.org/officeDocument/2006/relationships/oleObject" Target="../embeddings/oleObject202.bin"/><Relationship Id="rId30" Type="http://schemas.openxmlformats.org/officeDocument/2006/relationships/image" Target="../media/image190.wmf"/><Relationship Id="rId3" Type="http://schemas.openxmlformats.org/officeDocument/2006/relationships/oleObject" Target="../embeddings/oleObject188.bin"/><Relationship Id="rId29" Type="http://schemas.openxmlformats.org/officeDocument/2006/relationships/oleObject" Target="../embeddings/oleObject201.bin"/><Relationship Id="rId28" Type="http://schemas.openxmlformats.org/officeDocument/2006/relationships/image" Target="../media/image189.wmf"/><Relationship Id="rId27" Type="http://schemas.openxmlformats.org/officeDocument/2006/relationships/oleObject" Target="../embeddings/oleObject200.bin"/><Relationship Id="rId26" Type="http://schemas.openxmlformats.org/officeDocument/2006/relationships/image" Target="../media/image188.wmf"/><Relationship Id="rId25" Type="http://schemas.openxmlformats.org/officeDocument/2006/relationships/oleObject" Target="../embeddings/oleObject199.bin"/><Relationship Id="rId24" Type="http://schemas.openxmlformats.org/officeDocument/2006/relationships/image" Target="../media/image187.wmf"/><Relationship Id="rId23" Type="http://schemas.openxmlformats.org/officeDocument/2006/relationships/oleObject" Target="../embeddings/oleObject198.bin"/><Relationship Id="rId22" Type="http://schemas.openxmlformats.org/officeDocument/2006/relationships/image" Target="../media/image186.wmf"/><Relationship Id="rId21" Type="http://schemas.openxmlformats.org/officeDocument/2006/relationships/oleObject" Target="../embeddings/oleObject197.bin"/><Relationship Id="rId20" Type="http://schemas.openxmlformats.org/officeDocument/2006/relationships/image" Target="../media/image185.wmf"/><Relationship Id="rId2" Type="http://schemas.openxmlformats.org/officeDocument/2006/relationships/image" Target="../media/image176.wmf"/><Relationship Id="rId19" Type="http://schemas.openxmlformats.org/officeDocument/2006/relationships/oleObject" Target="../embeddings/oleObject196.bin"/><Relationship Id="rId18" Type="http://schemas.openxmlformats.org/officeDocument/2006/relationships/image" Target="../media/image184.wmf"/><Relationship Id="rId17" Type="http://schemas.openxmlformats.org/officeDocument/2006/relationships/oleObject" Target="../embeddings/oleObject195.bin"/><Relationship Id="rId16" Type="http://schemas.openxmlformats.org/officeDocument/2006/relationships/image" Target="../media/image183.wmf"/><Relationship Id="rId15" Type="http://schemas.openxmlformats.org/officeDocument/2006/relationships/oleObject" Target="../embeddings/oleObject194.bin"/><Relationship Id="rId14" Type="http://schemas.openxmlformats.org/officeDocument/2006/relationships/image" Target="../media/image182.wmf"/><Relationship Id="rId13" Type="http://schemas.openxmlformats.org/officeDocument/2006/relationships/oleObject" Target="../embeddings/oleObject193.bin"/><Relationship Id="rId12" Type="http://schemas.openxmlformats.org/officeDocument/2006/relationships/image" Target="../media/image181.wmf"/><Relationship Id="rId11" Type="http://schemas.openxmlformats.org/officeDocument/2006/relationships/oleObject" Target="../embeddings/oleObject192.bin"/><Relationship Id="rId10" Type="http://schemas.openxmlformats.org/officeDocument/2006/relationships/image" Target="../media/image180.wmf"/><Relationship Id="rId1" Type="http://schemas.openxmlformats.org/officeDocument/2006/relationships/oleObject" Target="../embeddings/oleObject187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9.bin"/><Relationship Id="rId8" Type="http://schemas.openxmlformats.org/officeDocument/2006/relationships/image" Target="../media/image197.wmf"/><Relationship Id="rId7" Type="http://schemas.openxmlformats.org/officeDocument/2006/relationships/oleObject" Target="../embeddings/oleObject208.bin"/><Relationship Id="rId6" Type="http://schemas.openxmlformats.org/officeDocument/2006/relationships/image" Target="../media/image196.wmf"/><Relationship Id="rId5" Type="http://schemas.openxmlformats.org/officeDocument/2006/relationships/oleObject" Target="../embeddings/oleObject207.bin"/><Relationship Id="rId4" Type="http://schemas.openxmlformats.org/officeDocument/2006/relationships/image" Target="../media/image195.wmf"/><Relationship Id="rId3" Type="http://schemas.openxmlformats.org/officeDocument/2006/relationships/oleObject" Target="../embeddings/oleObject206.bin"/><Relationship Id="rId22" Type="http://schemas.openxmlformats.org/officeDocument/2006/relationships/vmlDrawing" Target="../drawings/vmlDrawing17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203.wmf"/><Relationship Id="rId2" Type="http://schemas.openxmlformats.org/officeDocument/2006/relationships/image" Target="../media/image194.wmf"/><Relationship Id="rId19" Type="http://schemas.openxmlformats.org/officeDocument/2006/relationships/oleObject" Target="../embeddings/oleObject214.bin"/><Relationship Id="rId18" Type="http://schemas.openxmlformats.org/officeDocument/2006/relationships/image" Target="../media/image202.wmf"/><Relationship Id="rId17" Type="http://schemas.openxmlformats.org/officeDocument/2006/relationships/oleObject" Target="../embeddings/oleObject213.bin"/><Relationship Id="rId16" Type="http://schemas.openxmlformats.org/officeDocument/2006/relationships/image" Target="../media/image201.wmf"/><Relationship Id="rId15" Type="http://schemas.openxmlformats.org/officeDocument/2006/relationships/oleObject" Target="../embeddings/oleObject212.bin"/><Relationship Id="rId14" Type="http://schemas.openxmlformats.org/officeDocument/2006/relationships/image" Target="../media/image200.wmf"/><Relationship Id="rId13" Type="http://schemas.openxmlformats.org/officeDocument/2006/relationships/oleObject" Target="../embeddings/oleObject211.bin"/><Relationship Id="rId12" Type="http://schemas.openxmlformats.org/officeDocument/2006/relationships/image" Target="../media/image199.wmf"/><Relationship Id="rId11" Type="http://schemas.openxmlformats.org/officeDocument/2006/relationships/oleObject" Target="../embeddings/oleObject210.bin"/><Relationship Id="rId10" Type="http://schemas.openxmlformats.org/officeDocument/2006/relationships/image" Target="../media/image198.wmf"/><Relationship Id="rId1" Type="http://schemas.openxmlformats.org/officeDocument/2006/relationships/oleObject" Target="../embeddings/oleObject205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9.bin"/><Relationship Id="rId8" Type="http://schemas.openxmlformats.org/officeDocument/2006/relationships/image" Target="../media/image207.wmf"/><Relationship Id="rId7" Type="http://schemas.openxmlformats.org/officeDocument/2006/relationships/oleObject" Target="../embeddings/oleObject218.bin"/><Relationship Id="rId6" Type="http://schemas.openxmlformats.org/officeDocument/2006/relationships/image" Target="../media/image206.wmf"/><Relationship Id="rId5" Type="http://schemas.openxmlformats.org/officeDocument/2006/relationships/oleObject" Target="../embeddings/oleObject217.bin"/><Relationship Id="rId4" Type="http://schemas.openxmlformats.org/officeDocument/2006/relationships/image" Target="../media/image205.wmf"/><Relationship Id="rId3" Type="http://schemas.openxmlformats.org/officeDocument/2006/relationships/oleObject" Target="../embeddings/oleObject216.bin"/><Relationship Id="rId2" Type="http://schemas.openxmlformats.org/officeDocument/2006/relationships/image" Target="../media/image204.wmf"/><Relationship Id="rId12" Type="http://schemas.openxmlformats.org/officeDocument/2006/relationships/vmlDrawing" Target="../drawings/vmlDrawing18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208.wmf"/><Relationship Id="rId1" Type="http://schemas.openxmlformats.org/officeDocument/2006/relationships/oleObject" Target="../embeddings/oleObject215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4.bin"/><Relationship Id="rId8" Type="http://schemas.openxmlformats.org/officeDocument/2006/relationships/image" Target="../media/image212.wmf"/><Relationship Id="rId7" Type="http://schemas.openxmlformats.org/officeDocument/2006/relationships/oleObject" Target="../embeddings/oleObject223.bin"/><Relationship Id="rId6" Type="http://schemas.openxmlformats.org/officeDocument/2006/relationships/image" Target="../media/image211.wmf"/><Relationship Id="rId5" Type="http://schemas.openxmlformats.org/officeDocument/2006/relationships/oleObject" Target="../embeddings/oleObject222.bin"/><Relationship Id="rId4" Type="http://schemas.openxmlformats.org/officeDocument/2006/relationships/image" Target="../media/image210.wmf"/><Relationship Id="rId3" Type="http://schemas.openxmlformats.org/officeDocument/2006/relationships/oleObject" Target="../embeddings/oleObject221.bin"/><Relationship Id="rId20" Type="http://schemas.openxmlformats.org/officeDocument/2006/relationships/vmlDrawing" Target="../drawings/vmlDrawing19.vml"/><Relationship Id="rId2" Type="http://schemas.openxmlformats.org/officeDocument/2006/relationships/image" Target="../media/image209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217.wmf"/><Relationship Id="rId17" Type="http://schemas.openxmlformats.org/officeDocument/2006/relationships/oleObject" Target="../embeddings/oleObject228.bin"/><Relationship Id="rId16" Type="http://schemas.openxmlformats.org/officeDocument/2006/relationships/image" Target="../media/image216.wmf"/><Relationship Id="rId15" Type="http://schemas.openxmlformats.org/officeDocument/2006/relationships/oleObject" Target="../embeddings/oleObject227.bin"/><Relationship Id="rId14" Type="http://schemas.openxmlformats.org/officeDocument/2006/relationships/image" Target="../media/image215.wmf"/><Relationship Id="rId13" Type="http://schemas.openxmlformats.org/officeDocument/2006/relationships/oleObject" Target="../embeddings/oleObject226.bin"/><Relationship Id="rId12" Type="http://schemas.openxmlformats.org/officeDocument/2006/relationships/image" Target="../media/image214.wmf"/><Relationship Id="rId11" Type="http://schemas.openxmlformats.org/officeDocument/2006/relationships/oleObject" Target="../embeddings/oleObject225.bin"/><Relationship Id="rId10" Type="http://schemas.openxmlformats.org/officeDocument/2006/relationships/image" Target="../media/image213.wmf"/><Relationship Id="rId1" Type="http://schemas.openxmlformats.org/officeDocument/2006/relationships/oleObject" Target="../embeddings/oleObject220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3.bin"/><Relationship Id="rId8" Type="http://schemas.openxmlformats.org/officeDocument/2006/relationships/image" Target="../media/image221.wmf"/><Relationship Id="rId7" Type="http://schemas.openxmlformats.org/officeDocument/2006/relationships/oleObject" Target="../embeddings/oleObject232.bin"/><Relationship Id="rId6" Type="http://schemas.openxmlformats.org/officeDocument/2006/relationships/image" Target="../media/image220.wmf"/><Relationship Id="rId5" Type="http://schemas.openxmlformats.org/officeDocument/2006/relationships/oleObject" Target="../embeddings/oleObject231.bin"/><Relationship Id="rId4" Type="http://schemas.openxmlformats.org/officeDocument/2006/relationships/image" Target="../media/image219.wmf"/><Relationship Id="rId3" Type="http://schemas.openxmlformats.org/officeDocument/2006/relationships/oleObject" Target="../embeddings/oleObject230.bin"/><Relationship Id="rId27" Type="http://schemas.openxmlformats.org/officeDocument/2006/relationships/notesSlide" Target="../notesSlides/notesSlide2.xml"/><Relationship Id="rId26" Type="http://schemas.openxmlformats.org/officeDocument/2006/relationships/vmlDrawing" Target="../drawings/vmlDrawing20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229.wmf"/><Relationship Id="rId23" Type="http://schemas.openxmlformats.org/officeDocument/2006/relationships/oleObject" Target="../embeddings/oleObject240.bin"/><Relationship Id="rId22" Type="http://schemas.openxmlformats.org/officeDocument/2006/relationships/image" Target="../media/image228.wmf"/><Relationship Id="rId21" Type="http://schemas.openxmlformats.org/officeDocument/2006/relationships/oleObject" Target="../embeddings/oleObject239.bin"/><Relationship Id="rId20" Type="http://schemas.openxmlformats.org/officeDocument/2006/relationships/image" Target="../media/image227.wmf"/><Relationship Id="rId2" Type="http://schemas.openxmlformats.org/officeDocument/2006/relationships/image" Target="../media/image218.wmf"/><Relationship Id="rId19" Type="http://schemas.openxmlformats.org/officeDocument/2006/relationships/oleObject" Target="../embeddings/oleObject238.bin"/><Relationship Id="rId18" Type="http://schemas.openxmlformats.org/officeDocument/2006/relationships/image" Target="../media/image226.wmf"/><Relationship Id="rId17" Type="http://schemas.openxmlformats.org/officeDocument/2006/relationships/oleObject" Target="../embeddings/oleObject237.bin"/><Relationship Id="rId16" Type="http://schemas.openxmlformats.org/officeDocument/2006/relationships/image" Target="../media/image225.wmf"/><Relationship Id="rId15" Type="http://schemas.openxmlformats.org/officeDocument/2006/relationships/oleObject" Target="../embeddings/oleObject236.bin"/><Relationship Id="rId14" Type="http://schemas.openxmlformats.org/officeDocument/2006/relationships/image" Target="../media/image224.wmf"/><Relationship Id="rId13" Type="http://schemas.openxmlformats.org/officeDocument/2006/relationships/oleObject" Target="../embeddings/oleObject235.bin"/><Relationship Id="rId12" Type="http://schemas.openxmlformats.org/officeDocument/2006/relationships/image" Target="../media/image223.wmf"/><Relationship Id="rId11" Type="http://schemas.openxmlformats.org/officeDocument/2006/relationships/oleObject" Target="../embeddings/oleObject234.bin"/><Relationship Id="rId10" Type="http://schemas.openxmlformats.org/officeDocument/2006/relationships/image" Target="../media/image222.wmf"/><Relationship Id="rId1" Type="http://schemas.openxmlformats.org/officeDocument/2006/relationships/oleObject" Target="../embeddings/oleObject22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1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232.wmf"/><Relationship Id="rId5" Type="http://schemas.openxmlformats.org/officeDocument/2006/relationships/oleObject" Target="../embeddings/oleObject243.bin"/><Relationship Id="rId4" Type="http://schemas.openxmlformats.org/officeDocument/2006/relationships/image" Target="../media/image231.wmf"/><Relationship Id="rId3" Type="http://schemas.openxmlformats.org/officeDocument/2006/relationships/oleObject" Target="../embeddings/oleObject242.bin"/><Relationship Id="rId2" Type="http://schemas.openxmlformats.org/officeDocument/2006/relationships/image" Target="../media/image230.wmf"/><Relationship Id="rId1" Type="http://schemas.openxmlformats.org/officeDocument/2006/relationships/oleObject" Target="../embeddings/oleObject241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8.bin"/><Relationship Id="rId8" Type="http://schemas.openxmlformats.org/officeDocument/2006/relationships/image" Target="../media/image236.wmf"/><Relationship Id="rId7" Type="http://schemas.openxmlformats.org/officeDocument/2006/relationships/oleObject" Target="../embeddings/oleObject247.bin"/><Relationship Id="rId6" Type="http://schemas.openxmlformats.org/officeDocument/2006/relationships/image" Target="../media/image235.wmf"/><Relationship Id="rId5" Type="http://schemas.openxmlformats.org/officeDocument/2006/relationships/oleObject" Target="../embeddings/oleObject246.bin"/><Relationship Id="rId4" Type="http://schemas.openxmlformats.org/officeDocument/2006/relationships/image" Target="../media/image234.wmf"/><Relationship Id="rId3" Type="http://schemas.openxmlformats.org/officeDocument/2006/relationships/oleObject" Target="../embeddings/oleObject245.bin"/><Relationship Id="rId26" Type="http://schemas.openxmlformats.org/officeDocument/2006/relationships/vmlDrawing" Target="../drawings/vmlDrawing22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244.wmf"/><Relationship Id="rId23" Type="http://schemas.openxmlformats.org/officeDocument/2006/relationships/oleObject" Target="../embeddings/oleObject255.bin"/><Relationship Id="rId22" Type="http://schemas.openxmlformats.org/officeDocument/2006/relationships/image" Target="../media/image243.wmf"/><Relationship Id="rId21" Type="http://schemas.openxmlformats.org/officeDocument/2006/relationships/oleObject" Target="../embeddings/oleObject254.bin"/><Relationship Id="rId20" Type="http://schemas.openxmlformats.org/officeDocument/2006/relationships/image" Target="../media/image242.wmf"/><Relationship Id="rId2" Type="http://schemas.openxmlformats.org/officeDocument/2006/relationships/image" Target="../media/image233.wmf"/><Relationship Id="rId19" Type="http://schemas.openxmlformats.org/officeDocument/2006/relationships/oleObject" Target="../embeddings/oleObject253.bin"/><Relationship Id="rId18" Type="http://schemas.openxmlformats.org/officeDocument/2006/relationships/image" Target="../media/image241.wmf"/><Relationship Id="rId17" Type="http://schemas.openxmlformats.org/officeDocument/2006/relationships/oleObject" Target="../embeddings/oleObject252.bin"/><Relationship Id="rId16" Type="http://schemas.openxmlformats.org/officeDocument/2006/relationships/image" Target="../media/image240.wmf"/><Relationship Id="rId15" Type="http://schemas.openxmlformats.org/officeDocument/2006/relationships/oleObject" Target="../embeddings/oleObject251.bin"/><Relationship Id="rId14" Type="http://schemas.openxmlformats.org/officeDocument/2006/relationships/image" Target="../media/image239.wmf"/><Relationship Id="rId13" Type="http://schemas.openxmlformats.org/officeDocument/2006/relationships/oleObject" Target="../embeddings/oleObject250.bin"/><Relationship Id="rId12" Type="http://schemas.openxmlformats.org/officeDocument/2006/relationships/image" Target="../media/image238.wmf"/><Relationship Id="rId11" Type="http://schemas.openxmlformats.org/officeDocument/2006/relationships/oleObject" Target="../embeddings/oleObject249.bin"/><Relationship Id="rId10" Type="http://schemas.openxmlformats.org/officeDocument/2006/relationships/image" Target="../media/image237.wmf"/><Relationship Id="rId1" Type="http://schemas.openxmlformats.org/officeDocument/2006/relationships/oleObject" Target="../embeddings/oleObject244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0.bin"/><Relationship Id="rId8" Type="http://schemas.openxmlformats.org/officeDocument/2006/relationships/image" Target="../media/image248.wmf"/><Relationship Id="rId7" Type="http://schemas.openxmlformats.org/officeDocument/2006/relationships/oleObject" Target="../embeddings/oleObject259.bin"/><Relationship Id="rId6" Type="http://schemas.openxmlformats.org/officeDocument/2006/relationships/image" Target="../media/image247.wmf"/><Relationship Id="rId5" Type="http://schemas.openxmlformats.org/officeDocument/2006/relationships/oleObject" Target="../embeddings/oleObject258.bin"/><Relationship Id="rId4" Type="http://schemas.openxmlformats.org/officeDocument/2006/relationships/image" Target="../media/image246.wmf"/><Relationship Id="rId3" Type="http://schemas.openxmlformats.org/officeDocument/2006/relationships/oleObject" Target="../embeddings/oleObject257.bin"/><Relationship Id="rId21" Type="http://schemas.openxmlformats.org/officeDocument/2006/relationships/notesSlide" Target="../notesSlides/notesSlide3.xml"/><Relationship Id="rId20" Type="http://schemas.openxmlformats.org/officeDocument/2006/relationships/vmlDrawing" Target="../drawings/vmlDrawing23.vml"/><Relationship Id="rId2" Type="http://schemas.openxmlformats.org/officeDocument/2006/relationships/image" Target="../media/image245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253.wmf"/><Relationship Id="rId17" Type="http://schemas.openxmlformats.org/officeDocument/2006/relationships/oleObject" Target="../embeddings/oleObject264.bin"/><Relationship Id="rId16" Type="http://schemas.openxmlformats.org/officeDocument/2006/relationships/image" Target="../media/image252.wmf"/><Relationship Id="rId15" Type="http://schemas.openxmlformats.org/officeDocument/2006/relationships/oleObject" Target="../embeddings/oleObject263.bin"/><Relationship Id="rId14" Type="http://schemas.openxmlformats.org/officeDocument/2006/relationships/image" Target="../media/image251.wmf"/><Relationship Id="rId13" Type="http://schemas.openxmlformats.org/officeDocument/2006/relationships/oleObject" Target="../embeddings/oleObject262.bin"/><Relationship Id="rId12" Type="http://schemas.openxmlformats.org/officeDocument/2006/relationships/image" Target="../media/image250.wmf"/><Relationship Id="rId11" Type="http://schemas.openxmlformats.org/officeDocument/2006/relationships/oleObject" Target="../embeddings/oleObject261.bin"/><Relationship Id="rId10" Type="http://schemas.openxmlformats.org/officeDocument/2006/relationships/image" Target="../media/image249.wmf"/><Relationship Id="rId1" Type="http://schemas.openxmlformats.org/officeDocument/2006/relationships/oleObject" Target="../embeddings/oleObject256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" Target="slide28.xml"/><Relationship Id="rId1" Type="http://schemas.openxmlformats.org/officeDocument/2006/relationships/slide" Target="slide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4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256.wmf"/><Relationship Id="rId5" Type="http://schemas.openxmlformats.org/officeDocument/2006/relationships/oleObject" Target="../embeddings/oleObject267.bin"/><Relationship Id="rId4" Type="http://schemas.openxmlformats.org/officeDocument/2006/relationships/image" Target="../media/image255.wmf"/><Relationship Id="rId3" Type="http://schemas.openxmlformats.org/officeDocument/2006/relationships/oleObject" Target="../embeddings/oleObject266.bin"/><Relationship Id="rId2" Type="http://schemas.openxmlformats.org/officeDocument/2006/relationships/image" Target="../media/image254.wmf"/><Relationship Id="rId1" Type="http://schemas.openxmlformats.org/officeDocument/2006/relationships/oleObject" Target="../embeddings/oleObject265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2.bin"/><Relationship Id="rId8" Type="http://schemas.openxmlformats.org/officeDocument/2006/relationships/image" Target="../media/image260.wmf"/><Relationship Id="rId7" Type="http://schemas.openxmlformats.org/officeDocument/2006/relationships/oleObject" Target="../embeddings/oleObject271.bin"/><Relationship Id="rId6" Type="http://schemas.openxmlformats.org/officeDocument/2006/relationships/image" Target="../media/image259.wmf"/><Relationship Id="rId5" Type="http://schemas.openxmlformats.org/officeDocument/2006/relationships/oleObject" Target="../embeddings/oleObject270.bin"/><Relationship Id="rId4" Type="http://schemas.openxmlformats.org/officeDocument/2006/relationships/image" Target="../media/image258.wmf"/><Relationship Id="rId3" Type="http://schemas.openxmlformats.org/officeDocument/2006/relationships/oleObject" Target="../embeddings/oleObject269.bin"/><Relationship Id="rId24" Type="http://schemas.openxmlformats.org/officeDocument/2006/relationships/vmlDrawing" Target="../drawings/vmlDrawing25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267.wmf"/><Relationship Id="rId21" Type="http://schemas.openxmlformats.org/officeDocument/2006/relationships/oleObject" Target="../embeddings/oleObject278.bin"/><Relationship Id="rId20" Type="http://schemas.openxmlformats.org/officeDocument/2006/relationships/image" Target="../media/image266.wmf"/><Relationship Id="rId2" Type="http://schemas.openxmlformats.org/officeDocument/2006/relationships/image" Target="../media/image257.wmf"/><Relationship Id="rId19" Type="http://schemas.openxmlformats.org/officeDocument/2006/relationships/oleObject" Target="../embeddings/oleObject277.bin"/><Relationship Id="rId18" Type="http://schemas.openxmlformats.org/officeDocument/2006/relationships/image" Target="../media/image265.wmf"/><Relationship Id="rId17" Type="http://schemas.openxmlformats.org/officeDocument/2006/relationships/oleObject" Target="../embeddings/oleObject276.bin"/><Relationship Id="rId16" Type="http://schemas.openxmlformats.org/officeDocument/2006/relationships/image" Target="../media/image264.wmf"/><Relationship Id="rId15" Type="http://schemas.openxmlformats.org/officeDocument/2006/relationships/oleObject" Target="../embeddings/oleObject275.bin"/><Relationship Id="rId14" Type="http://schemas.openxmlformats.org/officeDocument/2006/relationships/image" Target="../media/image263.wmf"/><Relationship Id="rId13" Type="http://schemas.openxmlformats.org/officeDocument/2006/relationships/oleObject" Target="../embeddings/oleObject274.bin"/><Relationship Id="rId12" Type="http://schemas.openxmlformats.org/officeDocument/2006/relationships/image" Target="../media/image262.wmf"/><Relationship Id="rId11" Type="http://schemas.openxmlformats.org/officeDocument/2006/relationships/oleObject" Target="../embeddings/oleObject273.bin"/><Relationship Id="rId10" Type="http://schemas.openxmlformats.org/officeDocument/2006/relationships/image" Target="../media/image261.wmf"/><Relationship Id="rId1" Type="http://schemas.openxmlformats.org/officeDocument/2006/relationships/oleObject" Target="../embeddings/oleObject268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3.bin"/><Relationship Id="rId8" Type="http://schemas.openxmlformats.org/officeDocument/2006/relationships/image" Target="../media/image271.wmf"/><Relationship Id="rId7" Type="http://schemas.openxmlformats.org/officeDocument/2006/relationships/oleObject" Target="../embeddings/oleObject282.bin"/><Relationship Id="rId6" Type="http://schemas.openxmlformats.org/officeDocument/2006/relationships/image" Target="../media/image270.wmf"/><Relationship Id="rId5" Type="http://schemas.openxmlformats.org/officeDocument/2006/relationships/oleObject" Target="../embeddings/oleObject281.bin"/><Relationship Id="rId4" Type="http://schemas.openxmlformats.org/officeDocument/2006/relationships/image" Target="../media/image269.wmf"/><Relationship Id="rId3" Type="http://schemas.openxmlformats.org/officeDocument/2006/relationships/oleObject" Target="../embeddings/oleObject280.bin"/><Relationship Id="rId2" Type="http://schemas.openxmlformats.org/officeDocument/2006/relationships/image" Target="../media/image268.wmf"/><Relationship Id="rId16" Type="http://schemas.openxmlformats.org/officeDocument/2006/relationships/vmlDrawing" Target="../drawings/vmlDrawing26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274.wmf"/><Relationship Id="rId13" Type="http://schemas.openxmlformats.org/officeDocument/2006/relationships/oleObject" Target="../embeddings/oleObject285.bin"/><Relationship Id="rId12" Type="http://schemas.openxmlformats.org/officeDocument/2006/relationships/image" Target="../media/image273.wmf"/><Relationship Id="rId11" Type="http://schemas.openxmlformats.org/officeDocument/2006/relationships/oleObject" Target="../embeddings/oleObject284.bin"/><Relationship Id="rId10" Type="http://schemas.openxmlformats.org/officeDocument/2006/relationships/image" Target="../media/image272.wmf"/><Relationship Id="rId1" Type="http://schemas.openxmlformats.org/officeDocument/2006/relationships/oleObject" Target="../embeddings/oleObject279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0.bin"/><Relationship Id="rId8" Type="http://schemas.openxmlformats.org/officeDocument/2006/relationships/image" Target="../media/image278.wmf"/><Relationship Id="rId7" Type="http://schemas.openxmlformats.org/officeDocument/2006/relationships/oleObject" Target="../embeddings/oleObject289.bin"/><Relationship Id="rId6" Type="http://schemas.openxmlformats.org/officeDocument/2006/relationships/image" Target="../media/image277.wmf"/><Relationship Id="rId5" Type="http://schemas.openxmlformats.org/officeDocument/2006/relationships/oleObject" Target="../embeddings/oleObject288.bin"/><Relationship Id="rId4" Type="http://schemas.openxmlformats.org/officeDocument/2006/relationships/image" Target="../media/image276.wmf"/><Relationship Id="rId3" Type="http://schemas.openxmlformats.org/officeDocument/2006/relationships/oleObject" Target="../embeddings/oleObject287.bin"/><Relationship Id="rId2" Type="http://schemas.openxmlformats.org/officeDocument/2006/relationships/image" Target="../media/image275.wmf"/><Relationship Id="rId16" Type="http://schemas.openxmlformats.org/officeDocument/2006/relationships/vmlDrawing" Target="../drawings/vmlDrawing27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268.wmf"/><Relationship Id="rId13" Type="http://schemas.openxmlformats.org/officeDocument/2006/relationships/oleObject" Target="../embeddings/oleObject292.bin"/><Relationship Id="rId12" Type="http://schemas.openxmlformats.org/officeDocument/2006/relationships/image" Target="../media/image280.wmf"/><Relationship Id="rId11" Type="http://schemas.openxmlformats.org/officeDocument/2006/relationships/oleObject" Target="../embeddings/oleObject291.bin"/><Relationship Id="rId10" Type="http://schemas.openxmlformats.org/officeDocument/2006/relationships/image" Target="../media/image279.wmf"/><Relationship Id="rId1" Type="http://schemas.openxmlformats.org/officeDocument/2006/relationships/oleObject" Target="../embeddings/oleObject286.bin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8.v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282.wmf"/><Relationship Id="rId3" Type="http://schemas.openxmlformats.org/officeDocument/2006/relationships/oleObject" Target="../embeddings/oleObject294.bin"/><Relationship Id="rId2" Type="http://schemas.openxmlformats.org/officeDocument/2006/relationships/image" Target="../media/image281.wmf"/><Relationship Id="rId1" Type="http://schemas.openxmlformats.org/officeDocument/2006/relationships/oleObject" Target="../embeddings/oleObject293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7.wmf"/><Relationship Id="rId8" Type="http://schemas.openxmlformats.org/officeDocument/2006/relationships/oleObject" Target="../embeddings/oleObject298.bin"/><Relationship Id="rId7" Type="http://schemas.openxmlformats.org/officeDocument/2006/relationships/image" Target="../media/image286.wmf"/><Relationship Id="rId6" Type="http://schemas.openxmlformats.org/officeDocument/2006/relationships/oleObject" Target="../embeddings/oleObject297.bin"/><Relationship Id="rId5" Type="http://schemas.openxmlformats.org/officeDocument/2006/relationships/image" Target="../media/image285.wmf"/><Relationship Id="rId4" Type="http://schemas.openxmlformats.org/officeDocument/2006/relationships/oleObject" Target="../embeddings/oleObject296.bin"/><Relationship Id="rId3" Type="http://schemas.openxmlformats.org/officeDocument/2006/relationships/image" Target="../media/image284.png"/><Relationship Id="rId25" Type="http://schemas.openxmlformats.org/officeDocument/2006/relationships/vmlDrawing" Target="../drawings/vmlDrawing29.vml"/><Relationship Id="rId24" Type="http://schemas.openxmlformats.org/officeDocument/2006/relationships/slideLayout" Target="../slideLayouts/slideLayout18.xml"/><Relationship Id="rId23" Type="http://schemas.openxmlformats.org/officeDocument/2006/relationships/image" Target="../media/image294.wmf"/><Relationship Id="rId22" Type="http://schemas.openxmlformats.org/officeDocument/2006/relationships/oleObject" Target="../embeddings/oleObject305.bin"/><Relationship Id="rId21" Type="http://schemas.openxmlformats.org/officeDocument/2006/relationships/image" Target="../media/image293.wmf"/><Relationship Id="rId20" Type="http://schemas.openxmlformats.org/officeDocument/2006/relationships/oleObject" Target="../embeddings/oleObject304.bin"/><Relationship Id="rId2" Type="http://schemas.openxmlformats.org/officeDocument/2006/relationships/image" Target="../media/image283.wmf"/><Relationship Id="rId19" Type="http://schemas.openxmlformats.org/officeDocument/2006/relationships/image" Target="../media/image292.wmf"/><Relationship Id="rId18" Type="http://schemas.openxmlformats.org/officeDocument/2006/relationships/oleObject" Target="../embeddings/oleObject303.bin"/><Relationship Id="rId17" Type="http://schemas.openxmlformats.org/officeDocument/2006/relationships/image" Target="../media/image291.wmf"/><Relationship Id="rId16" Type="http://schemas.openxmlformats.org/officeDocument/2006/relationships/oleObject" Target="../embeddings/oleObject302.bin"/><Relationship Id="rId15" Type="http://schemas.openxmlformats.org/officeDocument/2006/relationships/image" Target="../media/image290.wmf"/><Relationship Id="rId14" Type="http://schemas.openxmlformats.org/officeDocument/2006/relationships/oleObject" Target="../embeddings/oleObject301.bin"/><Relationship Id="rId13" Type="http://schemas.openxmlformats.org/officeDocument/2006/relationships/image" Target="../media/image289.wmf"/><Relationship Id="rId12" Type="http://schemas.openxmlformats.org/officeDocument/2006/relationships/oleObject" Target="../embeddings/oleObject300.bin"/><Relationship Id="rId11" Type="http://schemas.openxmlformats.org/officeDocument/2006/relationships/image" Target="../media/image288.wmf"/><Relationship Id="rId10" Type="http://schemas.openxmlformats.org/officeDocument/2006/relationships/oleObject" Target="../embeddings/oleObject299.bin"/><Relationship Id="rId1" Type="http://schemas.openxmlformats.org/officeDocument/2006/relationships/oleObject" Target="../embeddings/oleObject295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298.wmf"/><Relationship Id="rId7" Type="http://schemas.openxmlformats.org/officeDocument/2006/relationships/oleObject" Target="../embeddings/oleObject309.bin"/><Relationship Id="rId6" Type="http://schemas.openxmlformats.org/officeDocument/2006/relationships/image" Target="../media/image297.wmf"/><Relationship Id="rId5" Type="http://schemas.openxmlformats.org/officeDocument/2006/relationships/oleObject" Target="../embeddings/oleObject308.bin"/><Relationship Id="rId4" Type="http://schemas.openxmlformats.org/officeDocument/2006/relationships/image" Target="../media/image296.wmf"/><Relationship Id="rId3" Type="http://schemas.openxmlformats.org/officeDocument/2006/relationships/oleObject" Target="../embeddings/oleObject307.bin"/><Relationship Id="rId2" Type="http://schemas.openxmlformats.org/officeDocument/2006/relationships/image" Target="../media/image295.wmf"/><Relationship Id="rId10" Type="http://schemas.openxmlformats.org/officeDocument/2006/relationships/vmlDrawing" Target="../drawings/vmlDrawing30.vml"/><Relationship Id="rId1" Type="http://schemas.openxmlformats.org/officeDocument/2006/relationships/oleObject" Target="../embeddings/oleObject306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4.bin"/><Relationship Id="rId8" Type="http://schemas.openxmlformats.org/officeDocument/2006/relationships/image" Target="../media/image302.wmf"/><Relationship Id="rId7" Type="http://schemas.openxmlformats.org/officeDocument/2006/relationships/oleObject" Target="../embeddings/oleObject313.bin"/><Relationship Id="rId6" Type="http://schemas.openxmlformats.org/officeDocument/2006/relationships/image" Target="../media/image301.wmf"/><Relationship Id="rId5" Type="http://schemas.openxmlformats.org/officeDocument/2006/relationships/oleObject" Target="../embeddings/oleObject312.bin"/><Relationship Id="rId4" Type="http://schemas.openxmlformats.org/officeDocument/2006/relationships/image" Target="../media/image300.wmf"/><Relationship Id="rId30" Type="http://schemas.openxmlformats.org/officeDocument/2006/relationships/vmlDrawing" Target="../drawings/vmlDrawing31.vml"/><Relationship Id="rId3" Type="http://schemas.openxmlformats.org/officeDocument/2006/relationships/oleObject" Target="../embeddings/oleObject311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312.wmf"/><Relationship Id="rId27" Type="http://schemas.openxmlformats.org/officeDocument/2006/relationships/oleObject" Target="../embeddings/oleObject323.bin"/><Relationship Id="rId26" Type="http://schemas.openxmlformats.org/officeDocument/2006/relationships/image" Target="../media/image311.wmf"/><Relationship Id="rId25" Type="http://schemas.openxmlformats.org/officeDocument/2006/relationships/oleObject" Target="../embeddings/oleObject322.bin"/><Relationship Id="rId24" Type="http://schemas.openxmlformats.org/officeDocument/2006/relationships/image" Target="../media/image310.wmf"/><Relationship Id="rId23" Type="http://schemas.openxmlformats.org/officeDocument/2006/relationships/oleObject" Target="../embeddings/oleObject321.bin"/><Relationship Id="rId22" Type="http://schemas.openxmlformats.org/officeDocument/2006/relationships/image" Target="../media/image309.wmf"/><Relationship Id="rId21" Type="http://schemas.openxmlformats.org/officeDocument/2006/relationships/oleObject" Target="../embeddings/oleObject320.bin"/><Relationship Id="rId20" Type="http://schemas.openxmlformats.org/officeDocument/2006/relationships/image" Target="../media/image308.wmf"/><Relationship Id="rId2" Type="http://schemas.openxmlformats.org/officeDocument/2006/relationships/image" Target="../media/image299.wmf"/><Relationship Id="rId19" Type="http://schemas.openxmlformats.org/officeDocument/2006/relationships/oleObject" Target="../embeddings/oleObject319.bin"/><Relationship Id="rId18" Type="http://schemas.openxmlformats.org/officeDocument/2006/relationships/image" Target="../media/image307.wmf"/><Relationship Id="rId17" Type="http://schemas.openxmlformats.org/officeDocument/2006/relationships/oleObject" Target="../embeddings/oleObject318.bin"/><Relationship Id="rId16" Type="http://schemas.openxmlformats.org/officeDocument/2006/relationships/image" Target="../media/image306.wmf"/><Relationship Id="rId15" Type="http://schemas.openxmlformats.org/officeDocument/2006/relationships/oleObject" Target="../embeddings/oleObject317.bin"/><Relationship Id="rId14" Type="http://schemas.openxmlformats.org/officeDocument/2006/relationships/image" Target="../media/image305.wmf"/><Relationship Id="rId13" Type="http://schemas.openxmlformats.org/officeDocument/2006/relationships/oleObject" Target="../embeddings/oleObject316.bin"/><Relationship Id="rId12" Type="http://schemas.openxmlformats.org/officeDocument/2006/relationships/image" Target="../media/image304.wmf"/><Relationship Id="rId11" Type="http://schemas.openxmlformats.org/officeDocument/2006/relationships/oleObject" Target="../embeddings/oleObject315.bin"/><Relationship Id="rId10" Type="http://schemas.openxmlformats.org/officeDocument/2006/relationships/image" Target="../media/image303.wmf"/><Relationship Id="rId1" Type="http://schemas.openxmlformats.org/officeDocument/2006/relationships/oleObject" Target="../embeddings/oleObject310.bin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2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13.wmf"/><Relationship Id="rId1" Type="http://schemas.openxmlformats.org/officeDocument/2006/relationships/oleObject" Target="../embeddings/oleObject324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9.bin"/><Relationship Id="rId8" Type="http://schemas.openxmlformats.org/officeDocument/2006/relationships/image" Target="../media/image317.wmf"/><Relationship Id="rId7" Type="http://schemas.openxmlformats.org/officeDocument/2006/relationships/oleObject" Target="../embeddings/oleObject328.bin"/><Relationship Id="rId6" Type="http://schemas.openxmlformats.org/officeDocument/2006/relationships/image" Target="../media/image316.wmf"/><Relationship Id="rId5" Type="http://schemas.openxmlformats.org/officeDocument/2006/relationships/oleObject" Target="../embeddings/oleObject327.bin"/><Relationship Id="rId4" Type="http://schemas.openxmlformats.org/officeDocument/2006/relationships/image" Target="../media/image315.wmf"/><Relationship Id="rId3" Type="http://schemas.openxmlformats.org/officeDocument/2006/relationships/oleObject" Target="../embeddings/oleObject326.bin"/><Relationship Id="rId28" Type="http://schemas.openxmlformats.org/officeDocument/2006/relationships/notesSlide" Target="../notesSlides/notesSlide4.xml"/><Relationship Id="rId27" Type="http://schemas.openxmlformats.org/officeDocument/2006/relationships/vmlDrawing" Target="../drawings/vmlDrawing33.vml"/><Relationship Id="rId26" Type="http://schemas.openxmlformats.org/officeDocument/2006/relationships/slideLayout" Target="../slideLayouts/slideLayout18.xml"/><Relationship Id="rId25" Type="http://schemas.openxmlformats.org/officeDocument/2006/relationships/image" Target="../media/image324.wmf"/><Relationship Id="rId24" Type="http://schemas.openxmlformats.org/officeDocument/2006/relationships/oleObject" Target="../embeddings/oleObject338.bin"/><Relationship Id="rId23" Type="http://schemas.openxmlformats.org/officeDocument/2006/relationships/oleObject" Target="../embeddings/oleObject337.bin"/><Relationship Id="rId22" Type="http://schemas.openxmlformats.org/officeDocument/2006/relationships/image" Target="../media/image323.wmf"/><Relationship Id="rId21" Type="http://schemas.openxmlformats.org/officeDocument/2006/relationships/oleObject" Target="../embeddings/oleObject336.bin"/><Relationship Id="rId20" Type="http://schemas.openxmlformats.org/officeDocument/2006/relationships/oleObject" Target="../embeddings/oleObject335.bin"/><Relationship Id="rId2" Type="http://schemas.openxmlformats.org/officeDocument/2006/relationships/image" Target="../media/image314.wmf"/><Relationship Id="rId19" Type="http://schemas.openxmlformats.org/officeDocument/2006/relationships/image" Target="../media/image322.wmf"/><Relationship Id="rId18" Type="http://schemas.openxmlformats.org/officeDocument/2006/relationships/oleObject" Target="../embeddings/oleObject334.bin"/><Relationship Id="rId17" Type="http://schemas.openxmlformats.org/officeDocument/2006/relationships/oleObject" Target="../embeddings/oleObject333.bin"/><Relationship Id="rId16" Type="http://schemas.openxmlformats.org/officeDocument/2006/relationships/image" Target="../media/image321.wmf"/><Relationship Id="rId15" Type="http://schemas.openxmlformats.org/officeDocument/2006/relationships/oleObject" Target="../embeddings/oleObject332.bin"/><Relationship Id="rId14" Type="http://schemas.openxmlformats.org/officeDocument/2006/relationships/image" Target="../media/image320.wmf"/><Relationship Id="rId13" Type="http://schemas.openxmlformats.org/officeDocument/2006/relationships/oleObject" Target="../embeddings/oleObject331.bin"/><Relationship Id="rId12" Type="http://schemas.openxmlformats.org/officeDocument/2006/relationships/image" Target="../media/image319.wmf"/><Relationship Id="rId11" Type="http://schemas.openxmlformats.org/officeDocument/2006/relationships/oleObject" Target="../embeddings/oleObject330.bin"/><Relationship Id="rId10" Type="http://schemas.openxmlformats.org/officeDocument/2006/relationships/image" Target="../media/image318.wmf"/><Relationship Id="rId1" Type="http://schemas.openxmlformats.org/officeDocument/2006/relationships/oleObject" Target="../embeddings/oleObject325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66849" y="83845"/>
            <a:ext cx="9144000" cy="2306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kumimoji="1" lang="zh-CN" altLang="en-US" sz="72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reflection blurRad="12700" stA="28000" endPos="45000" dist="1000" dir="5400000" sy="-100000" algn="bl" rotWithShape="0"/>
                </a:effectLs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第</a:t>
            </a:r>
            <a:r>
              <a:rPr kumimoji="1" lang="en-US" altLang="zh-CN" sz="72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reflection blurRad="12700" stA="28000" endPos="45000" dist="1000" dir="5400000" sy="-100000" algn="bl" rotWithShape="0"/>
                </a:effectLs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</a:t>
            </a:r>
            <a:r>
              <a:rPr kumimoji="1" lang="zh-CN" altLang="en-US" sz="72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reflection blurRad="12700" stA="28000" endPos="45000" dist="1000" dir="5400000" sy="-100000" algn="bl" rotWithShape="0"/>
                </a:effectLs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章 </a:t>
            </a:r>
            <a:r>
              <a:rPr kumimoji="1" lang="zh-CN" altLang="en-US" sz="7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reflection blurRad="12700" stA="28000" endPos="45000" dist="1000" dir="5400000" sy="-100000" algn="bl" rotWithShape="0"/>
                </a:effectLs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中值定理</a:t>
            </a:r>
            <a:endParaRPr kumimoji="1" lang="en-US" altLang="zh-CN" sz="72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7030A0"/>
              </a:solidFill>
              <a:effectLst>
                <a:reflection blurRad="12700" stA="28000" endPos="45000" dist="1000" dir="5400000" sy="-100000" algn="bl" rotWithShape="0"/>
              </a:effectLst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ctr"/>
            <a:r>
              <a:rPr kumimoji="1" lang="zh-CN" altLang="en-US" sz="7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reflection blurRad="12700" stA="28000" endPos="45000" dist="1000" dir="5400000" sy="-100000" algn="bl" rotWithShape="0"/>
                </a:effectLs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和导数</a:t>
            </a:r>
            <a:r>
              <a:rPr kumimoji="1" lang="zh-CN" altLang="en-US" sz="72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reflection blurRad="12700" stA="28000" endPos="45000" dist="1000" dir="5400000" sy="-100000" algn="bl" rotWithShape="0"/>
                </a:effectLs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的应用</a:t>
            </a:r>
            <a:endParaRPr kumimoji="1" lang="zh-CN" altLang="en-US" sz="72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7030A0"/>
              </a:solidFill>
              <a:effectLst>
                <a:reflection blurRad="12700" stA="28000" endPos="45000" dist="1000" dir="5400000" sy="-100000" algn="bl" rotWithShape="0"/>
              </a:effectLst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7" name="图示 6"/>
          <p:cNvGraphicFramePr/>
          <p:nvPr/>
        </p:nvGraphicFramePr>
        <p:xfrm>
          <a:off x="2504490" y="244779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2950239" y="3136793"/>
            <a:ext cx="69514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3.1.1 微分中值定理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 Box 11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950239" y="4087029"/>
            <a:ext cx="8103528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3.1.2 中值定理的简单应用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2060119" y="874088"/>
            <a:ext cx="7706775" cy="1753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5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§3.1  </a:t>
            </a:r>
            <a:r>
              <a:rPr lang="zh-CN" altLang="en-US" sz="54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微分学</a:t>
            </a:r>
            <a:r>
              <a:rPr lang="zh-CN" altLang="en-US" sz="5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中值定理及其简单应用</a:t>
            </a:r>
            <a:endParaRPr lang="zh-CN" altLang="en-US" sz="5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838479" y="1214854"/>
            <a:ext cx="69514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3.1.1 微分中值定理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19857" y="2069071"/>
            <a:ext cx="365722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200" b="1" dirty="0" smtClean="0">
              <a:latin typeface="+mn-ea"/>
            </a:endParaRPr>
          </a:p>
        </p:txBody>
      </p:sp>
      <p:sp>
        <p:nvSpPr>
          <p:cNvPr id="4" name="Text Box 5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508162" y="2824610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一．罗尔中值定理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508162" y="3512434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二．拉格朗日中值定理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508162" y="4277727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三．柯西中值定理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581066" y="306497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罗尔中值定理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669918" y="940629"/>
            <a:ext cx="4553134" cy="533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8000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812800">
              <a:buFont typeface="Wingdings 2" panose="05020102010507070707" pitchFamily="18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1.费马(fermat)引理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4557447" y="1686092"/>
          <a:ext cx="2438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58521600" imgH="10972800" progId="Equation.DSMT4">
                  <p:embed/>
                </p:oleObj>
              </mc:Choice>
              <mc:Fallback>
                <p:oleObj name="Equation" r:id="rId1" imgW="58521600" imgH="109728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57447" y="1686092"/>
                        <a:ext cx="24384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2500047" y="2220154"/>
            <a:ext cx="6292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 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5199063" y="2227263"/>
          <a:ext cx="927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" name="Equation" r:id="rId3" imgW="22250400" imgH="10363200" progId="Equation.DSMT4">
                  <p:embed/>
                </p:oleObj>
              </mc:Choice>
              <mc:Fallback>
                <p:oleObj name="Equation" r:id="rId3" imgW="22250400" imgH="10363200" progId="Equation.DSMT4">
                  <p:embed/>
                  <p:pic>
                    <p:nvPicPr>
                      <p:cNvPr id="0" name="图片 138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99063" y="2227263"/>
                        <a:ext cx="927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097957" y="2178562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3008313" y="2268538"/>
          <a:ext cx="2006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" name="Equation" r:id="rId5" imgW="48158400" imgH="10363200" progId="Equation.DSMT4">
                  <p:embed/>
                </p:oleObj>
              </mc:Choice>
              <mc:Fallback>
                <p:oleObj name="Equation" r:id="rId5" imgW="48158400" imgH="10363200" progId="Equation.DSMT4">
                  <p:embed/>
                  <p:pic>
                    <p:nvPicPr>
                      <p:cNvPr id="0" name="图片 1384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08313" y="2268538"/>
                        <a:ext cx="2006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3255963" y="2686050"/>
          <a:ext cx="9429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" name="Equation" r:id="rId7" imgW="10363200" imgH="5181600" progId="Equation.DSMT4">
                  <p:embed/>
                </p:oleObj>
              </mc:Choice>
              <mc:Fallback>
                <p:oleObj name="Equation" r:id="rId7" imgW="10363200" imgH="5181600" progId="Equation.DSMT4">
                  <p:embed/>
                  <p:pic>
                    <p:nvPicPr>
                      <p:cNvPr id="0" name="图片 138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55963" y="2686050"/>
                        <a:ext cx="942975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11"/>
          <p:cNvSpPr>
            <a:spLocks noChangeArrowheads="1"/>
          </p:cNvSpPr>
          <p:nvPr/>
        </p:nvSpPr>
        <p:spPr bwMode="auto">
          <a:xfrm>
            <a:off x="7376847" y="2067754"/>
            <a:ext cx="719137" cy="152400"/>
          </a:xfrm>
          <a:prstGeom prst="rightArrow">
            <a:avLst>
              <a:gd name="adj1" fmla="val 50000"/>
              <a:gd name="adj2" fmla="val 117969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8172450" y="1922463"/>
          <a:ext cx="1460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7" name="Equation" r:id="rId9" imgW="35052000" imgH="10363200" progId="Equation.DSMT4">
                  <p:embed/>
                </p:oleObj>
              </mc:Choice>
              <mc:Fallback>
                <p:oleObj name="Equation" r:id="rId9" imgW="35052000" imgH="10363200" progId="Equation.DSMT4">
                  <p:embed/>
                  <p:pic>
                    <p:nvPicPr>
                      <p:cNvPr id="0" name="图片 1386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172450" y="1922463"/>
                        <a:ext cx="1460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utoShape 13"/>
          <p:cNvSpPr/>
          <p:nvPr/>
        </p:nvSpPr>
        <p:spPr bwMode="auto">
          <a:xfrm>
            <a:off x="6995847" y="1764224"/>
            <a:ext cx="179387" cy="936625"/>
          </a:xfrm>
          <a:prstGeom prst="rightBrace">
            <a:avLst>
              <a:gd name="adj1" fmla="val 4351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1738999" y="3187259"/>
            <a:ext cx="1104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5"/>
          <p:cNvGraphicFramePr>
            <a:graphicFrameLocks noChangeAspect="1"/>
          </p:cNvGraphicFramePr>
          <p:nvPr/>
        </p:nvGraphicFramePr>
        <p:xfrm>
          <a:off x="2843848" y="3259138"/>
          <a:ext cx="53419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8" name="Equation" r:id="rId11" imgW="128320800" imgH="10363200" progId="Equation.DSMT4">
                  <p:embed/>
                </p:oleObj>
              </mc:Choice>
              <mc:Fallback>
                <p:oleObj name="Equation" r:id="rId11" imgW="128320800" imgH="10363200" progId="Equation.DSMT4">
                  <p:embed/>
                  <p:pic>
                    <p:nvPicPr>
                      <p:cNvPr id="0" name="图片 1387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43848" y="3259138"/>
                        <a:ext cx="5341937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1763764" y="4014029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7"/>
          <p:cNvGraphicFramePr>
            <a:graphicFrameLocks noChangeAspect="1"/>
          </p:cNvGraphicFramePr>
          <p:nvPr/>
        </p:nvGraphicFramePr>
        <p:xfrm>
          <a:off x="2304382" y="4050839"/>
          <a:ext cx="927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" name="Equation" r:id="rId13" imgW="22250400" imgH="10363200" progId="Equation.DSMT4">
                  <p:embed/>
                </p:oleObj>
              </mc:Choice>
              <mc:Fallback>
                <p:oleObj name="Equation" r:id="rId13" imgW="22250400" imgH="10363200" progId="Equation.DSMT4">
                  <p:embed/>
                  <p:pic>
                    <p:nvPicPr>
                      <p:cNvPr id="0" name="图片 1388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04382" y="4050839"/>
                        <a:ext cx="927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8"/>
          <p:cNvGraphicFramePr>
            <a:graphicFrameLocks noChangeAspect="1"/>
          </p:cNvGraphicFramePr>
          <p:nvPr/>
        </p:nvGraphicFramePr>
        <p:xfrm>
          <a:off x="3256280" y="3850958"/>
          <a:ext cx="3594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0" name="Equation" r:id="rId15" imgW="86258400" imgH="20116800" progId="Equation.DSMT4">
                  <p:embed/>
                </p:oleObj>
              </mc:Choice>
              <mc:Fallback>
                <p:oleObj name="Equation" r:id="rId15" imgW="86258400" imgH="20116800" progId="Equation.DSMT4">
                  <p:embed/>
                  <p:pic>
                    <p:nvPicPr>
                      <p:cNvPr id="0" name="图片 1389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56280" y="3850958"/>
                        <a:ext cx="3594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9"/>
          <p:cNvGraphicFramePr>
            <a:graphicFrameLocks noChangeAspect="1"/>
          </p:cNvGraphicFramePr>
          <p:nvPr/>
        </p:nvGraphicFramePr>
        <p:xfrm>
          <a:off x="3278188" y="5351463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" name="Equation" r:id="rId17" imgW="5791200" imgH="6705600" progId="Equation.DSMT4">
                  <p:embed/>
                </p:oleObj>
              </mc:Choice>
              <mc:Fallback>
                <p:oleObj name="Equation" r:id="rId17" imgW="5791200" imgH="6705600" progId="Equation.DSMT4">
                  <p:embed/>
                  <p:pic>
                    <p:nvPicPr>
                      <p:cNvPr id="0" name="图片 1390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78188" y="5351463"/>
                        <a:ext cx="241300" cy="27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AutoShape 20"/>
          <p:cNvSpPr/>
          <p:nvPr/>
        </p:nvSpPr>
        <p:spPr bwMode="auto">
          <a:xfrm>
            <a:off x="3593834" y="4950654"/>
            <a:ext cx="152400" cy="1066800"/>
          </a:xfrm>
          <a:prstGeom prst="lef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21"/>
          <p:cNvGraphicFramePr>
            <a:graphicFrameLocks noChangeAspect="1"/>
          </p:cNvGraphicFramePr>
          <p:nvPr/>
        </p:nvGraphicFramePr>
        <p:xfrm>
          <a:off x="5645150" y="4849813"/>
          <a:ext cx="1511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" name="Equation" r:id="rId19" imgW="36271200" imgH="10972800" progId="Equation.DSMT4">
                  <p:embed/>
                </p:oleObj>
              </mc:Choice>
              <mc:Fallback>
                <p:oleObj name="Equation" r:id="rId19" imgW="36271200" imgH="10972800" progId="Equation.DSMT4">
                  <p:embed/>
                  <p:pic>
                    <p:nvPicPr>
                      <p:cNvPr id="0" name="图片 1391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645150" y="4849813"/>
                        <a:ext cx="1511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3867150" y="4894263"/>
          <a:ext cx="939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" name="Equation" r:id="rId21" imgW="22555200" imgH="10363200" progId="Equation.DSMT4">
                  <p:embed/>
                </p:oleObj>
              </mc:Choice>
              <mc:Fallback>
                <p:oleObj name="Equation" r:id="rId21" imgW="22555200" imgH="10363200" progId="Equation.DSMT4">
                  <p:embed/>
                  <p:pic>
                    <p:nvPicPr>
                      <p:cNvPr id="0" name="图片 1392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67150" y="4894263"/>
                        <a:ext cx="939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3"/>
          <p:cNvGraphicFramePr>
            <a:graphicFrameLocks noChangeAspect="1"/>
          </p:cNvGraphicFramePr>
          <p:nvPr/>
        </p:nvGraphicFramePr>
        <p:xfrm>
          <a:off x="5645150" y="5535613"/>
          <a:ext cx="1511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4" name="Equation" r:id="rId23" imgW="36271200" imgH="10972800" progId="Equation.DSMT4">
                  <p:embed/>
                </p:oleObj>
              </mc:Choice>
              <mc:Fallback>
                <p:oleObj name="Equation" r:id="rId23" imgW="36271200" imgH="10972800" progId="Equation.DSMT4">
                  <p:embed/>
                  <p:pic>
                    <p:nvPicPr>
                      <p:cNvPr id="0" name="图片 1393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645150" y="5535613"/>
                        <a:ext cx="1511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/>
          <p:cNvGraphicFramePr>
            <a:graphicFrameLocks noChangeAspect="1"/>
          </p:cNvGraphicFramePr>
          <p:nvPr/>
        </p:nvGraphicFramePr>
        <p:xfrm>
          <a:off x="3819525" y="5567363"/>
          <a:ext cx="939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" name="Equation" r:id="rId25" imgW="22555200" imgH="10363200" progId="Equation.DSMT4">
                  <p:embed/>
                </p:oleObj>
              </mc:Choice>
              <mc:Fallback>
                <p:oleObj name="Equation" r:id="rId25" imgW="22555200" imgH="10363200" progId="Equation.DSMT4">
                  <p:embed/>
                  <p:pic>
                    <p:nvPicPr>
                      <p:cNvPr id="0" name="图片 1394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19525" y="5567363"/>
                        <a:ext cx="939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AutoShape 25"/>
          <p:cNvSpPr>
            <a:spLocks noChangeArrowheads="1"/>
          </p:cNvSpPr>
          <p:nvPr/>
        </p:nvSpPr>
        <p:spPr bwMode="auto">
          <a:xfrm>
            <a:off x="7308584" y="5344354"/>
            <a:ext cx="914400" cy="152400"/>
          </a:xfrm>
          <a:prstGeom prst="rightArrow">
            <a:avLst>
              <a:gd name="adj1" fmla="val 50000"/>
              <a:gd name="adj2" fmla="val 15000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26"/>
          <p:cNvGraphicFramePr>
            <a:graphicFrameLocks noChangeAspect="1"/>
          </p:cNvGraphicFramePr>
          <p:nvPr/>
        </p:nvGraphicFramePr>
        <p:xfrm>
          <a:off x="4948064" y="4928838"/>
          <a:ext cx="534170" cy="400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6" name="Equation" r:id="rId27" imgW="5791200" imgH="4267200" progId="Equation.DSMT4">
                  <p:embed/>
                </p:oleObj>
              </mc:Choice>
              <mc:Fallback>
                <p:oleObj name="Equation" r:id="rId27" imgW="5791200" imgH="4267200" progId="Equation.DSMT4">
                  <p:embed/>
                  <p:pic>
                    <p:nvPicPr>
                      <p:cNvPr id="0" name="图片 139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948064" y="4928838"/>
                        <a:ext cx="534170" cy="40062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7"/>
          <p:cNvGraphicFramePr>
            <a:graphicFrameLocks noChangeAspect="1"/>
          </p:cNvGraphicFramePr>
          <p:nvPr/>
        </p:nvGraphicFramePr>
        <p:xfrm>
          <a:off x="4917804" y="5589240"/>
          <a:ext cx="530124" cy="400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" name="Equation" r:id="rId29" imgW="5791200" imgH="4267200" progId="Equation.DSMT4">
                  <p:embed/>
                </p:oleObj>
              </mc:Choice>
              <mc:Fallback>
                <p:oleObj name="Equation" r:id="rId29" imgW="5791200" imgH="4267200" progId="Equation.DSMT4">
                  <p:embed/>
                  <p:pic>
                    <p:nvPicPr>
                      <p:cNvPr id="0" name="图片 139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917804" y="5589240"/>
                        <a:ext cx="530124" cy="40062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8"/>
          <p:cNvGraphicFramePr>
            <a:graphicFrameLocks noChangeAspect="1"/>
          </p:cNvGraphicFramePr>
          <p:nvPr/>
        </p:nvGraphicFramePr>
        <p:xfrm>
          <a:off x="8305800" y="5199063"/>
          <a:ext cx="1460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8" name="Equation" r:id="rId31" imgW="35052000" imgH="10363200" progId="Equation.DSMT4">
                  <p:embed/>
                </p:oleObj>
              </mc:Choice>
              <mc:Fallback>
                <p:oleObj name="Equation" r:id="rId31" imgW="35052000" imgH="10363200" progId="Equation.DSMT4">
                  <p:embed/>
                  <p:pic>
                    <p:nvPicPr>
                      <p:cNvPr id="0" name="图片 1397"/>
                      <p:cNvPicPr>
                        <a:picLocks noChangeAspect="1"/>
                      </p:cNvPicPr>
                      <p:nvPr/>
                    </p:nvPicPr>
                    <p:blipFill>
                      <a:blip r:embed="rId3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305800" y="5199063"/>
                        <a:ext cx="1460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29"/>
          <p:cNvGrpSpPr/>
          <p:nvPr/>
        </p:nvGrpSpPr>
        <p:grpSpPr bwMode="auto">
          <a:xfrm>
            <a:off x="9567279" y="3041844"/>
            <a:ext cx="1517650" cy="1647825"/>
            <a:chOff x="4232" y="462"/>
            <a:chExt cx="956" cy="1038"/>
          </a:xfrm>
        </p:grpSpPr>
        <p:sp>
          <p:nvSpPr>
            <p:cNvPr id="29" name="Line 30"/>
            <p:cNvSpPr>
              <a:spLocks noChangeShapeType="1"/>
            </p:cNvSpPr>
            <p:nvPr/>
          </p:nvSpPr>
          <p:spPr bwMode="auto">
            <a:xfrm flipV="1">
              <a:off x="4333" y="1256"/>
              <a:ext cx="8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Line 31"/>
            <p:cNvSpPr>
              <a:spLocks noChangeShapeType="1"/>
            </p:cNvSpPr>
            <p:nvPr/>
          </p:nvSpPr>
          <p:spPr bwMode="auto">
            <a:xfrm flipH="1" flipV="1">
              <a:off x="4324" y="576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1" name="Object 32"/>
            <p:cNvGraphicFramePr>
              <a:graphicFrameLocks noChangeAspect="1"/>
            </p:cNvGraphicFramePr>
            <p:nvPr/>
          </p:nvGraphicFramePr>
          <p:xfrm>
            <a:off x="5044" y="1276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9" name="Equation" r:id="rId33" imgW="5486400" imgH="7315200" progId="Equation.DSMT4">
                    <p:embed/>
                  </p:oleObj>
                </mc:Choice>
                <mc:Fallback>
                  <p:oleObj name="Equation" r:id="rId33" imgW="5486400" imgH="7315200" progId="Equation.DSMT4">
                    <p:embed/>
                    <p:pic>
                      <p:nvPicPr>
                        <p:cNvPr id="0" name="图片 139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5044" y="1276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3"/>
            <p:cNvGraphicFramePr>
              <a:graphicFrameLocks noChangeAspect="1"/>
            </p:cNvGraphicFramePr>
            <p:nvPr/>
          </p:nvGraphicFramePr>
          <p:xfrm>
            <a:off x="4356" y="462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0" name="Equation" r:id="rId35" imgW="6096000" imgH="7315200" progId="Equation.DSMT4">
                    <p:embed/>
                  </p:oleObj>
                </mc:Choice>
                <mc:Fallback>
                  <p:oleObj name="Equation" r:id="rId35" imgW="6096000" imgH="7315200" progId="Equation.DSMT4">
                    <p:embed/>
                    <p:pic>
                      <p:nvPicPr>
                        <p:cNvPr id="0" name="图片 139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4356" y="462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4"/>
            <p:cNvGraphicFramePr>
              <a:graphicFrameLocks noChangeAspect="1"/>
            </p:cNvGraphicFramePr>
            <p:nvPr/>
          </p:nvGraphicFramePr>
          <p:xfrm>
            <a:off x="4232" y="1286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1" name="Equation" r:id="rId37" imgW="7010400" imgH="7620000" progId="Equation.DSMT4">
                    <p:embed/>
                  </p:oleObj>
                </mc:Choice>
                <mc:Fallback>
                  <p:oleObj name="Equation" r:id="rId37" imgW="7010400" imgH="7620000" progId="Equation.DSMT4">
                    <p:embed/>
                    <p:pic>
                      <p:nvPicPr>
                        <p:cNvPr id="0" name="图片 14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4232" y="1286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Line 35"/>
            <p:cNvSpPr>
              <a:spLocks noChangeShapeType="1"/>
            </p:cNvSpPr>
            <p:nvPr/>
          </p:nvSpPr>
          <p:spPr bwMode="auto">
            <a:xfrm>
              <a:off x="4701" y="776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5" name="Object 36"/>
            <p:cNvGraphicFramePr>
              <a:graphicFrameLocks noChangeAspect="1"/>
            </p:cNvGraphicFramePr>
            <p:nvPr/>
          </p:nvGraphicFramePr>
          <p:xfrm>
            <a:off x="4642" y="1228"/>
            <a:ext cx="20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2" name="Equation" r:id="rId39" imgW="7620000" imgH="10363200" progId="Equation.DSMT4">
                    <p:embed/>
                  </p:oleObj>
                </mc:Choice>
                <mc:Fallback>
                  <p:oleObj name="Equation" r:id="rId39" imgW="7620000" imgH="10363200" progId="Equation.DSMT4">
                    <p:embed/>
                    <p:pic>
                      <p:nvPicPr>
                        <p:cNvPr id="0" name="图片 14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4642" y="1228"/>
                          <a:ext cx="200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Freeform 37"/>
            <p:cNvSpPr/>
            <p:nvPr/>
          </p:nvSpPr>
          <p:spPr bwMode="auto">
            <a:xfrm>
              <a:off x="4516" y="728"/>
              <a:ext cx="576" cy="208"/>
            </a:xfrm>
            <a:custGeom>
              <a:avLst/>
              <a:gdLst>
                <a:gd name="T0" fmla="*/ 0 w 576"/>
                <a:gd name="T1" fmla="*/ 352 h 448"/>
                <a:gd name="T2" fmla="*/ 192 w 576"/>
                <a:gd name="T3" fmla="*/ 16 h 448"/>
                <a:gd name="T4" fmla="*/ 576 w 576"/>
                <a:gd name="T5" fmla="*/ 448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6" h="448">
                  <a:moveTo>
                    <a:pt x="0" y="352"/>
                  </a:moveTo>
                  <a:cubicBezTo>
                    <a:pt x="48" y="176"/>
                    <a:pt x="96" y="0"/>
                    <a:pt x="192" y="16"/>
                  </a:cubicBezTo>
                  <a:cubicBezTo>
                    <a:pt x="288" y="32"/>
                    <a:pt x="432" y="240"/>
                    <a:pt x="576" y="4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Line 38"/>
          <p:cNvSpPr>
            <a:spLocks noChangeShapeType="1"/>
          </p:cNvSpPr>
          <p:nvPr/>
        </p:nvSpPr>
        <p:spPr bwMode="auto">
          <a:xfrm>
            <a:off x="9952407" y="3465707"/>
            <a:ext cx="719137" cy="0"/>
          </a:xfrm>
          <a:prstGeom prst="line">
            <a:avLst/>
          </a:prstGeom>
          <a:noFill/>
          <a:ln w="15875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8" name="Object 39"/>
          <p:cNvGraphicFramePr>
            <a:graphicFrameLocks noChangeAspect="1"/>
          </p:cNvGraphicFramePr>
          <p:nvPr/>
        </p:nvGraphicFramePr>
        <p:xfrm>
          <a:off x="3268332" y="1693560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" name="Equation" r:id="rId41" imgW="31089600" imgH="9448800" progId="Equation.DSMT4">
                  <p:embed/>
                </p:oleObj>
              </mc:Choice>
              <mc:Fallback>
                <p:oleObj name="Equation" r:id="rId41" imgW="31089600" imgH="9448800" progId="Equation.DSMT4">
                  <p:embed/>
                  <p:pic>
                    <p:nvPicPr>
                      <p:cNvPr id="0" name="图片 1402"/>
                      <p:cNvPicPr>
                        <a:picLocks noChangeAspect="1"/>
                      </p:cNvPicPr>
                      <p:nvPr/>
                    </p:nvPicPr>
                    <p:blipFill>
                      <a:blip r:embed="rId4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68332" y="1693560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53"/>
          <p:cNvSpPr txBox="1">
            <a:spLocks noChangeArrowheads="1"/>
          </p:cNvSpPr>
          <p:nvPr/>
        </p:nvSpPr>
        <p:spPr bwMode="auto">
          <a:xfrm>
            <a:off x="9365984" y="5574542"/>
            <a:ext cx="9867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证毕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581051" y="1628800"/>
            <a:ext cx="16979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引理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3.1.1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5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20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 bldLvl="0" animBg="1" autoUpdateAnimBg="0"/>
      <p:bldP spid="7" grpId="0" advAuto="0" autoUpdateAnimBg="0" build="p"/>
      <p:bldP spid="10" grpId="0" bldLvl="0" animBg="1"/>
      <p:bldP spid="12" grpId="0" bldLvl="0" animBg="1"/>
      <p:bldP spid="13" grpId="0" bldLvl="0" animBg="1" autoUpdateAnimBg="0"/>
      <p:bldP spid="15" grpId="0" bldLvl="0" animBg="1" autoUpdateAnimBg="0"/>
      <p:bldP spid="19" grpId="0" bldLvl="0" animBg="1"/>
      <p:bldP spid="24" grpId="0" bldLvl="0" animBg="1"/>
      <p:bldP spid="37" grpId="0" bldLvl="0" animBg="1"/>
      <p:bldP spid="39" grpId="0" advAuto="0" autoUpdateAnimBg="0" build="p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17856" y="904875"/>
            <a:ext cx="36576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3.1.1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（罗尔定理）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5196523" y="969328"/>
          <a:ext cx="129063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31089600" imgH="9448800" progId="Equation.DSMT4">
                  <p:embed/>
                </p:oleObj>
              </mc:Choice>
              <mc:Fallback>
                <p:oleObj name="Equation" r:id="rId1" imgW="31089600" imgH="94488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96523" y="969328"/>
                        <a:ext cx="1290637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419850" y="902756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满足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898650" y="1493203"/>
            <a:ext cx="441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在区间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上连续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898650" y="2148523"/>
            <a:ext cx="441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在区间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内可导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920240" y="2734945"/>
            <a:ext cx="3276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f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) =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f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(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)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7308850" y="3429000"/>
          <a:ext cx="406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" name="Equation" r:id="rId3" imgW="9753600" imgH="9448800" progId="Equation.DSMT4">
                  <p:embed/>
                </p:oleObj>
              </mc:Choice>
              <mc:Fallback>
                <p:oleObj name="Equation" r:id="rId3" imgW="9753600" imgH="9448800" progId="Equation.DSMT4">
                  <p:embed/>
                  <p:pic>
                    <p:nvPicPr>
                      <p:cNvPr id="0" name="图片 2271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308850" y="3429000"/>
                        <a:ext cx="406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7715250" y="3347085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8228300" y="3369816"/>
          <a:ext cx="1450387" cy="476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" name="Equation" r:id="rId5" imgW="15240000" imgH="4876800" progId="Equation.DSMT4">
                  <p:embed/>
                </p:oleObj>
              </mc:Choice>
              <mc:Fallback>
                <p:oleObj name="Equation" r:id="rId5" imgW="15240000" imgH="4876800" progId="Equation.DSMT4">
                  <p:embed/>
                  <p:pic>
                    <p:nvPicPr>
                      <p:cNvPr id="0" name="图片 227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28300" y="3369816"/>
                        <a:ext cx="1450387" cy="47637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8153400" y="12477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2" name="Group 12"/>
          <p:cNvGrpSpPr/>
          <p:nvPr/>
        </p:nvGrpSpPr>
        <p:grpSpPr bwMode="auto">
          <a:xfrm>
            <a:off x="7467601" y="409575"/>
            <a:ext cx="2667000" cy="2038350"/>
            <a:chOff x="3744" y="432"/>
            <a:chExt cx="1680" cy="1284"/>
          </a:xfrm>
        </p:grpSpPr>
        <p:grpSp>
          <p:nvGrpSpPr>
            <p:cNvPr id="13" name="Group 13"/>
            <p:cNvGrpSpPr/>
            <p:nvPr/>
          </p:nvGrpSpPr>
          <p:grpSpPr bwMode="auto">
            <a:xfrm>
              <a:off x="3744" y="432"/>
              <a:ext cx="1680" cy="1284"/>
              <a:chOff x="3744" y="432"/>
              <a:chExt cx="1680" cy="1284"/>
            </a:xfrm>
          </p:grpSpPr>
          <p:sp>
            <p:nvSpPr>
              <p:cNvPr id="15" name="Line 14"/>
              <p:cNvSpPr>
                <a:spLocks noChangeShapeType="1"/>
              </p:cNvSpPr>
              <p:nvPr/>
            </p:nvSpPr>
            <p:spPr bwMode="auto">
              <a:xfrm>
                <a:off x="3936" y="1440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Line 15"/>
              <p:cNvSpPr>
                <a:spLocks noChangeShapeType="1"/>
              </p:cNvSpPr>
              <p:nvPr/>
            </p:nvSpPr>
            <p:spPr bwMode="auto">
              <a:xfrm flipV="1">
                <a:off x="3936" y="432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7" name="Object 16"/>
              <p:cNvGraphicFramePr>
                <a:graphicFrameLocks noChangeAspect="1"/>
              </p:cNvGraphicFramePr>
              <p:nvPr/>
            </p:nvGraphicFramePr>
            <p:xfrm>
              <a:off x="5280" y="1460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4" name="Equation" r:id="rId7" imgW="5486400" imgH="7315200" progId="Equation.DSMT4">
                      <p:embed/>
                    </p:oleObj>
                  </mc:Choice>
                  <mc:Fallback>
                    <p:oleObj name="Equation" r:id="rId7" imgW="5486400" imgH="7315200" progId="Equation.DSMT4">
                      <p:embed/>
                      <p:pic>
                        <p:nvPicPr>
                          <p:cNvPr id="0" name="图片 227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280" y="1460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Object 17"/>
              <p:cNvGraphicFramePr>
                <a:graphicFrameLocks noChangeAspect="1"/>
              </p:cNvGraphicFramePr>
              <p:nvPr/>
            </p:nvGraphicFramePr>
            <p:xfrm>
              <a:off x="3744" y="432"/>
              <a:ext cx="16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5" name="Equation" r:id="rId9" imgW="6096000" imgH="7315200" progId="Equation.DSMT4">
                      <p:embed/>
                    </p:oleObj>
                  </mc:Choice>
                  <mc:Fallback>
                    <p:oleObj name="Equation" r:id="rId9" imgW="6096000" imgH="7315200" progId="Equation.DSMT4">
                      <p:embed/>
                      <p:pic>
                        <p:nvPicPr>
                          <p:cNvPr id="0" name="图片 227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3744" y="432"/>
                            <a:ext cx="160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Object 18"/>
              <p:cNvGraphicFramePr>
                <a:graphicFrameLocks noChangeAspect="1"/>
              </p:cNvGraphicFramePr>
              <p:nvPr/>
            </p:nvGraphicFramePr>
            <p:xfrm>
              <a:off x="3794" y="1427"/>
              <a:ext cx="184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6" name="Equation" r:id="rId11" imgW="7010400" imgH="7620000" progId="Equation.DSMT4">
                      <p:embed/>
                    </p:oleObj>
                  </mc:Choice>
                  <mc:Fallback>
                    <p:oleObj name="Equation" r:id="rId11" imgW="7010400" imgH="7620000" progId="Equation.DSMT4">
                      <p:embed/>
                      <p:pic>
                        <p:nvPicPr>
                          <p:cNvPr id="0" name="图片 227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3794" y="1427"/>
                            <a:ext cx="184" cy="2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" name="Freeform 19"/>
              <p:cNvSpPr/>
              <p:nvPr/>
            </p:nvSpPr>
            <p:spPr bwMode="auto">
              <a:xfrm>
                <a:off x="4176" y="488"/>
                <a:ext cx="912" cy="800"/>
              </a:xfrm>
              <a:custGeom>
                <a:avLst/>
                <a:gdLst>
                  <a:gd name="T0" fmla="*/ 0 w 912"/>
                  <a:gd name="T1" fmla="*/ 472 h 800"/>
                  <a:gd name="T2" fmla="*/ 96 w 912"/>
                  <a:gd name="T3" fmla="*/ 184 h 800"/>
                  <a:gd name="T4" fmla="*/ 192 w 912"/>
                  <a:gd name="T5" fmla="*/ 88 h 800"/>
                  <a:gd name="T6" fmla="*/ 528 w 912"/>
                  <a:gd name="T7" fmla="*/ 712 h 800"/>
                  <a:gd name="T8" fmla="*/ 720 w 912"/>
                  <a:gd name="T9" fmla="*/ 616 h 800"/>
                  <a:gd name="T10" fmla="*/ 912 w 912"/>
                  <a:gd name="T11" fmla="*/ 472 h 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12" h="800">
                    <a:moveTo>
                      <a:pt x="0" y="472"/>
                    </a:moveTo>
                    <a:cubicBezTo>
                      <a:pt x="32" y="360"/>
                      <a:pt x="64" y="248"/>
                      <a:pt x="96" y="184"/>
                    </a:cubicBezTo>
                    <a:cubicBezTo>
                      <a:pt x="128" y="120"/>
                      <a:pt x="120" y="0"/>
                      <a:pt x="192" y="88"/>
                    </a:cubicBezTo>
                    <a:cubicBezTo>
                      <a:pt x="264" y="176"/>
                      <a:pt x="440" y="624"/>
                      <a:pt x="528" y="712"/>
                    </a:cubicBezTo>
                    <a:cubicBezTo>
                      <a:pt x="616" y="800"/>
                      <a:pt x="656" y="656"/>
                      <a:pt x="720" y="616"/>
                    </a:cubicBezTo>
                    <a:cubicBezTo>
                      <a:pt x="784" y="576"/>
                      <a:pt x="880" y="496"/>
                      <a:pt x="912" y="472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Line 20"/>
              <p:cNvSpPr>
                <a:spLocks noChangeShapeType="1"/>
              </p:cNvSpPr>
              <p:nvPr/>
            </p:nvSpPr>
            <p:spPr bwMode="auto">
              <a:xfrm>
                <a:off x="4176" y="960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Line 21"/>
              <p:cNvSpPr>
                <a:spLocks noChangeShapeType="1"/>
              </p:cNvSpPr>
              <p:nvPr/>
            </p:nvSpPr>
            <p:spPr bwMode="auto">
              <a:xfrm>
                <a:off x="5088" y="960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3" name="Object 22"/>
              <p:cNvGraphicFramePr>
                <a:graphicFrameLocks noChangeAspect="1"/>
              </p:cNvGraphicFramePr>
              <p:nvPr/>
            </p:nvGraphicFramePr>
            <p:xfrm>
              <a:off x="4098" y="1473"/>
              <a:ext cx="15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7" name="Equation" r:id="rId13" imgW="5791200" imgH="7315200" progId="Equation.DSMT4">
                      <p:embed/>
                    </p:oleObj>
                  </mc:Choice>
                  <mc:Fallback>
                    <p:oleObj name="Equation" r:id="rId13" imgW="5791200" imgH="7315200" progId="Equation.DSMT4">
                      <p:embed/>
                      <p:pic>
                        <p:nvPicPr>
                          <p:cNvPr id="0" name="图片 227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098" y="1473"/>
                            <a:ext cx="152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23"/>
              <p:cNvGraphicFramePr>
                <a:graphicFrameLocks noChangeAspect="1"/>
              </p:cNvGraphicFramePr>
              <p:nvPr/>
            </p:nvGraphicFramePr>
            <p:xfrm>
              <a:off x="5020" y="1468"/>
              <a:ext cx="136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78" name="Equation" r:id="rId15" imgW="5181600" imgH="9448800" progId="Equation.DSMT4">
                      <p:embed/>
                    </p:oleObj>
                  </mc:Choice>
                  <mc:Fallback>
                    <p:oleObj name="Equation" r:id="rId15" imgW="5181600" imgH="9448800" progId="Equation.DSMT4">
                      <p:embed/>
                      <p:pic>
                        <p:nvPicPr>
                          <p:cNvPr id="0" name="图片 227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5020" y="1468"/>
                            <a:ext cx="136" cy="24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" name="Object 24"/>
            <p:cNvGraphicFramePr>
              <a:graphicFrameLocks noChangeAspect="1"/>
            </p:cNvGraphicFramePr>
            <p:nvPr/>
          </p:nvGraphicFramePr>
          <p:xfrm>
            <a:off x="4482" y="624"/>
            <a:ext cx="81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9" name="Equation" r:id="rId17" imgW="31089600" imgH="9448800" progId="Equation.DSMT4">
                    <p:embed/>
                  </p:oleObj>
                </mc:Choice>
                <mc:Fallback>
                  <p:oleObj name="Equation" r:id="rId17" imgW="31089600" imgH="9448800" progId="Equation.DSMT4">
                    <p:embed/>
                    <p:pic>
                      <p:nvPicPr>
                        <p:cNvPr id="0" name="图片 22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482" y="624"/>
                          <a:ext cx="81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8275688" y="2024064"/>
          <a:ext cx="2412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" name="Equation" r:id="rId19" imgW="5791200" imgH="9448800" progId="Equation.DSMT4">
                  <p:embed/>
                </p:oleObj>
              </mc:Choice>
              <mc:Fallback>
                <p:oleObj name="Equation" r:id="rId19" imgW="5791200" imgH="9448800" progId="Equation.DSMT4">
                  <p:embed/>
                  <p:pic>
                    <p:nvPicPr>
                      <p:cNvPr id="0" name="图片 227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275688" y="2024064"/>
                        <a:ext cx="2412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26"/>
          <p:cNvGrpSpPr/>
          <p:nvPr/>
        </p:nvGrpSpPr>
        <p:grpSpPr bwMode="auto">
          <a:xfrm>
            <a:off x="8839200" y="1687513"/>
            <a:ext cx="457200" cy="322262"/>
            <a:chOff x="4608" y="1237"/>
            <a:chExt cx="288" cy="203"/>
          </a:xfrm>
        </p:grpSpPr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4752" y="12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4608" y="1237"/>
              <a:ext cx="288" cy="0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29"/>
          <p:cNvGrpSpPr/>
          <p:nvPr/>
        </p:nvGrpSpPr>
        <p:grpSpPr bwMode="auto">
          <a:xfrm>
            <a:off x="8153400" y="579438"/>
            <a:ext cx="457200" cy="1444625"/>
            <a:chOff x="4176" y="539"/>
            <a:chExt cx="288" cy="910"/>
          </a:xfrm>
        </p:grpSpPr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4329" y="576"/>
              <a:ext cx="0" cy="8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>
              <a:off x="4176" y="539"/>
              <a:ext cx="288" cy="0"/>
            </a:xfrm>
            <a:prstGeom prst="line">
              <a:avLst/>
            </a:prstGeom>
            <a:noFill/>
            <a:ln w="15875">
              <a:solidFill>
                <a:srgbClr val="0070C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2057400" y="4052888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3" name="Object 33"/>
          <p:cNvGraphicFramePr>
            <a:graphicFrameLocks noChangeAspect="1"/>
          </p:cNvGraphicFramePr>
          <p:nvPr/>
        </p:nvGraphicFramePr>
        <p:xfrm>
          <a:off x="2711450" y="4121150"/>
          <a:ext cx="3505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" name="Equation" r:id="rId21" imgW="84124800" imgH="10668000" progId="Equation.DSMT4">
                  <p:embed/>
                </p:oleObj>
              </mc:Choice>
              <mc:Fallback>
                <p:oleObj name="Equation" r:id="rId21" imgW="84124800" imgH="10668000" progId="Equation.DSMT4">
                  <p:embed/>
                  <p:pic>
                    <p:nvPicPr>
                      <p:cNvPr id="0" name="图片 2280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11450" y="4121150"/>
                        <a:ext cx="35052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6248400" y="4038600"/>
            <a:ext cx="4191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故在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]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上取得最大值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2057400" y="4657725"/>
            <a:ext cx="2743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和最小值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Text Box 36"/>
          <p:cNvSpPr txBox="1">
            <a:spLocks noChangeArrowheads="1"/>
          </p:cNvSpPr>
          <p:nvPr/>
        </p:nvSpPr>
        <p:spPr bwMode="auto">
          <a:xfrm>
            <a:off x="2178050" y="5167313"/>
            <a:ext cx="2362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7" name="Object 37"/>
          <p:cNvGraphicFramePr>
            <a:graphicFrameLocks noChangeAspect="1"/>
          </p:cNvGraphicFramePr>
          <p:nvPr/>
        </p:nvGraphicFramePr>
        <p:xfrm>
          <a:off x="4359275" y="5232718"/>
          <a:ext cx="318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" name="Equation" r:id="rId23" imgW="76504800" imgH="9448800" progId="Equation.DSMT4">
                  <p:embed/>
                </p:oleObj>
              </mc:Choice>
              <mc:Fallback>
                <p:oleObj name="Equation" r:id="rId23" imgW="76504800" imgH="9448800" progId="Equation.DSMT4">
                  <p:embed/>
                  <p:pic>
                    <p:nvPicPr>
                      <p:cNvPr id="0" name="图片 2281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59275" y="5232718"/>
                        <a:ext cx="3187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38"/>
          <p:cNvSpPr txBox="1">
            <a:spLocks noChangeArrowheads="1"/>
          </p:cNvSpPr>
          <p:nvPr/>
        </p:nvSpPr>
        <p:spPr bwMode="auto">
          <a:xfrm>
            <a:off x="2218055" y="5791200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因此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9" name="Object 39"/>
          <p:cNvGraphicFramePr>
            <a:graphicFrameLocks noChangeAspect="1"/>
          </p:cNvGraphicFramePr>
          <p:nvPr/>
        </p:nvGraphicFramePr>
        <p:xfrm>
          <a:off x="3185160" y="5855970"/>
          <a:ext cx="3302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" name="Equation" r:id="rId25" imgW="79248000" imgH="9753600" progId="Equation.DSMT4">
                  <p:embed/>
                </p:oleObj>
              </mc:Choice>
              <mc:Fallback>
                <p:oleObj name="Equation" r:id="rId25" imgW="79248000" imgH="9753600" progId="Equation.DSMT4">
                  <p:embed/>
                  <p:pic>
                    <p:nvPicPr>
                      <p:cNvPr id="0" name="图片 2282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85160" y="5855970"/>
                        <a:ext cx="33020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Group 40"/>
          <p:cNvGrpSpPr/>
          <p:nvPr/>
        </p:nvGrpSpPr>
        <p:grpSpPr bwMode="auto">
          <a:xfrm>
            <a:off x="2178050" y="3347082"/>
            <a:ext cx="5257800" cy="522288"/>
            <a:chOff x="432" y="2092"/>
            <a:chExt cx="3312" cy="329"/>
          </a:xfrm>
        </p:grpSpPr>
        <p:sp>
          <p:nvSpPr>
            <p:cNvPr id="41" name="Text Box 41"/>
            <p:cNvSpPr txBox="1">
              <a:spLocks noChangeArrowheads="1"/>
            </p:cNvSpPr>
            <p:nvPr/>
          </p:nvSpPr>
          <p:spPr bwMode="auto">
            <a:xfrm>
              <a:off x="1008" y="2092"/>
              <a:ext cx="273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,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)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内至少存在一点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AutoShape 42"/>
            <p:cNvSpPr>
              <a:spLocks noChangeArrowheads="1"/>
            </p:cNvSpPr>
            <p:nvPr/>
          </p:nvSpPr>
          <p:spPr bwMode="auto">
            <a:xfrm>
              <a:off x="432" y="2208"/>
              <a:ext cx="576" cy="96"/>
            </a:xfrm>
            <a:prstGeom prst="rightArrow">
              <a:avLst>
                <a:gd name="adj1" fmla="val 50000"/>
                <a:gd name="adj2" fmla="val 1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676197" y="266745"/>
            <a:ext cx="22263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2.罗尔定理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dvAuto="0" autoUpdateAnimBg="0" build="p"/>
      <p:bldP spid="5" grpId="0" autoUpdateAnimBg="0"/>
      <p:bldP spid="6" grpId="0" autoUpdateAnimBg="0"/>
      <p:bldP spid="7" grpId="0" autoUpdateAnimBg="0"/>
      <p:bldP spid="9" grpId="0" autoUpdateAnimBg="0"/>
      <p:bldP spid="11" grpId="0" bldLvl="0" animBg="1"/>
      <p:bldP spid="32" grpId="0" autoUpdateAnimBg="0"/>
      <p:bldP spid="34" grpId="0" autoUpdateAnimBg="0"/>
      <p:bldP spid="35" grpId="0" autoUpdateAnimBg="0"/>
      <p:bldP spid="36" grpId="0" autoUpdateAnimBg="0"/>
      <p:bldP spid="3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247900" y="361950"/>
            <a:ext cx="80010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 </a:t>
            </a:r>
            <a:r>
              <a:rPr lang="en-US" altLang="zh-CN" sz="2800" b="1" i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lang="en-US" altLang="zh-CN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 </a:t>
            </a:r>
            <a:r>
              <a:rPr lang="en-US" altLang="zh-CN" sz="2800" b="1" i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, </a:t>
            </a:r>
            <a:r>
              <a:rPr lang="zh-CN" altLang="en-US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 </a:t>
            </a:r>
            <a:r>
              <a:rPr lang="en-US" altLang="zh-CN" sz="2800" b="1" i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lang="zh-CN" altLang="en-US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sz="2800" b="1" i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lang="zh-CN" altLang="en-US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中至少有一个与端点值不等</a:t>
            </a:r>
            <a:r>
              <a:rPr lang="en-US" altLang="zh-CN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695450" y="925513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不妨设 </a:t>
            </a:r>
            <a:endParaRPr kumimoji="1" lang="zh-CN" altLang="en-US" sz="2800" b="1" i="1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932430" y="989965"/>
          <a:ext cx="1612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38709600" imgH="9448800" progId="Equation.DSMT4">
                  <p:embed/>
                </p:oleObj>
              </mc:Choice>
              <mc:Fallback>
                <p:oleObj name="Equation" r:id="rId1" imgW="38709600" imgH="94488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32430" y="989965"/>
                        <a:ext cx="1612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584700" y="925513"/>
            <a:ext cx="3048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则至少存在一点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7317740" y="989965"/>
          <a:ext cx="142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" name="Equation" r:id="rId3" imgW="34137600" imgH="9448800" progId="Equation.DSMT4">
                  <p:embed/>
                </p:oleObj>
              </mc:Choice>
              <mc:Fallback>
                <p:oleObj name="Equation" r:id="rId3" imgW="34137600" imgH="9448800" progId="Equation.DSMT4">
                  <p:embed/>
                  <p:pic>
                    <p:nvPicPr>
                      <p:cNvPr id="0" name="图片 3394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317740" y="989965"/>
                        <a:ext cx="1422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8818880" y="925830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837055" y="1576070"/>
          <a:ext cx="1549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" name="Equation" r:id="rId5" imgW="37185600" imgH="9448800" progId="Equation.DSMT4">
                  <p:embed/>
                </p:oleObj>
              </mc:Choice>
              <mc:Fallback>
                <p:oleObj name="Equation" r:id="rId5" imgW="37185600" imgH="9448800" progId="Equation.DSMT4">
                  <p:embed/>
                  <p:pic>
                    <p:nvPicPr>
                      <p:cNvPr id="0" name="图片 3395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37055" y="1576070"/>
                        <a:ext cx="1549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6198106" y="1524789"/>
          <a:ext cx="1392423" cy="441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" name="Equation" r:id="rId7" imgW="15544800" imgH="4876800" progId="Equation.DSMT4">
                  <p:embed/>
                </p:oleObj>
              </mc:Choice>
              <mc:Fallback>
                <p:oleObj name="Equation" r:id="rId7" imgW="15544800" imgH="4876800" progId="Equation.DSMT4">
                  <p:embed/>
                  <p:pic>
                    <p:nvPicPr>
                      <p:cNvPr id="0" name="图片 339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98106" y="1524789"/>
                        <a:ext cx="1392423" cy="4415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837055" y="2068830"/>
            <a:ext cx="1016000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kumimoji="1" lang="en-US" altLang="zh-CN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837055" y="2590800"/>
            <a:ext cx="70008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定理条件条件不全具备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结论不一定成立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1866265" y="3319145"/>
            <a:ext cx="1016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3035300" y="3452813"/>
          <a:ext cx="3111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" name="Equation" r:id="rId9" imgW="74676000" imgH="24384000" progId="Equation.DSMT4">
                  <p:embed/>
                </p:oleObj>
              </mc:Choice>
              <mc:Fallback>
                <p:oleObj name="Equation" r:id="rId9" imgW="74676000" imgH="24384000" progId="Equation.DSMT4">
                  <p:embed/>
                  <p:pic>
                    <p:nvPicPr>
                      <p:cNvPr id="0" name="图片 3397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35300" y="3452813"/>
                        <a:ext cx="31115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/>
          <p:cNvGrpSpPr/>
          <p:nvPr/>
        </p:nvGrpSpPr>
        <p:grpSpPr bwMode="auto">
          <a:xfrm>
            <a:off x="6781153" y="3319249"/>
            <a:ext cx="1603038" cy="1297905"/>
            <a:chOff x="549" y="2701"/>
            <a:chExt cx="1083" cy="878"/>
          </a:xfrm>
        </p:grpSpPr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V="1">
              <a:off x="720" y="2880"/>
              <a:ext cx="480" cy="4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7" name="Group 16"/>
            <p:cNvGrpSpPr/>
            <p:nvPr/>
          </p:nvGrpSpPr>
          <p:grpSpPr bwMode="auto">
            <a:xfrm>
              <a:off x="549" y="2701"/>
              <a:ext cx="1083" cy="878"/>
              <a:chOff x="549" y="2701"/>
              <a:chExt cx="1083" cy="878"/>
            </a:xfrm>
          </p:grpSpPr>
          <p:sp>
            <p:nvSpPr>
              <p:cNvPr id="19" name="Line 17"/>
              <p:cNvSpPr>
                <a:spLocks noChangeShapeType="1"/>
              </p:cNvSpPr>
              <p:nvPr/>
            </p:nvSpPr>
            <p:spPr bwMode="auto">
              <a:xfrm>
                <a:off x="720" y="3360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Line 18"/>
              <p:cNvSpPr>
                <a:spLocks noChangeShapeType="1"/>
              </p:cNvSpPr>
              <p:nvPr/>
            </p:nvSpPr>
            <p:spPr bwMode="auto">
              <a:xfrm flipV="1">
                <a:off x="720" y="2736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Line 19"/>
              <p:cNvSpPr>
                <a:spLocks noChangeShapeType="1"/>
              </p:cNvSpPr>
              <p:nvPr/>
            </p:nvSpPr>
            <p:spPr bwMode="auto">
              <a:xfrm>
                <a:off x="1222" y="2880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2" name="Object 20"/>
              <p:cNvGraphicFramePr>
                <a:graphicFrameLocks noChangeAspect="1"/>
              </p:cNvGraphicFramePr>
              <p:nvPr/>
            </p:nvGraphicFramePr>
            <p:xfrm>
              <a:off x="1478" y="3373"/>
              <a:ext cx="154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99" name="Equation" r:id="rId11" imgW="5486400" imgH="7315200" progId="Equation.DSMT4">
                      <p:embed/>
                    </p:oleObj>
                  </mc:Choice>
                  <mc:Fallback>
                    <p:oleObj name="Equation" r:id="rId11" imgW="5486400" imgH="7315200" progId="Equation.DSMT4">
                      <p:embed/>
                      <p:pic>
                        <p:nvPicPr>
                          <p:cNvPr id="0" name="图片 339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478" y="3373"/>
                            <a:ext cx="154" cy="20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Object 21"/>
              <p:cNvGraphicFramePr>
                <a:graphicFrameLocks noChangeAspect="1"/>
              </p:cNvGraphicFramePr>
              <p:nvPr/>
            </p:nvGraphicFramePr>
            <p:xfrm>
              <a:off x="1176" y="3360"/>
              <a:ext cx="94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00" name="Equation" r:id="rId13" imgW="3352800" imgH="7315200" progId="Equation.DSMT4">
                      <p:embed/>
                    </p:oleObj>
                  </mc:Choice>
                  <mc:Fallback>
                    <p:oleObj name="Equation" r:id="rId13" imgW="3352800" imgH="7315200" progId="Equation.DSMT4">
                      <p:embed/>
                      <p:pic>
                        <p:nvPicPr>
                          <p:cNvPr id="0" name="图片 339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1176" y="3360"/>
                            <a:ext cx="94" cy="20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22"/>
              <p:cNvGraphicFramePr>
                <a:graphicFrameLocks noChangeAspect="1"/>
              </p:cNvGraphicFramePr>
              <p:nvPr/>
            </p:nvGraphicFramePr>
            <p:xfrm>
              <a:off x="549" y="2701"/>
              <a:ext cx="171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01" name="Equation" r:id="rId15" imgW="6096000" imgH="7315200" progId="Equation.DSMT4">
                      <p:embed/>
                    </p:oleObj>
                  </mc:Choice>
                  <mc:Fallback>
                    <p:oleObj name="Equation" r:id="rId15" imgW="6096000" imgH="7315200" progId="Equation.DSMT4">
                      <p:embed/>
                      <p:pic>
                        <p:nvPicPr>
                          <p:cNvPr id="0" name="图片 340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549" y="2701"/>
                            <a:ext cx="171" cy="20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Object 23"/>
              <p:cNvGraphicFramePr>
                <a:graphicFrameLocks noChangeAspect="1"/>
              </p:cNvGraphicFramePr>
              <p:nvPr/>
            </p:nvGraphicFramePr>
            <p:xfrm>
              <a:off x="621" y="3359"/>
              <a:ext cx="197" cy="2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02" name="Equation" r:id="rId17" imgW="7010400" imgH="7620000" progId="Equation.DSMT4">
                      <p:embed/>
                    </p:oleObj>
                  </mc:Choice>
                  <mc:Fallback>
                    <p:oleObj name="Equation" r:id="rId17" imgW="7010400" imgH="7620000" progId="Equation.DSMT4">
                      <p:embed/>
                      <p:pic>
                        <p:nvPicPr>
                          <p:cNvPr id="0" name="图片 340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621" y="3359"/>
                            <a:ext cx="197" cy="21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" name="Oval 24"/>
              <p:cNvSpPr>
                <a:spLocks noChangeArrowheads="1"/>
              </p:cNvSpPr>
              <p:nvPr/>
            </p:nvSpPr>
            <p:spPr bwMode="auto">
              <a:xfrm>
                <a:off x="1208" y="3342"/>
                <a:ext cx="34" cy="3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" name="Oval 25"/>
            <p:cNvSpPr>
              <a:spLocks noChangeArrowheads="1"/>
            </p:cNvSpPr>
            <p:nvPr/>
          </p:nvSpPr>
          <p:spPr bwMode="auto">
            <a:xfrm>
              <a:off x="1200" y="2846"/>
              <a:ext cx="34" cy="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3465830" y="1484630"/>
            <a:ext cx="27743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则由费马引理得 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2374900" y="4897438"/>
          <a:ext cx="1384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" name="Equation" r:id="rId19" imgW="33223200" imgH="24384000" progId="Equation.DSMT4">
                  <p:embed/>
                </p:oleObj>
              </mc:Choice>
              <mc:Fallback>
                <p:oleObj name="Equation" r:id="rId19" imgW="33223200" imgH="24384000" progId="Equation.DSMT4">
                  <p:embed/>
                  <p:pic>
                    <p:nvPicPr>
                      <p:cNvPr id="0" name="图片 3402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74900" y="4897438"/>
                        <a:ext cx="13843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/>
          <p:cNvGraphicFramePr>
            <a:graphicFrameLocks noChangeAspect="1"/>
          </p:cNvGraphicFramePr>
          <p:nvPr/>
        </p:nvGraphicFramePr>
        <p:xfrm>
          <a:off x="6794500" y="4908550"/>
          <a:ext cx="1270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" name="Equation" r:id="rId21" imgW="30480000" imgH="22555200" progId="Equation.DSMT4">
                  <p:embed/>
                </p:oleObj>
              </mc:Choice>
              <mc:Fallback>
                <p:oleObj name="Equation" r:id="rId21" imgW="30480000" imgH="22555200" progId="Equation.DSMT4">
                  <p:embed/>
                  <p:pic>
                    <p:nvPicPr>
                      <p:cNvPr id="0" name="图片 3403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794500" y="4908550"/>
                        <a:ext cx="12700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29"/>
          <p:cNvGrpSpPr/>
          <p:nvPr/>
        </p:nvGrpSpPr>
        <p:grpSpPr bwMode="auto">
          <a:xfrm>
            <a:off x="3919539" y="4779907"/>
            <a:ext cx="2280322" cy="1348167"/>
            <a:chOff x="2248" y="2638"/>
            <a:chExt cx="1542" cy="912"/>
          </a:xfrm>
        </p:grpSpPr>
        <p:sp>
          <p:nvSpPr>
            <p:cNvPr id="31" name="Line 30"/>
            <p:cNvSpPr>
              <a:spLocks noChangeShapeType="1"/>
            </p:cNvSpPr>
            <p:nvPr/>
          </p:nvSpPr>
          <p:spPr bwMode="auto">
            <a:xfrm flipV="1">
              <a:off x="2248" y="3342"/>
              <a:ext cx="15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 flipV="1">
              <a:off x="3022" y="2718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 flipV="1">
              <a:off x="3022" y="2856"/>
              <a:ext cx="480" cy="4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3502" y="286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5" name="Object 34"/>
            <p:cNvGraphicFramePr>
              <a:graphicFrameLocks noChangeAspect="1"/>
            </p:cNvGraphicFramePr>
            <p:nvPr/>
          </p:nvGraphicFramePr>
          <p:xfrm>
            <a:off x="3634" y="3342"/>
            <a:ext cx="155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5" name="Equation" r:id="rId23" imgW="5486400" imgH="7315200" progId="Equation.DSMT4">
                    <p:embed/>
                  </p:oleObj>
                </mc:Choice>
                <mc:Fallback>
                  <p:oleObj name="Equation" r:id="rId23" imgW="5486400" imgH="7315200" progId="Equation.DSMT4">
                    <p:embed/>
                    <p:pic>
                      <p:nvPicPr>
                        <p:cNvPr id="0" name="图片 340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634" y="3342"/>
                          <a:ext cx="155" cy="20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5"/>
            <p:cNvGraphicFramePr>
              <a:graphicFrameLocks noChangeAspect="1"/>
            </p:cNvGraphicFramePr>
            <p:nvPr/>
          </p:nvGraphicFramePr>
          <p:xfrm>
            <a:off x="3434" y="3342"/>
            <a:ext cx="9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6" name="Equation" r:id="rId25" imgW="3352800" imgH="7315200" progId="Equation.DSMT4">
                    <p:embed/>
                  </p:oleObj>
                </mc:Choice>
                <mc:Fallback>
                  <p:oleObj name="Equation" r:id="rId25" imgW="3352800" imgH="7315200" progId="Equation.DSMT4">
                    <p:embed/>
                    <p:pic>
                      <p:nvPicPr>
                        <p:cNvPr id="0" name="图片 340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434" y="3342"/>
                          <a:ext cx="94" cy="20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6"/>
            <p:cNvGraphicFramePr>
              <a:graphicFrameLocks noChangeAspect="1"/>
            </p:cNvGraphicFramePr>
            <p:nvPr/>
          </p:nvGraphicFramePr>
          <p:xfrm>
            <a:off x="3046" y="2638"/>
            <a:ext cx="172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" name="Equation" r:id="rId27" imgW="6096000" imgH="7315200" progId="Equation.DSMT4">
                    <p:embed/>
                  </p:oleObj>
                </mc:Choice>
                <mc:Fallback>
                  <p:oleObj name="Equation" r:id="rId27" imgW="6096000" imgH="7315200" progId="Equation.DSMT4">
                    <p:embed/>
                    <p:pic>
                      <p:nvPicPr>
                        <p:cNvPr id="0" name="图片 340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046" y="2638"/>
                          <a:ext cx="172" cy="20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7"/>
            <p:cNvGraphicFramePr>
              <a:graphicFrameLocks noChangeAspect="1"/>
            </p:cNvGraphicFramePr>
            <p:nvPr/>
          </p:nvGraphicFramePr>
          <p:xfrm>
            <a:off x="2920" y="3335"/>
            <a:ext cx="197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8" name="Equation" r:id="rId29" imgW="7010400" imgH="7620000" progId="Equation.DSMT4">
                    <p:embed/>
                  </p:oleObj>
                </mc:Choice>
                <mc:Fallback>
                  <p:oleObj name="Equation" r:id="rId29" imgW="7010400" imgH="7620000" progId="Equation.DSMT4">
                    <p:embed/>
                    <p:pic>
                      <p:nvPicPr>
                        <p:cNvPr id="0" name="图片 340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920" y="3335"/>
                          <a:ext cx="197" cy="21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Line 38"/>
            <p:cNvSpPr>
              <a:spLocks noChangeShapeType="1"/>
            </p:cNvSpPr>
            <p:nvPr/>
          </p:nvSpPr>
          <p:spPr bwMode="auto">
            <a:xfrm rot="5400000" flipV="1">
              <a:off x="2542" y="2862"/>
              <a:ext cx="480" cy="4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>
              <a:off x="2542" y="284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1" name="Object 40"/>
            <p:cNvGraphicFramePr>
              <a:graphicFrameLocks noChangeAspect="1"/>
            </p:cNvGraphicFramePr>
            <p:nvPr/>
          </p:nvGraphicFramePr>
          <p:xfrm>
            <a:off x="2413" y="3339"/>
            <a:ext cx="258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9" name="Equation" r:id="rId31" imgW="9144000" imgH="7315200" progId="Equation.DSMT4">
                    <p:embed/>
                  </p:oleObj>
                </mc:Choice>
                <mc:Fallback>
                  <p:oleObj name="Equation" r:id="rId31" imgW="9144000" imgH="7315200" progId="Equation.DSMT4">
                    <p:embed/>
                    <p:pic>
                      <p:nvPicPr>
                        <p:cNvPr id="0" name="图片 340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413" y="3339"/>
                          <a:ext cx="258" cy="20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Group 41"/>
          <p:cNvGrpSpPr/>
          <p:nvPr/>
        </p:nvGrpSpPr>
        <p:grpSpPr bwMode="auto">
          <a:xfrm>
            <a:off x="8257013" y="4828687"/>
            <a:ext cx="1617841" cy="1333384"/>
            <a:chOff x="4233" y="2689"/>
            <a:chExt cx="1093" cy="902"/>
          </a:xfrm>
        </p:grpSpPr>
        <p:sp>
          <p:nvSpPr>
            <p:cNvPr id="43" name="Line 42"/>
            <p:cNvSpPr>
              <a:spLocks noChangeShapeType="1"/>
            </p:cNvSpPr>
            <p:nvPr/>
          </p:nvSpPr>
          <p:spPr bwMode="auto">
            <a:xfrm flipV="1">
              <a:off x="4414" y="2880"/>
              <a:ext cx="480" cy="4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43"/>
            <p:cNvGrpSpPr/>
            <p:nvPr/>
          </p:nvGrpSpPr>
          <p:grpSpPr bwMode="auto">
            <a:xfrm>
              <a:off x="4233" y="2689"/>
              <a:ext cx="1093" cy="902"/>
              <a:chOff x="4233" y="2689"/>
              <a:chExt cx="1093" cy="902"/>
            </a:xfrm>
          </p:grpSpPr>
          <p:sp>
            <p:nvSpPr>
              <p:cNvPr id="45" name="Line 44"/>
              <p:cNvSpPr>
                <a:spLocks noChangeShapeType="1"/>
              </p:cNvSpPr>
              <p:nvPr/>
            </p:nvSpPr>
            <p:spPr bwMode="auto">
              <a:xfrm>
                <a:off x="4414" y="3360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Line 45"/>
              <p:cNvSpPr>
                <a:spLocks noChangeShapeType="1"/>
              </p:cNvSpPr>
              <p:nvPr/>
            </p:nvSpPr>
            <p:spPr bwMode="auto">
              <a:xfrm flipV="1">
                <a:off x="4414" y="2736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Line 46"/>
              <p:cNvSpPr>
                <a:spLocks noChangeShapeType="1"/>
              </p:cNvSpPr>
              <p:nvPr/>
            </p:nvSpPr>
            <p:spPr bwMode="auto">
              <a:xfrm>
                <a:off x="4896" y="2880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8" name="Object 47"/>
              <p:cNvGraphicFramePr>
                <a:graphicFrameLocks noChangeAspect="1"/>
              </p:cNvGraphicFramePr>
              <p:nvPr/>
            </p:nvGraphicFramePr>
            <p:xfrm>
              <a:off x="5141" y="3385"/>
              <a:ext cx="154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10" name="Equation" r:id="rId33" imgW="5486400" imgH="7315200" progId="Equation.DSMT4">
                      <p:embed/>
                    </p:oleObj>
                  </mc:Choice>
                  <mc:Fallback>
                    <p:oleObj name="Equation" r:id="rId33" imgW="5486400" imgH="7315200" progId="Equation.DSMT4">
                      <p:embed/>
                      <p:pic>
                        <p:nvPicPr>
                          <p:cNvPr id="0" name="图片 340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5141" y="3385"/>
                            <a:ext cx="154" cy="20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" name="Object 48"/>
              <p:cNvGraphicFramePr>
                <a:graphicFrameLocks noChangeAspect="1"/>
              </p:cNvGraphicFramePr>
              <p:nvPr/>
            </p:nvGraphicFramePr>
            <p:xfrm>
              <a:off x="4849" y="3354"/>
              <a:ext cx="94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11" name="Equation" r:id="rId35" imgW="3352800" imgH="7315200" progId="Equation.DSMT4">
                      <p:embed/>
                    </p:oleObj>
                  </mc:Choice>
                  <mc:Fallback>
                    <p:oleObj name="Equation" r:id="rId35" imgW="3352800" imgH="7315200" progId="Equation.DSMT4">
                      <p:embed/>
                      <p:pic>
                        <p:nvPicPr>
                          <p:cNvPr id="0" name="图片 341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6"/>
                          <a:stretch>
                            <a:fillRect/>
                          </a:stretch>
                        </p:blipFill>
                        <p:spPr>
                          <a:xfrm>
                            <a:off x="4849" y="3354"/>
                            <a:ext cx="94" cy="20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" name="Object 49"/>
              <p:cNvGraphicFramePr>
                <a:graphicFrameLocks noChangeAspect="1"/>
              </p:cNvGraphicFramePr>
              <p:nvPr/>
            </p:nvGraphicFramePr>
            <p:xfrm>
              <a:off x="4233" y="2689"/>
              <a:ext cx="171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12" name="Equation" r:id="rId37" imgW="6096000" imgH="7315200" progId="Equation.DSMT4">
                      <p:embed/>
                    </p:oleObj>
                  </mc:Choice>
                  <mc:Fallback>
                    <p:oleObj name="Equation" r:id="rId37" imgW="6096000" imgH="7315200" progId="Equation.DSMT4">
                      <p:embed/>
                      <p:pic>
                        <p:nvPicPr>
                          <p:cNvPr id="0" name="图片 341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8"/>
                          <a:stretch>
                            <a:fillRect/>
                          </a:stretch>
                        </p:blipFill>
                        <p:spPr>
                          <a:xfrm>
                            <a:off x="4233" y="2689"/>
                            <a:ext cx="171" cy="20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" name="Object 50"/>
              <p:cNvGraphicFramePr>
                <a:graphicFrameLocks noChangeAspect="1"/>
              </p:cNvGraphicFramePr>
              <p:nvPr/>
            </p:nvGraphicFramePr>
            <p:xfrm>
              <a:off x="4312" y="3373"/>
              <a:ext cx="197" cy="2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13" name="Equation" r:id="rId39" imgW="7010400" imgH="7620000" progId="Equation.DSMT4">
                      <p:embed/>
                    </p:oleObj>
                  </mc:Choice>
                  <mc:Fallback>
                    <p:oleObj name="Equation" r:id="rId39" imgW="7010400" imgH="7620000" progId="Equation.DSMT4">
                      <p:embed/>
                      <p:pic>
                        <p:nvPicPr>
                          <p:cNvPr id="0" name="图片 341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4312" y="3373"/>
                            <a:ext cx="197" cy="21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8" grpId="0" autoUpdateAnimBg="0"/>
      <p:bldP spid="11" grpId="0" autoUpdateAnimBg="0" build="p"/>
      <p:bldP spid="12" grpId="0" autoUpdateAnimBg="0" build="p"/>
      <p:bldP spid="13" grpId="0" autoUpdateAnimBg="0" build="p"/>
      <p:bldP spid="27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7772400" y="2968625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142490" y="549275"/>
            <a:ext cx="39624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2)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定理条件只是充分的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209800" y="1255713"/>
            <a:ext cx="8229600" cy="2401887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943600" y="549486"/>
            <a:ext cx="3048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本定理可推广为</a:t>
            </a:r>
            <a:endParaRPr kumimoji="1" lang="zh-CN" altLang="en-US" sz="2800" b="1" i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578100" y="1581150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31089600" imgH="9448800" progId="Equation.DSMT4">
                  <p:embed/>
                </p:oleObj>
              </mc:Choice>
              <mc:Fallback>
                <p:oleObj name="Equation" r:id="rId1" imgW="31089600" imgH="9448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78100" y="1581150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810000" y="1484313"/>
            <a:ext cx="3657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内可导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935760" y="2105454"/>
          <a:ext cx="1883459" cy="747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3" name="Equation" r:id="rId3" imgW="17068800" imgH="6705600" progId="Equation.DSMT4">
                  <p:embed/>
                </p:oleObj>
              </mc:Choice>
              <mc:Fallback>
                <p:oleObj name="Equation" r:id="rId3" imgW="17068800" imgH="6705600" progId="Equation.DSMT4">
                  <p:embed/>
                  <p:pic>
                    <p:nvPicPr>
                      <p:cNvPr id="0" name="图片 424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35760" y="2105454"/>
                        <a:ext cx="1883459" cy="74748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808663" y="2105454"/>
          <a:ext cx="1583481" cy="747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4" name="Equation" r:id="rId5" imgW="14325600" imgH="6705600" progId="Equation.DSMT4">
                  <p:embed/>
                </p:oleObj>
              </mc:Choice>
              <mc:Fallback>
                <p:oleObj name="Equation" r:id="rId5" imgW="14325600" imgH="6705600" progId="Equation.DSMT4">
                  <p:embed/>
                  <p:pic>
                    <p:nvPicPr>
                      <p:cNvPr id="0" name="图片 424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08663" y="2105454"/>
                        <a:ext cx="1583481" cy="74748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3336925" y="2982913"/>
            <a:ext cx="4267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内至少存在一点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7467600" y="3070225"/>
          <a:ext cx="33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5" name="Equation" r:id="rId7" imgW="7924800" imgH="9448800" progId="Equation.DSMT4">
                  <p:embed/>
                </p:oleObj>
              </mc:Choice>
              <mc:Fallback>
                <p:oleObj name="Equation" r:id="rId7" imgW="7924800" imgH="9448800" progId="Equation.DSMT4">
                  <p:embed/>
                  <p:pic>
                    <p:nvPicPr>
                      <p:cNvPr id="0" name="图片 4244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467600" y="3070225"/>
                        <a:ext cx="330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8282305" y="3040698"/>
          <a:ext cx="1422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6" name="Equation" r:id="rId9" imgW="34137600" imgH="9753600" progId="Equation.DSMT4">
                  <p:embed/>
                </p:oleObj>
              </mc:Choice>
              <mc:Fallback>
                <p:oleObj name="Equation" r:id="rId9" imgW="34137600" imgH="9753600" progId="Equation.DSMT4">
                  <p:embed/>
                  <p:pic>
                    <p:nvPicPr>
                      <p:cNvPr id="0" name="图片 4245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282305" y="3040698"/>
                        <a:ext cx="1422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362200" y="4459288"/>
            <a:ext cx="2438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证明提示</a:t>
            </a: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4039235" y="5783263"/>
            <a:ext cx="65897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zh-CN" altLang="en-US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上满足罗尔定理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AutoShape 15"/>
          <p:cNvSpPr>
            <a:spLocks noChangeArrowheads="1"/>
          </p:cNvSpPr>
          <p:nvPr/>
        </p:nvSpPr>
        <p:spPr bwMode="auto">
          <a:xfrm>
            <a:off x="2422525" y="3197225"/>
            <a:ext cx="914400" cy="152400"/>
          </a:xfrm>
          <a:prstGeom prst="rightArrow">
            <a:avLst>
              <a:gd name="adj1" fmla="val 50000"/>
              <a:gd name="adj2" fmla="val 15000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4527550" y="4578350"/>
          <a:ext cx="1028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7" name="Equation" r:id="rId11" imgW="24688800" imgH="9448800" progId="Equation.DSMT4">
                  <p:embed/>
                </p:oleObj>
              </mc:Choice>
              <mc:Fallback>
                <p:oleObj name="Equation" r:id="rId11" imgW="24688800" imgH="9448800" progId="Equation.DSMT4">
                  <p:embed/>
                  <p:pic>
                    <p:nvPicPr>
                      <p:cNvPr id="0" name="图片 4246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27550" y="4578350"/>
                        <a:ext cx="1028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5911850" y="3917950"/>
          <a:ext cx="2273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8" name="Equation" r:id="rId13" imgW="54559200" imgH="10972800" progId="Equation.DSMT4">
                  <p:embed/>
                </p:oleObj>
              </mc:Choice>
              <mc:Fallback>
                <p:oleObj name="Equation" r:id="rId13" imgW="54559200" imgH="10972800" progId="Equation.DSMT4">
                  <p:embed/>
                  <p:pic>
                    <p:nvPicPr>
                      <p:cNvPr id="0" name="图片 4247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911850" y="3917950"/>
                        <a:ext cx="2273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5943600" y="4576763"/>
          <a:ext cx="278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9" name="Equation" r:id="rId15" imgW="66751200" imgH="9448800" progId="Equation.DSMT4">
                  <p:embed/>
                </p:oleObj>
              </mc:Choice>
              <mc:Fallback>
                <p:oleObj name="Equation" r:id="rId15" imgW="66751200" imgH="9448800" progId="Equation.DSMT4">
                  <p:embed/>
                  <p:pic>
                    <p:nvPicPr>
                      <p:cNvPr id="0" name="图片 4248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943600" y="4576763"/>
                        <a:ext cx="2781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5988050" y="5060950"/>
          <a:ext cx="2235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" name="Equation" r:id="rId17" imgW="53644800" imgH="10972800" progId="Equation.DSMT4">
                  <p:embed/>
                </p:oleObj>
              </mc:Choice>
              <mc:Fallback>
                <p:oleObj name="Equation" r:id="rId17" imgW="53644800" imgH="10972800" progId="Equation.DSMT4">
                  <p:embed/>
                  <p:pic>
                    <p:nvPicPr>
                      <p:cNvPr id="0" name="图片 4249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988050" y="5060950"/>
                        <a:ext cx="22352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AutoShape 20"/>
          <p:cNvSpPr/>
          <p:nvPr/>
        </p:nvSpPr>
        <p:spPr bwMode="auto">
          <a:xfrm>
            <a:off x="5640388" y="4064000"/>
            <a:ext cx="152400" cy="13716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 bldLvl="0" animBg="1"/>
      <p:bldP spid="7" grpId="0" autoUpdateAnimBg="0"/>
      <p:bldP spid="10" grpId="0" autoUpdateAnimBg="0"/>
      <p:bldP spid="13" grpId="0" autoUpdateAnimBg="0"/>
      <p:bldP spid="14" grpId="0" autoUpdateAnimBg="0"/>
      <p:bldP spid="15" grpId="0" bldLvl="0" animBg="1"/>
      <p:bldP spid="20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981200" y="350838"/>
            <a:ext cx="26670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204613" y="329248"/>
          <a:ext cx="26797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64312800" imgH="13716000" progId="Equation.DSMT4">
                  <p:embed/>
                </p:oleObj>
              </mc:Choice>
              <mc:Fallback>
                <p:oleObj name="Equation" r:id="rId1" imgW="64312800" imgH="137160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04613" y="329248"/>
                        <a:ext cx="2679700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44980" y="372428"/>
            <a:ext cx="340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符合罗尔定理条件的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81200" y="980728"/>
            <a:ext cx="23260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区间是（   ）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76191" y="1668578"/>
            <a:ext cx="11544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038063" y="1719367"/>
          <a:ext cx="641351" cy="374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15544800" imgH="9144000" progId="Equation.DSMT4">
                  <p:embed/>
                </p:oleObj>
              </mc:Choice>
              <mc:Fallback>
                <p:oleObj name="Equation" r:id="rId3" imgW="15544800" imgH="91440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8063" y="1719367"/>
                        <a:ext cx="641351" cy="374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761963" y="1668578"/>
            <a:ext cx="1224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B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842288" y="1719367"/>
          <a:ext cx="812800" cy="374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19507200" imgH="9144000" progId="Equation.DSMT4">
                  <p:embed/>
                </p:oleObj>
              </mc:Choice>
              <mc:Fallback>
                <p:oleObj name="Equation" r:id="rId5" imgW="19507200" imgH="91440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42288" y="1719367"/>
                        <a:ext cx="812800" cy="374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936631" y="1668578"/>
            <a:ext cx="12433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C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005703" y="1719367"/>
          <a:ext cx="908051" cy="374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21945600" imgH="9144000" progId="Equation.DSMT4">
                  <p:embed/>
                </p:oleObj>
              </mc:Choice>
              <mc:Fallback>
                <p:oleObj name="Equation" r:id="rId7" imgW="21945600" imgH="91440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05703" y="1719367"/>
                        <a:ext cx="908051" cy="374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263757" y="1719724"/>
            <a:ext cx="12433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D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9264352" y="1505083"/>
          <a:ext cx="1200151" cy="93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28651200" imgH="22555200" progId="Equation.DSMT4">
                  <p:embed/>
                </p:oleObj>
              </mc:Choice>
              <mc:Fallback>
                <p:oleObj name="Equation" r:id="rId9" imgW="28651200" imgH="225552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264352" y="1505083"/>
                        <a:ext cx="1200151" cy="933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207568" y="2438519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105373" y="2487860"/>
          <a:ext cx="7239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17373600" imgH="9448800" progId="Equation.DSMT4">
                  <p:embed/>
                </p:oleObj>
              </mc:Choice>
              <mc:Fallback>
                <p:oleObj name="Equation" r:id="rId11" imgW="17373600" imgH="94488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05373" y="2487860"/>
                        <a:ext cx="723900" cy="3889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863752" y="2420888"/>
            <a:ext cx="38468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在以上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个区间上连续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999656" y="3068960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都满足条件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4951413" y="3136900"/>
          <a:ext cx="18478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13" imgW="44196000" imgH="9448800" progId="Equation.DSMT4">
                  <p:embed/>
                </p:oleObj>
              </mc:Choice>
              <mc:Fallback>
                <p:oleObj name="Equation" r:id="rId13" imgW="44196000" imgH="9448800" progId="Equation.DSMT4">
                  <p:embed/>
                  <p:pic>
                    <p:nvPicPr>
                      <p:cNvPr id="0" name="图片 512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51413" y="3136900"/>
                        <a:ext cx="18478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164993" y="3726462"/>
          <a:ext cx="7239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15" imgW="17373600" imgH="9448800" progId="Equation.DSMT4">
                  <p:embed/>
                </p:oleObj>
              </mc:Choice>
              <mc:Fallback>
                <p:oleObj name="Equation" r:id="rId15" imgW="17373600" imgH="9448800" progId="Equation.DSMT4">
                  <p:embed/>
                  <p:pic>
                    <p:nvPicPr>
                      <p:cNvPr id="0" name="图片 512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64993" y="3726462"/>
                        <a:ext cx="723900" cy="3889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3906048" y="3632820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的不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可导的点是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Rectangle 2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6701704" y="3718534"/>
          <a:ext cx="1516063" cy="361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17" imgW="36576000" imgH="8839200" progId="Equation.DSMT4">
                  <p:embed/>
                </p:oleObj>
              </mc:Choice>
              <mc:Fallback>
                <p:oleObj name="Equation" r:id="rId17" imgW="36576000" imgH="8839200" progId="Equation.DSMT4">
                  <p:embed/>
                  <p:pic>
                    <p:nvPicPr>
                      <p:cNvPr id="0" name="图片 512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01704" y="3718534"/>
                        <a:ext cx="1516063" cy="361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154758" y="4293096"/>
            <a:ext cx="32994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所以只有（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）对．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25696" y="5066020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注意：</a:t>
            </a:r>
            <a:endParaRPr lang="zh-CN" altLang="en-US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Rectangle 2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3217229" y="4845852"/>
          <a:ext cx="232410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19" imgW="55778400" imgH="21640800" progId="Equation.DSMT4">
                  <p:embed/>
                </p:oleObj>
              </mc:Choice>
              <mc:Fallback>
                <p:oleObj name="Equation" r:id="rId19" imgW="55778400" imgH="21640800" progId="Equation.DSMT4">
                  <p:embed/>
                  <p:pic>
                    <p:nvPicPr>
                      <p:cNvPr id="0" name="图片 512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17229" y="4845852"/>
                        <a:ext cx="2324100" cy="909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2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5573713" y="4816475"/>
          <a:ext cx="3205162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21" imgW="77114400" imgH="23469600" progId="Equation.DSMT4">
                  <p:embed/>
                </p:oleObj>
              </mc:Choice>
              <mc:Fallback>
                <p:oleObj name="Equation" r:id="rId21" imgW="77114400" imgH="23469600" progId="Equation.DSMT4">
                  <p:embed/>
                  <p:pic>
                    <p:nvPicPr>
                      <p:cNvPr id="0" name="图片 513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573713" y="4816475"/>
                        <a:ext cx="3205162" cy="9858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993678" y="5991768"/>
            <a:ext cx="14542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不存在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8" name="右箭头 37"/>
          <p:cNvSpPr/>
          <p:nvPr/>
        </p:nvSpPr>
        <p:spPr>
          <a:xfrm>
            <a:off x="2228215" y="6110605"/>
            <a:ext cx="876935" cy="219075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 w="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Rectangle 3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3214215" y="6017340"/>
          <a:ext cx="7794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23" imgW="18897600" imgH="9753600" progId="Equation.DSMT4">
                  <p:embed/>
                </p:oleObj>
              </mc:Choice>
              <mc:Fallback>
                <p:oleObj name="Equation" r:id="rId23" imgW="18897600" imgH="9753600" progId="Equation.DSMT4">
                  <p:embed/>
                  <p:pic>
                    <p:nvPicPr>
                      <p:cNvPr id="0" name="图片 513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214215" y="6017340"/>
                        <a:ext cx="779463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  <p:bldP spid="28" grpId="0"/>
      <p:bldP spid="31" grpId="0"/>
      <p:bldP spid="32" grpId="0"/>
      <p:bldP spid="37" grpId="0"/>
      <p:bldP spid="3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81200" y="350838"/>
            <a:ext cx="26670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证明方程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414838" y="382588"/>
          <a:ext cx="218281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52730400" imgH="10972800" progId="Equation.DSMT4">
                  <p:embed/>
                </p:oleObj>
              </mc:Choice>
              <mc:Fallback>
                <p:oleObj name="Equation" r:id="rId1" imgW="52730400" imgH="10972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14838" y="382588"/>
                        <a:ext cx="2182812" cy="455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743200" y="1871663"/>
          <a:ext cx="2628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63093600" imgH="10972800" progId="Equation.DSMT4">
                  <p:embed/>
                </p:oleObj>
              </mc:Choice>
              <mc:Fallback>
                <p:oleObj name="Equation" r:id="rId3" imgW="63093600" imgH="109728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43200" y="1871663"/>
                        <a:ext cx="2628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752600" y="2495550"/>
          <a:ext cx="2794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67056000" imgH="9448800" progId="Equation.DSMT4">
                  <p:embed/>
                </p:oleObj>
              </mc:Choice>
              <mc:Fallback>
                <p:oleObj name="Equation" r:id="rId5" imgW="67056000" imgH="9448800" progId="Equation.DSMT4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52600" y="2495550"/>
                        <a:ext cx="2794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1778000" y="3021013"/>
          <a:ext cx="1473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7" imgW="35356800" imgH="10363200" progId="Equation.DSMT4">
                  <p:embed/>
                </p:oleObj>
              </mc:Choice>
              <mc:Fallback>
                <p:oleObj name="Equation" r:id="rId7" imgW="35356800" imgH="103632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78000" y="3021013"/>
                        <a:ext cx="1473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810000" y="4114483"/>
          <a:ext cx="2616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9" imgW="62788800" imgH="10363200" progId="Equation.DSMT4">
                  <p:embed/>
                </p:oleObj>
              </mc:Choice>
              <mc:Fallback>
                <p:oleObj name="Equation" r:id="rId9" imgW="62788800" imgH="10363200" progId="Equation.DSMT4">
                  <p:embed/>
                  <p:pic>
                    <p:nvPicPr>
                      <p:cNvPr id="0" name="图片 614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10000" y="4114483"/>
                        <a:ext cx="2616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889250" y="5786120"/>
          <a:ext cx="2336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11" imgW="56083200" imgH="10972800" progId="Equation.DSMT4">
                  <p:embed/>
                </p:oleObj>
              </mc:Choice>
              <mc:Fallback>
                <p:oleObj name="Equation" r:id="rId11" imgW="56083200" imgH="10972800" progId="Equation.DSMT4">
                  <p:embed/>
                  <p:pic>
                    <p:nvPicPr>
                      <p:cNvPr id="0" name="图片 6149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89250" y="5786120"/>
                        <a:ext cx="2336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308600" y="5848350"/>
          <a:ext cx="2133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13" imgW="51206400" imgH="9448800" progId="Equation.DSMT4">
                  <p:embed/>
                </p:oleObj>
              </mc:Choice>
              <mc:Fallback>
                <p:oleObj name="Equation" r:id="rId13" imgW="51206400" imgH="94488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08600" y="5848350"/>
                        <a:ext cx="2133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553200" y="350838"/>
            <a:ext cx="3733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有且仅有一个小于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828800" y="838200"/>
            <a:ext cx="198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正实根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2209800" y="1330325"/>
            <a:ext cx="3124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1)存在性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5451475" y="1828800"/>
            <a:ext cx="6445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5969000" y="1909763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15" imgW="17678400" imgH="9448800" progId="Equation.DSMT4">
                  <p:embed/>
                </p:oleObj>
              </mc:Choice>
              <mc:Fallback>
                <p:oleObj name="Equation" r:id="rId15" imgW="17678400" imgH="94488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69000" y="1909763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6670675" y="1828800"/>
            <a:ext cx="2971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[0 , 1 ]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连续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9144000" y="1835150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4572000" y="2376488"/>
            <a:ext cx="3581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由零点定理知存在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7620000" y="2428875"/>
          <a:ext cx="14922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17" imgW="35661600" imgH="10363200" progId="Equation.DSMT4">
                  <p:embed/>
                </p:oleObj>
              </mc:Choice>
              <mc:Fallback>
                <p:oleObj name="Equation" r:id="rId17" imgW="35661600" imgH="10363200" progId="Equation.DSMT4">
                  <p:embed/>
                  <p:pic>
                    <p:nvPicPr>
                      <p:cNvPr id="0" name="图片 615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620000" y="2428875"/>
                        <a:ext cx="1492250" cy="434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9144000" y="2376488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3352800" y="2971800"/>
            <a:ext cx="4343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即方程有小于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的正根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7013575" y="3012440"/>
          <a:ext cx="4476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quation" r:id="rId19" imgW="10668000" imgH="10363200" progId="Equation.DSMT4">
                  <p:embed/>
                </p:oleObj>
              </mc:Choice>
              <mc:Fallback>
                <p:oleObj name="Equation" r:id="rId19" imgW="10668000" imgH="10363200" progId="Equation.DSMT4">
                  <p:embed/>
                  <p:pic>
                    <p:nvPicPr>
                      <p:cNvPr id="0" name="图片 6153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013575" y="3012440"/>
                        <a:ext cx="447675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2286000" y="3519488"/>
            <a:ext cx="2057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2)唯一性 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2209800" y="4067175"/>
            <a:ext cx="1828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假设另有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6496050" y="4127183"/>
          <a:ext cx="1816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21" imgW="43586400" imgH="10972800" progId="Equation.DSMT4">
                  <p:embed/>
                </p:oleObj>
              </mc:Choice>
              <mc:Fallback>
                <p:oleObj name="Equation" r:id="rId21" imgW="43586400" imgH="10972800" progId="Equation.DSMT4">
                  <p:embed/>
                  <p:pic>
                    <p:nvPicPr>
                      <p:cNvPr id="0" name="图片 6154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496050" y="4127183"/>
                        <a:ext cx="18161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8851900" y="4144645"/>
          <a:ext cx="1435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Equation" r:id="rId23" imgW="34442400" imgH="10668000" progId="Equation.DSMT4">
                  <p:embed/>
                </p:oleObj>
              </mc:Choice>
              <mc:Fallback>
                <p:oleObj name="Equation" r:id="rId23" imgW="34442400" imgH="10668000" progId="Equation.DSMT4">
                  <p:embed/>
                  <p:pic>
                    <p:nvPicPr>
                      <p:cNvPr id="0" name="图片 615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851900" y="4144645"/>
                        <a:ext cx="14351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1765300" y="4667250"/>
          <a:ext cx="812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Equation" r:id="rId25" imgW="19507200" imgH="10363200" progId="Equation.DSMT4">
                  <p:embed/>
                </p:oleObj>
              </mc:Choice>
              <mc:Fallback>
                <p:oleObj name="Equation" r:id="rId25" imgW="19507200" imgH="10363200" progId="Equation.DSMT4">
                  <p:embed/>
                  <p:pic>
                    <p:nvPicPr>
                      <p:cNvPr id="0" name="图片 615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765300" y="4667250"/>
                        <a:ext cx="812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2590800" y="4648200"/>
            <a:ext cx="59785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为端点的区间满足罗尔定理条件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8508365" y="4712780"/>
          <a:ext cx="18732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Equation" r:id="rId27" imgW="45415200" imgH="10972800" progId="Equation.DSMT4">
                  <p:embed/>
                </p:oleObj>
              </mc:Choice>
              <mc:Fallback>
                <p:oleObj name="Equation" r:id="rId27" imgW="45415200" imgH="10972800" progId="Equation.DSMT4">
                  <p:embed/>
                  <p:pic>
                    <p:nvPicPr>
                      <p:cNvPr id="0" name="图片 615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508365" y="4712780"/>
                        <a:ext cx="187325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1625600" y="5181600"/>
            <a:ext cx="2514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至少存在一点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" name="Object 30"/>
          <p:cNvGraphicFramePr>
            <a:graphicFrameLocks noChangeAspect="1"/>
          </p:cNvGraphicFramePr>
          <p:nvPr/>
        </p:nvGraphicFramePr>
        <p:xfrm>
          <a:off x="3987800" y="5318125"/>
          <a:ext cx="355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Equation" r:id="rId29" imgW="8534400" imgH="9448800" progId="Equation.DSMT4">
                  <p:embed/>
                </p:oleObj>
              </mc:Choice>
              <mc:Fallback>
                <p:oleObj name="Equation" r:id="rId29" imgW="8534400" imgH="9448800" progId="Equation.DSMT4">
                  <p:embed/>
                  <p:pic>
                    <p:nvPicPr>
                      <p:cNvPr id="0" name="图片 6158"/>
                      <p:cNvPicPr>
                        <a:picLocks noChangeAspect="1"/>
                      </p:cNvPicPr>
                      <p:nvPr/>
                    </p:nvPicPr>
                    <p:blipFill>
                      <a:blip r:embed="rId3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87800" y="5318125"/>
                        <a:ext cx="355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1"/>
          <p:cNvGraphicFramePr>
            <a:graphicFrameLocks noChangeAspect="1"/>
          </p:cNvGraphicFramePr>
          <p:nvPr/>
        </p:nvGraphicFramePr>
        <p:xfrm>
          <a:off x="4415155" y="5287010"/>
          <a:ext cx="1816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Equation" r:id="rId31" imgW="43586400" imgH="10668000" progId="Equation.DSMT4">
                  <p:embed/>
                </p:oleObj>
              </mc:Choice>
              <mc:Fallback>
                <p:oleObj name="Equation" r:id="rId31" imgW="43586400" imgH="10668000" progId="Equation.DSMT4">
                  <p:embed/>
                  <p:pic>
                    <p:nvPicPr>
                      <p:cNvPr id="0" name="图片 6159"/>
                      <p:cNvPicPr>
                        <a:picLocks noChangeAspect="1"/>
                      </p:cNvPicPr>
                      <p:nvPr/>
                    </p:nvPicPr>
                    <p:blipFill>
                      <a:blip r:embed="rId3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15155" y="5287010"/>
                        <a:ext cx="18161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2209800" y="5753735"/>
            <a:ext cx="9255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但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7461250" y="5729288"/>
            <a:ext cx="12604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矛盾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8382000" y="5729288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故假设不真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!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2209800" y="1855788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82000" y="411479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968208" y="464820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3" grpId="0" autoUpdateAnimBg="0"/>
      <p:bldP spid="15" grpId="0" autoUpdateAnimBg="0"/>
      <p:bldP spid="16" grpId="0" autoUpdateAnimBg="0"/>
      <p:bldP spid="17" grpId="0" autoUpdateAnimBg="0"/>
      <p:bldP spid="19" grpId="0" autoUpdateAnimBg="0"/>
      <p:bldP spid="20" grpId="0" autoUpdateAnimBg="0"/>
      <p:bldP spid="22" grpId="0" autoUpdateAnimBg="0"/>
      <p:bldP spid="23" grpId="0" autoUpdateAnimBg="0"/>
      <p:bldP spid="27" grpId="0" autoUpdateAnimBg="0"/>
      <p:bldP spid="29" grpId="0" autoUpdateAnimBg="0"/>
      <p:bldP spid="32" grpId="0" autoUpdateAnimBg="0"/>
      <p:bldP spid="33" grpId="0" autoUpdateAnimBg="0"/>
      <p:bldP spid="34" grpId="0" autoUpdateAnimBg="0"/>
      <p:bldP spid="35" grpId="0" autoUpdateAnimBg="0"/>
      <p:bldP spid="36" grpId="0"/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81200" y="350838"/>
            <a:ext cx="2170584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007768" y="423069"/>
          <a:ext cx="7239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17373600" imgH="9448800" progId="Equation.DSMT4">
                  <p:embed/>
                </p:oleObj>
              </mc:Choice>
              <mc:Fallback>
                <p:oleObj name="Equation" r:id="rId1" imgW="17373600" imgH="94488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07768" y="423069"/>
                        <a:ext cx="723900" cy="3889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799856" y="35083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345198" y="418773"/>
          <a:ext cx="131603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31394400" imgH="9448800" progId="Equation.DSMT4">
                  <p:embed/>
                </p:oleObj>
              </mc:Choice>
              <mc:Fallback>
                <p:oleObj name="Equation" r:id="rId3" imgW="31394400" imgH="94488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45198" y="418773"/>
                        <a:ext cx="1316037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44072" y="350838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二阶可导，并有三个根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703512" y="903726"/>
          <a:ext cx="11239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26822400" imgH="10363200" progId="Equation.DSMT4">
                  <p:embed/>
                </p:oleObj>
              </mc:Choice>
              <mc:Fallback>
                <p:oleObj name="Equation" r:id="rId5" imgW="26822400" imgH="103632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03512" y="903726"/>
                        <a:ext cx="11239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999656" y="902056"/>
          <a:ext cx="18875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7" imgW="45110400" imgH="11582400" progId="Equation.DSMT4">
                  <p:embed/>
                </p:oleObj>
              </mc:Choice>
              <mc:Fallback>
                <p:oleObj name="Equation" r:id="rId7" imgW="45110400" imgH="115824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99656" y="902056"/>
                        <a:ext cx="1887538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914014" y="153152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456040" y="974120"/>
          <a:ext cx="355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9" imgW="412750" imgH="457200" progId="Equation.DSMT4">
                  <p:embed/>
                </p:oleObj>
              </mc:Choice>
              <mc:Fallback>
                <p:oleObj name="Equation" r:id="rId9" imgW="412750" imgH="4572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456040" y="974120"/>
                        <a:ext cx="355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960096" y="88423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505438" y="993410"/>
          <a:ext cx="1439863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1" imgW="34747200" imgH="9753600" progId="Equation.DSMT4">
                  <p:embed/>
                </p:oleObj>
              </mc:Choice>
              <mc:Fallback>
                <p:oleObj name="Equation" r:id="rId11" imgW="34747200" imgH="97536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05438" y="993410"/>
                        <a:ext cx="1439863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2223190" y="1533574"/>
            <a:ext cx="71784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71864" y="874058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证明存在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746996" y="1577230"/>
          <a:ext cx="3213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13" imgW="77114400" imgH="10363200" progId="Equation.DSMT4">
                  <p:embed/>
                </p:oleObj>
              </mc:Choice>
              <mc:Fallback>
                <p:oleObj name="Equation" r:id="rId13" imgW="77114400" imgH="103632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46996" y="1577230"/>
                        <a:ext cx="3213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858214" y="2132856"/>
          <a:ext cx="7239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15" imgW="17373600" imgH="9448800" progId="Equation.DSMT4">
                  <p:embed/>
                </p:oleObj>
              </mc:Choice>
              <mc:Fallback>
                <p:oleObj name="Equation" r:id="rId15" imgW="17373600" imgH="94488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58214" y="2132856"/>
                        <a:ext cx="723900" cy="3889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668367" y="205474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119908" y="2054740"/>
          <a:ext cx="2063751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16" imgW="49377600" imgH="11582400" progId="Equation.DSMT4">
                  <p:embed/>
                </p:oleObj>
              </mc:Choice>
              <mc:Fallback>
                <p:oleObj name="Equation" r:id="rId16" imgW="49377600" imgH="115824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119908" y="2054740"/>
                        <a:ext cx="2063751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072528" y="2052687"/>
            <a:ext cx="586747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上分别满足罗尔定理条件，则存在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856079" y="2637396"/>
          <a:ext cx="3817938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18" imgW="91440000" imgH="11582400" progId="Equation.DSMT4">
                  <p:embed/>
                </p:oleObj>
              </mc:Choice>
              <mc:Fallback>
                <p:oleObj name="Equation" r:id="rId18" imgW="91440000" imgH="11582400" progId="Equation.DSMT4">
                  <p:embed/>
                  <p:pic>
                    <p:nvPicPr>
                      <p:cNvPr id="0" name="图片 7177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856079" y="2637396"/>
                        <a:ext cx="3817938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685548" y="257796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4020940" y="3356992"/>
          <a:ext cx="2738438" cy="438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20" imgW="65532000" imgH="10363200" progId="Equation.DSMT4">
                  <p:embed/>
                </p:oleObj>
              </mc:Choice>
              <mc:Fallback>
                <p:oleObj name="Equation" r:id="rId20" imgW="65532000" imgH="103632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020940" y="3356992"/>
                        <a:ext cx="2738438" cy="438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981200" y="3861048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因此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2887217" y="3921839"/>
          <a:ext cx="7874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22" imgW="18897600" imgH="9753600" progId="Equation.DSMT4">
                  <p:embed/>
                </p:oleObj>
              </mc:Choice>
              <mc:Fallback>
                <p:oleObj name="Equation" r:id="rId22" imgW="18897600" imgH="9753600" progId="Equation.DSMT4">
                  <p:embed/>
                  <p:pic>
                    <p:nvPicPr>
                      <p:cNvPr id="0" name="图片 7179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887217" y="3921839"/>
                        <a:ext cx="787400" cy="401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669993" y="386104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Rectangle 2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4128749" y="3913135"/>
          <a:ext cx="958851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Equation" r:id="rId24" imgW="22860000" imgH="11582400" progId="Equation.DSMT4">
                  <p:embed/>
                </p:oleObj>
              </mc:Choice>
              <mc:Fallback>
                <p:oleObj name="Equation" r:id="rId24" imgW="22860000" imgH="11582400" progId="Equation.DSMT4">
                  <p:embed/>
                  <p:pic>
                    <p:nvPicPr>
                      <p:cNvPr id="0" name="图片 7180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128749" y="3913135"/>
                        <a:ext cx="958851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5072528" y="3874625"/>
            <a:ext cx="534395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上也满足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罗尔定理条件，则存在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Rectangle 2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1612676" y="4509120"/>
          <a:ext cx="1643063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Equation" r:id="rId26" imgW="39624000" imgH="11582400" progId="Equation.DSMT4">
                  <p:embed/>
                </p:oleObj>
              </mc:Choice>
              <mc:Fallback>
                <p:oleObj name="Equation" r:id="rId26" imgW="39624000" imgH="11582400" progId="Equation.DSMT4">
                  <p:embed/>
                  <p:pic>
                    <p:nvPicPr>
                      <p:cNvPr id="0" name="图片 7181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612676" y="4509120"/>
                        <a:ext cx="1643063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3252501" y="450912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3681586" y="4570705"/>
          <a:ext cx="143986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Equation" r:id="rId28" imgW="34747200" imgH="9753600" progId="Equation.DSMT4">
                  <p:embed/>
                </p:oleObj>
              </mc:Choice>
              <mc:Fallback>
                <p:oleObj name="Equation" r:id="rId28" imgW="34747200" imgH="9753600" progId="Equation.DSMT4">
                  <p:embed/>
                  <p:pic>
                    <p:nvPicPr>
                      <p:cNvPr id="0" name="图片 718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81586" y="4570705"/>
                        <a:ext cx="1439863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2223190" y="5157192"/>
            <a:ext cx="986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 autoUpdateAnimBg="0"/>
      <p:bldP spid="22" grpId="0"/>
      <p:bldP spid="25" grpId="0"/>
      <p:bldP spid="28" grpId="0"/>
      <p:bldP spid="31" grpId="0"/>
      <p:bldP spid="33" grpId="0"/>
      <p:bldP spid="36" grpId="0"/>
      <p:bldP spid="39" grpId="0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256588" y="260350"/>
            <a:ext cx="2339975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，证明方程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262188" y="1196975"/>
          <a:ext cx="7669212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64008000" imgH="5486400" progId="Equation.DSMT4">
                  <p:embed/>
                </p:oleObj>
              </mc:Choice>
              <mc:Fallback>
                <p:oleObj name="Equation" r:id="rId1" imgW="64008000" imgH="54864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62188" y="1196975"/>
                        <a:ext cx="7669212" cy="655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2208213" y="2278063"/>
            <a:ext cx="6953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3986213" y="2276475"/>
            <a:ext cx="2971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内至少有一实根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1631950" y="3155950"/>
            <a:ext cx="8286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" name="Group 45"/>
          <p:cNvGrpSpPr/>
          <p:nvPr/>
        </p:nvGrpSpPr>
        <p:grpSpPr bwMode="auto">
          <a:xfrm>
            <a:off x="2135188" y="2924175"/>
            <a:ext cx="8369300" cy="1019175"/>
            <a:chOff x="385" y="1842"/>
            <a:chExt cx="5272" cy="642"/>
          </a:xfrm>
        </p:grpSpPr>
        <p:graphicFrame>
          <p:nvGraphicFramePr>
            <p:cNvPr id="8" name="Object 7"/>
            <p:cNvGraphicFramePr>
              <a:graphicFrameLocks noChangeAspect="1"/>
            </p:cNvGraphicFramePr>
            <p:nvPr/>
          </p:nvGraphicFramePr>
          <p:xfrm>
            <a:off x="647" y="1842"/>
            <a:ext cx="5010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4" name="Equation" r:id="rId3" imgW="73761600" imgH="9448800" progId="Equation.DSMT4">
                    <p:embed/>
                  </p:oleObj>
                </mc:Choice>
                <mc:Fallback>
                  <p:oleObj name="Equation" r:id="rId3" imgW="73761600" imgH="9448800" progId="Equation.DSMT4">
                    <p:embed/>
                    <p:pic>
                      <p:nvPicPr>
                        <p:cNvPr id="0" name="图片 819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47" y="1842"/>
                          <a:ext cx="5010" cy="6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23"/>
            <p:cNvSpPr txBox="1">
              <a:spLocks noChangeArrowheads="1"/>
            </p:cNvSpPr>
            <p:nvPr/>
          </p:nvSpPr>
          <p:spPr bwMode="auto">
            <a:xfrm>
              <a:off x="385" y="1979"/>
              <a:ext cx="58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令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ectangle 36"/>
          <p:cNvSpPr>
            <a:spLocks noChangeArrowheads="1"/>
          </p:cNvSpPr>
          <p:nvPr/>
        </p:nvSpPr>
        <p:spPr bwMode="auto">
          <a:xfrm>
            <a:off x="1631950" y="374650"/>
            <a:ext cx="165576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38"/>
          <p:cNvGraphicFramePr>
            <a:graphicFrameLocks noChangeAspect="1"/>
          </p:cNvGraphicFramePr>
          <p:nvPr/>
        </p:nvGraphicFramePr>
        <p:xfrm>
          <a:off x="2728913" y="1844675"/>
          <a:ext cx="1241425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10363200" imgH="10363200" progId="Equation.DSMT4">
                  <p:embed/>
                </p:oleObj>
              </mc:Choice>
              <mc:Fallback>
                <p:oleObj name="Equation" r:id="rId5" imgW="10363200" imgH="103632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28913" y="1844675"/>
                        <a:ext cx="1241425" cy="1238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2063750" y="4437063"/>
            <a:ext cx="2279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显然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F(x)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40"/>
          <p:cNvSpPr txBox="1">
            <a:spLocks noChangeArrowheads="1"/>
          </p:cNvSpPr>
          <p:nvPr/>
        </p:nvSpPr>
        <p:spPr bwMode="auto">
          <a:xfrm>
            <a:off x="5065713" y="4378325"/>
            <a:ext cx="21097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上连续，在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41"/>
          <p:cNvGraphicFramePr>
            <a:graphicFrameLocks noChangeAspect="1"/>
          </p:cNvGraphicFramePr>
          <p:nvPr/>
        </p:nvGraphicFramePr>
        <p:xfrm>
          <a:off x="3898900" y="4076700"/>
          <a:ext cx="1204913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10058400" imgH="10363200" progId="Equation.DSMT4">
                  <p:embed/>
                </p:oleObj>
              </mc:Choice>
              <mc:Fallback>
                <p:oleObj name="Equation" r:id="rId7" imgW="10058400" imgH="103632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98900" y="4076700"/>
                        <a:ext cx="1204913" cy="1238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2"/>
          <p:cNvSpPr txBox="1">
            <a:spLocks noChangeArrowheads="1"/>
          </p:cNvSpPr>
          <p:nvPr/>
        </p:nvSpPr>
        <p:spPr bwMode="auto">
          <a:xfrm>
            <a:off x="8256588" y="4435475"/>
            <a:ext cx="21097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内可导，且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43"/>
          <p:cNvGraphicFramePr>
            <a:graphicFrameLocks noChangeAspect="1"/>
          </p:cNvGraphicFramePr>
          <p:nvPr/>
        </p:nvGraphicFramePr>
        <p:xfrm>
          <a:off x="6942138" y="4076700"/>
          <a:ext cx="1241425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10363200" imgH="10363200" progId="Equation.DSMT4">
                  <p:embed/>
                </p:oleObj>
              </mc:Choice>
              <mc:Fallback>
                <p:oleObj name="Equation" r:id="rId9" imgW="10363200" imgH="103632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942138" y="4076700"/>
                        <a:ext cx="1241425" cy="1238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6"/>
          <p:cNvGraphicFramePr>
            <a:graphicFrameLocks noChangeAspect="1"/>
          </p:cNvGraphicFramePr>
          <p:nvPr/>
        </p:nvGraphicFramePr>
        <p:xfrm>
          <a:off x="2046288" y="5481638"/>
          <a:ext cx="16811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1" imgW="14020800" imgH="4876800" progId="Equation.DSMT4">
                  <p:embed/>
                </p:oleObj>
              </mc:Choice>
              <mc:Fallback>
                <p:oleObj name="Equation" r:id="rId11" imgW="14020800" imgH="48768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046288" y="5481638"/>
                        <a:ext cx="1681162" cy="582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040063" y="25400"/>
          <a:ext cx="554355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3" imgW="46024800" imgH="9448800" progId="Equation.DSMT4">
                  <p:embed/>
                </p:oleObj>
              </mc:Choice>
              <mc:Fallback>
                <p:oleObj name="Equation" r:id="rId13" imgW="46024800" imgH="94488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40063" y="25400"/>
                        <a:ext cx="5543550" cy="1166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2" grpId="0"/>
      <p:bldP spid="13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2351088" y="2336800"/>
            <a:ext cx="2425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由罗尔定理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16"/>
          <p:cNvGrpSpPr/>
          <p:nvPr/>
        </p:nvGrpSpPr>
        <p:grpSpPr bwMode="auto">
          <a:xfrm>
            <a:off x="4511675" y="2047875"/>
            <a:ext cx="3787775" cy="1165225"/>
            <a:chOff x="434" y="2114"/>
            <a:chExt cx="2386" cy="734"/>
          </a:xfrm>
        </p:grpSpPr>
        <p:sp>
          <p:nvSpPr>
            <p:cNvPr id="4" name="Text Box 5"/>
            <p:cNvSpPr txBox="1">
              <a:spLocks noChangeArrowheads="1"/>
            </p:cNvSpPr>
            <p:nvPr/>
          </p:nvSpPr>
          <p:spPr bwMode="auto">
            <a:xfrm>
              <a:off x="434" y="2287"/>
              <a:ext cx="158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至少有一点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Object 6"/>
            <p:cNvGraphicFramePr>
              <a:graphicFrameLocks noChangeAspect="1"/>
            </p:cNvGraphicFramePr>
            <p:nvPr/>
          </p:nvGraphicFramePr>
          <p:xfrm>
            <a:off x="1697" y="2114"/>
            <a:ext cx="1123" cy="7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7" name="Equation" r:id="rId1" imgW="15849600" imgH="10363200" progId="Equation.DSMT4">
                    <p:embed/>
                  </p:oleObj>
                </mc:Choice>
                <mc:Fallback>
                  <p:oleObj name="Equation" r:id="rId1" imgW="15849600" imgH="103632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97" y="2114"/>
                          <a:ext cx="1123" cy="73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3341688" y="3429000"/>
          <a:ext cx="19812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16764000" imgH="4876800" progId="Equation.DSMT4">
                  <p:embed/>
                </p:oleObj>
              </mc:Choice>
              <mc:Fallback>
                <p:oleObj name="Equation" r:id="rId3" imgW="16764000" imgH="4876800" progId="Equation.DSMT4">
                  <p:embed/>
                  <p:pic>
                    <p:nvPicPr>
                      <p:cNvPr id="0" name="图片 921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41688" y="3429000"/>
                        <a:ext cx="19812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703388" y="4422775"/>
            <a:ext cx="14382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即方程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2351088" y="3414713"/>
            <a:ext cx="6953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12"/>
          <p:cNvGraphicFramePr>
            <a:graphicFrameLocks noChangeAspect="1"/>
          </p:cNvGraphicFramePr>
          <p:nvPr/>
        </p:nvGraphicFramePr>
        <p:xfrm>
          <a:off x="2463800" y="461963"/>
          <a:ext cx="6391275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53340000" imgH="10363200" progId="Equation.DSMT4">
                  <p:embed/>
                </p:oleObj>
              </mc:Choice>
              <mc:Fallback>
                <p:oleObj name="Equation" r:id="rId5" imgW="53340000" imgH="103632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63800" y="461963"/>
                        <a:ext cx="6391275" cy="1238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5"/>
          <p:cNvGraphicFramePr>
            <a:graphicFrameLocks noChangeAspect="1"/>
          </p:cNvGraphicFramePr>
          <p:nvPr/>
        </p:nvGraphicFramePr>
        <p:xfrm>
          <a:off x="8913813" y="795338"/>
          <a:ext cx="73025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6096000" imgH="4876800" progId="Equation.DSMT4">
                  <p:embed/>
                </p:oleObj>
              </mc:Choice>
              <mc:Fallback>
                <p:oleObj name="Equation" r:id="rId7" imgW="6096000" imgH="4876800" progId="Equation.DSMT4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913813" y="795338"/>
                        <a:ext cx="730250" cy="582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/>
          <p:cNvGraphicFramePr>
            <a:graphicFrameLocks noChangeAspect="1"/>
          </p:cNvGraphicFramePr>
          <p:nvPr/>
        </p:nvGraphicFramePr>
        <p:xfrm>
          <a:off x="2860675" y="4351338"/>
          <a:ext cx="7669213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9" imgW="64008000" imgH="5486400" progId="Equation.DSMT4">
                  <p:embed/>
                </p:oleObj>
              </mc:Choice>
              <mc:Fallback>
                <p:oleObj name="Equation" r:id="rId9" imgW="64008000" imgH="54864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60675" y="4351338"/>
                        <a:ext cx="7669213" cy="6556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8"/>
          <p:cNvSpPr txBox="1">
            <a:spLocks noChangeArrowheads="1"/>
          </p:cNvSpPr>
          <p:nvPr/>
        </p:nvSpPr>
        <p:spPr bwMode="auto">
          <a:xfrm>
            <a:off x="2806700" y="5432425"/>
            <a:ext cx="6953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4584700" y="5430838"/>
            <a:ext cx="2971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内至少有一实根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20"/>
          <p:cNvGraphicFramePr>
            <a:graphicFrameLocks noChangeAspect="1"/>
          </p:cNvGraphicFramePr>
          <p:nvPr/>
        </p:nvGraphicFramePr>
        <p:xfrm>
          <a:off x="3327400" y="4999038"/>
          <a:ext cx="1241425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1" imgW="10363200" imgH="10363200" progId="Equation.DSMT4">
                  <p:embed/>
                </p:oleObj>
              </mc:Choice>
              <mc:Fallback>
                <p:oleObj name="Equation" r:id="rId11" imgW="10363200" imgH="103632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27400" y="4999038"/>
                        <a:ext cx="1241425" cy="1238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7" grpId="0" autoUpdateAnimBg="0"/>
      <p:bldP spid="8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58950" y="2597898"/>
            <a:ext cx="41941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在区间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]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连续，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286000" y="2146755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31089600" imgH="9448800" progId="Equation.DSMT4">
                  <p:embed/>
                </p:oleObj>
              </mc:Choice>
              <mc:Fallback>
                <p:oleObj name="Equation" r:id="rId1" imgW="31089600" imgH="94488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86000" y="2146755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651885" y="2083824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满足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758950" y="3128123"/>
            <a:ext cx="4267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在区间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内可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3" name="Group 13"/>
          <p:cNvGrpSpPr/>
          <p:nvPr/>
        </p:nvGrpSpPr>
        <p:grpSpPr bwMode="auto">
          <a:xfrm>
            <a:off x="8256240" y="2132856"/>
            <a:ext cx="228600" cy="1241425"/>
            <a:chOff x="4320" y="432"/>
            <a:chExt cx="144" cy="782"/>
          </a:xfrm>
        </p:grpSpPr>
        <p:graphicFrame>
          <p:nvGraphicFramePr>
            <p:cNvPr id="14" name="Object 14"/>
            <p:cNvGraphicFramePr>
              <a:graphicFrameLocks noChangeAspect="1"/>
            </p:cNvGraphicFramePr>
            <p:nvPr/>
          </p:nvGraphicFramePr>
          <p:xfrm>
            <a:off x="4320" y="974"/>
            <a:ext cx="14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2" name="Equation" r:id="rId3" imgW="5486400" imgH="9144000" progId="Equation.DSMT4">
                    <p:embed/>
                  </p:oleObj>
                </mc:Choice>
                <mc:Fallback>
                  <p:oleObj name="Equation" r:id="rId3" imgW="5486400" imgH="9144000" progId="Equation.DSMT4">
                    <p:embed/>
                    <p:pic>
                      <p:nvPicPr>
                        <p:cNvPr id="0" name="图片 102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20" y="974"/>
                          <a:ext cx="144" cy="2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4407" y="432"/>
              <a:ext cx="9" cy="4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6"/>
          <p:cNvGrpSpPr/>
          <p:nvPr/>
        </p:nvGrpSpPr>
        <p:grpSpPr bwMode="auto">
          <a:xfrm>
            <a:off x="7408515" y="1693118"/>
            <a:ext cx="2600325" cy="1609726"/>
            <a:chOff x="3786" y="299"/>
            <a:chExt cx="1638" cy="1014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936" y="1074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V="1">
              <a:off x="3936" y="336"/>
              <a:ext cx="0" cy="7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5280" y="1104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3" name="Equation" r:id="rId5" imgW="5486400" imgH="7315200" progId="Equation.DSMT4">
                    <p:embed/>
                  </p:oleObj>
                </mc:Choice>
                <mc:Fallback>
                  <p:oleObj name="Equation" r:id="rId5" imgW="5486400" imgH="7315200" progId="Equation.DSMT4">
                    <p:embed/>
                    <p:pic>
                      <p:nvPicPr>
                        <p:cNvPr id="0" name="图片 1024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280" y="1104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0"/>
            <p:cNvGraphicFramePr>
              <a:graphicFrameLocks noChangeAspect="1"/>
            </p:cNvGraphicFramePr>
            <p:nvPr/>
          </p:nvGraphicFramePr>
          <p:xfrm>
            <a:off x="3792" y="336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4" name="Equation" r:id="rId7" imgW="6096000" imgH="7315200" progId="Equation.DSMT4">
                    <p:embed/>
                  </p:oleObj>
                </mc:Choice>
                <mc:Fallback>
                  <p:oleObj name="Equation" r:id="rId7" imgW="6096000" imgH="7315200" progId="Equation.DSMT4">
                    <p:embed/>
                    <p:pic>
                      <p:nvPicPr>
                        <p:cNvPr id="0" name="图片 1024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792" y="336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3786" y="1074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5" name="Equation" r:id="rId9" imgW="7010400" imgH="7620000" progId="Equation.DSMT4">
                    <p:embed/>
                  </p:oleObj>
                </mc:Choice>
                <mc:Fallback>
                  <p:oleObj name="Equation" r:id="rId9" imgW="7010400" imgH="7620000" progId="Equation.DSMT4">
                    <p:embed/>
                    <p:pic>
                      <p:nvPicPr>
                        <p:cNvPr id="0" name="图片 1024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786" y="1074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4176" y="864"/>
              <a:ext cx="0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5088" y="59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4" name="Object 24"/>
            <p:cNvGraphicFramePr>
              <a:graphicFrameLocks noChangeAspect="1"/>
            </p:cNvGraphicFramePr>
            <p:nvPr/>
          </p:nvGraphicFramePr>
          <p:xfrm>
            <a:off x="4091" y="1074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6" name="Equation" r:id="rId11" imgW="5791200" imgH="7315200" progId="Equation.DSMT4">
                    <p:embed/>
                  </p:oleObj>
                </mc:Choice>
                <mc:Fallback>
                  <p:oleObj name="Equation" r:id="rId11" imgW="5791200" imgH="7315200" progId="Equation.DSMT4">
                    <p:embed/>
                    <p:pic>
                      <p:nvPicPr>
                        <p:cNvPr id="0" name="图片 1024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091" y="1074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5"/>
            <p:cNvGraphicFramePr>
              <a:graphicFrameLocks noChangeAspect="1"/>
            </p:cNvGraphicFramePr>
            <p:nvPr/>
          </p:nvGraphicFramePr>
          <p:xfrm>
            <a:off x="5037" y="1065"/>
            <a:ext cx="13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7" name="Equation" r:id="rId13" imgW="5181600" imgH="9448800" progId="Equation.DSMT4">
                    <p:embed/>
                  </p:oleObj>
                </mc:Choice>
                <mc:Fallback>
                  <p:oleObj name="Equation" r:id="rId13" imgW="5181600" imgH="9448800" progId="Equation.DSMT4">
                    <p:embed/>
                    <p:pic>
                      <p:nvPicPr>
                        <p:cNvPr id="0" name="图片 1024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037" y="1065"/>
                          <a:ext cx="13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6"/>
            <p:cNvGraphicFramePr>
              <a:graphicFrameLocks noChangeAspect="1"/>
            </p:cNvGraphicFramePr>
            <p:nvPr/>
          </p:nvGraphicFramePr>
          <p:xfrm>
            <a:off x="4586" y="299"/>
            <a:ext cx="81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8" name="Equation" r:id="rId15" imgW="31089600" imgH="9448800" progId="Equation.DSMT4">
                    <p:embed/>
                  </p:oleObj>
                </mc:Choice>
                <mc:Fallback>
                  <p:oleObj name="Equation" r:id="rId15" imgW="31089600" imgH="9448800" progId="Equation.DSMT4">
                    <p:embed/>
                    <p:pic>
                      <p:nvPicPr>
                        <p:cNvPr id="0" name="图片 1024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586" y="299"/>
                          <a:ext cx="81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Freeform 27"/>
            <p:cNvSpPr/>
            <p:nvPr/>
          </p:nvSpPr>
          <p:spPr bwMode="auto">
            <a:xfrm>
              <a:off x="4176" y="528"/>
              <a:ext cx="912" cy="344"/>
            </a:xfrm>
            <a:custGeom>
              <a:avLst/>
              <a:gdLst>
                <a:gd name="T0" fmla="*/ 0 w 912"/>
                <a:gd name="T1" fmla="*/ 336 h 344"/>
                <a:gd name="T2" fmla="*/ 144 w 912"/>
                <a:gd name="T3" fmla="*/ 96 h 344"/>
                <a:gd name="T4" fmla="*/ 336 w 912"/>
                <a:gd name="T5" fmla="*/ 48 h 344"/>
                <a:gd name="T6" fmla="*/ 672 w 912"/>
                <a:gd name="T7" fmla="*/ 336 h 344"/>
                <a:gd name="T8" fmla="*/ 912 w 912"/>
                <a:gd name="T9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2" h="344">
                  <a:moveTo>
                    <a:pt x="0" y="336"/>
                  </a:moveTo>
                  <a:cubicBezTo>
                    <a:pt x="44" y="240"/>
                    <a:pt x="88" y="144"/>
                    <a:pt x="144" y="96"/>
                  </a:cubicBezTo>
                  <a:cubicBezTo>
                    <a:pt x="200" y="48"/>
                    <a:pt x="248" y="8"/>
                    <a:pt x="336" y="48"/>
                  </a:cubicBezTo>
                  <a:cubicBezTo>
                    <a:pt x="424" y="88"/>
                    <a:pt x="576" y="344"/>
                    <a:pt x="672" y="336"/>
                  </a:cubicBezTo>
                  <a:cubicBezTo>
                    <a:pt x="768" y="328"/>
                    <a:pt x="872" y="56"/>
                    <a:pt x="912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Line 28"/>
          <p:cNvSpPr>
            <a:spLocks noChangeShapeType="1"/>
          </p:cNvSpPr>
          <p:nvPr/>
        </p:nvSpPr>
        <p:spPr bwMode="auto">
          <a:xfrm flipV="1">
            <a:off x="8027640" y="2056656"/>
            <a:ext cx="1447800" cy="533400"/>
          </a:xfrm>
          <a:prstGeom prst="line">
            <a:avLst/>
          </a:prstGeom>
          <a:noFill/>
          <a:ln w="12700">
            <a:solidFill>
              <a:srgbClr val="37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 flipV="1">
            <a:off x="8134003" y="1980456"/>
            <a:ext cx="579437" cy="212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Line 30"/>
          <p:cNvSpPr>
            <a:spLocks noChangeShapeType="1"/>
          </p:cNvSpPr>
          <p:nvPr/>
        </p:nvSpPr>
        <p:spPr bwMode="auto">
          <a:xfrm flipV="1">
            <a:off x="8819803" y="2491631"/>
            <a:ext cx="579437" cy="212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" name="Line 42"/>
          <p:cNvSpPr>
            <a:spLocks noChangeShapeType="1"/>
          </p:cNvSpPr>
          <p:nvPr/>
        </p:nvSpPr>
        <p:spPr bwMode="auto">
          <a:xfrm>
            <a:off x="8027640" y="2590056"/>
            <a:ext cx="0" cy="1936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2" name="Line 43"/>
          <p:cNvSpPr>
            <a:spLocks noChangeShapeType="1"/>
          </p:cNvSpPr>
          <p:nvPr/>
        </p:nvSpPr>
        <p:spPr bwMode="auto">
          <a:xfrm>
            <a:off x="9475440" y="2056656"/>
            <a:ext cx="0" cy="1936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752851" y="935219"/>
            <a:ext cx="38595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1.拉格朗日中值定理</a:t>
            </a:r>
            <a:endParaRPr kumimoji="1"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631504" y="1540508"/>
            <a:ext cx="51841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3.1.2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（拉格朗日中值定理）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9" name="Text Box 9"/>
          <p:cNvSpPr txBox="1">
            <a:spLocks noChangeArrowheads="1"/>
          </p:cNvSpPr>
          <p:nvPr/>
        </p:nvSpPr>
        <p:spPr bwMode="auto">
          <a:xfrm>
            <a:off x="2299321" y="3655126"/>
            <a:ext cx="2514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至少存在一点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0" name="Object 10"/>
          <p:cNvGraphicFramePr>
            <a:graphicFrameLocks noChangeAspect="1"/>
          </p:cNvGraphicFramePr>
          <p:nvPr/>
        </p:nvGraphicFramePr>
        <p:xfrm>
          <a:off x="4610086" y="3754186"/>
          <a:ext cx="1473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17" imgW="35356800" imgH="9448800" progId="Equation.DSMT4">
                  <p:embed/>
                </p:oleObj>
              </mc:Choice>
              <mc:Fallback>
                <p:oleObj name="Equation" r:id="rId17" imgW="35356800" imgH="9448800" progId="Equation.DSMT4">
                  <p:embed/>
                  <p:pic>
                    <p:nvPicPr>
                      <p:cNvPr id="0" name="图片 10248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10086" y="3754186"/>
                        <a:ext cx="1473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11"/>
          <p:cNvSpPr txBox="1">
            <a:spLocks noChangeArrowheads="1"/>
          </p:cNvSpPr>
          <p:nvPr/>
        </p:nvSpPr>
        <p:spPr bwMode="auto">
          <a:xfrm>
            <a:off x="6141071" y="3690051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3" name="对象 62"/>
          <p:cNvGraphicFramePr>
            <a:graphicFrameLocks noChangeAspect="1"/>
          </p:cNvGraphicFramePr>
          <p:nvPr/>
        </p:nvGraphicFramePr>
        <p:xfrm>
          <a:off x="3158907" y="4252163"/>
          <a:ext cx="3169746" cy="97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19" imgW="31394400" imgH="9448800" progId="Equation.DSMT4">
                  <p:embed/>
                </p:oleObj>
              </mc:Choice>
              <mc:Fallback>
                <p:oleObj name="Equation" r:id="rId19" imgW="31394400" imgH="9448800" progId="Equation.DSMT4">
                  <p:embed/>
                  <p:pic>
                    <p:nvPicPr>
                      <p:cNvPr id="0" name="图片 1024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58907" y="4252163"/>
                        <a:ext cx="3169746" cy="977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 Box 31"/>
          <p:cNvSpPr txBox="1">
            <a:spLocks noChangeArrowheads="1"/>
          </p:cNvSpPr>
          <p:nvPr/>
        </p:nvSpPr>
        <p:spPr bwMode="auto">
          <a:xfrm>
            <a:off x="1752600" y="5405906"/>
            <a:ext cx="876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思路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kumimoji="1" lang="zh-CN" altLang="en-US" sz="2800" b="1" dirty="0">
                <a:solidFill>
                  <a:srgbClr val="37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逆向思维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找出一个满足罗尔定理条件的函数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752397" y="208404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758671" y="3654829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7" name="Text Box 5"/>
          <p:cNvSpPr txBox="1">
            <a:spLocks noChangeArrowheads="1"/>
          </p:cNvSpPr>
          <p:nvPr/>
        </p:nvSpPr>
        <p:spPr bwMode="auto">
          <a:xfrm>
            <a:off x="1631479" y="313115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拉格朗日中值定理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  <p:bldP spid="8" grpId="0" autoUpdateAnimBg="0"/>
      <p:bldP spid="28" grpId="0" bldLvl="0" animBg="1"/>
      <p:bldP spid="29" grpId="0" bldLvl="0" animBg="1"/>
      <p:bldP spid="30" grpId="0" bldLvl="0" animBg="1"/>
      <p:bldP spid="41" grpId="0" bldLvl="0" animBg="1"/>
      <p:bldP spid="42" grpId="0" bldLvl="0" animBg="1"/>
      <p:bldP spid="56" grpId="0"/>
      <p:bldP spid="58" grpId="0"/>
      <p:bldP spid="59" grpId="0" autoUpdateAnimBg="0"/>
      <p:bldP spid="61" grpId="0" autoUpdateAnimBg="0"/>
      <p:bldP spid="64" grpId="0" autoUpdateAnimBg="0"/>
      <p:bldP spid="65" grpId="0"/>
      <p:bldP spid="6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5125865" y="587710"/>
          <a:ext cx="2266279" cy="969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22250400" imgH="9448800" progId="Equation.DSMT4">
                  <p:embed/>
                </p:oleObj>
              </mc:Choice>
              <mc:Fallback>
                <p:oleObj name="Equation" r:id="rId1" imgW="22250400" imgH="94488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25865" y="587710"/>
                        <a:ext cx="2266279" cy="96908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2"/>
          <p:cNvSpPr txBox="1">
            <a:spLocks noChangeArrowheads="1"/>
          </p:cNvSpPr>
          <p:nvPr/>
        </p:nvSpPr>
        <p:spPr bwMode="auto">
          <a:xfrm>
            <a:off x="2438841" y="1474893"/>
            <a:ext cx="2438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作辅助函数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33"/>
          <p:cNvSpPr txBox="1">
            <a:spLocks noChangeArrowheads="1"/>
          </p:cNvSpPr>
          <p:nvPr/>
        </p:nvSpPr>
        <p:spPr bwMode="auto">
          <a:xfrm>
            <a:off x="1541586" y="2228320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显然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34"/>
          <p:cNvGraphicFramePr>
            <a:graphicFrameLocks noChangeAspect="1"/>
          </p:cNvGraphicFramePr>
          <p:nvPr/>
        </p:nvGraphicFramePr>
        <p:xfrm>
          <a:off x="2614736" y="2310870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16764000" imgH="9448800" progId="Equation.DSMT4">
                  <p:embed/>
                </p:oleObj>
              </mc:Choice>
              <mc:Fallback>
                <p:oleObj name="Equation" r:id="rId3" imgW="16764000" imgH="94488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14736" y="2310870"/>
                        <a:ext cx="698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5"/>
          <p:cNvSpPr txBox="1">
            <a:spLocks noChangeArrowheads="1"/>
          </p:cNvSpPr>
          <p:nvPr/>
        </p:nvSpPr>
        <p:spPr bwMode="auto">
          <a:xfrm>
            <a:off x="3294186" y="2228320"/>
            <a:ext cx="3200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]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上连续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36"/>
          <p:cNvSpPr txBox="1">
            <a:spLocks noChangeArrowheads="1"/>
          </p:cNvSpPr>
          <p:nvPr/>
        </p:nvSpPr>
        <p:spPr bwMode="auto">
          <a:xfrm>
            <a:off x="6189786" y="2228320"/>
            <a:ext cx="3124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内可导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37"/>
          <p:cNvSpPr txBox="1">
            <a:spLocks noChangeArrowheads="1"/>
          </p:cNvSpPr>
          <p:nvPr/>
        </p:nvSpPr>
        <p:spPr bwMode="auto">
          <a:xfrm>
            <a:off x="9085386" y="2228320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40"/>
          <p:cNvSpPr txBox="1">
            <a:spLocks noChangeArrowheads="1"/>
          </p:cNvSpPr>
          <p:nvPr/>
        </p:nvSpPr>
        <p:spPr bwMode="auto">
          <a:xfrm>
            <a:off x="1834662" y="446490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41"/>
          <p:cNvSpPr txBox="1">
            <a:spLocks noChangeArrowheads="1"/>
          </p:cNvSpPr>
          <p:nvPr/>
        </p:nvSpPr>
        <p:spPr bwMode="auto">
          <a:xfrm>
            <a:off x="2444262" y="436965"/>
            <a:ext cx="2667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问题转化为证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44"/>
          <p:cNvSpPr>
            <a:spLocks noChangeArrowheads="1"/>
          </p:cNvSpPr>
          <p:nvPr/>
        </p:nvSpPr>
        <p:spPr bwMode="auto">
          <a:xfrm>
            <a:off x="4511824" y="1556485"/>
            <a:ext cx="4800600" cy="936411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45"/>
          <p:cNvGraphicFramePr>
            <a:graphicFrameLocks noChangeAspect="1"/>
          </p:cNvGraphicFramePr>
          <p:nvPr/>
        </p:nvGraphicFramePr>
        <p:xfrm>
          <a:off x="4640342" y="1573598"/>
          <a:ext cx="892777" cy="423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10363200" imgH="4876800" progId="Equation.DSMT4">
                  <p:embed/>
                </p:oleObj>
              </mc:Choice>
              <mc:Fallback>
                <p:oleObj name="Equation" r:id="rId5" imgW="10363200" imgH="48768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40342" y="1573598"/>
                        <a:ext cx="892777" cy="4234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6"/>
          <p:cNvGraphicFramePr>
            <a:graphicFrameLocks noChangeAspect="1"/>
          </p:cNvGraphicFramePr>
          <p:nvPr/>
        </p:nvGraphicFramePr>
        <p:xfrm>
          <a:off x="5584696" y="1587541"/>
          <a:ext cx="72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17373600" imgH="9448800" progId="Equation.DSMT4">
                  <p:embed/>
                </p:oleObj>
              </mc:Choice>
              <mc:Fallback>
                <p:oleObj name="Equation" r:id="rId7" imgW="17373600" imgH="94488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84696" y="1587541"/>
                        <a:ext cx="723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7"/>
          <p:cNvGraphicFramePr>
            <a:graphicFrameLocks noChangeAspect="1"/>
          </p:cNvGraphicFramePr>
          <p:nvPr/>
        </p:nvGraphicFramePr>
        <p:xfrm>
          <a:off x="6359897" y="1406639"/>
          <a:ext cx="1884751" cy="755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9" imgW="23774400" imgH="9448800" progId="Equation.DSMT4">
                  <p:embed/>
                </p:oleObj>
              </mc:Choice>
              <mc:Fallback>
                <p:oleObj name="Equation" r:id="rId9" imgW="23774400" imgH="9448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59897" y="1406639"/>
                        <a:ext cx="1884751" cy="7554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9"/>
          <p:cNvGraphicFramePr>
            <a:graphicFrameLocks noChangeAspect="1"/>
          </p:cNvGraphicFramePr>
          <p:nvPr/>
        </p:nvGraphicFramePr>
        <p:xfrm>
          <a:off x="1657539" y="2996952"/>
          <a:ext cx="741983" cy="478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1" imgW="7620000" imgH="4876800" progId="Equation.DSMT4">
                  <p:embed/>
                </p:oleObj>
              </mc:Choice>
              <mc:Fallback>
                <p:oleObj name="Equation" r:id="rId11" imgW="7620000" imgH="48768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57539" y="2996952"/>
                        <a:ext cx="741983" cy="47883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50"/>
          <p:cNvSpPr txBox="1">
            <a:spLocks noChangeArrowheads="1"/>
          </p:cNvSpPr>
          <p:nvPr/>
        </p:nvSpPr>
        <p:spPr bwMode="auto">
          <a:xfrm>
            <a:off x="5801040" y="2981190"/>
            <a:ext cx="457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由罗尔定理知至少存在一点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51"/>
          <p:cNvGraphicFramePr>
            <a:graphicFrameLocks noChangeAspect="1"/>
          </p:cNvGraphicFramePr>
          <p:nvPr/>
        </p:nvGraphicFramePr>
        <p:xfrm>
          <a:off x="1590990" y="3843883"/>
          <a:ext cx="144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13" imgW="34747200" imgH="9448800" progId="Equation.DSMT4">
                  <p:embed/>
                </p:oleObj>
              </mc:Choice>
              <mc:Fallback>
                <p:oleObj name="Equation" r:id="rId13" imgW="34747200" imgH="94488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590990" y="3843883"/>
                        <a:ext cx="1447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2"/>
          <p:cNvGraphicFramePr>
            <a:graphicFrameLocks noChangeAspect="1"/>
          </p:cNvGraphicFramePr>
          <p:nvPr/>
        </p:nvGraphicFramePr>
        <p:xfrm>
          <a:off x="3121340" y="3812133"/>
          <a:ext cx="1803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15" imgW="43281600" imgH="10668000" progId="Equation.DSMT4">
                  <p:embed/>
                </p:oleObj>
              </mc:Choice>
              <mc:Fallback>
                <p:oleObj name="Equation" r:id="rId15" imgW="43281600" imgH="10668000" progId="Equation.DSMT4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21340" y="3812133"/>
                        <a:ext cx="18034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53"/>
          <p:cNvSpPr txBox="1">
            <a:spLocks noChangeArrowheads="1"/>
          </p:cNvSpPr>
          <p:nvPr/>
        </p:nvSpPr>
        <p:spPr bwMode="auto">
          <a:xfrm>
            <a:off x="4962840" y="3723233"/>
            <a:ext cx="3048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即定理结论成立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" name="Object 54"/>
          <p:cNvGraphicFramePr>
            <a:graphicFrameLocks noChangeAspect="1"/>
          </p:cNvGraphicFramePr>
          <p:nvPr/>
        </p:nvGraphicFramePr>
        <p:xfrm>
          <a:off x="4727848" y="3026668"/>
          <a:ext cx="1121602" cy="474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7" imgW="11582400" imgH="4876800" progId="Equation.DSMT4">
                  <p:embed/>
                </p:oleObj>
              </mc:Choice>
              <mc:Fallback>
                <p:oleObj name="Equation" r:id="rId17" imgW="11582400" imgH="48768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27848" y="3026668"/>
                        <a:ext cx="1121602" cy="47452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55"/>
          <p:cNvGraphicFramePr>
            <a:graphicFrameLocks noChangeAspect="1"/>
          </p:cNvGraphicFramePr>
          <p:nvPr/>
        </p:nvGraphicFramePr>
        <p:xfrm>
          <a:off x="2411728" y="2892290"/>
          <a:ext cx="222885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19" imgW="57607200" imgH="20116800" progId="Equation.DSMT4">
                  <p:embed/>
                </p:oleObj>
              </mc:Choice>
              <mc:Fallback>
                <p:oleObj name="Equation" r:id="rId19" imgW="57607200" imgH="20116800" progId="Equation.DSMT4">
                  <p:embed/>
                  <p:pic>
                    <p:nvPicPr>
                      <p:cNvPr id="0" name="图片 112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411728" y="2892290"/>
                        <a:ext cx="2228850" cy="7794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63"/>
          <p:cNvGraphicFramePr>
            <a:graphicFrameLocks noChangeAspect="1"/>
          </p:cNvGraphicFramePr>
          <p:nvPr/>
        </p:nvGraphicFramePr>
        <p:xfrm>
          <a:off x="4895362" y="292502"/>
          <a:ext cx="316388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Equation" r:id="rId21" imgW="81686400" imgH="20116800" progId="Equation.DSMT4">
                  <p:embed/>
                </p:oleObj>
              </mc:Choice>
              <mc:Fallback>
                <p:oleObj name="Equation" r:id="rId21" imgW="81686400" imgH="20116800" progId="Equation.DSMT4">
                  <p:embed/>
                  <p:pic>
                    <p:nvPicPr>
                      <p:cNvPr id="0" name="图片 1127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95362" y="292502"/>
                        <a:ext cx="3163888" cy="774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70"/>
          <p:cNvSpPr txBox="1">
            <a:spLocks noChangeArrowheads="1"/>
          </p:cNvSpPr>
          <p:nvPr/>
        </p:nvSpPr>
        <p:spPr bwMode="auto">
          <a:xfrm>
            <a:off x="8010255" y="3734296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证毕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20956" y="4666184"/>
            <a:ext cx="8851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注：上述证法思路清晰，书写简洁，但几何意义不明显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24388" y="5318128"/>
            <a:ext cx="375793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书上作的辅助函数是：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1" grpId="0" autoUpdateAnimBg="0"/>
      <p:bldP spid="12" grpId="0" autoUpdateAnimBg="0"/>
      <p:bldP spid="13" grpId="0" autoUpdateAnimBg="0"/>
      <p:bldP spid="16" grpId="0" autoUpdateAnimBg="0"/>
      <p:bldP spid="22" grpId="0" autoUpdateAnimBg="0"/>
      <p:bldP spid="25" grpId="0" autoUpdateAnimBg="0"/>
      <p:bldP spid="29" grpId="0" advAuto="0" autoUpdateAnimBg="0" build="p"/>
      <p:bldP spid="37" grpId="0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2422889" y="692696"/>
            <a:ext cx="6522641" cy="98061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587575" y="1097251"/>
          <a:ext cx="10287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24384000" imgH="9448800" progId="Equation.DSMT4">
                  <p:embed/>
                </p:oleObj>
              </mc:Choice>
              <mc:Fallback>
                <p:oleObj name="Equation" r:id="rId1" imgW="24384000" imgH="94488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87575" y="1097251"/>
                        <a:ext cx="102870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647025" y="1097251"/>
          <a:ext cx="172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41452800" imgH="9448800" progId="Equation.DSMT4">
                  <p:embed/>
                </p:oleObj>
              </mc:Choice>
              <mc:Fallback>
                <p:oleObj name="Equation" r:id="rId3" imgW="41452800" imgH="9448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7025" y="1097251"/>
                        <a:ext cx="1727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485548" y="885915"/>
          <a:ext cx="27749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71323200" imgH="20116800" progId="Equation.DSMT4">
                  <p:embed/>
                </p:oleObj>
              </mc:Choice>
              <mc:Fallback>
                <p:oleObj name="Equation" r:id="rId5" imgW="71323200" imgH="201168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85548" y="885915"/>
                        <a:ext cx="2774950" cy="787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93426" y="1850296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则有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422015" y="1911350"/>
          <a:ext cx="2416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7" imgW="57302400" imgH="9448800" progId="Equation.DSMT4">
                  <p:embed/>
                </p:oleObj>
              </mc:Choice>
              <mc:Fallback>
                <p:oleObj name="Equation" r:id="rId7" imgW="57302400" imgH="94488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22015" y="1911350"/>
                        <a:ext cx="2416175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374826" y="2363356"/>
            <a:ext cx="66179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从下式可以看出这一辅助函数的几何意义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207568" y="2996952"/>
            <a:ext cx="6522641" cy="98061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392998" y="3269776"/>
          <a:ext cx="10287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9" imgW="24384000" imgH="9448800" progId="Equation.DSMT4">
                  <p:embed/>
                </p:oleObj>
              </mc:Choice>
              <mc:Fallback>
                <p:oleObj name="Equation" r:id="rId9" imgW="24384000" imgH="9448800" progId="Equation.DSMT4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92998" y="3269776"/>
                        <a:ext cx="102870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503712" y="3017361"/>
          <a:ext cx="4889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10" imgW="117348000" imgH="22555200" progId="Equation.DSMT4">
                  <p:embed/>
                </p:oleObj>
              </mc:Choice>
              <mc:Fallback>
                <p:oleObj name="Equation" r:id="rId10" imgW="117348000" imgH="22555200" progId="Equation.DSMT4">
                  <p:embed/>
                  <p:pic>
                    <p:nvPicPr>
                      <p:cNvPr id="0" name="图片 12293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03712" y="3017361"/>
                        <a:ext cx="48895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847896" y="4119384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曲线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784896" y="4160014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12" imgW="1516380" imgH="457200" progId="Equation.DSMT4">
                  <p:embed/>
                </p:oleObj>
              </mc:Choice>
              <mc:Fallback>
                <p:oleObj name="Equation" r:id="rId12" imgW="1516380" imgH="4572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3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84896" y="4160014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847751" y="4723006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直线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745513" y="4610601"/>
          <a:ext cx="4127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14" imgW="99060000" imgH="20116800" progId="Equation.DSMT4">
                  <p:embed/>
                </p:oleObj>
              </mc:Choice>
              <mc:Fallback>
                <p:oleObj name="Equation" r:id="rId14" imgW="99060000" imgH="201168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45513" y="4610601"/>
                        <a:ext cx="4127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右大括号 18"/>
          <p:cNvSpPr/>
          <p:nvPr/>
        </p:nvSpPr>
        <p:spPr>
          <a:xfrm>
            <a:off x="7036282" y="4222507"/>
            <a:ext cx="144016" cy="936104"/>
          </a:xfrm>
          <a:prstGeom prst="rightBrac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7343999" y="435114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都过两点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8992835" y="4125398"/>
          <a:ext cx="172085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16" imgW="40843200" imgH="24384000" progId="Equation.DSMT4">
                  <p:embed/>
                </p:oleObj>
              </mc:Choice>
              <mc:Fallback>
                <p:oleObj name="Equation" r:id="rId16" imgW="40843200" imgH="24384000" progId="Equation.DSMT4">
                  <p:embed/>
                  <p:pic>
                    <p:nvPicPr>
                      <p:cNvPr id="0" name="图片 12296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992835" y="4125398"/>
                        <a:ext cx="1720850" cy="10334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847961" y="5483959"/>
            <a:ext cx="304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两个函数相减后，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705494" y="5567134"/>
          <a:ext cx="13112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Equation" r:id="rId18" imgW="31089600" imgH="9448800" progId="Equation.DSMT4">
                  <p:embed/>
                </p:oleObj>
              </mc:Choice>
              <mc:Fallback>
                <p:oleObj name="Equation" r:id="rId18" imgW="31089600" imgH="9448800" progId="Equation.DSMT4">
                  <p:embed/>
                  <p:pic>
                    <p:nvPicPr>
                      <p:cNvPr id="0" name="图片 12297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705494" y="5567134"/>
                        <a:ext cx="1311275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058767" y="548395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就过两点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7671364" y="5483790"/>
          <a:ext cx="2516187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Equation" r:id="rId20" imgW="59740800" imgH="11582400" progId="Equation.DSMT4">
                  <p:embed/>
                </p:oleObj>
              </mc:Choice>
              <mc:Fallback>
                <p:oleObj name="Equation" r:id="rId20" imgW="59740800" imgH="11582400" progId="Equation.DSMT4">
                  <p:embed/>
                  <p:pic>
                    <p:nvPicPr>
                      <p:cNvPr id="0" name="图片 12298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671364" y="5483790"/>
                        <a:ext cx="2516187" cy="490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7" grpId="0"/>
      <p:bldP spid="9" grpId="0"/>
      <p:bldP spid="10" grpId="0" bldLvl="0" animBg="1"/>
      <p:bldP spid="15" grpId="0"/>
      <p:bldP spid="17" grpId="0"/>
      <p:bldP spid="19" grpId="0" bldLvl="0" animBg="1"/>
      <p:bldP spid="20" grpId="0"/>
      <p:bldP spid="22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13"/>
          <p:cNvGrpSpPr/>
          <p:nvPr/>
        </p:nvGrpSpPr>
        <p:grpSpPr bwMode="auto">
          <a:xfrm>
            <a:off x="4778817" y="1842958"/>
            <a:ext cx="228600" cy="2686051"/>
            <a:chOff x="4613" y="-435"/>
            <a:chExt cx="144" cy="1692"/>
          </a:xfrm>
        </p:grpSpPr>
        <p:graphicFrame>
          <p:nvGraphicFramePr>
            <p:cNvPr id="24" name="Object 14"/>
            <p:cNvGraphicFramePr>
              <a:graphicFrameLocks noChangeAspect="1"/>
            </p:cNvGraphicFramePr>
            <p:nvPr/>
          </p:nvGraphicFramePr>
          <p:xfrm>
            <a:off x="4613" y="1017"/>
            <a:ext cx="14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3" name="Equation" r:id="rId1" imgW="5486400" imgH="9144000" progId="Equation.DSMT4">
                    <p:embed/>
                  </p:oleObj>
                </mc:Choice>
                <mc:Fallback>
                  <p:oleObj name="Equation" r:id="rId1" imgW="5486400" imgH="9144000" progId="Equation.DSMT4">
                    <p:embed/>
                    <p:pic>
                      <p:nvPicPr>
                        <p:cNvPr id="0" name="图片 133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613" y="1017"/>
                          <a:ext cx="144" cy="2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Line 15"/>
            <p:cNvSpPr>
              <a:spLocks noChangeShapeType="1"/>
            </p:cNvSpPr>
            <p:nvPr/>
          </p:nvSpPr>
          <p:spPr bwMode="auto">
            <a:xfrm>
              <a:off x="4676" y="-435"/>
              <a:ext cx="0" cy="13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Group 16"/>
          <p:cNvGrpSpPr/>
          <p:nvPr/>
        </p:nvGrpSpPr>
        <p:grpSpPr bwMode="auto">
          <a:xfrm>
            <a:off x="3524215" y="1401928"/>
            <a:ext cx="4160838" cy="2992440"/>
            <a:chOff x="3786" y="-563"/>
            <a:chExt cx="2621" cy="1885"/>
          </a:xfrm>
        </p:grpSpPr>
        <p:sp>
          <p:nvSpPr>
            <p:cNvPr id="27" name="Line 17"/>
            <p:cNvSpPr>
              <a:spLocks noChangeShapeType="1"/>
            </p:cNvSpPr>
            <p:nvPr/>
          </p:nvSpPr>
          <p:spPr bwMode="auto">
            <a:xfrm>
              <a:off x="3936" y="1074"/>
              <a:ext cx="24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Line 18"/>
            <p:cNvSpPr>
              <a:spLocks noChangeShapeType="1"/>
            </p:cNvSpPr>
            <p:nvPr/>
          </p:nvSpPr>
          <p:spPr bwMode="auto">
            <a:xfrm flipV="1">
              <a:off x="3936" y="-563"/>
              <a:ext cx="0" cy="16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9" name="Object 19"/>
            <p:cNvGraphicFramePr>
              <a:graphicFrameLocks noChangeAspect="1"/>
            </p:cNvGraphicFramePr>
            <p:nvPr/>
          </p:nvGraphicFramePr>
          <p:xfrm>
            <a:off x="6222" y="1093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4" name="Equation" r:id="rId3" imgW="5486400" imgH="7315200" progId="Equation.DSMT4">
                    <p:embed/>
                  </p:oleObj>
                </mc:Choice>
                <mc:Fallback>
                  <p:oleObj name="Equation" r:id="rId3" imgW="5486400" imgH="7315200" progId="Equation.DSMT4">
                    <p:embed/>
                    <p:pic>
                      <p:nvPicPr>
                        <p:cNvPr id="0" name="图片 1331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222" y="1093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0"/>
            <p:cNvGraphicFramePr>
              <a:graphicFrameLocks noChangeAspect="1"/>
            </p:cNvGraphicFramePr>
            <p:nvPr/>
          </p:nvGraphicFramePr>
          <p:xfrm>
            <a:off x="3797" y="-518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5" name="Equation" r:id="rId5" imgW="6096000" imgH="7315200" progId="Equation.DSMT4">
                    <p:embed/>
                  </p:oleObj>
                </mc:Choice>
                <mc:Fallback>
                  <p:oleObj name="Equation" r:id="rId5" imgW="6096000" imgH="7315200" progId="Equation.DSMT4">
                    <p:embed/>
                    <p:pic>
                      <p:nvPicPr>
                        <p:cNvPr id="0" name="图片 133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97" y="-518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21"/>
            <p:cNvGraphicFramePr>
              <a:graphicFrameLocks noChangeAspect="1"/>
            </p:cNvGraphicFramePr>
            <p:nvPr/>
          </p:nvGraphicFramePr>
          <p:xfrm>
            <a:off x="3786" y="1074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6" name="Equation" r:id="rId7" imgW="7010400" imgH="7620000" progId="Equation.DSMT4">
                    <p:embed/>
                  </p:oleObj>
                </mc:Choice>
                <mc:Fallback>
                  <p:oleObj name="Equation" r:id="rId7" imgW="7010400" imgH="7620000" progId="Equation.DSMT4">
                    <p:embed/>
                    <p:pic>
                      <p:nvPicPr>
                        <p:cNvPr id="0" name="图片 1331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786" y="1074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Line 22"/>
            <p:cNvSpPr>
              <a:spLocks noChangeShapeType="1"/>
            </p:cNvSpPr>
            <p:nvPr/>
          </p:nvSpPr>
          <p:spPr bwMode="auto">
            <a:xfrm>
              <a:off x="4176" y="864"/>
              <a:ext cx="0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Line 23"/>
            <p:cNvSpPr>
              <a:spLocks noChangeShapeType="1"/>
            </p:cNvSpPr>
            <p:nvPr/>
          </p:nvSpPr>
          <p:spPr bwMode="auto">
            <a:xfrm>
              <a:off x="6027" y="-420"/>
              <a:ext cx="0" cy="15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4" name="Object 24"/>
            <p:cNvGraphicFramePr>
              <a:graphicFrameLocks noChangeAspect="1"/>
            </p:cNvGraphicFramePr>
            <p:nvPr/>
          </p:nvGraphicFramePr>
          <p:xfrm>
            <a:off x="4091" y="1074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7" name="Equation" r:id="rId9" imgW="5791200" imgH="7315200" progId="Equation.DSMT4">
                    <p:embed/>
                  </p:oleObj>
                </mc:Choice>
                <mc:Fallback>
                  <p:oleObj name="Equation" r:id="rId9" imgW="5791200" imgH="7315200" progId="Equation.DSMT4">
                    <p:embed/>
                    <p:pic>
                      <p:nvPicPr>
                        <p:cNvPr id="0" name="图片 133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91" y="1074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25"/>
            <p:cNvGraphicFramePr>
              <a:graphicFrameLocks noChangeAspect="1"/>
            </p:cNvGraphicFramePr>
            <p:nvPr/>
          </p:nvGraphicFramePr>
          <p:xfrm>
            <a:off x="6026" y="1074"/>
            <a:ext cx="13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8" name="Equation" r:id="rId11" imgW="5181600" imgH="9448800" progId="Equation.DSMT4">
                    <p:embed/>
                  </p:oleObj>
                </mc:Choice>
                <mc:Fallback>
                  <p:oleObj name="Equation" r:id="rId11" imgW="5181600" imgH="9448800" progId="Equation.DSMT4">
                    <p:embed/>
                    <p:pic>
                      <p:nvPicPr>
                        <p:cNvPr id="0" name="图片 133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026" y="1074"/>
                          <a:ext cx="13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26"/>
            <p:cNvGraphicFramePr>
              <a:graphicFrameLocks noChangeAspect="1"/>
            </p:cNvGraphicFramePr>
            <p:nvPr/>
          </p:nvGraphicFramePr>
          <p:xfrm>
            <a:off x="4636" y="-541"/>
            <a:ext cx="81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9" name="Equation" r:id="rId13" imgW="31089600" imgH="9448800" progId="Equation.DSMT4">
                    <p:embed/>
                  </p:oleObj>
                </mc:Choice>
                <mc:Fallback>
                  <p:oleObj name="Equation" r:id="rId13" imgW="31089600" imgH="9448800" progId="Equation.DSMT4">
                    <p:embed/>
                    <p:pic>
                      <p:nvPicPr>
                        <p:cNvPr id="0" name="图片 1331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36" y="-541"/>
                          <a:ext cx="81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Freeform 27"/>
            <p:cNvSpPr/>
            <p:nvPr/>
          </p:nvSpPr>
          <p:spPr bwMode="auto">
            <a:xfrm>
              <a:off x="4176" y="-427"/>
              <a:ext cx="1851" cy="1299"/>
            </a:xfrm>
            <a:custGeom>
              <a:avLst/>
              <a:gdLst>
                <a:gd name="T0" fmla="*/ 0 w 912"/>
                <a:gd name="T1" fmla="*/ 336 h 344"/>
                <a:gd name="T2" fmla="*/ 144 w 912"/>
                <a:gd name="T3" fmla="*/ 96 h 344"/>
                <a:gd name="T4" fmla="*/ 336 w 912"/>
                <a:gd name="T5" fmla="*/ 48 h 344"/>
                <a:gd name="T6" fmla="*/ 672 w 912"/>
                <a:gd name="T7" fmla="*/ 336 h 344"/>
                <a:gd name="T8" fmla="*/ 912 w 912"/>
                <a:gd name="T9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2" h="344">
                  <a:moveTo>
                    <a:pt x="0" y="336"/>
                  </a:moveTo>
                  <a:cubicBezTo>
                    <a:pt x="44" y="240"/>
                    <a:pt x="88" y="144"/>
                    <a:pt x="144" y="96"/>
                  </a:cubicBezTo>
                  <a:cubicBezTo>
                    <a:pt x="200" y="48"/>
                    <a:pt x="248" y="8"/>
                    <a:pt x="336" y="48"/>
                  </a:cubicBezTo>
                  <a:cubicBezTo>
                    <a:pt x="424" y="88"/>
                    <a:pt x="576" y="344"/>
                    <a:pt x="672" y="336"/>
                  </a:cubicBezTo>
                  <a:cubicBezTo>
                    <a:pt x="768" y="328"/>
                    <a:pt x="872" y="56"/>
                    <a:pt x="912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Line 28"/>
          <p:cNvSpPr>
            <a:spLocks noChangeShapeType="1"/>
          </p:cNvSpPr>
          <p:nvPr/>
        </p:nvSpPr>
        <p:spPr bwMode="auto">
          <a:xfrm flipV="1">
            <a:off x="4165105" y="1628766"/>
            <a:ext cx="2938464" cy="20494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9" name="Line 29"/>
          <p:cNvSpPr>
            <a:spLocks noChangeShapeType="1"/>
          </p:cNvSpPr>
          <p:nvPr/>
        </p:nvSpPr>
        <p:spPr bwMode="auto">
          <a:xfrm flipV="1">
            <a:off x="4200383" y="1742106"/>
            <a:ext cx="816420" cy="5691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Line 30"/>
          <p:cNvSpPr>
            <a:spLocks noChangeShapeType="1"/>
          </p:cNvSpPr>
          <p:nvPr/>
        </p:nvSpPr>
        <p:spPr bwMode="auto">
          <a:xfrm flipV="1">
            <a:off x="6169694" y="3350664"/>
            <a:ext cx="579437" cy="383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" name="Line 42"/>
          <p:cNvSpPr>
            <a:spLocks noChangeShapeType="1"/>
          </p:cNvSpPr>
          <p:nvPr/>
        </p:nvSpPr>
        <p:spPr bwMode="auto">
          <a:xfrm flipH="1">
            <a:off x="4165104" y="3678230"/>
            <a:ext cx="0" cy="322141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2" name="Line 43"/>
          <p:cNvSpPr>
            <a:spLocks noChangeShapeType="1"/>
          </p:cNvSpPr>
          <p:nvPr/>
        </p:nvSpPr>
        <p:spPr bwMode="auto">
          <a:xfrm>
            <a:off x="7080738" y="1628942"/>
            <a:ext cx="1065" cy="2371430"/>
          </a:xfrm>
          <a:prstGeom prst="line">
            <a:avLst/>
          </a:prstGeom>
          <a:noFill/>
          <a:ln w="28575">
            <a:gradFill>
              <a:gsLst>
                <a:gs pos="0">
                  <a:srgbClr val="14CD68"/>
                </a:gs>
                <a:gs pos="100000">
                  <a:srgbClr val="0B6E38"/>
                </a:gs>
              </a:gsLst>
            </a:gra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Line 23"/>
          <p:cNvSpPr>
            <a:spLocks noChangeShapeType="1"/>
          </p:cNvSpPr>
          <p:nvPr/>
        </p:nvSpPr>
        <p:spPr bwMode="auto">
          <a:xfrm>
            <a:off x="5634337" y="2701298"/>
            <a:ext cx="0" cy="129937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8" name="Object 26"/>
          <p:cNvGraphicFramePr>
            <a:graphicFrameLocks noChangeAspect="1"/>
          </p:cNvGraphicFramePr>
          <p:nvPr/>
        </p:nvGraphicFramePr>
        <p:xfrm>
          <a:off x="6719293" y="4653136"/>
          <a:ext cx="1308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Equation" r:id="rId15" imgW="31394400" imgH="9448800" progId="Equation.DSMT4">
                  <p:embed/>
                </p:oleObj>
              </mc:Choice>
              <mc:Fallback>
                <p:oleObj name="Equation" r:id="rId15" imgW="31394400" imgH="9448800" progId="Equation.DSMT4">
                  <p:embed/>
                  <p:pic>
                    <p:nvPicPr>
                      <p:cNvPr id="0" name="图片 1331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19293" y="4653136"/>
                        <a:ext cx="1308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对象 14338"/>
          <p:cNvGraphicFramePr>
            <a:graphicFrameLocks noChangeAspect="1"/>
          </p:cNvGraphicFramePr>
          <p:nvPr/>
        </p:nvGraphicFramePr>
        <p:xfrm>
          <a:off x="5867707" y="2083464"/>
          <a:ext cx="4127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17" imgW="99060000" imgH="20116800" progId="Equation.DSMT4">
                  <p:embed/>
                </p:oleObj>
              </mc:Choice>
              <mc:Fallback>
                <p:oleObj name="Equation" r:id="rId17" imgW="99060000" imgH="20116800" progId="Equation.DSMT4">
                  <p:embed/>
                  <p:pic>
                    <p:nvPicPr>
                      <p:cNvPr id="0" name="图片 1332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867707" y="2083464"/>
                        <a:ext cx="4127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Line 29"/>
          <p:cNvSpPr>
            <a:spLocks noChangeShapeType="1"/>
          </p:cNvSpPr>
          <p:nvPr/>
        </p:nvSpPr>
        <p:spPr bwMode="auto">
          <a:xfrm flipV="1">
            <a:off x="4470620" y="2955104"/>
            <a:ext cx="905300" cy="3835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Line 30"/>
          <p:cNvSpPr>
            <a:spLocks noChangeShapeType="1"/>
          </p:cNvSpPr>
          <p:nvPr/>
        </p:nvSpPr>
        <p:spPr bwMode="auto">
          <a:xfrm flipV="1">
            <a:off x="5867707" y="5205049"/>
            <a:ext cx="84791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" name="Line 15"/>
          <p:cNvSpPr>
            <a:spLocks noChangeShapeType="1"/>
          </p:cNvSpPr>
          <p:nvPr/>
        </p:nvSpPr>
        <p:spPr bwMode="auto">
          <a:xfrm flipH="1">
            <a:off x="6384032" y="2026666"/>
            <a:ext cx="0" cy="317838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40" name="任意多边形 14339"/>
          <p:cNvSpPr/>
          <p:nvPr/>
        </p:nvSpPr>
        <p:spPr>
          <a:xfrm>
            <a:off x="4176765" y="2984356"/>
            <a:ext cx="2903973" cy="2220690"/>
          </a:xfrm>
          <a:custGeom>
            <a:avLst/>
            <a:gdLst>
              <a:gd name="connsiteX0" fmla="*/ 0 w 2903973"/>
              <a:gd name="connsiteY0" fmla="*/ 1014888 h 2220690"/>
              <a:gd name="connsiteX1" fmla="*/ 683288 w 2903973"/>
              <a:gd name="connsiteY1" fmla="*/ 4 h 2220690"/>
              <a:gd name="connsiteX2" fmla="*/ 1457011 w 2903973"/>
              <a:gd name="connsiteY2" fmla="*/ 1024936 h 2220690"/>
              <a:gd name="connsiteX3" fmla="*/ 2210637 w 2903973"/>
              <a:gd name="connsiteY3" fmla="*/ 2220690 h 2220690"/>
              <a:gd name="connsiteX4" fmla="*/ 2903973 w 2903973"/>
              <a:gd name="connsiteY4" fmla="*/ 1024936 h 222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3973" h="2220690">
                <a:moveTo>
                  <a:pt x="0" y="1014888"/>
                </a:moveTo>
                <a:cubicBezTo>
                  <a:pt x="220226" y="506608"/>
                  <a:pt x="440453" y="-1671"/>
                  <a:pt x="683288" y="4"/>
                </a:cubicBezTo>
                <a:cubicBezTo>
                  <a:pt x="926123" y="1679"/>
                  <a:pt x="1202453" y="654822"/>
                  <a:pt x="1457011" y="1024936"/>
                </a:cubicBezTo>
                <a:cubicBezTo>
                  <a:pt x="1711569" y="1395050"/>
                  <a:pt x="1969477" y="2220690"/>
                  <a:pt x="2210637" y="2220690"/>
                </a:cubicBezTo>
                <a:cubicBezTo>
                  <a:pt x="2451797" y="2220690"/>
                  <a:pt x="2903973" y="1024936"/>
                  <a:pt x="2903973" y="1024936"/>
                </a:cubicBezTo>
              </a:path>
            </a:pathLst>
          </a:cu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342" name="对象 14341"/>
          <p:cNvGraphicFramePr>
            <a:graphicFrameLocks noChangeAspect="1"/>
          </p:cNvGraphicFramePr>
          <p:nvPr/>
        </p:nvGraphicFramePr>
        <p:xfrm>
          <a:off x="2625583" y="3350983"/>
          <a:ext cx="1574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Equation" r:id="rId19" imgW="37795200" imgH="11582400" progId="Equation.DSMT4">
                  <p:embed/>
                </p:oleObj>
              </mc:Choice>
              <mc:Fallback>
                <p:oleObj name="Equation" r:id="rId19" imgW="37795200" imgH="11582400" progId="Equation.DSMT4">
                  <p:embed/>
                  <p:pic>
                    <p:nvPicPr>
                      <p:cNvPr id="0" name="图片 1332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25583" y="3350983"/>
                        <a:ext cx="15748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对象 14342"/>
          <p:cNvGraphicFramePr>
            <a:graphicFrameLocks noChangeAspect="1"/>
          </p:cNvGraphicFramePr>
          <p:nvPr/>
        </p:nvGraphicFramePr>
        <p:xfrm>
          <a:off x="7110413" y="1304925"/>
          <a:ext cx="1549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Equation" r:id="rId21" imgW="37185600" imgH="11582400" progId="Equation.DSMT4">
                  <p:embed/>
                </p:oleObj>
              </mc:Choice>
              <mc:Fallback>
                <p:oleObj name="Equation" r:id="rId21" imgW="37185600" imgH="11582400" progId="Equation.DSMT4">
                  <p:embed/>
                  <p:pic>
                    <p:nvPicPr>
                      <p:cNvPr id="0" name="图片 1332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10413" y="1304925"/>
                        <a:ext cx="15494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对象 14343"/>
          <p:cNvGraphicFramePr>
            <a:graphicFrameLocks noChangeAspect="1"/>
          </p:cNvGraphicFramePr>
          <p:nvPr/>
        </p:nvGraphicFramePr>
        <p:xfrm>
          <a:off x="3635233" y="4094701"/>
          <a:ext cx="1130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Equation" r:id="rId23" imgW="27127200" imgH="11582400" progId="Equation.DSMT4">
                  <p:embed/>
                </p:oleObj>
              </mc:Choice>
              <mc:Fallback>
                <p:oleObj name="Equation" r:id="rId23" imgW="27127200" imgH="11582400" progId="Equation.DSMT4">
                  <p:embed/>
                  <p:pic>
                    <p:nvPicPr>
                      <p:cNvPr id="0" name="图片 1332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635233" y="4094701"/>
                        <a:ext cx="11303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对象 14344"/>
          <p:cNvGraphicFramePr>
            <a:graphicFrameLocks noChangeAspect="1"/>
          </p:cNvGraphicFramePr>
          <p:nvPr/>
        </p:nvGraphicFramePr>
        <p:xfrm>
          <a:off x="6749273" y="4115425"/>
          <a:ext cx="1117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Equation" r:id="rId25" imgW="26822400" imgH="11582400" progId="Equation.DSMT4">
                  <p:embed/>
                </p:oleObj>
              </mc:Choice>
              <mc:Fallback>
                <p:oleObj name="Equation" r:id="rId25" imgW="26822400" imgH="11582400" progId="Equation.DSMT4">
                  <p:embed/>
                  <p:pic>
                    <p:nvPicPr>
                      <p:cNvPr id="0" name="图片 1332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749273" y="4115425"/>
                        <a:ext cx="11176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ldLvl="0" animBg="1"/>
      <p:bldP spid="39" grpId="0" bldLvl="0" animBg="1"/>
      <p:bldP spid="40" grpId="0" bldLvl="0" animBg="1"/>
      <p:bldP spid="41" grpId="0" bldLvl="0" animBg="1"/>
      <p:bldP spid="42" grpId="0" bldLvl="0" animBg="1"/>
      <p:bldP spid="45" grpId="0" bldLvl="0" animBg="1"/>
      <p:bldP spid="50" grpId="0" bldLvl="0" animBg="1"/>
      <p:bldP spid="51" grpId="0" bldLvl="0" animBg="1"/>
      <p:bldP spid="52" grpId="0" bldLvl="0" animBg="1"/>
      <p:bldP spid="14340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3503712" y="3284984"/>
            <a:ext cx="3811189" cy="5232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2283445" y="251384"/>
            <a:ext cx="549275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2.拉格朗日公式的变式和推论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91544" y="980728"/>
            <a:ext cx="28632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）函数的差分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880476" y="997863"/>
          <a:ext cx="38354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92049600" imgH="11582400" progId="Equation.DSMT4">
                  <p:embed/>
                </p:oleObj>
              </mc:Choice>
              <mc:Fallback>
                <p:oleObj name="Equation" r:id="rId1" imgW="92049600" imgH="11582400" progId="Equation.DSMT4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80476" y="997863"/>
                        <a:ext cx="38354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91544" y="1700808"/>
            <a:ext cx="33843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）有限增量公式 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25"/>
          <p:cNvGraphicFramePr>
            <a:graphicFrameLocks noChangeAspect="1"/>
          </p:cNvGraphicFramePr>
          <p:nvPr/>
        </p:nvGraphicFramePr>
        <p:xfrm>
          <a:off x="3484245" y="2313623"/>
          <a:ext cx="4837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116128800" imgH="10363200" progId="Equation.DSMT4">
                  <p:embed/>
                </p:oleObj>
              </mc:Choice>
              <mc:Fallback>
                <p:oleObj name="Equation" r:id="rId3" imgW="116128800" imgH="103632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84245" y="2313623"/>
                        <a:ext cx="4837113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29"/>
          <p:cNvSpPr/>
          <p:nvPr/>
        </p:nvSpPr>
        <p:spPr bwMode="auto">
          <a:xfrm rot="16200000">
            <a:off x="5281930" y="2110316"/>
            <a:ext cx="144462" cy="1331912"/>
          </a:xfrm>
          <a:prstGeom prst="leftBrace">
            <a:avLst>
              <a:gd name="adj1" fmla="val 76832"/>
              <a:gd name="adj2" fmla="val 50000"/>
            </a:avLst>
          </a:prstGeom>
          <a:noFill/>
          <a:ln w="9525">
            <a:solidFill>
              <a:schemeClr val="accent5">
                <a:lumMod val="60000"/>
                <a:lumOff val="4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" name="Object 30"/>
          <p:cNvGraphicFramePr>
            <a:graphicFrameLocks noChangeAspect="1"/>
          </p:cNvGraphicFramePr>
          <p:nvPr/>
        </p:nvGraphicFramePr>
        <p:xfrm>
          <a:off x="5233987" y="2837073"/>
          <a:ext cx="24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5791200" imgH="9448800" progId="Equation.DSMT4">
                  <p:embed/>
                </p:oleObj>
              </mc:Choice>
              <mc:Fallback>
                <p:oleObj name="Equation" r:id="rId5" imgW="5791200" imgH="94488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33987" y="2837073"/>
                        <a:ext cx="241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6"/>
          <p:cNvGraphicFramePr>
            <a:graphicFrameLocks noChangeAspect="1"/>
          </p:cNvGraphicFramePr>
          <p:nvPr/>
        </p:nvGraphicFramePr>
        <p:xfrm>
          <a:off x="6071235" y="1736408"/>
          <a:ext cx="280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7" imgW="67360800" imgH="10363200" progId="Equation.DSMT4">
                  <p:embed/>
                </p:oleObj>
              </mc:Choice>
              <mc:Fallback>
                <p:oleObj name="Equation" r:id="rId7" imgW="67360800" imgH="103632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071235" y="1736408"/>
                        <a:ext cx="28067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5231775" y="1698903"/>
            <a:ext cx="10375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（令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28"/>
          <p:cNvSpPr txBox="1">
            <a:spLocks noChangeArrowheads="1"/>
          </p:cNvSpPr>
          <p:nvPr/>
        </p:nvSpPr>
        <p:spPr bwMode="auto">
          <a:xfrm>
            <a:off x="8934450" y="1691918"/>
            <a:ext cx="98013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则）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83732" y="3284984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优点：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728175" y="3356094"/>
          <a:ext cx="444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9" imgW="10668000" imgH="9144000" progId="Equation.DSMT4">
                  <p:embed/>
                </p:oleObj>
              </mc:Choice>
              <mc:Fallback>
                <p:oleObj name="Equation" r:id="rId9" imgW="10668000" imgH="91440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28175" y="3356094"/>
                        <a:ext cx="4445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231904" y="3284984"/>
            <a:ext cx="2082997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不一定很小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35560" y="4005064"/>
            <a:ext cx="5400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）可导函数的“线性”表示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390006" y="4534042"/>
          <a:ext cx="4038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11" imgW="96926400" imgH="10363200" progId="Equation.DSMT4">
                  <p:embed/>
                </p:oleObj>
              </mc:Choice>
              <mc:Fallback>
                <p:oleObj name="Equation" r:id="rId11" imgW="96926400" imgH="103632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90006" y="4534042"/>
                        <a:ext cx="4038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圆角矩形 20"/>
          <p:cNvSpPr/>
          <p:nvPr/>
        </p:nvSpPr>
        <p:spPr>
          <a:xfrm>
            <a:off x="3044830" y="5085184"/>
            <a:ext cx="5715466" cy="100811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3332304" y="5085184"/>
            <a:ext cx="55454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优点：将微分近似公式“精确化”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472155" y="5608404"/>
          <a:ext cx="41322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13" imgW="99364800" imgH="10363200" progId="Equation.DSMT4">
                  <p:embed/>
                </p:oleObj>
              </mc:Choice>
              <mc:Fallback>
                <p:oleObj name="Equation" r:id="rId13" imgW="99364800" imgH="103632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72155" y="5608404"/>
                        <a:ext cx="4132263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3" grpId="0"/>
      <p:bldP spid="6" grpId="0"/>
      <p:bldP spid="8" grpId="0" bldLvl="0" animBg="1"/>
      <p:bldP spid="11" grpId="0"/>
      <p:bldP spid="12" grpId="0"/>
      <p:bldP spid="13" grpId="0"/>
      <p:bldP spid="15" grpId="0" bldLvl="0" animBg="1"/>
      <p:bldP spid="18" grpId="0"/>
      <p:bldP spid="21" grpId="0" bldLvl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631504" y="332656"/>
            <a:ext cx="19442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推论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3.1.1.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260185" y="332656"/>
            <a:ext cx="1409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050885" y="332656"/>
            <a:ext cx="2819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在区间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上满足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7661275" y="393700"/>
          <a:ext cx="1447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34747200" imgH="9753600" progId="Equation.DSMT4">
                  <p:embed/>
                </p:oleObj>
              </mc:Choice>
              <mc:Fallback>
                <p:oleObj name="Equation" r:id="rId1" imgW="34747200" imgH="97536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661275" y="393700"/>
                        <a:ext cx="1447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9089485" y="270744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9547225" y="390525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17678400" imgH="9448800" progId="Equation.DSMT4">
                  <p:embed/>
                </p:oleObj>
              </mc:Choice>
              <mc:Fallback>
                <p:oleObj name="Equation" r:id="rId3" imgW="17678400" imgH="9448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547225" y="390525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1707610" y="835576"/>
            <a:ext cx="2971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zh-CN" altLang="en-US" sz="28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上必为常数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4365625" y="400050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17678400" imgH="9448800" progId="Equation.DSMT4">
                  <p:embed/>
                </p:oleObj>
              </mc:Choice>
              <mc:Fallback>
                <p:oleObj name="Equation" r:id="rId5" imgW="17678400" imgH="9448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65625" y="400050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155285" y="1399456"/>
            <a:ext cx="3429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上任取两点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5356225" y="1454150"/>
          <a:ext cx="2197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52730400" imgH="10363200" progId="Equation.DSMT4">
                  <p:embed/>
                </p:oleObj>
              </mc:Choice>
              <mc:Fallback>
                <p:oleObj name="Equation" r:id="rId7" imgW="52730400" imgH="103632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56225" y="1454150"/>
                        <a:ext cx="2197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7673975" y="1461453"/>
          <a:ext cx="2451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9" imgW="58826400" imgH="10972800" progId="Equation.DSMT4">
                  <p:embed/>
                </p:oleObj>
              </mc:Choice>
              <mc:Fallback>
                <p:oleObj name="Equation" r:id="rId9" imgW="58826400" imgH="109728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673975" y="1461453"/>
                        <a:ext cx="24511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1774285" y="1932856"/>
            <a:ext cx="2743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日中值公式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5"/>
          <p:cNvGraphicFramePr>
            <a:graphicFrameLocks noChangeAspect="1"/>
          </p:cNvGraphicFramePr>
          <p:nvPr/>
        </p:nvGraphicFramePr>
        <p:xfrm>
          <a:off x="7673975" y="2525713"/>
          <a:ext cx="49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1" imgW="11887200" imgH="9448800" progId="Equation.DSMT4">
                  <p:embed/>
                </p:oleObj>
              </mc:Choice>
              <mc:Fallback>
                <p:oleObj name="Equation" r:id="rId11" imgW="11887200" imgH="9448800" progId="Equation.DSMT4">
                  <p:embed/>
                  <p:pic>
                    <p:nvPicPr>
                      <p:cNvPr id="0" name="图片 1536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73975" y="2525713"/>
                        <a:ext cx="495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/>
          <p:cNvGraphicFramePr>
            <a:graphicFrameLocks noChangeAspect="1"/>
          </p:cNvGraphicFramePr>
          <p:nvPr/>
        </p:nvGraphicFramePr>
        <p:xfrm>
          <a:off x="3209925" y="2516188"/>
          <a:ext cx="1943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13" imgW="46634400" imgH="10363200" progId="Equation.DSMT4">
                  <p:embed/>
                </p:oleObj>
              </mc:Choice>
              <mc:Fallback>
                <p:oleObj name="Equation" r:id="rId13" imgW="46634400" imgH="10363200" progId="Equation.DSMT4">
                  <p:embed/>
                  <p:pic>
                    <p:nvPicPr>
                      <p:cNvPr id="0" name="图片 15366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09925" y="2516188"/>
                        <a:ext cx="1943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/>
          <p:cNvGraphicFramePr>
            <a:graphicFrameLocks noChangeAspect="1"/>
          </p:cNvGraphicFramePr>
          <p:nvPr/>
        </p:nvGraphicFramePr>
        <p:xfrm>
          <a:off x="5349875" y="2516188"/>
          <a:ext cx="2247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15" imgW="53949600" imgH="10363200" progId="Equation.DSMT4">
                  <p:embed/>
                </p:oleObj>
              </mc:Choice>
              <mc:Fallback>
                <p:oleObj name="Equation" r:id="rId15" imgW="53949600" imgH="10363200" progId="Equation.DSMT4">
                  <p:embed/>
                  <p:pic>
                    <p:nvPicPr>
                      <p:cNvPr id="0" name="图片 15367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49875" y="2516188"/>
                        <a:ext cx="2247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8"/>
          <p:cNvGraphicFramePr>
            <a:graphicFrameLocks noChangeAspect="1"/>
          </p:cNvGraphicFramePr>
          <p:nvPr/>
        </p:nvGraphicFramePr>
        <p:xfrm>
          <a:off x="8486775" y="2481263"/>
          <a:ext cx="177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Equation" r:id="rId17" imgW="42672000" imgH="10363200" progId="Equation.DSMT4">
                  <p:embed/>
                </p:oleObj>
              </mc:Choice>
              <mc:Fallback>
                <p:oleObj name="Equation" r:id="rId17" imgW="42672000" imgH="10363200" progId="Equation.DSMT4">
                  <p:embed/>
                  <p:pic>
                    <p:nvPicPr>
                      <p:cNvPr id="0" name="图片 15368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486775" y="2481263"/>
                        <a:ext cx="17780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9"/>
          <p:cNvGraphicFramePr>
            <a:graphicFrameLocks noChangeAspect="1"/>
          </p:cNvGraphicFramePr>
          <p:nvPr/>
        </p:nvGraphicFramePr>
        <p:xfrm>
          <a:off x="3838575" y="3171825"/>
          <a:ext cx="2425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Equation" r:id="rId19" imgW="58216800" imgH="10363200" progId="Equation.DSMT4">
                  <p:embed/>
                </p:oleObj>
              </mc:Choice>
              <mc:Fallback>
                <p:oleObj name="Equation" r:id="rId19" imgW="58216800" imgH="10363200" progId="Equation.DSMT4">
                  <p:embed/>
                  <p:pic>
                    <p:nvPicPr>
                      <p:cNvPr id="0" name="图片 15369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38575" y="3171825"/>
                        <a:ext cx="24257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20"/>
          <p:cNvGrpSpPr/>
          <p:nvPr/>
        </p:nvGrpSpPr>
        <p:grpSpPr bwMode="auto">
          <a:xfrm>
            <a:off x="1775873" y="3699750"/>
            <a:ext cx="3886200" cy="522288"/>
            <a:chOff x="145" y="3705"/>
            <a:chExt cx="2448" cy="329"/>
          </a:xfrm>
        </p:grpSpPr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145" y="3705"/>
              <a:ext cx="244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由          的任意性知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 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1" name="Object 22"/>
            <p:cNvGraphicFramePr>
              <a:graphicFrameLocks noChangeAspect="1"/>
            </p:cNvGraphicFramePr>
            <p:nvPr/>
          </p:nvGraphicFramePr>
          <p:xfrm>
            <a:off x="464" y="3736"/>
            <a:ext cx="48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1" name="Equation" r:id="rId21" imgW="18592800" imgH="10363200" progId="Equation.DSMT4">
                    <p:embed/>
                  </p:oleObj>
                </mc:Choice>
                <mc:Fallback>
                  <p:oleObj name="Equation" r:id="rId21" imgW="18592800" imgH="10363200" progId="Equation.DSMT4">
                    <p:embed/>
                    <p:pic>
                      <p:nvPicPr>
                        <p:cNvPr id="0" name="图片 1537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4" y="3736"/>
                          <a:ext cx="488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23"/>
          <p:cNvGraphicFramePr>
            <a:graphicFrameLocks noChangeAspect="1"/>
          </p:cNvGraphicFramePr>
          <p:nvPr/>
        </p:nvGraphicFramePr>
        <p:xfrm>
          <a:off x="5051425" y="3798888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Equation" r:id="rId23" imgW="17678400" imgH="9448800" progId="Equation.DSMT4">
                  <p:embed/>
                </p:oleObj>
              </mc:Choice>
              <mc:Fallback>
                <p:oleObj name="Equation" r:id="rId23" imgW="17678400" imgH="9448800" progId="Equation.DSMT4">
                  <p:embed/>
                  <p:pic>
                    <p:nvPicPr>
                      <p:cNvPr id="0" name="图片 15371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51425" y="3798888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5736685" y="3699744"/>
            <a:ext cx="2514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上为常数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79576" y="314096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1641123" y="4551784"/>
            <a:ext cx="19442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推论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3.1.2.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3269804" y="4551784"/>
            <a:ext cx="1409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6168008" y="4561964"/>
            <a:ext cx="2819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在区间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上满足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" name="Object 6"/>
          <p:cNvGraphicFramePr>
            <a:graphicFrameLocks noChangeAspect="1"/>
          </p:cNvGraphicFramePr>
          <p:nvPr/>
        </p:nvGraphicFramePr>
        <p:xfrm>
          <a:off x="8721367" y="4620374"/>
          <a:ext cx="200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Equation" r:id="rId25" imgW="48158400" imgH="9753600" progId="Equation.DSMT4">
                  <p:embed/>
                </p:oleObj>
              </mc:Choice>
              <mc:Fallback>
                <p:oleObj name="Equation" r:id="rId25" imgW="48158400" imgH="9753600" progId="Equation.DSMT4">
                  <p:embed/>
                  <p:pic>
                    <p:nvPicPr>
                      <p:cNvPr id="0" name="图片 15372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721367" y="4620374"/>
                        <a:ext cx="20066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1860476" y="5157192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" name="Object 8"/>
          <p:cNvGraphicFramePr>
            <a:graphicFrameLocks noChangeAspect="1"/>
          </p:cNvGraphicFramePr>
          <p:nvPr/>
        </p:nvGraphicFramePr>
        <p:xfrm>
          <a:off x="2613230" y="5219898"/>
          <a:ext cx="227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Equation" r:id="rId27" imgW="54559200" imgH="9448800" progId="Equation.DSMT4">
                  <p:embed/>
                </p:oleObj>
              </mc:Choice>
              <mc:Fallback>
                <p:oleObj name="Equation" r:id="rId27" imgW="54559200" imgH="9448800" progId="Equation.DSMT4">
                  <p:embed/>
                  <p:pic>
                    <p:nvPicPr>
                      <p:cNvPr id="0" name="图片 15373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13230" y="5219898"/>
                        <a:ext cx="2273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0"/>
          <p:cNvGraphicFramePr>
            <a:graphicFrameLocks noChangeAspect="1"/>
          </p:cNvGraphicFramePr>
          <p:nvPr/>
        </p:nvGraphicFramePr>
        <p:xfrm>
          <a:off x="4517485" y="4657048"/>
          <a:ext cx="166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Equation" r:id="rId29" imgW="39928800" imgH="9448800" progId="Equation.DSMT4">
                  <p:embed/>
                </p:oleObj>
              </mc:Choice>
              <mc:Fallback>
                <p:oleObj name="Equation" r:id="rId29" imgW="39928800" imgH="9448800" progId="Equation.DSMT4">
                  <p:embed/>
                  <p:pic>
                    <p:nvPicPr>
                      <p:cNvPr id="0" name="图片 15374"/>
                      <p:cNvPicPr>
                        <a:picLocks noChangeAspect="1"/>
                      </p:cNvPicPr>
                      <p:nvPr/>
                    </p:nvPicPr>
                    <p:blipFill>
                      <a:blip r:embed="rId3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17485" y="4657048"/>
                        <a:ext cx="1663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6" grpId="0" autoUpdateAnimBg="0"/>
      <p:bldP spid="8" grpId="0" autoUpdateAnimBg="0"/>
      <p:bldP spid="10" grpId="0" autoUpdateAnimBg="0"/>
      <p:bldP spid="13" grpId="0" autoUpdateAnimBg="0"/>
      <p:bldP spid="23" grpId="0" autoUpdateAnimBg="0"/>
      <p:bldP spid="24" grpId="0"/>
      <p:bldP spid="25" grpId="0" autoUpdateAnimBg="0"/>
      <p:bldP spid="26" grpId="0" autoUpdateAnimBg="0"/>
      <p:bldP spid="27" grpId="0" autoUpdateAnimBg="0"/>
      <p:bldP spid="29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19536" y="381000"/>
            <a:ext cx="2887414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证明等式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458335" y="198120"/>
          <a:ext cx="493871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118567200" imgH="19812000" progId="Equation.DSMT4">
                  <p:embed/>
                </p:oleObj>
              </mc:Choice>
              <mc:Fallback>
                <p:oleObj name="Equation" r:id="rId1" imgW="118567200" imgH="198120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58335" y="198120"/>
                        <a:ext cx="4938713" cy="823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57400" y="1004888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279775" y="1073150"/>
          <a:ext cx="37560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90220800" imgH="9448800" progId="Equation.DSMT4">
                  <p:embed/>
                </p:oleObj>
              </mc:Choice>
              <mc:Fallback>
                <p:oleObj name="Equation" r:id="rId3" imgW="90220800" imgH="94488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79775" y="1073150"/>
                        <a:ext cx="3756025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7165975" y="1038225"/>
          <a:ext cx="20288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49072800" imgH="10668000" progId="Equation.DSMT4">
                  <p:embed/>
                </p:oleObj>
              </mc:Choice>
              <mc:Fallback>
                <p:oleObj name="Equation" r:id="rId5" imgW="49072800" imgH="106680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165975" y="1038225"/>
                        <a:ext cx="2028825" cy="441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478213" y="1784350"/>
          <a:ext cx="1079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25908000" imgH="9753600" progId="Equation.DSMT4">
                  <p:embed/>
                </p:oleObj>
              </mc:Choice>
              <mc:Fallback>
                <p:oleObj name="Equation" r:id="rId7" imgW="25908000" imgH="97536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78213" y="1784350"/>
                        <a:ext cx="1079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811338" y="2463800"/>
            <a:ext cx="20748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由推论可知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886200" y="2536190"/>
          <a:ext cx="420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100888800" imgH="9448800" progId="Equation.DSMT4">
                  <p:embed/>
                </p:oleObj>
              </mc:Choice>
              <mc:Fallback>
                <p:oleObj name="Equation" r:id="rId9" imgW="100888800" imgH="94488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86200" y="2536190"/>
                        <a:ext cx="4203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8203565" y="2436813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(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常数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133600" y="3136900"/>
            <a:ext cx="22272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0 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144963" y="2984500"/>
          <a:ext cx="1016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1" imgW="24384000" imgH="19812000" progId="Equation.DSMT4">
                  <p:embed/>
                </p:oleObj>
              </mc:Choice>
              <mc:Fallback>
                <p:oleObj name="Equation" r:id="rId11" imgW="24384000" imgH="198120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44963" y="2984500"/>
                        <a:ext cx="10160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133600" y="3873500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又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2667000" y="3729355"/>
          <a:ext cx="1600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13" imgW="38404800" imgH="19812000" progId="Equation.DSMT4">
                  <p:embed/>
                </p:oleObj>
              </mc:Choice>
              <mc:Fallback>
                <p:oleObj name="Equation" r:id="rId13" imgW="38404800" imgH="19812000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67000" y="3729355"/>
                        <a:ext cx="16002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5"/>
          <p:cNvGrpSpPr/>
          <p:nvPr/>
        </p:nvGrpSpPr>
        <p:grpSpPr bwMode="auto">
          <a:xfrm>
            <a:off x="4267200" y="3916364"/>
            <a:ext cx="5791200" cy="522288"/>
            <a:chOff x="1824" y="2544"/>
            <a:chExt cx="3648" cy="329"/>
          </a:xfrm>
        </p:grpSpPr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824" y="2544"/>
              <a:ext cx="364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故所证等式在定义域            上成立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3997" y="2596"/>
            <a:ext cx="56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2" name="Equation" r:id="rId15" imgW="21640800" imgH="9448800" progId="Equation.DSMT4">
                    <p:embed/>
                  </p:oleObj>
                </mc:Choice>
                <mc:Fallback>
                  <p:oleObj name="Equation" r:id="rId15" imgW="21640800" imgH="9448800" progId="Equation.DSMT4">
                    <p:embed/>
                    <p:pic>
                      <p:nvPicPr>
                        <p:cNvPr id="0" name="图片 1639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97" y="2596"/>
                          <a:ext cx="568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18"/>
          <p:cNvGrpSpPr/>
          <p:nvPr/>
        </p:nvGrpSpPr>
        <p:grpSpPr bwMode="auto">
          <a:xfrm>
            <a:off x="2057400" y="5638800"/>
            <a:ext cx="6426200" cy="825500"/>
            <a:chOff x="336" y="3552"/>
            <a:chExt cx="4048" cy="520"/>
          </a:xfrm>
        </p:grpSpPr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336" y="3667"/>
              <a:ext cx="81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自证</a:t>
              </a:r>
              <a:r>
                <a:rPr kumimoji="1" lang="en-US" altLang="zh-CN" sz="2800" b="1" dirty="0">
                  <a:solidFill>
                    <a:srgbClr val="7030A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endPara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0" name="Object 20"/>
            <p:cNvGraphicFramePr>
              <a:graphicFrameLocks noChangeAspect="1"/>
            </p:cNvGraphicFramePr>
            <p:nvPr/>
          </p:nvGraphicFramePr>
          <p:xfrm>
            <a:off x="3198" y="3695"/>
            <a:ext cx="1186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3" name="Equation" r:id="rId17" imgW="21031200" imgH="4876800" progId="Equation.DSMT4">
                    <p:embed/>
                  </p:oleObj>
                </mc:Choice>
                <mc:Fallback>
                  <p:oleObj name="Equation" r:id="rId17" imgW="21031200" imgH="4876800" progId="Equation.DSMT4">
                    <p:embed/>
                    <p:pic>
                      <p:nvPicPr>
                        <p:cNvPr id="0" name="图片 163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198" y="3695"/>
                          <a:ext cx="1186" cy="28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1032" y="3552"/>
            <a:ext cx="2104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4" name="Equation" r:id="rId19" imgW="80162400" imgH="19812000" progId="Equation.DSMT4">
                    <p:embed/>
                  </p:oleObj>
                </mc:Choice>
                <mc:Fallback>
                  <p:oleObj name="Equation" r:id="rId19" imgW="80162400" imgH="19812000" progId="Equation.DSMT4">
                    <p:embed/>
                    <p:pic>
                      <p:nvPicPr>
                        <p:cNvPr id="0" name="图片 1639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032" y="3552"/>
                          <a:ext cx="2104" cy="5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4660900" y="1509713"/>
          <a:ext cx="1130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21" imgW="27127200" imgH="22250400" progId="Equation.DSMT4">
                  <p:embed/>
                </p:oleObj>
              </mc:Choice>
              <mc:Fallback>
                <p:oleObj name="Equation" r:id="rId21" imgW="27127200" imgH="22250400" progId="Equation.DSMT4">
                  <p:embed/>
                  <p:pic>
                    <p:nvPicPr>
                      <p:cNvPr id="0" name="图片 16394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60900" y="1509713"/>
                        <a:ext cx="11303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5930900" y="1517650"/>
          <a:ext cx="1371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23" imgW="32918400" imgH="22250400" progId="Equation.DSMT4">
                  <p:embed/>
                </p:oleObj>
              </mc:Choice>
              <mc:Fallback>
                <p:oleObj name="Equation" r:id="rId23" imgW="32918400" imgH="22250400" progId="Equation.DSMT4">
                  <p:embed/>
                  <p:pic>
                    <p:nvPicPr>
                      <p:cNvPr id="0" name="图片 16395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930900" y="1517650"/>
                        <a:ext cx="13716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7535863" y="1739900"/>
          <a:ext cx="49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25" imgW="11887200" imgH="9448800" progId="Equation.DSMT4">
                  <p:embed/>
                </p:oleObj>
              </mc:Choice>
              <mc:Fallback>
                <p:oleObj name="Equation" r:id="rId25" imgW="11887200" imgH="9448800" progId="Equation.DSMT4">
                  <p:embed/>
                  <p:pic>
                    <p:nvPicPr>
                      <p:cNvPr id="0" name="图片 16396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535863" y="1739900"/>
                        <a:ext cx="495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2063750" y="4572000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经验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2984500" y="4572000"/>
            <a:ext cx="10541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欲证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3886200" y="4682391"/>
          <a:ext cx="7365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Equation" r:id="rId27" imgW="17678400" imgH="9144000" progId="Equation.DSMT4">
                  <p:embed/>
                </p:oleObj>
              </mc:Choice>
              <mc:Fallback>
                <p:oleObj name="Equation" r:id="rId27" imgW="17678400" imgH="9144000" progId="Equation.DSMT4">
                  <p:embed/>
                  <p:pic>
                    <p:nvPicPr>
                      <p:cNvPr id="0" name="图片 1639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886200" y="4682391"/>
                        <a:ext cx="736560" cy="3808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4572000" y="4572000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5063808" y="4627563"/>
          <a:ext cx="153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name="Equation" r:id="rId29" imgW="36880800" imgH="10363200" progId="Equation.DSMT4">
                  <p:embed/>
                </p:oleObj>
              </mc:Choice>
              <mc:Fallback>
                <p:oleObj name="Equation" r:id="rId29" imgW="36880800" imgH="10363200" progId="Equation.DSMT4">
                  <p:embed/>
                  <p:pic>
                    <p:nvPicPr>
                      <p:cNvPr id="0" name="图片 1639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063808" y="4627563"/>
                        <a:ext cx="15367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6661468" y="4574540"/>
            <a:ext cx="3048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只需证在</a:t>
            </a:r>
            <a:r>
              <a:rPr kumimoji="1" lang="zh-CN" altLang="en-US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" name="Object 31"/>
          <p:cNvGraphicFramePr>
            <a:graphicFrameLocks noChangeAspect="1"/>
          </p:cNvGraphicFramePr>
          <p:nvPr/>
        </p:nvGraphicFramePr>
        <p:xfrm>
          <a:off x="8894445" y="4640263"/>
          <a:ext cx="1422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Equation" r:id="rId31" imgW="34137600" imgH="9753600" progId="Equation.DSMT4">
                  <p:embed/>
                </p:oleObj>
              </mc:Choice>
              <mc:Fallback>
                <p:oleObj name="Equation" r:id="rId31" imgW="34137600" imgH="9753600" progId="Equation.DSMT4">
                  <p:embed/>
                  <p:pic>
                    <p:nvPicPr>
                      <p:cNvPr id="0" name="图片 16399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894445" y="4640263"/>
                        <a:ext cx="1422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2"/>
          <p:cNvGraphicFramePr>
            <a:graphicFrameLocks noChangeAspect="1"/>
          </p:cNvGraphicFramePr>
          <p:nvPr/>
        </p:nvGraphicFramePr>
        <p:xfrm>
          <a:off x="3079750" y="5249863"/>
          <a:ext cx="162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name="Equation" r:id="rId33" imgW="39014400" imgH="10363200" progId="Equation.DSMT4">
                  <p:embed/>
                </p:oleObj>
              </mc:Choice>
              <mc:Fallback>
                <p:oleObj name="Equation" r:id="rId33" imgW="39014400" imgH="10363200" progId="Equation.DSMT4">
                  <p:embed/>
                  <p:pic>
                    <p:nvPicPr>
                      <p:cNvPr id="0" name="图片 1640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079750" y="5249863"/>
                        <a:ext cx="1625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3"/>
          <p:cNvGraphicFramePr>
            <a:graphicFrameLocks noChangeAspect="1"/>
          </p:cNvGraphicFramePr>
          <p:nvPr/>
        </p:nvGraphicFramePr>
        <p:xfrm>
          <a:off x="4901565" y="5233988"/>
          <a:ext cx="2057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Equation" r:id="rId35" imgW="49377600" imgH="10972800" progId="Equation.DSMT4">
                  <p:embed/>
                </p:oleObj>
              </mc:Choice>
              <mc:Fallback>
                <p:oleObj name="Equation" r:id="rId35" imgW="49377600" imgH="10972800" progId="Equation.DSMT4">
                  <p:embed/>
                  <p:pic>
                    <p:nvPicPr>
                      <p:cNvPr id="0" name="图片 16401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901565" y="5233988"/>
                        <a:ext cx="20574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8" grpId="0" autoUpdateAnimBg="0"/>
      <p:bldP spid="10" grpId="0" autoUpdateAnimBg="0"/>
      <p:bldP spid="11" grpId="0" autoUpdateAnimBg="0"/>
      <p:bldP spid="13" grpId="0" autoUpdateAnimBg="0"/>
      <p:bldP spid="25" grpId="0" bldLvl="0" animBg="1" autoUpdateAnimBg="0"/>
      <p:bldP spid="26" grpId="0" bldLvl="0" animBg="1" autoUpdateAnimBg="0"/>
      <p:bldP spid="28" grpId="0" bldLvl="0" animBg="1" autoUpdateAnimBg="0"/>
      <p:bldP spid="30" grpId="0" bldLvl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19536" y="381000"/>
            <a:ext cx="2887414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证明不等式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071664" y="980728"/>
          <a:ext cx="39687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1" imgW="95097600" imgH="10363200" progId="Equation.DSMT4">
                  <p:embed/>
                </p:oleObj>
              </mc:Choice>
              <mc:Fallback>
                <p:oleObj name="Equation" r:id="rId1" imgW="95097600" imgH="103632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71664" y="980728"/>
                        <a:ext cx="396875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320136" y="980728"/>
          <a:ext cx="13112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31699200" imgH="11582400" progId="Equation.DSMT4">
                  <p:embed/>
                </p:oleObj>
              </mc:Choice>
              <mc:Fallback>
                <p:oleObj name="Equation" r:id="rId3" imgW="31699200" imgH="115824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20136" y="980728"/>
                        <a:ext cx="1311275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13005" y="1519074"/>
            <a:ext cx="986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 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517693" y="1536199"/>
          <a:ext cx="22860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5" imgW="54864000" imgH="11582400" progId="Equation.DSMT4">
                  <p:embed/>
                </p:oleObj>
              </mc:Choice>
              <mc:Fallback>
                <p:oleObj name="Equation" r:id="rId5" imgW="54864000" imgH="11582400" progId="Equation.DSMT4">
                  <p:embed/>
                  <p:pic>
                    <p:nvPicPr>
                      <p:cNvPr id="0" name="图片 174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17693" y="1536199"/>
                        <a:ext cx="22860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1551" y="1522249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88667" y="2202959"/>
            <a:ext cx="446094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上应用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拉格朗日中值定理，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553618" y="2221989"/>
          <a:ext cx="9652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7" imgW="23164800" imgH="11582400" progId="Equation.DSMT4">
                  <p:embed/>
                </p:oleObj>
              </mc:Choice>
              <mc:Fallback>
                <p:oleObj name="Equation" r:id="rId7" imgW="23164800" imgH="115824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53618" y="2221989"/>
                        <a:ext cx="9652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013010" y="220613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761657" y="2887205"/>
          <a:ext cx="1643063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9" imgW="39624000" imgH="11582400" progId="Equation.DSMT4">
                  <p:embed/>
                </p:oleObj>
              </mc:Choice>
              <mc:Fallback>
                <p:oleObj name="Equation" r:id="rId9" imgW="39624000" imgH="11582400" progId="Equation.DSMT4">
                  <p:embed/>
                  <p:pic>
                    <p:nvPicPr>
                      <p:cNvPr id="0" name="图片 174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61657" y="2887205"/>
                        <a:ext cx="1643063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855640" y="2852936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93716" y="2852936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使得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522538" y="3405188"/>
          <a:ext cx="3094037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11" imgW="74066400" imgH="21945600" progId="Equation.DSMT4">
                  <p:embed/>
                </p:oleObj>
              </mc:Choice>
              <mc:Fallback>
                <p:oleObj name="Equation" r:id="rId11" imgW="74066400" imgH="21945600" progId="Equation.DSMT4">
                  <p:embed/>
                  <p:pic>
                    <p:nvPicPr>
                      <p:cNvPr id="0" name="图片 1741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22538" y="3405188"/>
                        <a:ext cx="3094037" cy="908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5593716" y="3573016"/>
          <a:ext cx="1809751" cy="615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13" imgW="43586400" imgH="14630400" progId="Equation.DSMT4">
                  <p:embed/>
                </p:oleObj>
              </mc:Choice>
              <mc:Fallback>
                <p:oleObj name="Equation" r:id="rId13" imgW="43586400" imgH="14630400" progId="Equation.DSMT4">
                  <p:embed/>
                  <p:pic>
                    <p:nvPicPr>
                      <p:cNvPr id="0" name="图片 1741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93716" y="3573016"/>
                        <a:ext cx="1809751" cy="615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447928" y="4365104"/>
          <a:ext cx="1714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15" imgW="41148000" imgH="21640800" progId="Equation.DSMT4">
                  <p:embed/>
                </p:oleObj>
              </mc:Choice>
              <mc:Fallback>
                <p:oleObj name="Equation" r:id="rId15" imgW="41148000" imgH="216408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47928" y="4365104"/>
                        <a:ext cx="17145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320136" y="4509120"/>
            <a:ext cx="986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07569" y="5301208"/>
            <a:ext cx="11010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经验：</a:t>
            </a:r>
            <a:endParaRPr lang="zh-CN" altLang="en-US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730625" y="5346700"/>
          <a:ext cx="18605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17" imgW="44805600" imgH="10363200" progId="Equation.DSMT4">
                  <p:embed/>
                </p:oleObj>
              </mc:Choice>
              <mc:Fallback>
                <p:oleObj name="Equation" r:id="rId17" imgW="44805600" imgH="10363200" progId="Equation.DSMT4">
                  <p:embed/>
                  <p:pic>
                    <p:nvPicPr>
                      <p:cNvPr id="0" name="图片 174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30625" y="5346700"/>
                        <a:ext cx="186055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663952" y="5301208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立即证得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7345323" y="5301208"/>
          <a:ext cx="28194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19" imgW="67360800" imgH="11582400" progId="Equation.DSMT4">
                  <p:embed/>
                </p:oleObj>
              </mc:Choice>
              <mc:Fallback>
                <p:oleObj name="Equation" r:id="rId19" imgW="67360800" imgH="11582400" progId="Equation.DSMT4">
                  <p:embed/>
                  <p:pic>
                    <p:nvPicPr>
                      <p:cNvPr id="0" name="图片 1741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345323" y="5301208"/>
                        <a:ext cx="2819400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308649" y="530120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4" grpId="0"/>
      <p:bldP spid="17" grpId="0"/>
      <p:bldP spid="18" grpId="0"/>
      <p:bldP spid="25" grpId="0"/>
      <p:bldP spid="26" grpId="0"/>
      <p:bldP spid="29" grpId="0"/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0"/>
          <p:cNvGraphicFramePr>
            <a:graphicFrameLocks noChangeAspect="1"/>
          </p:cNvGraphicFramePr>
          <p:nvPr/>
        </p:nvGraphicFramePr>
        <p:xfrm>
          <a:off x="3024036" y="1286426"/>
          <a:ext cx="7365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17678400" imgH="9448800" progId="Equation.DSMT4">
                  <p:embed/>
                </p:oleObj>
              </mc:Choice>
              <mc:Fallback>
                <p:oleObj name="Equation" r:id="rId1" imgW="17678400" imgH="94488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24036" y="1286426"/>
                        <a:ext cx="7365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3760596" y="1223610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2286000" y="1766888"/>
            <a:ext cx="457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在闭区间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]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连续，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2286000" y="2300288"/>
            <a:ext cx="457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在开区间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内可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2286000" y="2833688"/>
            <a:ext cx="3886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在开区间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2819400" y="3443288"/>
            <a:ext cx="2438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至少存在一点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6"/>
          <p:cNvGraphicFramePr>
            <a:graphicFrameLocks noChangeAspect="1"/>
          </p:cNvGraphicFramePr>
          <p:nvPr/>
        </p:nvGraphicFramePr>
        <p:xfrm>
          <a:off x="5111750" y="3525838"/>
          <a:ext cx="1473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35356800" imgH="9448800" progId="Equation.DSMT4">
                  <p:embed/>
                </p:oleObj>
              </mc:Choice>
              <mc:Fallback>
                <p:oleObj name="Equation" r:id="rId3" imgW="35356800" imgH="94488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11750" y="3525838"/>
                        <a:ext cx="1473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6553200" y="3457575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8"/>
          <p:cNvGraphicFramePr>
            <a:graphicFrameLocks noChangeAspect="1"/>
          </p:cNvGraphicFramePr>
          <p:nvPr/>
        </p:nvGraphicFramePr>
        <p:xfrm>
          <a:off x="4124325" y="4314825"/>
          <a:ext cx="3086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74066400" imgH="21640800" progId="Equation.DSMT4">
                  <p:embed/>
                </p:oleObj>
              </mc:Choice>
              <mc:Fallback>
                <p:oleObj name="Equation" r:id="rId5" imgW="74066400" imgH="216408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24325" y="4314825"/>
                        <a:ext cx="30861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9"/>
          <p:cNvSpPr txBox="1">
            <a:spLocks noChangeArrowheads="1"/>
          </p:cNvSpPr>
          <p:nvPr/>
        </p:nvSpPr>
        <p:spPr bwMode="auto">
          <a:xfrm>
            <a:off x="4979796" y="1223610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满足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20"/>
          <p:cNvGraphicFramePr>
            <a:graphicFrameLocks noChangeAspect="1"/>
          </p:cNvGraphicFramePr>
          <p:nvPr/>
        </p:nvGraphicFramePr>
        <p:xfrm>
          <a:off x="4256088" y="1266825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16764000" imgH="9448800" progId="Equation.DSMT4">
                  <p:embed/>
                </p:oleObj>
              </mc:Choice>
              <mc:Fallback>
                <p:oleObj name="Equation" r:id="rId7" imgW="16764000" imgH="9448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56088" y="1266825"/>
                        <a:ext cx="698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1"/>
          <p:cNvGraphicFramePr>
            <a:graphicFrameLocks noChangeAspect="1"/>
          </p:cNvGraphicFramePr>
          <p:nvPr/>
        </p:nvGraphicFramePr>
        <p:xfrm>
          <a:off x="5838825" y="2891473"/>
          <a:ext cx="1371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9" imgW="32918400" imgH="9753600" progId="Equation.DSMT4">
                  <p:embed/>
                </p:oleObj>
              </mc:Choice>
              <mc:Fallback>
                <p:oleObj name="Equation" r:id="rId9" imgW="32918400" imgH="97536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38825" y="2891473"/>
                        <a:ext cx="13716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2135560" y="188640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柯西中值定理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35560" y="773415"/>
            <a:ext cx="4646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3.1.3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（柯西 中值定理） 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0927" y="124366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20927" y="3457575"/>
            <a:ext cx="69202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2" grpId="0" autoUpdateAnimBg="0"/>
      <p:bldP spid="14" grpId="0" autoUpdateAnimBg="0"/>
      <p:bldP spid="20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2002592" y="531158"/>
            <a:ext cx="122413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79738" y="531158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作辅助函数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487613" y="1052513"/>
          <a:ext cx="68516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164287200" imgH="21640800" progId="Equation.DSMT4">
                  <p:embed/>
                </p:oleObj>
              </mc:Choice>
              <mc:Fallback>
                <p:oleObj name="Equation" r:id="rId1" imgW="164287200" imgH="216408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7613" y="1052513"/>
                        <a:ext cx="685165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63552" y="206084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605261" y="2087508"/>
          <a:ext cx="25273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7" name="Equation" r:id="rId3" imgW="60655200" imgH="11582400" progId="Equation.DSMT4">
                  <p:embed/>
                </p:oleObj>
              </mc:Choice>
              <mc:Fallback>
                <p:oleObj name="Equation" r:id="rId3" imgW="60655200" imgH="11582400" progId="Equation.DSMT4">
                  <p:embed/>
                  <p:pic>
                    <p:nvPicPr>
                      <p:cNvPr id="0" name="图片 1957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05261" y="2087508"/>
                        <a:ext cx="25273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313045" y="2077384"/>
          <a:ext cx="800100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8" name="Equation" r:id="rId5" imgW="19202400" imgH="11582400" progId="Equation.DSMT4">
                  <p:embed/>
                </p:oleObj>
              </mc:Choice>
              <mc:Fallback>
                <p:oleObj name="Equation" r:id="rId5" imgW="19202400" imgH="11582400" progId="Equation.DSMT4">
                  <p:embed/>
                  <p:pic>
                    <p:nvPicPr>
                      <p:cNvPr id="0" name="图片 1957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13045" y="2077384"/>
                        <a:ext cx="800100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40016" y="206084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865033" y="2087518"/>
          <a:ext cx="730251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9" name="Equation" r:id="rId7" imgW="17678400" imgH="11582400" progId="Equation.DSMT4">
                  <p:embed/>
                </p:oleObj>
              </mc:Choice>
              <mc:Fallback>
                <p:oleObj name="Equation" r:id="rId7" imgW="17678400" imgH="11582400" progId="Equation.DSMT4">
                  <p:embed/>
                  <p:pic>
                    <p:nvPicPr>
                      <p:cNvPr id="0" name="图片 1957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65033" y="2087518"/>
                        <a:ext cx="730251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176" y="2060848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上满足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罗尔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35560" y="2708920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定理条件．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011930" y="2776538"/>
          <a:ext cx="15779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0" name="Equation" r:id="rId9" imgW="38100000" imgH="9448800" progId="Equation.DSMT4">
                  <p:embed/>
                </p:oleObj>
              </mc:Choice>
              <mc:Fallback>
                <p:oleObj name="Equation" r:id="rId9" imgW="38100000" imgH="9448800" progId="Equation.DSMT4">
                  <p:embed/>
                  <p:pic>
                    <p:nvPicPr>
                      <p:cNvPr id="0" name="图片 1957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11930" y="2776538"/>
                        <a:ext cx="1577975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663952" y="270892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使得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6569969" y="2770504"/>
          <a:ext cx="1439863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1" name="Equation" r:id="rId11" imgW="34747200" imgH="9753600" progId="Equation.DSMT4">
                  <p:embed/>
                </p:oleObj>
              </mc:Choice>
              <mc:Fallback>
                <p:oleObj name="Equation" r:id="rId11" imgW="34747200" imgH="9753600" progId="Equation.DSMT4">
                  <p:embed/>
                  <p:pic>
                    <p:nvPicPr>
                      <p:cNvPr id="0" name="图片 1958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69969" y="2770504"/>
                        <a:ext cx="1439863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112224" y="270892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130550" y="3500438"/>
          <a:ext cx="43846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2" name="Equation" r:id="rId13" imgW="105460800" imgH="21640800" progId="Equation.DSMT4">
                  <p:embed/>
                </p:oleObj>
              </mc:Choice>
              <mc:Fallback>
                <p:oleObj name="Equation" r:id="rId13" imgW="105460800" imgH="21640800" progId="Equation.DSMT4">
                  <p:embed/>
                  <p:pic>
                    <p:nvPicPr>
                      <p:cNvPr id="0" name="图片 1958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30550" y="3500438"/>
                        <a:ext cx="4384675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135560" y="4509120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由已知，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647728" y="4570705"/>
          <a:ext cx="14049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3" name="Equation" r:id="rId15" imgW="33528000" imgH="9753600" progId="Equation.DSMT4">
                  <p:embed/>
                </p:oleObj>
              </mc:Choice>
              <mc:Fallback>
                <p:oleObj name="Equation" r:id="rId15" imgW="33528000" imgH="9753600" progId="Equation.DSMT4">
                  <p:embed/>
                  <p:pic>
                    <p:nvPicPr>
                      <p:cNvPr id="0" name="图片 1958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47728" y="4570705"/>
                        <a:ext cx="1404937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159896" y="450912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就得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4314825" y="5075238"/>
          <a:ext cx="30956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4" name="Equation" r:id="rId17" imgW="74066400" imgH="21640800" progId="Equation.DSMT4">
                  <p:embed/>
                </p:oleObj>
              </mc:Choice>
              <mc:Fallback>
                <p:oleObj name="Equation" r:id="rId17" imgW="74066400" imgH="21640800" progId="Equation.DSMT4">
                  <p:embed/>
                  <p:pic>
                    <p:nvPicPr>
                      <p:cNvPr id="0" name="图片 1958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14825" y="5075238"/>
                        <a:ext cx="3095625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336223" y="6021288"/>
            <a:ext cx="986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/>
      <p:bldP spid="7" grpId="0"/>
      <p:bldP spid="13" grpId="0"/>
      <p:bldP spid="17" grpId="0"/>
      <p:bldP spid="18" grpId="0"/>
      <p:bldP spid="21" grpId="0"/>
      <p:bldP spid="24" grpId="0"/>
      <p:bldP spid="27" grpId="0"/>
      <p:bldP spid="30" grpId="0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3352800" y="1066800"/>
            <a:ext cx="1981200" cy="11445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Rectangle 30"/>
          <p:cNvSpPr>
            <a:spLocks noChangeArrowheads="1"/>
          </p:cNvSpPr>
          <p:nvPr/>
        </p:nvSpPr>
        <p:spPr bwMode="auto">
          <a:xfrm>
            <a:off x="5562600" y="1066800"/>
            <a:ext cx="1066800" cy="1143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FF00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57400" y="381000"/>
            <a:ext cx="35814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柯西定理的几何意义</a:t>
            </a:r>
            <a:r>
              <a:rPr lang="en-US" altLang="zh-CN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536950" y="1166813"/>
          <a:ext cx="2971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1" imgW="71323200" imgH="21640800" progId="Equation.DSMT4">
                  <p:embed/>
                </p:oleObj>
              </mc:Choice>
              <mc:Fallback>
                <p:oleObj name="Equation" r:id="rId1" imgW="71323200" imgH="216408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36950" y="1166813"/>
                        <a:ext cx="29718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6973770" y="5329873"/>
          <a:ext cx="7110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17068800" imgH="9448800" progId="Equation.DSMT4">
                  <p:embed/>
                </p:oleObj>
              </mc:Choice>
              <mc:Fallback>
                <p:oleObj name="Equation" r:id="rId3" imgW="17068800" imgH="94488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73770" y="5329873"/>
                        <a:ext cx="7110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344115" y="5332378"/>
          <a:ext cx="6984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16764000" imgH="9448800" progId="Equation.DSMT4">
                  <p:embed/>
                </p:oleObj>
              </mc:Choice>
              <mc:Fallback>
                <p:oleObj name="Equation" r:id="rId5" imgW="16764000" imgH="94488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44115" y="5332378"/>
                        <a:ext cx="6984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311525" y="3434398"/>
          <a:ext cx="1435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7" imgW="34442400" imgH="24384000" progId="Equation.DSMT4">
                  <p:embed/>
                </p:oleObj>
              </mc:Choice>
              <mc:Fallback>
                <p:oleObj name="Equation" r:id="rId7" imgW="34442400" imgH="24384000" progId="Equation.DSMT4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11525" y="3434398"/>
                        <a:ext cx="14351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5455911" y="4783248"/>
          <a:ext cx="7365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9" imgW="17678400" imgH="9448800" progId="Equation.DSMT4">
                  <p:embed/>
                </p:oleObj>
              </mc:Choice>
              <mc:Fallback>
                <p:oleObj name="Equation" r:id="rId9" imgW="17678400" imgH="94488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55911" y="4783248"/>
                        <a:ext cx="7365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8778876" y="5429250"/>
          <a:ext cx="6858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11" imgW="16459200" imgH="9448800" progId="Equation.DSMT4">
                  <p:embed/>
                </p:oleObj>
              </mc:Choice>
              <mc:Fallback>
                <p:oleObj name="Equation" r:id="rId11" imgW="16459200" imgH="9448800" progId="Equation.DSMT4">
                  <p:embed/>
                  <p:pic>
                    <p:nvPicPr>
                      <p:cNvPr id="0" name="图片 2048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778876" y="5429250"/>
                        <a:ext cx="6858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500284" y="3745762"/>
          <a:ext cx="7236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13" imgW="17373600" imgH="9448800" progId="Equation.DSMT4">
                  <p:embed/>
                </p:oleObj>
              </mc:Choice>
              <mc:Fallback>
                <p:oleObj name="Equation" r:id="rId13" imgW="17373600" imgH="9448800" progId="Equation.DSMT4">
                  <p:embed/>
                  <p:pic>
                    <p:nvPicPr>
                      <p:cNvPr id="0" name="图片 2048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00284" y="3745762"/>
                        <a:ext cx="7236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359150" y="4724400"/>
          <a:ext cx="1676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15" imgW="40233600" imgH="21640800" progId="Equation.DSMT4">
                  <p:embed/>
                </p:oleObj>
              </mc:Choice>
              <mc:Fallback>
                <p:oleObj name="Equation" r:id="rId15" imgW="40233600" imgH="216408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59150" y="4724400"/>
                        <a:ext cx="16764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981200" y="4910138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6854825" y="4979988"/>
            <a:ext cx="1588" cy="3492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9172575" y="3881438"/>
            <a:ext cx="1588" cy="1447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4" name="Group 14"/>
          <p:cNvGrpSpPr/>
          <p:nvPr/>
        </p:nvGrpSpPr>
        <p:grpSpPr bwMode="auto">
          <a:xfrm>
            <a:off x="6007101" y="3289299"/>
            <a:ext cx="3836989" cy="2406650"/>
            <a:chOff x="2344" y="2366"/>
            <a:chExt cx="2417" cy="1516"/>
          </a:xfrm>
        </p:grpSpPr>
        <p:grpSp>
          <p:nvGrpSpPr>
            <p:cNvPr id="15" name="Group 15"/>
            <p:cNvGrpSpPr/>
            <p:nvPr/>
          </p:nvGrpSpPr>
          <p:grpSpPr bwMode="auto">
            <a:xfrm>
              <a:off x="2344" y="2366"/>
              <a:ext cx="2417" cy="1516"/>
              <a:chOff x="2344" y="2366"/>
              <a:chExt cx="2417" cy="1516"/>
            </a:xfrm>
          </p:grpSpPr>
          <p:graphicFrame>
            <p:nvGraphicFramePr>
              <p:cNvPr id="17" name="Object 16"/>
              <p:cNvGraphicFramePr>
                <a:graphicFrameLocks noChangeAspect="1"/>
              </p:cNvGraphicFramePr>
              <p:nvPr/>
            </p:nvGraphicFramePr>
            <p:xfrm>
              <a:off x="4621" y="3738"/>
              <a:ext cx="13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489" name="Equation" r:id="rId17" imgW="5181600" imgH="5486400" progId="Equation.DSMT4">
                      <p:embed/>
                    </p:oleObj>
                  </mc:Choice>
                  <mc:Fallback>
                    <p:oleObj name="Equation" r:id="rId17" imgW="5181600" imgH="5486400" progId="Equation.DSMT4">
                      <p:embed/>
                      <p:pic>
                        <p:nvPicPr>
                          <p:cNvPr id="0" name="图片 2048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4621" y="3738"/>
                            <a:ext cx="136" cy="14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Object 17"/>
              <p:cNvGraphicFramePr>
                <a:graphicFrameLocks noChangeAspect="1"/>
              </p:cNvGraphicFramePr>
              <p:nvPr/>
            </p:nvGraphicFramePr>
            <p:xfrm>
              <a:off x="2344" y="2390"/>
              <a:ext cx="120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490" name="Equation" r:id="rId19" imgW="4572000" imgH="5486400" progId="Equation.DSMT4">
                      <p:embed/>
                    </p:oleObj>
                  </mc:Choice>
                  <mc:Fallback>
                    <p:oleObj name="Equation" r:id="rId19" imgW="4572000" imgH="5486400" progId="Equation.DSMT4">
                      <p:embed/>
                      <p:pic>
                        <p:nvPicPr>
                          <p:cNvPr id="0" name="图片 2048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2344" y="2390"/>
                            <a:ext cx="120" cy="14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Object 18"/>
              <p:cNvGraphicFramePr>
                <a:graphicFrameLocks noChangeAspect="1"/>
              </p:cNvGraphicFramePr>
              <p:nvPr/>
            </p:nvGraphicFramePr>
            <p:xfrm>
              <a:off x="2400" y="3679"/>
              <a:ext cx="122" cy="1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491" name="Equation" r:id="rId21" imgW="7010400" imgH="7620000" progId="Equation.DSMT4">
                      <p:embed/>
                    </p:oleObj>
                  </mc:Choice>
                  <mc:Fallback>
                    <p:oleObj name="Equation" r:id="rId21" imgW="7010400" imgH="7620000" progId="Equation.DSMT4">
                      <p:embed/>
                      <p:pic>
                        <p:nvPicPr>
                          <p:cNvPr id="0" name="图片 2049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2400" y="3679"/>
                            <a:ext cx="122" cy="13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" name="Line 19"/>
              <p:cNvSpPr>
                <a:spLocks noChangeShapeType="1"/>
              </p:cNvSpPr>
              <p:nvPr/>
            </p:nvSpPr>
            <p:spPr bwMode="auto">
              <a:xfrm>
                <a:off x="2494" y="3651"/>
                <a:ext cx="22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Line 20"/>
              <p:cNvSpPr>
                <a:spLocks noChangeShapeType="1"/>
              </p:cNvSpPr>
              <p:nvPr/>
            </p:nvSpPr>
            <p:spPr bwMode="auto">
              <a:xfrm flipV="1">
                <a:off x="2494" y="2366"/>
                <a:ext cx="0" cy="12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" name="Freeform 21"/>
            <p:cNvSpPr/>
            <p:nvPr/>
          </p:nvSpPr>
          <p:spPr bwMode="auto">
            <a:xfrm>
              <a:off x="2878" y="2733"/>
              <a:ext cx="1460" cy="698"/>
            </a:xfrm>
            <a:custGeom>
              <a:avLst/>
              <a:gdLst>
                <a:gd name="T0" fmla="*/ 0 w 1824"/>
                <a:gd name="T1" fmla="*/ 864 h 872"/>
                <a:gd name="T2" fmla="*/ 240 w 1824"/>
                <a:gd name="T3" fmla="*/ 432 h 872"/>
                <a:gd name="T4" fmla="*/ 480 w 1824"/>
                <a:gd name="T5" fmla="*/ 336 h 872"/>
                <a:gd name="T6" fmla="*/ 864 w 1824"/>
                <a:gd name="T7" fmla="*/ 672 h 872"/>
                <a:gd name="T8" fmla="*/ 1152 w 1824"/>
                <a:gd name="T9" fmla="*/ 864 h 872"/>
                <a:gd name="T10" fmla="*/ 1440 w 1824"/>
                <a:gd name="T11" fmla="*/ 720 h 872"/>
                <a:gd name="T12" fmla="*/ 1584 w 1824"/>
                <a:gd name="T13" fmla="*/ 528 h 872"/>
                <a:gd name="T14" fmla="*/ 1824 w 1824"/>
                <a:gd name="T15" fmla="*/ 0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24" h="872">
                  <a:moveTo>
                    <a:pt x="0" y="864"/>
                  </a:moveTo>
                  <a:cubicBezTo>
                    <a:pt x="80" y="692"/>
                    <a:pt x="160" y="520"/>
                    <a:pt x="240" y="432"/>
                  </a:cubicBezTo>
                  <a:cubicBezTo>
                    <a:pt x="320" y="344"/>
                    <a:pt x="376" y="296"/>
                    <a:pt x="480" y="336"/>
                  </a:cubicBezTo>
                  <a:cubicBezTo>
                    <a:pt x="584" y="376"/>
                    <a:pt x="752" y="584"/>
                    <a:pt x="864" y="672"/>
                  </a:cubicBezTo>
                  <a:cubicBezTo>
                    <a:pt x="976" y="760"/>
                    <a:pt x="1056" y="856"/>
                    <a:pt x="1152" y="864"/>
                  </a:cubicBezTo>
                  <a:cubicBezTo>
                    <a:pt x="1248" y="872"/>
                    <a:pt x="1368" y="776"/>
                    <a:pt x="1440" y="720"/>
                  </a:cubicBezTo>
                  <a:cubicBezTo>
                    <a:pt x="1512" y="664"/>
                    <a:pt x="1520" y="648"/>
                    <a:pt x="1584" y="528"/>
                  </a:cubicBezTo>
                  <a:cubicBezTo>
                    <a:pt x="1648" y="408"/>
                    <a:pt x="1784" y="88"/>
                    <a:pt x="1824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Line 22"/>
          <p:cNvSpPr>
            <a:spLocks noChangeShapeType="1"/>
          </p:cNvSpPr>
          <p:nvPr/>
        </p:nvSpPr>
        <p:spPr bwMode="auto">
          <a:xfrm flipV="1">
            <a:off x="6854825" y="3881438"/>
            <a:ext cx="2317750" cy="1098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 flipH="1">
            <a:off x="6245225" y="3871913"/>
            <a:ext cx="29273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 flipH="1">
            <a:off x="6245225" y="49799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 flipV="1">
            <a:off x="6977063" y="4111625"/>
            <a:ext cx="696912" cy="328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 flipV="1">
            <a:off x="8110538" y="4778375"/>
            <a:ext cx="698500" cy="327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>
            <a:off x="7285038" y="4295775"/>
            <a:ext cx="0" cy="10318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3581400" y="2259013"/>
            <a:ext cx="1828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弦的斜率</a:t>
            </a:r>
            <a:endParaRPr kumimoji="1" lang="zh-CN" altLang="en-US" sz="28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5410200" y="2254250"/>
            <a:ext cx="1612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切线斜率</a:t>
            </a:r>
            <a:endParaRPr kumimoji="1" lang="zh-CN" altLang="en-US" sz="28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Freeform 32"/>
          <p:cNvSpPr/>
          <p:nvPr/>
        </p:nvSpPr>
        <p:spPr bwMode="auto">
          <a:xfrm>
            <a:off x="5029200" y="2743200"/>
            <a:ext cx="3276600" cy="1447800"/>
          </a:xfrm>
          <a:custGeom>
            <a:avLst/>
            <a:gdLst>
              <a:gd name="T0" fmla="*/ 0 w 2304"/>
              <a:gd name="T1" fmla="*/ 0 h 816"/>
              <a:gd name="T2" fmla="*/ 1632 w 2304"/>
              <a:gd name="T3" fmla="*/ 288 h 816"/>
              <a:gd name="T4" fmla="*/ 2304 w 2304"/>
              <a:gd name="T5" fmla="*/ 816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04" h="816">
                <a:moveTo>
                  <a:pt x="0" y="0"/>
                </a:moveTo>
                <a:cubicBezTo>
                  <a:pt x="624" y="76"/>
                  <a:pt x="1248" y="152"/>
                  <a:pt x="1632" y="288"/>
                </a:cubicBezTo>
                <a:cubicBezTo>
                  <a:pt x="2016" y="424"/>
                  <a:pt x="2160" y="620"/>
                  <a:pt x="2304" y="816"/>
                </a:cubicBezTo>
              </a:path>
            </a:pathLst>
          </a:custGeom>
          <a:noFill/>
          <a:ln w="9525">
            <a:solidFill>
              <a:schemeClr val="accent5">
                <a:lumMod val="60000"/>
                <a:lumOff val="40000"/>
              </a:schemeClr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50719" y="2780665"/>
            <a:ext cx="57232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为参数表示的曲线的参数方程：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52800" y="4724400"/>
          <a:ext cx="480774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3" imgW="228600" imgH="393700" progId="Equation.KSEE3">
                  <p:embed/>
                </p:oleObj>
              </mc:Choice>
              <mc:Fallback>
                <p:oleObj name="" r:id="rId23" imgW="228600" imgH="3937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52800" y="4724400"/>
                        <a:ext cx="480774" cy="828000"/>
                      </a:xfrm>
                      <a:prstGeom prst="rect">
                        <a:avLst/>
                      </a:prstGeom>
                      <a:solidFill>
                        <a:srgbClr val="ECE9C6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30" grpId="0" bldLvl="0" animBg="1"/>
      <p:bldP spid="11" grpId="0" autoUpdateAnimBg="0"/>
      <p:bldP spid="12" grpId="0" bldLvl="0" animBg="1"/>
      <p:bldP spid="13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9" grpId="0" advAuto="0" autoUpdateAnimBg="0" build="p"/>
      <p:bldP spid="31" grpId="0" advAuto="0" autoUpdateAnimBg="0" build="p"/>
      <p:bldP spid="32" grpId="0" bldLvl="0" animBg="1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19536" y="381000"/>
            <a:ext cx="8568952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[0,1]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上连续，在</a:t>
            </a:r>
            <a:r>
              <a:rPr lang="en-US" altLang="zh-CN" sz="2800" b="1" dirty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  <a:sym typeface="Symbol" panose="05050102010706020507"/>
              </a:rPr>
              <a:t>(0</a:t>
            </a:r>
            <a:r>
              <a:rPr lang="zh-CN" altLang="en-US" sz="2800" b="1" dirty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  <a:sym typeface="Symbol" panose="05050102010706020507"/>
              </a:rPr>
              <a:t>，</a:t>
            </a:r>
            <a:r>
              <a:rPr lang="en-US" altLang="zh-CN" sz="2800" b="1" dirty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  <a:sym typeface="Symbol" panose="05050102010706020507"/>
              </a:rPr>
              <a:t>1</a:t>
            </a:r>
            <a:r>
              <a:rPr lang="en-US" altLang="zh-CN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  <a:sym typeface="Symbol" panose="05050102010706020507"/>
              </a:rPr>
              <a:t>),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内可导，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6163" y="1033572"/>
            <a:ext cx="56565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证明：至少存在一点 </a:t>
            </a:r>
            <a:r>
              <a:rPr lang="el-GR" altLang="zh-CN" sz="2800" b="1" i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ξ</a:t>
            </a:r>
            <a:r>
              <a:rPr lang="el-GR" altLang="zh-CN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  <a:sym typeface="Symbol" panose="05050102010706020507"/>
              </a:rPr>
              <a:t></a:t>
            </a:r>
            <a:r>
              <a:rPr lang="en-US" altLang="zh-CN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  <a:sym typeface="Symbol" panose="05050102010706020507"/>
              </a:rPr>
              <a:t>(0</a:t>
            </a:r>
            <a:r>
              <a:rPr lang="zh-CN" altLang="en-US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  <a:sym typeface="Symbol" panose="05050102010706020507"/>
              </a:rPr>
              <a:t>，</a:t>
            </a:r>
            <a:r>
              <a:rPr lang="en-US" altLang="zh-CN" sz="2800" b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  <a:sym typeface="Symbol" panose="05050102010706020507"/>
              </a:rPr>
              <a:t>1),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使得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91744" y="1788438"/>
          <a:ext cx="3449638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name="Equation" r:id="rId1" imgW="82600800" imgH="9753600" progId="Equation.DSMT4">
                  <p:embed/>
                </p:oleObj>
              </mc:Choice>
              <mc:Fallback>
                <p:oleObj name="Equation" r:id="rId1" imgW="82600800" imgH="9753600" progId="Equation.DSMT4">
                  <p:embed/>
                  <p:pic>
                    <p:nvPicPr>
                      <p:cNvPr id="0" name="图片 215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91744" y="1788438"/>
                        <a:ext cx="3449638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175362" y="2420888"/>
            <a:ext cx="986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 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71147" y="242088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670300" y="2421072"/>
          <a:ext cx="1435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34442400" imgH="10972800" progId="Equation.DSMT4">
                  <p:embed/>
                </p:oleObj>
              </mc:Choice>
              <mc:Fallback>
                <p:oleObj name="Equation" r:id="rId3" imgW="34442400" imgH="10972800" progId="Equation.DSMT4">
                  <p:embed/>
                  <p:pic>
                    <p:nvPicPr>
                      <p:cNvPr id="0" name="图片 215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70300" y="2421072"/>
                        <a:ext cx="14351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5303912" y="2420888"/>
            <a:ext cx="340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则由柯西中值定理，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51584" y="3049796"/>
            <a:ext cx="40468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存在一点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ξ</a:t>
            </a:r>
            <a:r>
              <a:rPr lang="el-GR" altLang="zh-CN" sz="2800" b="1" dirty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  <a:sym typeface="Symbol" panose="05050102010706020507"/>
              </a:rPr>
              <a:t> 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1),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使得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1676400" y="-317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714886" y="3769876"/>
          <a:ext cx="298926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Equation" r:id="rId5" imgW="71932800" imgH="21640800" progId="Equation.DSMT4">
                  <p:embed/>
                </p:oleObj>
              </mc:Choice>
              <mc:Fallback>
                <p:oleObj name="Equation" r:id="rId5" imgW="71932800" imgH="21640800" progId="Equation.DSMT4">
                  <p:embed/>
                  <p:pic>
                    <p:nvPicPr>
                      <p:cNvPr id="0" name="图片 215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14886" y="3769876"/>
                        <a:ext cx="2989262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279576" y="4849996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化简后即得证．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3" grpId="0"/>
      <p:bldP spid="14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564734" y="1981200"/>
            <a:ext cx="2362200" cy="1143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2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7761584" y="2178050"/>
          <a:ext cx="10033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1" imgW="24079200" imgH="21031200" progId="Equation.DSMT4">
                  <p:embed/>
                </p:oleObj>
              </mc:Choice>
              <mc:Fallback>
                <p:oleObj name="Equation" r:id="rId1" imgW="24079200" imgH="210312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761584" y="2178050"/>
                        <a:ext cx="10033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8860134" y="2387600"/>
          <a:ext cx="838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Equation" r:id="rId3" imgW="20116800" imgH="10972800" progId="Equation.DSMT4">
                  <p:embed/>
                </p:oleObj>
              </mc:Choice>
              <mc:Fallback>
                <p:oleObj name="Equation" r:id="rId3" imgW="20116800" imgH="109728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860134" y="2387600"/>
                        <a:ext cx="8382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7809209" y="2660650"/>
          <a:ext cx="64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Equation" r:id="rId5" imgW="15544800" imgH="9448800" progId="Equation.DSMT4">
                  <p:embed/>
                </p:oleObj>
              </mc:Choice>
              <mc:Fallback>
                <p:oleObj name="Equation" r:id="rId5" imgW="15544800" imgH="9448800" progId="Equation.DSMT4">
                  <p:embed/>
                  <p:pic>
                    <p:nvPicPr>
                      <p:cNvPr id="0" name="图片 22530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809209" y="2660650"/>
                        <a:ext cx="647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076747" y="838200"/>
            <a:ext cx="198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填空题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076747" y="1385888"/>
            <a:ext cx="175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303884" y="1397000"/>
          <a:ext cx="1422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7" imgW="34137600" imgH="10972800" progId="Equation.DSMT4">
                  <p:embed/>
                </p:oleObj>
              </mc:Choice>
              <mc:Fallback>
                <p:oleObj name="Equation" r:id="rId7" imgW="34137600" imgH="10972800" progId="Equation.DSMT4">
                  <p:embed/>
                  <p:pic>
                    <p:nvPicPr>
                      <p:cNvPr id="0" name="图片 22531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03884" y="1397000"/>
                        <a:ext cx="14224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4669134" y="1385888"/>
            <a:ext cx="556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在区间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[1, 2]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上满足拉格朗日定理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846559" y="2284413"/>
            <a:ext cx="22891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则中值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882189" y="2349283"/>
          <a:ext cx="16128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9" imgW="38709600" imgH="9448800" progId="Equation.DSMT4">
                  <p:embed/>
                </p:oleObj>
              </mc:Choice>
              <mc:Fallback>
                <p:oleObj name="Equation" r:id="rId9" imgW="38709600" imgH="9448800" progId="Equation.DSMT4">
                  <p:embed/>
                  <p:pic>
                    <p:nvPicPr>
                      <p:cNvPr id="0" name="图片 2253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82189" y="2349283"/>
                        <a:ext cx="16128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076747" y="3290888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846559" y="4081463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 flipV="1">
            <a:off x="2306934" y="452437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2916534" y="4081463"/>
            <a:ext cx="441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个根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它们分别在区间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4673897" y="2065338"/>
          <a:ext cx="655637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name="Equation" r:id="rId11" imgW="13106400" imgH="13106400" progId="Equation.DSMT4">
                  <p:embed/>
                </p:oleObj>
              </mc:Choice>
              <mc:Fallback>
                <p:oleObj name="Equation" r:id="rId11" imgW="13106400" imgH="13106400" progId="Equation.DSMT4">
                  <p:embed/>
                  <p:pic>
                    <p:nvPicPr>
                      <p:cNvPr id="0" name="图片 2253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73897" y="2065338"/>
                        <a:ext cx="655637" cy="6556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2495600" y="4065389"/>
          <a:ext cx="260173" cy="402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Equation" r:id="rId13" imgW="2743200" imgH="4267200" progId="Equation.DSMT4">
                  <p:embed/>
                </p:oleObj>
              </mc:Choice>
              <mc:Fallback>
                <p:oleObj name="Equation" r:id="rId13" imgW="2743200" imgH="4267200" progId="Equation.DSMT4">
                  <p:embed/>
                  <p:pic>
                    <p:nvPicPr>
                      <p:cNvPr id="0" name="图片 2253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95600" y="4065389"/>
                        <a:ext cx="260173" cy="40245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8612484" y="3323908"/>
          <a:ext cx="1333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Equation" r:id="rId15" imgW="32004000" imgH="9753600" progId="Equation.DSMT4">
                  <p:embed/>
                </p:oleObj>
              </mc:Choice>
              <mc:Fallback>
                <p:oleObj name="Equation" r:id="rId15" imgW="32004000" imgH="9753600" progId="Equation.DSMT4">
                  <p:embed/>
                  <p:pic>
                    <p:nvPicPr>
                      <p:cNvPr id="0" name="图片 22535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612484" y="3323908"/>
                        <a:ext cx="1333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8809089" y="4061948"/>
          <a:ext cx="837432" cy="447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Equation" r:id="rId17" imgW="9144000" imgH="4876800" progId="Equation.DSMT4">
                  <p:embed/>
                </p:oleObj>
              </mc:Choice>
              <mc:Fallback>
                <p:oleObj name="Equation" r:id="rId17" imgW="9144000" imgH="4876800" progId="Equation.DSMT4">
                  <p:embed/>
                  <p:pic>
                    <p:nvPicPr>
                      <p:cNvPr id="0" name="图片 2253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809089" y="4061948"/>
                        <a:ext cx="837432" cy="44717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6773914" y="4061948"/>
          <a:ext cx="918736" cy="447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Equation" r:id="rId19" imgW="10058400" imgH="4876800" progId="Equation.DSMT4">
                  <p:embed/>
                </p:oleObj>
              </mc:Choice>
              <mc:Fallback>
                <p:oleObj name="Equation" r:id="rId19" imgW="10058400" imgH="4876800" progId="Equation.DSMT4">
                  <p:embed/>
                  <p:pic>
                    <p:nvPicPr>
                      <p:cNvPr id="0" name="图片 2253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773914" y="4061948"/>
                        <a:ext cx="918736" cy="44717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7808964" y="4061948"/>
          <a:ext cx="947191" cy="447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Equation" r:id="rId21" imgW="10363200" imgH="4876800" progId="Equation.DSMT4">
                  <p:embed/>
                </p:oleObj>
              </mc:Choice>
              <mc:Fallback>
                <p:oleObj name="Equation" r:id="rId21" imgW="10363200" imgH="4876800" progId="Equation.DSMT4">
                  <p:embed/>
                  <p:pic>
                    <p:nvPicPr>
                      <p:cNvPr id="0" name="图片 2253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808964" y="4061948"/>
                        <a:ext cx="947191" cy="44717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6497934" y="45720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 Box 30"/>
          <p:cNvSpPr txBox="1">
            <a:spLocks noChangeArrowheads="1"/>
          </p:cNvSpPr>
          <p:nvPr/>
        </p:nvSpPr>
        <p:spPr bwMode="auto">
          <a:xfrm>
            <a:off x="9698334" y="4067175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31"/>
          <p:cNvGraphicFramePr>
            <a:graphicFrameLocks noChangeAspect="1"/>
          </p:cNvGraphicFramePr>
          <p:nvPr/>
        </p:nvGraphicFramePr>
        <p:xfrm>
          <a:off x="2995909" y="3359150"/>
          <a:ext cx="48101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" name="Equation" r:id="rId23" imgW="115519200" imgH="9448800" progId="Equation.DSMT4">
                  <p:embed/>
                </p:oleObj>
              </mc:Choice>
              <mc:Fallback>
                <p:oleObj name="Equation" r:id="rId23" imgW="115519200" imgH="9448800" progId="Equation.DSMT4">
                  <p:embed/>
                  <p:pic>
                    <p:nvPicPr>
                      <p:cNvPr id="0" name="图片 22539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95909" y="3359150"/>
                        <a:ext cx="4810125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32"/>
          <p:cNvSpPr txBox="1">
            <a:spLocks noChangeArrowheads="1"/>
          </p:cNvSpPr>
          <p:nvPr/>
        </p:nvSpPr>
        <p:spPr bwMode="auto">
          <a:xfrm>
            <a:off x="7793334" y="3238500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方程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标题 1"/>
          <p:cNvSpPr txBox="1"/>
          <p:nvPr/>
        </p:nvSpPr>
        <p:spPr>
          <a:xfrm>
            <a:off x="1976063" y="6098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练习3.1.1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285519" y="4725144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7" grpId="0" autoUpdateAnimBg="0"/>
      <p:bldP spid="8" grpId="0" autoUpdateAnimBg="0"/>
      <p:bldP spid="10" grpId="0" autoUpdateAnimBg="0"/>
      <p:bldP spid="11" grpId="0" autoUpdateAnimBg="0"/>
      <p:bldP spid="13" grpId="0" autoUpdateAnimBg="0"/>
      <p:bldP spid="14" grpId="0" autoUpdateAnimBg="0"/>
      <p:bldP spid="15" grpId="0" bldLvl="0" animBg="1"/>
      <p:bldP spid="16" grpId="0" autoUpdateAnimBg="0"/>
      <p:bldP spid="23" grpId="0" bldLvl="0" animBg="1"/>
      <p:bldP spid="24" grpId="0" autoUpdateAnimBg="0"/>
      <p:bldP spid="26" grpId="0" autoUpdateAnimBg="0"/>
      <p:bldP spid="2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209800" y="457200"/>
            <a:ext cx="14478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 </a:t>
            </a:r>
            <a:r>
              <a:rPr lang="zh-CN" altLang="en-US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200400" y="517525"/>
          <a:ext cx="2235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1" imgW="53644800" imgH="9448800" progId="Equation.DSMT4">
                  <p:embed/>
                </p:oleObj>
              </mc:Choice>
              <mc:Fallback>
                <p:oleObj name="Equation" r:id="rId1" imgW="53644800" imgH="94488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0400" y="517525"/>
                        <a:ext cx="2235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486400" y="431800"/>
            <a:ext cx="13239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356350" y="527050"/>
          <a:ext cx="88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3" imgW="21336000" imgH="9448800" progId="Equation.DSMT4">
                  <p:embed/>
                </p:oleObj>
              </mc:Choice>
              <mc:Fallback>
                <p:oleObj name="Equation" r:id="rId3" imgW="21336000" imgH="9448800" progId="Equation.DSMT4">
                  <p:embed/>
                  <p:pic>
                    <p:nvPicPr>
                      <p:cNvPr id="0" name="图片 2355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56350" y="527050"/>
                        <a:ext cx="889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7162800" y="446088"/>
            <a:ext cx="3276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内可导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证明至少存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752600" y="1081088"/>
            <a:ext cx="1371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在一点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009900" y="1208088"/>
          <a:ext cx="1549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5" imgW="37185600" imgH="9448800" progId="Equation.DSMT4">
                  <p:embed/>
                </p:oleObj>
              </mc:Choice>
              <mc:Fallback>
                <p:oleObj name="Equation" r:id="rId5" imgW="37185600" imgH="9448800" progId="Equation.DSMT4">
                  <p:embed/>
                  <p:pic>
                    <p:nvPicPr>
                      <p:cNvPr id="0" name="图片 2355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09900" y="1208088"/>
                        <a:ext cx="1549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572000" y="1066800"/>
            <a:ext cx="8826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143500" y="1187450"/>
          <a:ext cx="294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7" imgW="70713600" imgH="9753600" progId="Equation.DSMT4">
                  <p:embed/>
                </p:oleObj>
              </mc:Choice>
              <mc:Fallback>
                <p:oleObj name="Equation" r:id="rId7" imgW="70713600" imgH="9753600" progId="Equation.DSMT4">
                  <p:embed/>
                  <p:pic>
                    <p:nvPicPr>
                      <p:cNvPr id="0" name="图片 2355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43500" y="1187450"/>
                        <a:ext cx="2946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80272" y="1889054"/>
            <a:ext cx="120808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kumimoji="1"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4235959" y="1889054"/>
            <a:ext cx="43497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由结论可知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只需证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293109" y="2581204"/>
          <a:ext cx="386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tion" r:id="rId9" imgW="92659200" imgH="9753600" progId="Equation.DSMT4">
                  <p:embed/>
                </p:oleObj>
              </mc:Choice>
              <mc:Fallback>
                <p:oleObj name="Equation" r:id="rId9" imgW="92659200" imgH="9753600" progId="Equation.DSMT4">
                  <p:embed/>
                  <p:pic>
                    <p:nvPicPr>
                      <p:cNvPr id="0" name="图片 23556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93109" y="2581204"/>
                        <a:ext cx="3860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3473959" y="3298754"/>
            <a:ext cx="850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4851909" y="3209854"/>
          <a:ext cx="2997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" name="Equation" r:id="rId11" imgW="71932800" imgH="16154400" progId="Equation.DSMT4">
                  <p:embed/>
                </p:oleObj>
              </mc:Choice>
              <mc:Fallback>
                <p:oleObj name="Equation" r:id="rId11" imgW="71932800" imgH="16154400" progId="Equation.DSMT4">
                  <p:embed/>
                  <p:pic>
                    <p:nvPicPr>
                      <p:cNvPr id="0" name="图片 2355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51909" y="3209854"/>
                        <a:ext cx="2997200" cy="673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3397759" y="4784654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验证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4293109" y="4848313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Equation" r:id="rId13" imgW="18592800" imgH="9448800" progId="Equation.DSMT4">
                  <p:embed/>
                </p:oleObj>
              </mc:Choice>
              <mc:Fallback>
                <p:oleObj name="Equation" r:id="rId13" imgW="18592800" imgH="9448800" progId="Equation.DSMT4">
                  <p:embed/>
                  <p:pic>
                    <p:nvPicPr>
                      <p:cNvPr id="0" name="图片 2355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93109" y="4848313"/>
                        <a:ext cx="774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4985259" y="4784654"/>
            <a:ext cx="850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5505324" y="4842757"/>
          <a:ext cx="85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quation" r:id="rId15" imgW="20421600" imgH="9448800" progId="Equation.DSMT4">
                  <p:embed/>
                </p:oleObj>
              </mc:Choice>
              <mc:Fallback>
                <p:oleObj name="Equation" r:id="rId15" imgW="20421600" imgH="9448800" progId="Equation.DSMT4">
                  <p:embed/>
                  <p:pic>
                    <p:nvPicPr>
                      <p:cNvPr id="0" name="图片 2355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05324" y="4842757"/>
                        <a:ext cx="850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6433059" y="4784972"/>
            <a:ext cx="3581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上满足罗尔定理条件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3397759" y="4071867"/>
            <a:ext cx="850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4782059" y="4181404"/>
          <a:ext cx="2578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Equation" r:id="rId17" imgW="61874400" imgH="9448800" progId="Equation.DSMT4">
                  <p:embed/>
                </p:oleObj>
              </mc:Choice>
              <mc:Fallback>
                <p:oleObj name="Equation" r:id="rId17" imgW="61874400" imgH="9448800" progId="Equation.DSMT4">
                  <p:embed/>
                  <p:pic>
                    <p:nvPicPr>
                      <p:cNvPr id="0" name="图片 2356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82059" y="4181404"/>
                        <a:ext cx="2578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209800" y="1889054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 autoUpdateAnimBg="0"/>
      <p:bldP spid="12" grpId="0" bldLvl="0" animBg="1" autoUpdateAnimBg="0"/>
      <p:bldP spid="14" grpId="0" bldLvl="0" animBg="1" autoUpdateAnimBg="0"/>
      <p:bldP spid="16" grpId="0" bldLvl="0" animBg="1" autoUpdateAnimBg="0"/>
      <p:bldP spid="18" grpId="0" bldLvl="0" animBg="1" autoUpdateAnimBg="0"/>
      <p:bldP spid="20" grpId="0" bldLvl="0" animBg="1" autoUpdateAnimBg="0"/>
      <p:bldP spid="21" grpId="0" bldLvl="0" animBg="1" autoUpdateAnimBg="0"/>
      <p:bldP spid="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2044631" y="1072307"/>
            <a:ext cx="8103528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609600" indent="-609600" algn="ctr" eaLnBrk="0" hangingPunct="0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3.1.2 </a:t>
            </a: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中值定理的简单应用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60117" y="1880476"/>
            <a:ext cx="365722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200" b="1" dirty="0" smtClean="0">
              <a:latin typeface="+mn-ea"/>
            </a:endParaRPr>
          </a:p>
        </p:txBody>
      </p:sp>
      <p:sp>
        <p:nvSpPr>
          <p:cNvPr id="5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435137" y="3485764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二.解最简微分方程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296072" y="4340592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*三.导数极限定理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435274" y="2630365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一.不等式的建立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961943" y="593685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不等式的建立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044424" y="1950239"/>
            <a:ext cx="3672408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8.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证明常用不等式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144188" y="2528317"/>
          <a:ext cx="587057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Equation" r:id="rId1" imgW="140512800" imgH="20116800" progId="Equation.DSMT4">
                  <p:embed/>
                </p:oleObj>
              </mc:Choice>
              <mc:Fallback>
                <p:oleObj name="Equation" r:id="rId1" imgW="140512800" imgH="20116800" progId="Equation.DSMT4">
                  <p:embed/>
                  <p:pic>
                    <p:nvPicPr>
                      <p:cNvPr id="0" name="图片 245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44188" y="2528317"/>
                        <a:ext cx="5870575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144188" y="3614673"/>
          <a:ext cx="5699126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tion" r:id="rId3" imgW="135940800" imgH="11887200" progId="Equation.DSMT4">
                  <p:embed/>
                </p:oleObj>
              </mc:Choice>
              <mc:Fallback>
                <p:oleObj name="Equation" r:id="rId3" imgW="135940800" imgH="11887200" progId="Equation.DSMT4">
                  <p:embed/>
                  <p:pic>
                    <p:nvPicPr>
                      <p:cNvPr id="0" name="图片 245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44188" y="3614673"/>
                        <a:ext cx="5699126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144188" y="4250814"/>
          <a:ext cx="50514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Equation" r:id="rId5" imgW="121615200" imgH="22555200" progId="Equation.DSMT4">
                  <p:embed/>
                </p:oleObj>
              </mc:Choice>
              <mc:Fallback>
                <p:oleObj name="Equation" r:id="rId5" imgW="121615200" imgH="22555200" progId="Equation.DSMT4">
                  <p:embed/>
                  <p:pic>
                    <p:nvPicPr>
                      <p:cNvPr id="0" name="图片 245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44188" y="4250814"/>
                        <a:ext cx="5051425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639616" y="1268760"/>
            <a:ext cx="70643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本段重点在于熟悉以下两个例题中的不等式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991544" y="116632"/>
            <a:ext cx="302433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仅证（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）之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128693" y="633610"/>
          <a:ext cx="2327347" cy="491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Equation" r:id="rId1" imgW="23469600" imgH="4876800" progId="Equation.DSMT4">
                  <p:embed/>
                </p:oleObj>
              </mc:Choice>
              <mc:Fallback>
                <p:oleObj name="Equation" r:id="rId1" imgW="23469600" imgH="4876800" progId="Equation.DSMT4">
                  <p:embed/>
                  <p:pic>
                    <p:nvPicPr>
                      <p:cNvPr id="0" name="图片 2560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28693" y="633610"/>
                        <a:ext cx="2327347" cy="49113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378447" y="1213501"/>
          <a:ext cx="43656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5" name="Equation" r:id="rId3" imgW="101803200" imgH="10668000" progId="Equation.DSMT4">
                  <p:embed/>
                </p:oleObj>
              </mc:Choice>
              <mc:Fallback>
                <p:oleObj name="Equation" r:id="rId3" imgW="101803200" imgH="10668000" progId="Equation.DSMT4">
                  <p:embed/>
                  <p:pic>
                    <p:nvPicPr>
                      <p:cNvPr id="0" name="图片 25744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78447" y="1213501"/>
                        <a:ext cx="4365625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672064" y="1138888"/>
            <a:ext cx="25320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中值定理条件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959761" y="2328237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112161" y="3090335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因为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127280" y="4201909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068183" y="1722183"/>
          <a:ext cx="200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6" name="Equation" r:id="rId5" imgW="48158400" imgH="9448800" progId="Equation.DSMT4">
                  <p:embed/>
                </p:oleObj>
              </mc:Choice>
              <mc:Fallback>
                <p:oleObj name="Equation" r:id="rId5" imgW="48158400" imgH="9448800" progId="Equation.DSMT4">
                  <p:embed/>
                  <p:pic>
                    <p:nvPicPr>
                      <p:cNvPr id="0" name="图片 25745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68183" y="1722183"/>
                        <a:ext cx="200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805234" y="2328237"/>
          <a:ext cx="1181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7" name="Equation" r:id="rId7" imgW="28346400" imgH="9448800" progId="Equation.DSMT4">
                  <p:embed/>
                </p:oleObj>
              </mc:Choice>
              <mc:Fallback>
                <p:oleObj name="Equation" r:id="rId7" imgW="28346400" imgH="9448800" progId="Equation.DSMT4">
                  <p:embed/>
                  <p:pic>
                    <p:nvPicPr>
                      <p:cNvPr id="0" name="图片 25746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05234" y="2328237"/>
                        <a:ext cx="1181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972836" y="3103730"/>
          <a:ext cx="736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8" name="Equation" r:id="rId9" imgW="17678400" imgH="21640800" progId="Equation.DSMT4">
                  <p:embed/>
                </p:oleObj>
              </mc:Choice>
              <mc:Fallback>
                <p:oleObj name="Equation" r:id="rId9" imgW="17678400" imgH="21640800" progId="Equation.DSMT4">
                  <p:embed/>
                  <p:pic>
                    <p:nvPicPr>
                      <p:cNvPr id="0" name="图片 25747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972836" y="3103730"/>
                        <a:ext cx="7366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937786" y="3122780"/>
          <a:ext cx="990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9" name="Equation" r:id="rId11" imgW="23774400" imgH="20116800" progId="Equation.DSMT4">
                  <p:embed/>
                </p:oleObj>
              </mc:Choice>
              <mc:Fallback>
                <p:oleObj name="Equation" r:id="rId11" imgW="23774400" imgH="20116800" progId="Equation.DSMT4">
                  <p:embed/>
                  <p:pic>
                    <p:nvPicPr>
                      <p:cNvPr id="0" name="图片 25748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37786" y="3122780"/>
                        <a:ext cx="990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5728486" y="3389480"/>
          <a:ext cx="558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0" name="Equation" r:id="rId13" imgW="13411200" imgH="7620000" progId="Equation.DSMT4">
                  <p:embed/>
                </p:oleObj>
              </mc:Choice>
              <mc:Fallback>
                <p:oleObj name="Equation" r:id="rId13" imgW="13411200" imgH="7620000" progId="Equation.DSMT4">
                  <p:embed/>
                  <p:pic>
                    <p:nvPicPr>
                      <p:cNvPr id="0" name="图片 25749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728486" y="3389480"/>
                        <a:ext cx="5588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3625048" y="4056230"/>
          <a:ext cx="4381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1" name="Equation" r:id="rId15" imgW="105156000" imgH="20116800" progId="Equation.DSMT4">
                  <p:embed/>
                </p:oleObj>
              </mc:Choice>
              <mc:Fallback>
                <p:oleObj name="Equation" r:id="rId15" imgW="105156000" imgH="20116800" progId="Equation.DSMT4">
                  <p:embed/>
                  <p:pic>
                    <p:nvPicPr>
                      <p:cNvPr id="0" name="图片 25750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25048" y="4056230"/>
                        <a:ext cx="4381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5097143" y="1722183"/>
          <a:ext cx="3441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2" name="Equation" r:id="rId17" imgW="82600800" imgH="9753600" progId="Equation.DSMT4">
                  <p:embed/>
                </p:oleObj>
              </mc:Choice>
              <mc:Fallback>
                <p:oleObj name="Equation" r:id="rId17" imgW="82600800" imgH="9753600" progId="Equation.DSMT4">
                  <p:embed/>
                  <p:pic>
                    <p:nvPicPr>
                      <p:cNvPr id="0" name="图片 25751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97143" y="1722183"/>
                        <a:ext cx="34417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9048328" y="1148234"/>
            <a:ext cx="129614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应有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38253" y="1189391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925433" y="216317"/>
          <a:ext cx="74136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3" name="Equation" r:id="rId19" imgW="17983200" imgH="7620000" progId="Equation.DSMT4">
                  <p:embed/>
                </p:oleObj>
              </mc:Choice>
              <mc:Fallback>
                <p:oleObj name="Equation" r:id="rId19" imgW="17983200" imgH="7620000" progId="Equation.DSMT4">
                  <p:embed/>
                  <p:pic>
                    <p:nvPicPr>
                      <p:cNvPr id="0" name="图片 2575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25433" y="216317"/>
                        <a:ext cx="741363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767404" y="116632"/>
            <a:ext cx="13442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的情形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47086" y="4993610"/>
            <a:ext cx="45974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其余部分的证明见书上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P137.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23866" y="11663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5059136" y="2078093"/>
          <a:ext cx="3149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4" name="Equation" r:id="rId21" imgW="75590400" imgH="21640800" progId="Equation.DSMT4">
                  <p:embed/>
                </p:oleObj>
              </mc:Choice>
              <mc:Fallback>
                <p:oleObj name="Equation" r:id="rId21" imgW="75590400" imgH="21640800" progId="Equation.DSMT4">
                  <p:embed/>
                  <p:pic>
                    <p:nvPicPr>
                      <p:cNvPr id="0" name="图片 25753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59136" y="2078093"/>
                        <a:ext cx="31496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8269730" y="4201909"/>
            <a:ext cx="986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9" grpId="0" autoUpdateAnimBg="0"/>
      <p:bldP spid="20" grpId="0"/>
      <p:bldP spid="27" grpId="0"/>
      <p:bldP spid="29" grpId="0"/>
      <p:bldP spid="30" grpId="0"/>
      <p:bldP spid="3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1919536" y="836712"/>
            <a:ext cx="8208912" cy="324036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2499468" y="961564"/>
            <a:ext cx="62604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经验：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用中值定理证明不等式的要点是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86743" y="1714689"/>
            <a:ext cx="52749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）选择函数；（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）选择区间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10386" y="2467903"/>
            <a:ext cx="65271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通常将不等式中的变量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任意固定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”，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10386" y="3220482"/>
            <a:ext cx="34893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成为区间的一个端点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19536" y="332656"/>
            <a:ext cx="8568952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8.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设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区间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二阶可导，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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)&gt;0.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19536" y="789856"/>
            <a:ext cx="45891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则对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，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/>
              </a:rPr>
              <a:t>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431704" y="1412776"/>
          <a:ext cx="4148138" cy="971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1" imgW="99364800" imgH="23164800" progId="Equation.DSMT4">
                  <p:embed/>
                </p:oleObj>
              </mc:Choice>
              <mc:Fallback>
                <p:oleObj name="Equation" r:id="rId1" imgW="99364800" imgH="23164800" progId="Equation.DSMT4">
                  <p:embed/>
                  <p:pic>
                    <p:nvPicPr>
                      <p:cNvPr id="0" name="图片 266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31704" y="1412776"/>
                        <a:ext cx="4148138" cy="971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996495" y="2386707"/>
            <a:ext cx="532859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三次使用拉格朗日中值定理.</a:t>
            </a:r>
            <a:endParaRPr kumimoji="1"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51584" y="2910562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不妨设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598492" y="3001982"/>
          <a:ext cx="10080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24384000" imgH="10363200" progId="Equation.DSMT4">
                  <p:embed/>
                </p:oleObj>
              </mc:Choice>
              <mc:Fallback>
                <p:oleObj name="Equation" r:id="rId3" imgW="24384000" imgH="10363200" progId="Equation.DSMT4">
                  <p:embed/>
                  <p:pic>
                    <p:nvPicPr>
                      <p:cNvPr id="0" name="图片 266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98492" y="3001982"/>
                        <a:ext cx="1008063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783632" y="3486626"/>
          <a:ext cx="244475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5" imgW="58826400" imgH="22555200" progId="Equation.DSMT4">
                  <p:embed/>
                </p:oleObj>
              </mc:Choice>
              <mc:Fallback>
                <p:oleObj name="Equation" r:id="rId5" imgW="58826400" imgH="22555200" progId="Equation.DSMT4">
                  <p:embed/>
                  <p:pic>
                    <p:nvPicPr>
                      <p:cNvPr id="0" name="图片 266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83632" y="3486626"/>
                        <a:ext cx="2444750" cy="9318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727848" y="2963406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则存在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143722" y="3486626"/>
          <a:ext cx="245903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7" imgW="58826400" imgH="22555200" progId="Equation.DSMT4">
                  <p:embed/>
                </p:oleObj>
              </mc:Choice>
              <mc:Fallback>
                <p:oleObj name="Equation" r:id="rId7" imgW="58826400" imgH="22555200" progId="Equation.DSMT4">
                  <p:embed/>
                  <p:pic>
                    <p:nvPicPr>
                      <p:cNvPr id="0" name="图片 266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43722" y="3486626"/>
                        <a:ext cx="2459038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760296" y="3611478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使得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919536" y="4437112"/>
          <a:ext cx="595153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9" imgW="142951200" imgH="22555200" progId="Equation.DSMT4">
                  <p:embed/>
                </p:oleObj>
              </mc:Choice>
              <mc:Fallback>
                <p:oleObj name="Equation" r:id="rId9" imgW="142951200" imgH="22555200" progId="Equation.DSMT4">
                  <p:embed/>
                  <p:pic>
                    <p:nvPicPr>
                      <p:cNvPr id="0" name="图片 266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19536" y="4437112"/>
                        <a:ext cx="5951538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896200" y="4509120"/>
          <a:ext cx="2451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11" imgW="58826400" imgH="19812000" progId="Equation.DSMT4">
                  <p:embed/>
                </p:oleObj>
              </mc:Choice>
              <mc:Fallback>
                <p:oleObj name="Equation" r:id="rId11" imgW="58826400" imgH="19812000" progId="Equation.DSMT4">
                  <p:embed/>
                  <p:pic>
                    <p:nvPicPr>
                      <p:cNvPr id="0" name="图片 266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96200" y="4509120"/>
                        <a:ext cx="24511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898712" y="5373216"/>
          <a:ext cx="8610600" cy="93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Equation" r:id="rId13" imgW="206654400" imgH="22555200" progId="Equation.DSMT4">
                  <p:embed/>
                </p:oleObj>
              </mc:Choice>
              <mc:Fallback>
                <p:oleObj name="Equation" r:id="rId13" imgW="206654400" imgH="22555200" progId="Equation.DSMT4">
                  <p:embed/>
                  <p:pic>
                    <p:nvPicPr>
                      <p:cNvPr id="0" name="图片 2663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98712" y="5373216"/>
                        <a:ext cx="8610600" cy="933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/>
      <p:bldP spid="13" grpId="0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9536" y="260648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两式相加得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947862" y="783868"/>
          <a:ext cx="4148138" cy="93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Equation" r:id="rId1" imgW="99364800" imgH="22555200" progId="Equation.DSMT4">
                  <p:embed/>
                </p:oleObj>
              </mc:Choice>
              <mc:Fallback>
                <p:oleObj name="Equation" r:id="rId1" imgW="99364800" imgH="22555200" progId="Equation.DSMT4">
                  <p:embed/>
                  <p:pic>
                    <p:nvPicPr>
                      <p:cNvPr id="0" name="图片 276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47862" y="783868"/>
                        <a:ext cx="4148138" cy="933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096000" y="908720"/>
          <a:ext cx="39751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Equation" r:id="rId3" imgW="95402400" imgH="19812000" progId="Equation.DSMT4">
                  <p:embed/>
                </p:oleObj>
              </mc:Choice>
              <mc:Fallback>
                <p:oleObj name="Equation" r:id="rId3" imgW="95402400" imgH="19812000" progId="Equation.DSMT4">
                  <p:embed/>
                  <p:pic>
                    <p:nvPicPr>
                      <p:cNvPr id="0" name="图片 276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908720"/>
                        <a:ext cx="3975100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19536" y="1844824"/>
            <a:ext cx="191540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对于函数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459163" y="1906588"/>
          <a:ext cx="8842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Equation" r:id="rId5" imgW="21031200" imgH="9753600" progId="Equation.DSMT4">
                  <p:embed/>
                </p:oleObj>
              </mc:Choice>
              <mc:Fallback>
                <p:oleObj name="Equation" r:id="rId5" imgW="21031200" imgH="9753600" progId="Equation.DSMT4">
                  <p:embed/>
                  <p:pic>
                    <p:nvPicPr>
                      <p:cNvPr id="0" name="图片 276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59163" y="1906588"/>
                        <a:ext cx="884237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39816" y="1844824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274468" y="1879093"/>
          <a:ext cx="1643063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Equation" r:id="rId7" imgW="39624000" imgH="11582400" progId="Equation.DSMT4">
                  <p:embed/>
                </p:oleObj>
              </mc:Choice>
              <mc:Fallback>
                <p:oleObj name="Equation" r:id="rId7" imgW="39624000" imgH="11582400" progId="Equation.DSMT4">
                  <p:embed/>
                  <p:pic>
                    <p:nvPicPr>
                      <p:cNvPr id="0" name="图片 276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74468" y="1879093"/>
                        <a:ext cx="1643063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032104" y="1844824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使得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940152" y="2636912"/>
          <a:ext cx="52117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3" name="Equation" r:id="rId9" imgW="125272800" imgH="11582400" progId="Equation.DSMT4">
                  <p:embed/>
                </p:oleObj>
              </mc:Choice>
              <mc:Fallback>
                <p:oleObj name="Equation" r:id="rId9" imgW="125272800" imgH="11582400" progId="Equation.DSMT4">
                  <p:embed/>
                  <p:pic>
                    <p:nvPicPr>
                      <p:cNvPr id="0" name="图片 276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40152" y="2636912"/>
                        <a:ext cx="5211763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919536" y="314096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431704" y="3425125"/>
          <a:ext cx="474503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Equation" r:id="rId11" imgW="113690400" imgH="22555200" progId="Equation.DSMT4">
                  <p:embed/>
                </p:oleObj>
              </mc:Choice>
              <mc:Fallback>
                <p:oleObj name="Equation" r:id="rId11" imgW="113690400" imgH="22555200" progId="Equation.DSMT4">
                  <p:embed/>
                  <p:pic>
                    <p:nvPicPr>
                      <p:cNvPr id="0" name="图片 2765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31704" y="3425125"/>
                        <a:ext cx="4745038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919536" y="443711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788155" y="4617690"/>
          <a:ext cx="414813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13" imgW="99364800" imgH="23164800" progId="Equation.DSMT4">
                  <p:embed/>
                </p:oleObj>
              </mc:Choice>
              <mc:Fallback>
                <p:oleObj name="Equation" r:id="rId13" imgW="99364800" imgH="23164800" progId="Equation.DSMT4">
                  <p:embed/>
                  <p:pic>
                    <p:nvPicPr>
                      <p:cNvPr id="0" name="图片 2765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88155" y="4617690"/>
                        <a:ext cx="4148138" cy="971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400256" y="4960332"/>
            <a:ext cx="986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65127" y="5589240"/>
            <a:ext cx="7421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经验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：本题结论是判定曲线凹凸性的主要方法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  <p:bldP spid="13" grpId="0"/>
      <p:bldP spid="16" grpId="0"/>
      <p:bldP spid="19" grpId="0"/>
      <p:bldP spid="21" grpId="0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738120" y="4277591"/>
            <a:ext cx="8784976" cy="167168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718737" y="333673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解最简微分方程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64455" y="2040695"/>
            <a:ext cx="67068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含有未知函数导数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的等式被称为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微分方程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56343" y="2563915"/>
            <a:ext cx="7779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函数满足微分方程的等式，称为此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微分方程的解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4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713228" y="3148075"/>
          <a:ext cx="12033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" name="Equation" r:id="rId1" imgW="28651200" imgH="9753600" progId="Equation.DSMT4">
                  <p:embed/>
                </p:oleObj>
              </mc:Choice>
              <mc:Fallback>
                <p:oleObj name="Equation" r:id="rId1" imgW="28651200" imgH="9753600" progId="Equation.DSMT4">
                  <p:embed/>
                  <p:pic>
                    <p:nvPicPr>
                      <p:cNvPr id="0" name="图片 286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13228" y="3148075"/>
                        <a:ext cx="1203325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916583" y="3087135"/>
            <a:ext cx="340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称为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最简微分方程，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84935" y="3087135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它的解为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4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8743950" y="3154363"/>
          <a:ext cx="13271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Equation" r:id="rId3" imgW="31699200" imgH="9448800" progId="Equation.DSMT4">
                  <p:embed/>
                </p:oleObj>
              </mc:Choice>
              <mc:Fallback>
                <p:oleObj name="Equation" r:id="rId3" imgW="31699200" imgH="9448800" progId="Equation.DSMT4">
                  <p:embed/>
                  <p:pic>
                    <p:nvPicPr>
                      <p:cNvPr id="0" name="图片 286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43950" y="3154363"/>
                        <a:ext cx="13271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2783632" y="980728"/>
            <a:ext cx="80479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我们已经学会由一个函数关系式求出函数的导数，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756343" y="1510063"/>
            <a:ext cx="8851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自然也就希望能由一个含有导数的关系式求出未知函数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Rectangle 5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1756343" y="3610355"/>
            <a:ext cx="56343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（这是拉格朗日中值定理的推论）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34264" y="4307612"/>
            <a:ext cx="6349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在此初步接触一些解微分方程的思想，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026152" y="4830832"/>
            <a:ext cx="84054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将解方程的思想和凑导数、凑微分的方法结合起来，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8160" y="4307612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经验：</a:t>
            </a:r>
            <a:endParaRPr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26152" y="5354052"/>
            <a:ext cx="45618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对积分理论的学习很有好处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7" grpId="0"/>
      <p:bldP spid="18" grpId="0"/>
      <p:bldP spid="21" grpId="0"/>
      <p:bldP spid="22" grpId="0"/>
      <p:bldP spid="28" grpId="0"/>
      <p:bldP spid="29" grpId="0"/>
      <p:bldP spid="39" grpId="0"/>
      <p:bldP spid="40" grpId="0"/>
      <p:bldP spid="41" grpId="0"/>
      <p:bldP spid="3" grpId="0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0" name="Rectangle 2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2279576" y="332782"/>
            <a:ext cx="100811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例如，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4679315" y="963613"/>
          <a:ext cx="209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Equation" r:id="rId1" imgW="50292000" imgH="9753600" progId="Equation.DSMT4">
                  <p:embed/>
                </p:oleObj>
              </mc:Choice>
              <mc:Fallback>
                <p:oleObj name="Equation" r:id="rId1" imgW="50292000" imgH="9753600" progId="Equation.DSMT4">
                  <p:embed/>
                  <p:pic>
                    <p:nvPicPr>
                      <p:cNvPr id="0" name="图片 296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79315" y="963613"/>
                        <a:ext cx="2095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6775058" y="908720"/>
                <a:ext cx="2054225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如何求出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𝒚</m:t>
                    </m:r>
                    <m:r>
                      <a:rPr lang="en-US" altLang="zh-CN" sz="2800" b="1" i="1" dirty="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 ?</m:t>
                    </m:r>
                  </m:oMath>
                </a14:m>
                <a:endParaRPr lang="zh-CN" altLang="en-US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058" y="908720"/>
                <a:ext cx="2054225" cy="521970"/>
              </a:xfrm>
              <a:prstGeom prst="rect">
                <a:avLst/>
              </a:prstGeom>
              <a:blipFill rotWithShape="1">
                <a:blip r:embed="rId3"/>
                <a:stretch>
                  <a:fillRect l="-12" t="-7" r="-359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8623618" y="1128396"/>
          <a:ext cx="15875" cy="17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Equation" r:id="rId4" imgW="381000" imgH="405765" progId="Equation.DSMT4">
                  <p:embed/>
                </p:oleObj>
              </mc:Choice>
              <mc:Fallback>
                <p:oleObj name="Equation" r:id="rId4" imgW="381000" imgH="405765" progId="Equation.DSMT4">
                  <p:embed/>
                  <p:pic>
                    <p:nvPicPr>
                      <p:cNvPr id="0" name="图片 29697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23618" y="1128396"/>
                        <a:ext cx="15875" cy="17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2279576" y="1484784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只需发现它等同于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6041934" y="1340768"/>
          <a:ext cx="2057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Equation" r:id="rId6" imgW="49377600" imgH="15240000" progId="Equation.DSMT4">
                  <p:embed/>
                </p:oleObj>
              </mc:Choice>
              <mc:Fallback>
                <p:oleObj name="Equation" r:id="rId6" imgW="49377600" imgH="15240000" progId="Equation.DSMT4">
                  <p:embed/>
                  <p:pic>
                    <p:nvPicPr>
                      <p:cNvPr id="0" name="图片 29698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41934" y="1340768"/>
                        <a:ext cx="205740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4908550" y="2120900"/>
          <a:ext cx="172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8" imgW="41452800" imgH="9448800" progId="Equation.DSMT4">
                  <p:embed/>
                </p:oleObj>
              </mc:Choice>
              <mc:Fallback>
                <p:oleObj name="Equation" r:id="rId8" imgW="41452800" imgH="9448800" progId="Equation.DSMT4">
                  <p:embed/>
                  <p:pic>
                    <p:nvPicPr>
                      <p:cNvPr id="0" name="图片 29699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08550" y="2120900"/>
                        <a:ext cx="1727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2183174" y="908720"/>
            <a:ext cx="2505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）已知等式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070303" y="1467424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就得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3882" y="2576615"/>
            <a:ext cx="44316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）已知一个区间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上总有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9" name="对象 48"/>
          <p:cNvGraphicFramePr>
            <a:graphicFrameLocks noChangeAspect="1"/>
          </p:cNvGraphicFramePr>
          <p:nvPr/>
        </p:nvGraphicFramePr>
        <p:xfrm>
          <a:off x="6571858" y="2589305"/>
          <a:ext cx="1498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Equation" r:id="rId10" imgW="35966400" imgH="11582400" progId="Equation.DSMT4">
                  <p:embed/>
                </p:oleObj>
              </mc:Choice>
              <mc:Fallback>
                <p:oleObj name="Equation" r:id="rId10" imgW="35966400" imgH="11582400" progId="Equation.DSMT4">
                  <p:embed/>
                  <p:pic>
                    <p:nvPicPr>
                      <p:cNvPr id="0" name="图片 29700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571858" y="2589305"/>
                        <a:ext cx="14986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8146538" y="2576615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那么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9044136" y="2596290"/>
          <a:ext cx="1270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Equation" r:id="rId12" imgW="30480000" imgH="11582400" progId="Equation.DSMT4">
                  <p:embed/>
                </p:oleObj>
              </mc:Choice>
              <mc:Fallback>
                <p:oleObj name="Equation" r:id="rId12" imgW="30480000" imgH="11582400" progId="Equation.DSMT4">
                  <p:embed/>
                  <p:pic>
                    <p:nvPicPr>
                      <p:cNvPr id="0" name="图片 29701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044136" y="2596290"/>
                        <a:ext cx="12700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2351584" y="3160132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只需注意</a:t>
            </a:r>
            <a:endParaRPr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2" name="对象 51"/>
          <p:cNvGraphicFramePr>
            <a:graphicFrameLocks noChangeAspect="1"/>
          </p:cNvGraphicFramePr>
          <p:nvPr/>
        </p:nvGraphicFramePr>
        <p:xfrm>
          <a:off x="2928146" y="3686179"/>
          <a:ext cx="1879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Equation" r:id="rId14" imgW="45110400" imgH="17068800" progId="Equation.DSMT4">
                  <p:embed/>
                </p:oleObj>
              </mc:Choice>
              <mc:Fallback>
                <p:oleObj name="Equation" r:id="rId14" imgW="45110400" imgH="17068800" progId="Equation.DSMT4">
                  <p:embed/>
                  <p:pic>
                    <p:nvPicPr>
                      <p:cNvPr id="0" name="图片 29702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928146" y="3686179"/>
                        <a:ext cx="1879600" cy="711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/>
          <p:cNvGraphicFramePr>
            <a:graphicFrameLocks noChangeAspect="1"/>
          </p:cNvGraphicFramePr>
          <p:nvPr/>
        </p:nvGraphicFramePr>
        <p:xfrm>
          <a:off x="4848590" y="3861048"/>
          <a:ext cx="2006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name="Equation" r:id="rId16" imgW="48158400" imgH="11582400" progId="Equation.DSMT4">
                  <p:embed/>
                </p:oleObj>
              </mc:Choice>
              <mc:Fallback>
                <p:oleObj name="Equation" r:id="rId16" imgW="48158400" imgH="11582400" progId="Equation.DSMT4">
                  <p:embed/>
                  <p:pic>
                    <p:nvPicPr>
                      <p:cNvPr id="0" name="图片 29703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848590" y="3861048"/>
                        <a:ext cx="20066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/>
        </p:nvGraphicFramePr>
        <p:xfrm>
          <a:off x="6906313" y="3686179"/>
          <a:ext cx="2921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name="Equation" r:id="rId18" imgW="70104000" imgH="17068800" progId="Equation.DSMT4">
                  <p:embed/>
                </p:oleObj>
              </mc:Choice>
              <mc:Fallback>
                <p:oleObj name="Equation" r:id="rId18" imgW="70104000" imgH="17068800" progId="Equation.DSMT4">
                  <p:embed/>
                  <p:pic>
                    <p:nvPicPr>
                      <p:cNvPr id="0" name="图片 29704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906313" y="3686179"/>
                        <a:ext cx="2921000" cy="711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/>
        </p:nvGraphicFramePr>
        <p:xfrm>
          <a:off x="2817085" y="4689053"/>
          <a:ext cx="2882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6" name="Equation" r:id="rId20" imgW="69189600" imgH="11582400" progId="Equation.DSMT4">
                  <p:embed/>
                </p:oleObj>
              </mc:Choice>
              <mc:Fallback>
                <p:oleObj name="Equation" r:id="rId20" imgW="69189600" imgH="11582400" progId="Equation.DSMT4">
                  <p:embed/>
                  <p:pic>
                    <p:nvPicPr>
                      <p:cNvPr id="0" name="图片 29705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817085" y="4689053"/>
                        <a:ext cx="28829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/>
          <p:cNvGraphicFramePr>
            <a:graphicFrameLocks noChangeAspect="1"/>
          </p:cNvGraphicFramePr>
          <p:nvPr/>
        </p:nvGraphicFramePr>
        <p:xfrm>
          <a:off x="5930900" y="4689053"/>
          <a:ext cx="2806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7" name="Equation" r:id="rId22" imgW="67360800" imgH="11582400" progId="Equation.DSMT4">
                  <p:embed/>
                </p:oleObj>
              </mc:Choice>
              <mc:Fallback>
                <p:oleObj name="Equation" r:id="rId22" imgW="67360800" imgH="11582400" progId="Equation.DSMT4">
                  <p:embed/>
                  <p:pic>
                    <p:nvPicPr>
                      <p:cNvPr id="0" name="图片 29706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930900" y="4689053"/>
                        <a:ext cx="28067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7" grpId="0"/>
      <p:bldP spid="5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7608" y="404664"/>
            <a:ext cx="596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72261" y="404664"/>
            <a:ext cx="69754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拉格朗日中值定理证明中的辅助函数是如何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19536" y="949960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得出的？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33220" y="1761212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答：从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511824" y="1418092"/>
          <a:ext cx="3071787" cy="952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1" name="Equation" r:id="rId1" imgW="31394400" imgH="9448800" progId="Equation.DSMT4">
                  <p:embed/>
                </p:oleObj>
              </mc:Choice>
              <mc:Fallback>
                <p:oleObj name="Equation" r:id="rId1" imgW="31394400" imgH="9448800" progId="Equation.DSMT4">
                  <p:embed/>
                  <p:pic>
                    <p:nvPicPr>
                      <p:cNvPr id="0" name="图片 307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1824" y="1418092"/>
                        <a:ext cx="3071787" cy="95286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05487" y="2730996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得出微分方程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511824" y="2556837"/>
          <a:ext cx="347345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2" name="Equation" r:id="rId3" imgW="82600800" imgH="20116800" progId="Equation.DSMT4">
                  <p:embed/>
                </p:oleObj>
              </mc:Choice>
              <mc:Fallback>
                <p:oleObj name="Equation" r:id="rId3" imgW="82600800" imgH="20116800" progId="Equation.DSMT4">
                  <p:embed/>
                  <p:pic>
                    <p:nvPicPr>
                      <p:cNvPr id="0" name="图片 307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1824" y="2556837"/>
                        <a:ext cx="3473450" cy="871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005427" y="3683257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它的解是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988512" y="3509734"/>
          <a:ext cx="371633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3" name="Equation" r:id="rId5" imgW="88392000" imgH="20116800" progId="Equation.DSMT4">
                  <p:embed/>
                </p:oleObj>
              </mc:Choice>
              <mc:Fallback>
                <p:oleObj name="Equation" r:id="rId5" imgW="88392000" imgH="20116800" progId="Equation.DSMT4">
                  <p:embed/>
                  <p:pic>
                    <p:nvPicPr>
                      <p:cNvPr id="0" name="图片 307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88512" y="3509734"/>
                        <a:ext cx="3716338" cy="871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986377" y="4603204"/>
            <a:ext cx="304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可取辅助函数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028883" y="4429671"/>
          <a:ext cx="4151312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4" name="Equation" r:id="rId7" imgW="98755200" imgH="20116800" progId="Equation.DSMT4">
                  <p:embed/>
                </p:oleObj>
              </mc:Choice>
              <mc:Fallback>
                <p:oleObj name="Equation" r:id="rId7" imgW="98755200" imgH="20116800" progId="Equation.DSMT4">
                  <p:embed/>
                  <p:pic>
                    <p:nvPicPr>
                      <p:cNvPr id="0" name="图片 307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28883" y="4429671"/>
                        <a:ext cx="4151312" cy="871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05000" y="381000"/>
            <a:ext cx="17526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9.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114800" y="323850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422934" y="449483"/>
          <a:ext cx="7365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5" name="Equation" r:id="rId1" imgW="17678400" imgH="9448800" progId="Equation.DSMT4">
                  <p:embed/>
                </p:oleObj>
              </mc:Choice>
              <mc:Fallback>
                <p:oleObj name="Equation" r:id="rId1" imgW="17678400" imgH="9448800" progId="Equation.DSMT4">
                  <p:embed/>
                  <p:pic>
                    <p:nvPicPr>
                      <p:cNvPr id="0" name="图片 3174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22934" y="449483"/>
                        <a:ext cx="7365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660900" y="457200"/>
          <a:ext cx="685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Equation" r:id="rId3" imgW="16459200" imgH="9448800" progId="Equation.DSMT4">
                  <p:embed/>
                </p:oleObj>
              </mc:Choice>
              <mc:Fallback>
                <p:oleObj name="Equation" r:id="rId3" imgW="16459200" imgH="9448800" progId="Equation.DSMT4">
                  <p:embed/>
                  <p:pic>
                    <p:nvPicPr>
                      <p:cNvPr id="0" name="图片 3174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60900" y="457200"/>
                        <a:ext cx="685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7772400" y="323850"/>
            <a:ext cx="1905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内可导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1771650" y="1073150"/>
          <a:ext cx="1346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Equation" r:id="rId5" imgW="32308800" imgH="9448800" progId="Equation.DSMT4">
                  <p:embed/>
                </p:oleObj>
              </mc:Choice>
              <mc:Fallback>
                <p:oleObj name="Equation" r:id="rId5" imgW="32308800" imgH="9448800" progId="Equation.DSMT4">
                  <p:embed/>
                  <p:pic>
                    <p:nvPicPr>
                      <p:cNvPr id="0" name="图片 3174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71650" y="1073150"/>
                        <a:ext cx="1346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124200" y="960438"/>
            <a:ext cx="3581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证明至少存在一点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698875" y="1827213"/>
          <a:ext cx="1371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Equation" r:id="rId7" imgW="32918400" imgH="9753600" progId="Equation.DSMT4">
                  <p:embed/>
                </p:oleObj>
              </mc:Choice>
              <mc:Fallback>
                <p:oleObj name="Equation" r:id="rId7" imgW="32918400" imgH="9753600" progId="Equation.DSMT4">
                  <p:embed/>
                  <p:pic>
                    <p:nvPicPr>
                      <p:cNvPr id="0" name="图片 31747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98875" y="1827213"/>
                        <a:ext cx="13716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6191250" y="1066800"/>
          <a:ext cx="14255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Equation" r:id="rId9" imgW="34137600" imgH="9448800" progId="Equation.DSMT4">
                  <p:embed/>
                </p:oleObj>
              </mc:Choice>
              <mc:Fallback>
                <p:oleObj name="Equation" r:id="rId9" imgW="34137600" imgH="9448800" progId="Equation.DSMT4">
                  <p:embed/>
                  <p:pic>
                    <p:nvPicPr>
                      <p:cNvPr id="0" name="图片 3174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191250" y="1066800"/>
                        <a:ext cx="1425575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7620000" y="928688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kumimoji="1" lang="zh-CN" altLang="en-US" sz="2800" b="1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334000" y="342900"/>
            <a:ext cx="2362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上连续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7112000" y="457200"/>
          <a:ext cx="72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Equation" r:id="rId11" imgW="17373600" imgH="9448800" progId="Equation.DSMT4">
                  <p:embed/>
                </p:oleObj>
              </mc:Choice>
              <mc:Fallback>
                <p:oleObj name="Equation" r:id="rId11" imgW="17373600" imgH="9448800" progId="Equation.DSMT4">
                  <p:embed/>
                  <p:pic>
                    <p:nvPicPr>
                      <p:cNvPr id="0" name="图片 31749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112000" y="457200"/>
                        <a:ext cx="723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5246688" y="1690688"/>
          <a:ext cx="944562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Equation" r:id="rId13" imgW="18897600" imgH="12496800" progId="Equation.DSMT4">
                  <p:embed/>
                </p:oleObj>
              </mc:Choice>
              <mc:Fallback>
                <p:oleObj name="Equation" r:id="rId13" imgW="18897600" imgH="12496800" progId="Equation.DSMT4">
                  <p:embed/>
                  <p:pic>
                    <p:nvPicPr>
                      <p:cNvPr id="0" name="图片 31750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46688" y="1690688"/>
                        <a:ext cx="944562" cy="625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2133600" y="2452688"/>
            <a:ext cx="3429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问题转化为证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5226050" y="2535238"/>
          <a:ext cx="2882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2" name="Equation" r:id="rId15" imgW="69189600" imgH="9753600" progId="Equation.DSMT4">
                  <p:embed/>
                </p:oleObj>
              </mc:Choice>
              <mc:Fallback>
                <p:oleObj name="Equation" r:id="rId15" imgW="69189600" imgH="9753600" progId="Equation.DSMT4">
                  <p:embed/>
                  <p:pic>
                    <p:nvPicPr>
                      <p:cNvPr id="0" name="图片 317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26050" y="2535238"/>
                        <a:ext cx="2882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2133600" y="3048000"/>
            <a:ext cx="2362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设辅助函数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439816" y="2996952"/>
          <a:ext cx="2054398" cy="53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3" name="Equation" r:id="rId17" imgW="21336000" imgH="5486400" progId="Equation.DSMT4">
                  <p:embed/>
                </p:oleObj>
              </mc:Choice>
              <mc:Fallback>
                <p:oleObj name="Equation" r:id="rId17" imgW="21336000" imgH="5486400" progId="Equation.DSMT4">
                  <p:embed/>
                  <p:pic>
                    <p:nvPicPr>
                      <p:cNvPr id="0" name="图片 3175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39816" y="2996952"/>
                        <a:ext cx="2054398" cy="5372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133600" y="3671888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显然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3028950" y="3781425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4" name="Equation" r:id="rId19" imgW="16764000" imgH="9448800" progId="Equation.DSMT4">
                  <p:embed/>
                </p:oleObj>
              </mc:Choice>
              <mc:Fallback>
                <p:oleObj name="Equation" r:id="rId19" imgW="16764000" imgH="9448800" progId="Equation.DSMT4">
                  <p:embed/>
                  <p:pic>
                    <p:nvPicPr>
                      <p:cNvPr id="0" name="图片 31753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28950" y="3781425"/>
                        <a:ext cx="698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3733800" y="3671888"/>
            <a:ext cx="525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[ 0 , 1 ]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上满足罗尔定理条件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8686800" y="3652838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故至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3676650" y="4349750"/>
          <a:ext cx="142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5" name="Equation" r:id="rId21" imgW="34137600" imgH="9448800" progId="Equation.DSMT4">
                  <p:embed/>
                </p:oleObj>
              </mc:Choice>
              <mc:Fallback>
                <p:oleObj name="Equation" r:id="rId21" imgW="34137600" imgH="9448800" progId="Equation.DSMT4">
                  <p:embed/>
                  <p:pic>
                    <p:nvPicPr>
                      <p:cNvPr id="0" name="图片 31754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76650" y="4349750"/>
                        <a:ext cx="1422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5118100" y="4205288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3549650" y="4957763"/>
          <a:ext cx="426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6" name="Equation" r:id="rId23" imgW="102412800" imgH="10972800" progId="Equation.DSMT4">
                  <p:embed/>
                </p:oleObj>
              </mc:Choice>
              <mc:Fallback>
                <p:oleObj name="Equation" r:id="rId23" imgW="102412800" imgH="10972800" progId="Equation.DSMT4">
                  <p:embed/>
                  <p:pic>
                    <p:nvPicPr>
                      <p:cNvPr id="0" name="图片 3175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549650" y="4957763"/>
                        <a:ext cx="42672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1828800" y="5638800"/>
            <a:ext cx="1676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3967163" y="5721350"/>
          <a:ext cx="1371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7" name="Equation" r:id="rId25" imgW="32918400" imgH="9753600" progId="Equation.DSMT4">
                  <p:embed/>
                </p:oleObj>
              </mc:Choice>
              <mc:Fallback>
                <p:oleObj name="Equation" r:id="rId25" imgW="32918400" imgH="9753600" progId="Equation.DSMT4">
                  <p:embed/>
                  <p:pic>
                    <p:nvPicPr>
                      <p:cNvPr id="0" name="图片 31756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67163" y="5721350"/>
                        <a:ext cx="13716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5518150" y="5630863"/>
          <a:ext cx="957263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8" name="Equation" r:id="rId27" imgW="19202400" imgH="12496800" progId="Equation.DSMT4">
                  <p:embed/>
                </p:oleObj>
              </mc:Choice>
              <mc:Fallback>
                <p:oleObj name="Equation" r:id="rId27" imgW="19202400" imgH="12496800" progId="Equation.DSMT4">
                  <p:embed/>
                  <p:pic>
                    <p:nvPicPr>
                      <p:cNvPr id="0" name="图片 31757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18150" y="5630863"/>
                        <a:ext cx="957263" cy="6238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1752600" y="4254500"/>
            <a:ext cx="29908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少存在一点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7" grpId="0" autoUpdateAnimBg="0"/>
      <p:bldP spid="19" grpId="0" autoUpdateAnimBg="0"/>
      <p:bldP spid="21" grpId="0" autoUpdateAnimBg="0"/>
      <p:bldP spid="22" grpId="0" autoUpdateAnimBg="0"/>
      <p:bldP spid="24" grpId="0" autoUpdateAnimBg="0"/>
      <p:bldP spid="26" grpId="0" autoUpdateAnimBg="0"/>
      <p:bldP spid="29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1847528" y="2872100"/>
            <a:ext cx="8280920" cy="28611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100373" y="593685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*三.导数极限定理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83632" y="1178460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本段重点是：了解命题：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11624" y="1701680"/>
            <a:ext cx="71832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3.1.1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在区间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可导，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75519" y="2348880"/>
            <a:ext cx="71132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导函数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不可能在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内有第一类间断点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39616" y="2996952"/>
            <a:ext cx="6736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经验：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记住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换言之，不是任何函数都可以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91544" y="3520172"/>
            <a:ext cx="7332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“充当”别的函数的导函数的，例如符号函数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487141" y="4043392"/>
          <a:ext cx="28448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9" name="Equation" r:id="rId1" imgW="68275200" imgH="37185600" progId="Equation.DSMT4">
                  <p:embed/>
                </p:oleObj>
              </mc:Choice>
              <mc:Fallback>
                <p:oleObj name="Equation" r:id="rId1" imgW="68275200" imgH="37185600" progId="Equation.DSMT4">
                  <p:embed/>
                  <p:pic>
                    <p:nvPicPr>
                      <p:cNvPr id="0" name="图片 327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7141" y="4043392"/>
                        <a:ext cx="2844800" cy="154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12060" y="4509120"/>
            <a:ext cx="34893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就是那样的一个函数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/>
      <p:bldP spid="9" grpId="0"/>
      <p:bldP spid="10" grpId="0"/>
      <p:bldP spid="2" grpId="0"/>
      <p:bldP spid="3" grpId="0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01768" y="8892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练习3.1.2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76063" y="839084"/>
            <a:ext cx="4495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69565" y="839084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用辅助函数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483645" y="877676"/>
          <a:ext cx="2116411" cy="484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3" name="Equation" r:id="rId1" imgW="52425600" imgH="11887200" progId="Equation.DSMT4">
                  <p:embed/>
                </p:oleObj>
              </mc:Choice>
              <mc:Fallback>
                <p:oleObj name="Equation" r:id="rId1" imgW="52425600" imgH="11887200" progId="Equation.DSMT4">
                  <p:embed/>
                  <p:pic>
                    <p:nvPicPr>
                      <p:cNvPr id="0" name="图片 337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83645" y="877676"/>
                        <a:ext cx="2116411" cy="4846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10670" y="865119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验证命题：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76063" y="1412776"/>
            <a:ext cx="80810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[0,1]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连续，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(0,1)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内可导，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(1)=0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，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76063" y="1935996"/>
            <a:ext cx="27965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lang="el-GR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ξ</a:t>
            </a:r>
            <a:r>
              <a:rPr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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(0,1)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799272" y="1943610"/>
          <a:ext cx="3240944" cy="467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name="Equation" r:id="rId3" imgW="66751200" imgH="9753600" progId="Equation.DSMT4">
                  <p:embed/>
                </p:oleObj>
              </mc:Choice>
              <mc:Fallback>
                <p:oleObj name="Equation" r:id="rId3" imgW="66751200" imgH="9753600" progId="Equation.DSMT4">
                  <p:embed/>
                  <p:pic>
                    <p:nvPicPr>
                      <p:cNvPr id="0" name="图片 337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9272" y="1943610"/>
                        <a:ext cx="3240944" cy="46749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974233" y="3462680"/>
            <a:ext cx="4495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3892" y="3462680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用辅助函数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428845" y="3460398"/>
          <a:ext cx="2202294" cy="483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5" name="Equation" r:id="rId5" imgW="54559200" imgH="11887200" progId="Equation.DSMT4">
                  <p:embed/>
                </p:oleObj>
              </mc:Choice>
              <mc:Fallback>
                <p:oleObj name="Equation" r:id="rId5" imgW="54559200" imgH="11887200" progId="Equation.DSMT4">
                  <p:embed/>
                  <p:pic>
                    <p:nvPicPr>
                      <p:cNvPr id="0" name="图片 337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8845" y="3460398"/>
                        <a:ext cx="2202294" cy="48309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710798" y="3390672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验证命题：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08033" y="3985900"/>
            <a:ext cx="63646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zh-CN" alt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[0,1]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连续，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(0,1)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内可导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51773" y="3985900"/>
            <a:ext cx="261439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(0)=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(1)=0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08032" y="4509120"/>
            <a:ext cx="298076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lang="el-GR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ξ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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(0,1)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936507" y="4509121"/>
          <a:ext cx="2824598" cy="479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6" name="Equation" r:id="rId7" imgW="62179200" imgH="9753600" progId="Equation.DSMT4">
                  <p:embed/>
                </p:oleObj>
              </mc:Choice>
              <mc:Fallback>
                <p:oleObj name="Equation" r:id="rId7" imgW="62179200" imgH="9753600" progId="Equation.DSMT4">
                  <p:embed/>
                  <p:pic>
                    <p:nvPicPr>
                      <p:cNvPr id="0" name="图片 337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36507" y="4509121"/>
                        <a:ext cx="2824598" cy="47967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976061" y="2459216"/>
            <a:ext cx="10160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002304" y="4911590"/>
          <a:ext cx="3311525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7" name="Equation" r:id="rId9" imgW="79248000" imgH="17678400" progId="Equation.DSMT4">
                  <p:embed/>
                </p:oleObj>
              </mc:Choice>
              <mc:Fallback>
                <p:oleObj name="Equation" r:id="rId9" imgW="79248000" imgH="17678400" progId="Equation.DSMT4">
                  <p:embed/>
                  <p:pic>
                    <p:nvPicPr>
                      <p:cNvPr id="0" name="图片 337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02304" y="4911590"/>
                        <a:ext cx="3311525" cy="744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002304" y="2347763"/>
          <a:ext cx="32099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Equation" r:id="rId11" imgW="76809600" imgH="17678400" progId="Equation.DSMT4">
                  <p:embed/>
                </p:oleObj>
              </mc:Choice>
              <mc:Fallback>
                <p:oleObj name="Equation" r:id="rId11" imgW="76809600" imgH="17678400" progId="Equation.DSMT4">
                  <p:embed/>
                  <p:pic>
                    <p:nvPicPr>
                      <p:cNvPr id="0" name="图片 337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02304" y="2347763"/>
                        <a:ext cx="3209925" cy="746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240016" y="2689885"/>
          <a:ext cx="382587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Equation" r:id="rId13" imgW="9144000" imgH="6096000" progId="Equation.DSMT4">
                  <p:embed/>
                </p:oleObj>
              </mc:Choice>
              <mc:Fallback>
                <p:oleObj name="Equation" r:id="rId13" imgW="9144000" imgH="6096000" progId="Equation.DSMT4">
                  <p:embed/>
                  <p:pic>
                    <p:nvPicPr>
                      <p:cNvPr id="0" name="图片 3379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40016" y="2689885"/>
                        <a:ext cx="382587" cy="257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6710798" y="2480786"/>
          <a:ext cx="31083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Equation" r:id="rId15" imgW="74371200" imgH="11887200" progId="Equation.DSMT4">
                  <p:embed/>
                </p:oleObj>
              </mc:Choice>
              <mc:Fallback>
                <p:oleObj name="Equation" r:id="rId15" imgW="74371200" imgH="11887200" progId="Equation.DSMT4">
                  <p:embed/>
                  <p:pic>
                    <p:nvPicPr>
                      <p:cNvPr id="0" name="图片 3379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10798" y="2480786"/>
                        <a:ext cx="3108325" cy="501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991544" y="5102076"/>
            <a:ext cx="10160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6375201" y="5207508"/>
          <a:ext cx="382587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1" name="Equation" r:id="rId17" imgW="9144000" imgH="6096000" progId="Equation.DSMT4">
                  <p:embed/>
                </p:oleObj>
              </mc:Choice>
              <mc:Fallback>
                <p:oleObj name="Equation" r:id="rId17" imgW="9144000" imgH="6096000" progId="Equation.DSMT4">
                  <p:embed/>
                  <p:pic>
                    <p:nvPicPr>
                      <p:cNvPr id="0" name="图片 3380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75201" y="5207508"/>
                        <a:ext cx="382587" cy="257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6758147" y="5081121"/>
          <a:ext cx="32988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2" name="Equation" r:id="rId18" imgW="78943200" imgH="11887200" progId="Equation.DSMT4">
                  <p:embed/>
                </p:oleObj>
              </mc:Choice>
              <mc:Fallback>
                <p:oleObj name="Equation" r:id="rId18" imgW="78943200" imgH="11887200" progId="Equation.DSMT4">
                  <p:embed/>
                  <p:pic>
                    <p:nvPicPr>
                      <p:cNvPr id="0" name="图片 33801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758147" y="5081121"/>
                        <a:ext cx="3298825" cy="501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1991420" y="5897974"/>
            <a:ext cx="727392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经验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：记住这两个辅助函数（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P140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3.1.10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6240016" y="3133497"/>
          <a:ext cx="382587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3" name="Equation" r:id="rId20" imgW="9144000" imgH="6096000" progId="Equation.DSMT4">
                  <p:embed/>
                </p:oleObj>
              </mc:Choice>
              <mc:Fallback>
                <p:oleObj name="Equation" r:id="rId20" imgW="9144000" imgH="6096000" progId="Equation.DSMT4">
                  <p:embed/>
                  <p:pic>
                    <p:nvPicPr>
                      <p:cNvPr id="0" name="图片 338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40016" y="3133497"/>
                        <a:ext cx="382587" cy="257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6999288" y="2989263"/>
          <a:ext cx="261143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4" name="Equation" r:id="rId21" imgW="62484000" imgH="11582400" progId="Equation.DSMT4">
                  <p:embed/>
                </p:oleObj>
              </mc:Choice>
              <mc:Fallback>
                <p:oleObj name="Equation" r:id="rId21" imgW="62484000" imgH="11582400" progId="Equation.DSMT4">
                  <p:embed/>
                  <p:pic>
                    <p:nvPicPr>
                      <p:cNvPr id="0" name="图片 3380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999288" y="2989263"/>
                        <a:ext cx="2611437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6375200" y="5632630"/>
          <a:ext cx="382588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5" name="Equation" r:id="rId23" imgW="9144000" imgH="6096000" progId="Equation.DSMT4">
                  <p:embed/>
                </p:oleObj>
              </mc:Choice>
              <mc:Fallback>
                <p:oleObj name="Equation" r:id="rId23" imgW="9144000" imgH="6096000" progId="Equation.DSMT4">
                  <p:embed/>
                  <p:pic>
                    <p:nvPicPr>
                      <p:cNvPr id="0" name="图片 3380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75200" y="5632630"/>
                        <a:ext cx="382588" cy="257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6950248" y="5517232"/>
          <a:ext cx="24447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6" name="Equation" r:id="rId24" imgW="58521600" imgH="11582400" progId="Equation.DSMT4">
                  <p:embed/>
                </p:oleObj>
              </mc:Choice>
              <mc:Fallback>
                <p:oleObj name="Equation" r:id="rId24" imgW="58521600" imgH="11582400" progId="Equation.DSMT4">
                  <p:embed/>
                  <p:pic>
                    <p:nvPicPr>
                      <p:cNvPr id="0" name="图片 33805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950248" y="5517232"/>
                        <a:ext cx="244475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1" grpId="0"/>
      <p:bldP spid="34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8" name="文本框 200707"/>
          <p:cNvSpPr txBox="1"/>
          <p:nvPr/>
        </p:nvSpPr>
        <p:spPr>
          <a:xfrm>
            <a:off x="1451610" y="1178560"/>
            <a:ext cx="910463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作业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>
                <a:latin typeface="Times New Roman" panose="02020603050405020304" pitchFamily="18" charset="0"/>
              </a:rPr>
              <a:t>P143  </a:t>
            </a:r>
            <a:r>
              <a:rPr lang="zh-CN" altLang="en-US" sz="3200">
                <a:latin typeface="Times New Roman" panose="02020603050405020304" pitchFamily="18" charset="0"/>
              </a:rPr>
              <a:t>习题</a:t>
            </a:r>
            <a:r>
              <a:rPr lang="en-US" altLang="zh-CN" sz="3200">
                <a:latin typeface="Times New Roman" panose="02020603050405020304" pitchFamily="18" charset="0"/>
              </a:rPr>
              <a:t>3.1  5,  </a:t>
            </a:r>
            <a:r>
              <a:rPr lang="en-US" altLang="zh-CN" sz="3200">
                <a:latin typeface="Times New Roman" panose="02020603050405020304" pitchFamily="18" charset="0"/>
              </a:rPr>
              <a:t>6.(1),  7.(1),  8, 10, 11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en-US" altLang="zh-CN" sz="3200">
                <a:latin typeface="Times New Roman" panose="02020603050405020304" pitchFamily="18" charset="0"/>
              </a:rPr>
              <a:t>P164  </a:t>
            </a:r>
            <a:r>
              <a:rPr lang="zh-CN" altLang="en-US" sz="3200">
                <a:latin typeface="Times New Roman" panose="02020603050405020304" pitchFamily="18" charset="0"/>
              </a:rPr>
              <a:t>习题</a:t>
            </a:r>
            <a:r>
              <a:rPr lang="en-US" altLang="zh-CN" sz="3200">
                <a:latin typeface="Times New Roman" panose="02020603050405020304" pitchFamily="18" charset="0"/>
              </a:rPr>
              <a:t>3.2  2.(1)(3), 3.(2)(4), 4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ef282a2d-c7c3-4b75-9e19-c56ee88e7919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2775</Words>
  <Application>WPS 演示</Application>
  <PresentationFormat>宽屏</PresentationFormat>
  <Paragraphs>691</Paragraphs>
  <Slides>39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338</vt:i4>
      </vt:variant>
      <vt:variant>
        <vt:lpstr>幻灯片标题</vt:lpstr>
      </vt:variant>
      <vt:variant>
        <vt:i4>39</vt:i4>
      </vt:variant>
    </vt:vector>
  </HeadingPairs>
  <TitlesOfParts>
    <vt:vector size="395" baseType="lpstr">
      <vt:lpstr>Arial</vt:lpstr>
      <vt:lpstr>宋体</vt:lpstr>
      <vt:lpstr>Wingdings</vt:lpstr>
      <vt:lpstr>Wingdings</vt:lpstr>
      <vt:lpstr>黑体</vt:lpstr>
      <vt:lpstr>微软雅黑</vt:lpstr>
      <vt:lpstr>华文新魏</vt:lpstr>
      <vt:lpstr>Wingdings 2</vt:lpstr>
      <vt:lpstr>楷体</vt:lpstr>
      <vt:lpstr>Times New Roman</vt:lpstr>
      <vt:lpstr>Arial Unicode MS</vt:lpstr>
      <vt:lpstr>Calibri</vt:lpstr>
      <vt:lpstr>Times New Roman</vt:lpstr>
      <vt:lpstr>Symbol</vt:lpstr>
      <vt:lpstr>隶书</vt:lpstr>
      <vt:lpstr>Cambria Math</vt:lpstr>
      <vt:lpstr>Office 主题​​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183</cp:revision>
  <dcterms:created xsi:type="dcterms:W3CDTF">2019-06-19T02:08:00Z</dcterms:created>
  <dcterms:modified xsi:type="dcterms:W3CDTF">2022-11-18T13:48:22Z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63AEAEFAC9944F60983680BF4577EA1F</vt:lpwstr>
  </property>
</Properties>
</file>