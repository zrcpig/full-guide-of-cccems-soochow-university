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60" r:id="rId6"/>
    <p:sldId id="262" r:id="rId7"/>
    <p:sldId id="261" r:id="rId8"/>
    <p:sldId id="285" r:id="rId9"/>
    <p:sldId id="286" r:id="rId10"/>
    <p:sldId id="287" r:id="rId11"/>
    <p:sldId id="266" r:id="rId12"/>
    <p:sldId id="267" r:id="rId13"/>
    <p:sldId id="288" r:id="rId14"/>
    <p:sldId id="269" r:id="rId15"/>
    <p:sldId id="270" r:id="rId16"/>
    <p:sldId id="271" r:id="rId17"/>
    <p:sldId id="272" r:id="rId18"/>
    <p:sldId id="273" r:id="rId19"/>
    <p:sldId id="289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04"/>
        <p:guide pos="38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gs" Target="tags/tag125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DF0B68-DFD4-4DD4-83DE-4695E61BF77C}" type="doc">
      <dgm:prSet loTypeId="urn:microsoft.com/office/officeart/2005/8/layout/hList6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B4ECF70-0805-49A8-9A9E-0304F2BE1D2C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dirty="0" smtClean="0"/>
            <a:t>4.1</a:t>
          </a:r>
          <a:r>
            <a:rPr lang="en-US" altLang="en-US" b="1" dirty="0" smtClean="0"/>
            <a:t/>
          </a:r>
          <a:endParaRPr lang="en-US" altLang="en-US" b="1" dirty="0" smtClean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dirty="0" smtClean="0"/>
            <a:t> </a:t>
          </a:r>
          <a:r>
            <a:rPr lang="zh-CN" altLang="en-US" b="1" dirty="0" smtClean="0"/>
            <a:t>不定积分的基本概念</a:t>
          </a:r>
          <a:r>
            <a:rPr lang="zh-CN" altLang="en-US" b="1" dirty="0"/>
            <a:t/>
          </a:r>
          <a:endParaRPr lang="zh-CN" altLang="en-US" b="1" dirty="0"/>
        </a:p>
      </dgm:t>
    </dgm:pt>
    <dgm:pt modelId="{15E8EA0F-EA67-4627-B9BC-0E8E8DC3CA69}" cxnId="{9A627551-E168-469E-BE7B-25454E43F9D7}" type="parTrans">
      <dgm:prSet/>
      <dgm:spPr/>
      <dgm:t>
        <a:bodyPr/>
        <a:lstStyle/>
        <a:p>
          <a:endParaRPr lang="zh-CN" altLang="en-US"/>
        </a:p>
      </dgm:t>
    </dgm:pt>
    <dgm:pt modelId="{6C6F6A53-5632-4BEF-B3DD-B11949505FC7}" cxnId="{9A627551-E168-469E-BE7B-25454E43F9D7}" type="sibTrans">
      <dgm:prSet/>
      <dgm:spPr/>
      <dgm:t>
        <a:bodyPr/>
        <a:lstStyle/>
        <a:p>
          <a:endParaRPr lang="zh-CN" altLang="en-US"/>
        </a:p>
      </dgm:t>
    </dgm:pt>
    <dgm:pt modelId="{BD9EEA23-2725-4BF0-A933-F4A4969F006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/>
            <a:t>4.2</a:t>
          </a:r>
          <a:r>
            <a:rPr lang="en-US" b="1" dirty="0" smtClean="0"/>
            <a:t/>
          </a:r>
          <a:endParaRPr lang="en-US" b="1" dirty="0" smtClean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/>
            <a:t>不定积分的换元法和分部积分法</a:t>
          </a:r>
          <a:r>
            <a:rPr lang="zh-CN" altLang="en-US" dirty="0"/>
            <a:t/>
          </a:r>
          <a:endParaRPr lang="zh-CN" altLang="en-US" dirty="0"/>
        </a:p>
      </dgm:t>
    </dgm:pt>
    <dgm:pt modelId="{65534165-4BF4-4107-AC03-CF9010C6D8D0}" cxnId="{0EAB2B07-FFCA-48FF-8CBC-2A8CB3A17B52}" type="parTrans">
      <dgm:prSet/>
      <dgm:spPr/>
      <dgm:t>
        <a:bodyPr/>
        <a:lstStyle/>
        <a:p>
          <a:endParaRPr lang="zh-CN" altLang="en-US"/>
        </a:p>
      </dgm:t>
    </dgm:pt>
    <dgm:pt modelId="{A70B5CF8-1CA7-4E4E-958C-0A620C331DF5}" cxnId="{0EAB2B07-FFCA-48FF-8CBC-2A8CB3A17B52}" type="sibTrans">
      <dgm:prSet/>
      <dgm:spPr/>
      <dgm:t>
        <a:bodyPr/>
        <a:lstStyle/>
        <a:p>
          <a:endParaRPr lang="zh-CN" altLang="en-US"/>
        </a:p>
      </dgm:t>
    </dgm:pt>
    <dgm:pt modelId="{DC31839E-2A09-46F7-8774-0908F09F857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/>
            <a:t>4.3</a:t>
          </a:r>
          <a:r>
            <a:rPr lang="en-US" b="1" dirty="0" smtClean="0"/>
            <a:t/>
          </a:r>
          <a:endParaRPr lang="en-US" b="1" dirty="0" smtClean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/>
            <a:t>特殊类型函数的不定积分</a:t>
          </a:r>
          <a:r>
            <a:rPr lang="zh-CN" altLang="en-US" dirty="0"/>
            <a:t/>
          </a:r>
          <a:endParaRPr lang="zh-CN" altLang="en-US" dirty="0"/>
        </a:p>
      </dgm:t>
    </dgm:pt>
    <dgm:pt modelId="{E943DA80-8348-4389-B2EC-0D2F4B5CFF3C}" cxnId="{DBBE6E25-B982-4EEC-A5B9-F6A04C4075C6}" type="parTrans">
      <dgm:prSet/>
      <dgm:spPr/>
      <dgm:t>
        <a:bodyPr/>
        <a:lstStyle/>
        <a:p>
          <a:endParaRPr lang="zh-CN" altLang="en-US"/>
        </a:p>
      </dgm:t>
    </dgm:pt>
    <dgm:pt modelId="{56E84DFA-AF93-46E6-97C2-E53748711044}" cxnId="{DBBE6E25-B982-4EEC-A5B9-F6A04C4075C6}" type="sibTrans">
      <dgm:prSet/>
      <dgm:spPr/>
      <dgm:t>
        <a:bodyPr/>
        <a:lstStyle/>
        <a:p>
          <a:endParaRPr lang="zh-CN" altLang="en-US"/>
        </a:p>
      </dgm:t>
    </dgm:pt>
    <dgm:pt modelId="{69B6819C-70BA-42A6-AF3A-50BAE5334D4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/>
            <a:t>4.4</a:t>
          </a:r>
          <a:r>
            <a:rPr lang="en-US" b="1" dirty="0" smtClean="0"/>
            <a:t/>
          </a:r>
          <a:endParaRPr lang="en-US" b="1" dirty="0" smtClean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/>
            <a:t>本章回顾</a:t>
          </a:r>
          <a:r>
            <a:rPr lang="zh-CN" altLang="en-US" dirty="0"/>
            <a:t/>
          </a:r>
          <a:endParaRPr lang="zh-CN" altLang="en-US" dirty="0"/>
        </a:p>
      </dgm:t>
    </dgm:pt>
    <dgm:pt modelId="{F3F6C884-F06F-4A78-A559-66AC4DCEEC4A}" cxnId="{5C0EF11C-6205-47FB-9D63-FE2517635C1D}" type="parTrans">
      <dgm:prSet/>
      <dgm:spPr/>
      <dgm:t>
        <a:bodyPr/>
        <a:lstStyle/>
        <a:p>
          <a:endParaRPr lang="zh-CN" altLang="en-US"/>
        </a:p>
      </dgm:t>
    </dgm:pt>
    <dgm:pt modelId="{E0B6E77A-7732-4D1D-A7AA-389C9E3076DE}" cxnId="{5C0EF11C-6205-47FB-9D63-FE2517635C1D}" type="sibTrans">
      <dgm:prSet/>
      <dgm:spPr/>
      <dgm:t>
        <a:bodyPr/>
        <a:lstStyle/>
        <a:p>
          <a:endParaRPr lang="zh-CN" altLang="en-US"/>
        </a:p>
      </dgm:t>
    </dgm:pt>
    <dgm:pt modelId="{DEF8E02A-4E5D-4395-AFC5-EA563C9C0429}" type="pres">
      <dgm:prSet presAssocID="{04DF0B68-DFD4-4DD4-83DE-4695E61BF77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31FB115-D5DB-4F43-A09F-013FA5907E42}" type="pres">
      <dgm:prSet presAssocID="{FB4ECF70-0805-49A8-9A9E-0304F2BE1D2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534460F-27BB-40F5-8F79-7F06BED454EC}" type="pres">
      <dgm:prSet presAssocID="{6C6F6A53-5632-4BEF-B3DD-B11949505FC7}" presName="sibTrans" presStyleCnt="0"/>
      <dgm:spPr/>
    </dgm:pt>
    <dgm:pt modelId="{64677DE0-1BA6-4B1E-98CE-840FBFF227F8}" type="pres">
      <dgm:prSet presAssocID="{BD9EEA23-2725-4BF0-A933-F4A4969F006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E35292-EA5E-4D7D-B5BC-3605A400973C}" type="pres">
      <dgm:prSet presAssocID="{A70B5CF8-1CA7-4E4E-958C-0A620C331DF5}" presName="sibTrans" presStyleCnt="0"/>
      <dgm:spPr/>
    </dgm:pt>
    <dgm:pt modelId="{A70BA567-92B2-4D80-B01E-41ABF675126F}" type="pres">
      <dgm:prSet presAssocID="{DC31839E-2A09-46F7-8774-0908F09F857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46E7E8-262A-4670-B940-130BD48EEC12}" type="pres">
      <dgm:prSet presAssocID="{56E84DFA-AF93-46E6-97C2-E53748711044}" presName="sibTrans" presStyleCnt="0"/>
      <dgm:spPr/>
    </dgm:pt>
    <dgm:pt modelId="{415095FE-1421-4AF0-A2E2-B45B3225990A}" type="pres">
      <dgm:prSet presAssocID="{69B6819C-70BA-42A6-AF3A-50BAE5334D4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A627551-E168-469E-BE7B-25454E43F9D7}" srcId="{04DF0B68-DFD4-4DD4-83DE-4695E61BF77C}" destId="{FB4ECF70-0805-49A8-9A9E-0304F2BE1D2C}" srcOrd="0" destOrd="0" parTransId="{15E8EA0F-EA67-4627-B9BC-0E8E8DC3CA69}" sibTransId="{6C6F6A53-5632-4BEF-B3DD-B11949505FC7}"/>
    <dgm:cxn modelId="{0EAB2B07-FFCA-48FF-8CBC-2A8CB3A17B52}" srcId="{04DF0B68-DFD4-4DD4-83DE-4695E61BF77C}" destId="{BD9EEA23-2725-4BF0-A933-F4A4969F0062}" srcOrd="1" destOrd="0" parTransId="{65534165-4BF4-4107-AC03-CF9010C6D8D0}" sibTransId="{A70B5CF8-1CA7-4E4E-958C-0A620C331DF5}"/>
    <dgm:cxn modelId="{DBBE6E25-B982-4EEC-A5B9-F6A04C4075C6}" srcId="{04DF0B68-DFD4-4DD4-83DE-4695E61BF77C}" destId="{DC31839E-2A09-46F7-8774-0908F09F8573}" srcOrd="2" destOrd="0" parTransId="{E943DA80-8348-4389-B2EC-0D2F4B5CFF3C}" sibTransId="{56E84DFA-AF93-46E6-97C2-E53748711044}"/>
    <dgm:cxn modelId="{5C0EF11C-6205-47FB-9D63-FE2517635C1D}" srcId="{04DF0B68-DFD4-4DD4-83DE-4695E61BF77C}" destId="{69B6819C-70BA-42A6-AF3A-50BAE5334D43}" srcOrd="3" destOrd="0" parTransId="{F3F6C884-F06F-4A78-A559-66AC4DCEEC4A}" sibTransId="{E0B6E77A-7732-4D1D-A7AA-389C9E3076DE}"/>
    <dgm:cxn modelId="{DA59AC54-9601-40FE-B275-88056CD05B9C}" type="presOf" srcId="{04DF0B68-DFD4-4DD4-83DE-4695E61BF77C}" destId="{DEF8E02A-4E5D-4395-AFC5-EA563C9C0429}" srcOrd="0" destOrd="0" presId="urn:microsoft.com/office/officeart/2005/8/layout/hList6"/>
    <dgm:cxn modelId="{729C400A-BD5A-4220-8364-ADAB0D236961}" type="presParOf" srcId="{DEF8E02A-4E5D-4395-AFC5-EA563C9C0429}" destId="{B31FB115-D5DB-4F43-A09F-013FA5907E42}" srcOrd="0" destOrd="0" presId="urn:microsoft.com/office/officeart/2005/8/layout/hList6"/>
    <dgm:cxn modelId="{F7E8BA7D-D5C1-4988-A5B3-FA81DB938B6A}" type="presOf" srcId="{FB4ECF70-0805-49A8-9A9E-0304F2BE1D2C}" destId="{B31FB115-D5DB-4F43-A09F-013FA5907E42}" srcOrd="0" destOrd="0" presId="urn:microsoft.com/office/officeart/2005/8/layout/hList6"/>
    <dgm:cxn modelId="{F3279E06-2139-4507-8A4E-9A3411C8FD28}" type="presParOf" srcId="{DEF8E02A-4E5D-4395-AFC5-EA563C9C0429}" destId="{2534460F-27BB-40F5-8F79-7F06BED454EC}" srcOrd="1" destOrd="0" presId="urn:microsoft.com/office/officeart/2005/8/layout/hList6"/>
    <dgm:cxn modelId="{AB1744A1-EDA5-4AD6-BDC3-E0DCEF7F9B38}" type="presParOf" srcId="{DEF8E02A-4E5D-4395-AFC5-EA563C9C0429}" destId="{64677DE0-1BA6-4B1E-98CE-840FBFF227F8}" srcOrd="2" destOrd="0" presId="urn:microsoft.com/office/officeart/2005/8/layout/hList6"/>
    <dgm:cxn modelId="{00F64429-FD86-45BF-86EB-85DA35F21C8F}" type="presOf" srcId="{BD9EEA23-2725-4BF0-A933-F4A4969F0062}" destId="{64677DE0-1BA6-4B1E-98CE-840FBFF227F8}" srcOrd="0" destOrd="0" presId="urn:microsoft.com/office/officeart/2005/8/layout/hList6"/>
    <dgm:cxn modelId="{5F976DC6-0DD6-49B6-AF20-7A34512A0A9D}" type="presParOf" srcId="{DEF8E02A-4E5D-4395-AFC5-EA563C9C0429}" destId="{E7E35292-EA5E-4D7D-B5BC-3605A400973C}" srcOrd="3" destOrd="0" presId="urn:microsoft.com/office/officeart/2005/8/layout/hList6"/>
    <dgm:cxn modelId="{BA53D414-B5AB-43DB-9220-ACD60CD5DE08}" type="presParOf" srcId="{DEF8E02A-4E5D-4395-AFC5-EA563C9C0429}" destId="{A70BA567-92B2-4D80-B01E-41ABF675126F}" srcOrd="4" destOrd="0" presId="urn:microsoft.com/office/officeart/2005/8/layout/hList6"/>
    <dgm:cxn modelId="{0E5348B7-F0AA-4401-B877-F9F2FBECD892}" type="presOf" srcId="{DC31839E-2A09-46F7-8774-0908F09F8573}" destId="{A70BA567-92B2-4D80-B01E-41ABF675126F}" srcOrd="0" destOrd="0" presId="urn:microsoft.com/office/officeart/2005/8/layout/hList6"/>
    <dgm:cxn modelId="{7AAE81F7-257B-442A-8340-676EE680D0B0}" type="presParOf" srcId="{DEF8E02A-4E5D-4395-AFC5-EA563C9C0429}" destId="{3746E7E8-262A-4670-B940-130BD48EEC12}" srcOrd="5" destOrd="0" presId="urn:microsoft.com/office/officeart/2005/8/layout/hList6"/>
    <dgm:cxn modelId="{1F44FBC6-8BE8-4442-8D2D-7770EF5CB98F}" type="presParOf" srcId="{DEF8E02A-4E5D-4395-AFC5-EA563C9C0429}" destId="{415095FE-1421-4AF0-A2E2-B45B3225990A}" srcOrd="6" destOrd="0" presId="urn:microsoft.com/office/officeart/2005/8/layout/hList6"/>
    <dgm:cxn modelId="{F8E10354-27BE-46D4-A377-38BE80114773}" type="presOf" srcId="{69B6819C-70BA-42A6-AF3A-50BAE5334D43}" destId="{415095FE-1421-4AF0-A2E2-B45B3225990A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144000" cy="4963829"/>
        <a:chOff x="0" y="0"/>
        <a:chExt cx="9144000" cy="4963829"/>
      </a:xfrm>
    </dsp:grpSpPr>
    <dsp:sp modelId="{B31FB115-D5DB-4F43-A09F-013FA5907E42}">
      <dsp:nvSpPr>
        <dsp:cNvPr id="3" name="流程图: 手动操作 2"/>
        <dsp:cNvSpPr/>
      </dsp:nvSpPr>
      <dsp:spPr bwMode="white">
        <a:xfrm rot="-5400000">
          <a:off x="-1399784" y="1399784"/>
          <a:ext cx="4963829" cy="2164260"/>
        </a:xfrm>
        <a:prstGeom prst="flowChartManualOperation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rot="5400000" vert="horz" wrap="square" lIns="215900" tIns="0" rIns="215900" bIns="0" anchor="ctr"/>
        <a:lstStyle>
          <a:lvl1pPr algn="ctr">
            <a:defRPr sz="34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dirty="0" smtClean="0"/>
            <a:t>4.1</a:t>
          </a:r>
          <a:endParaRPr lang="en-US" altLang="en-US" b="1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1" dirty="0" smtClean="0"/>
            <a:t> </a:t>
          </a:r>
          <a:r>
            <a:rPr lang="zh-CN" altLang="en-US" b="1" dirty="0" smtClean="0"/>
            <a:t>不定积分的基本概念</a:t>
          </a:r>
          <a:endParaRPr lang="zh-CN" altLang="en-US" b="1" dirty="0"/>
        </a:p>
      </dsp:txBody>
      <dsp:txXfrm rot="-5400000">
        <a:off x="-1399784" y="1399784"/>
        <a:ext cx="4963829" cy="2164260"/>
      </dsp:txXfrm>
    </dsp:sp>
    <dsp:sp modelId="{64677DE0-1BA6-4B1E-98CE-840FBFF227F8}">
      <dsp:nvSpPr>
        <dsp:cNvPr id="4" name="流程图: 手动操作 3"/>
        <dsp:cNvSpPr/>
      </dsp:nvSpPr>
      <dsp:spPr bwMode="white">
        <a:xfrm rot="-5400000">
          <a:off x="926796" y="1399784"/>
          <a:ext cx="4963829" cy="2164260"/>
        </a:xfrm>
        <a:prstGeom prst="flowChartManualOperation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rot="5400000" vert="horz" wrap="square" lIns="215900" tIns="0" rIns="215900" bIns="0" anchor="ctr"/>
        <a:lstStyle>
          <a:lvl1pPr algn="ctr">
            <a:defRPr sz="34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/>
            <a:t>4.2</a:t>
          </a:r>
          <a:endParaRPr lang="en-US" b="1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/>
            <a:t>不定积分的换元法和分部积分法</a:t>
          </a:r>
          <a:endParaRPr lang="zh-CN" altLang="en-US" dirty="0"/>
        </a:p>
      </dsp:txBody>
      <dsp:txXfrm rot="-5400000">
        <a:off x="926796" y="1399784"/>
        <a:ext cx="4963829" cy="2164260"/>
      </dsp:txXfrm>
    </dsp:sp>
    <dsp:sp modelId="{A70BA567-92B2-4D80-B01E-41ABF675126F}">
      <dsp:nvSpPr>
        <dsp:cNvPr id="5" name="流程图: 手动操作 4"/>
        <dsp:cNvSpPr/>
      </dsp:nvSpPr>
      <dsp:spPr bwMode="white">
        <a:xfrm rot="-5400000">
          <a:off x="3253375" y="1399784"/>
          <a:ext cx="4963829" cy="2164260"/>
        </a:xfrm>
        <a:prstGeom prst="flowChartManualOperation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rot="5400000" vert="horz" wrap="square" lIns="215900" tIns="0" rIns="215900" bIns="0" anchor="ctr"/>
        <a:lstStyle>
          <a:lvl1pPr algn="ctr">
            <a:defRPr sz="34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/>
            <a:t>4.3</a:t>
          </a:r>
          <a:endParaRPr lang="en-US" b="1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/>
            <a:t>特殊类型函数的不定积分</a:t>
          </a:r>
          <a:endParaRPr lang="zh-CN" altLang="en-US" dirty="0"/>
        </a:p>
      </dsp:txBody>
      <dsp:txXfrm rot="-5400000">
        <a:off x="3253375" y="1399784"/>
        <a:ext cx="4963829" cy="2164260"/>
      </dsp:txXfrm>
    </dsp:sp>
    <dsp:sp modelId="{415095FE-1421-4AF0-A2E2-B45B3225990A}">
      <dsp:nvSpPr>
        <dsp:cNvPr id="6" name="流程图: 手动操作 5"/>
        <dsp:cNvSpPr/>
      </dsp:nvSpPr>
      <dsp:spPr bwMode="white">
        <a:xfrm rot="-5400000">
          <a:off x="5579955" y="1399784"/>
          <a:ext cx="4963829" cy="2164260"/>
        </a:xfrm>
        <a:prstGeom prst="flowChartManualOperation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rot="5400000" vert="horz" wrap="square" lIns="215900" tIns="0" rIns="215900" bIns="0" anchor="ctr"/>
        <a:lstStyle>
          <a:lvl1pPr algn="ctr">
            <a:defRPr sz="34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/>
            <a:t>4.4</a:t>
          </a:r>
          <a:endParaRPr lang="en-US" b="1" dirty="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/>
            <a:t>本章回顾</a:t>
          </a:r>
          <a:endParaRPr lang="zh-CN" altLang="en-US" dirty="0"/>
        </a:p>
      </dsp:txBody>
      <dsp:txXfrm rot="-5400000">
        <a:off x="5579955" y="1399784"/>
        <a:ext cx="4963829" cy="2164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7" Type="http://schemas.openxmlformats.org/officeDocument/2006/relationships/image" Target="../media/image22.wmf"/><Relationship Id="rId16" Type="http://schemas.openxmlformats.org/officeDocument/2006/relationships/image" Target="../media/image21.wmf"/><Relationship Id="rId15" Type="http://schemas.openxmlformats.org/officeDocument/2006/relationships/image" Target="../media/image20.wmf"/><Relationship Id="rId14" Type="http://schemas.openxmlformats.org/officeDocument/2006/relationships/image" Target="../media/image19.wmf"/><Relationship Id="rId13" Type="http://schemas.openxmlformats.org/officeDocument/2006/relationships/image" Target="../media/image18.wmf"/><Relationship Id="rId12" Type="http://schemas.openxmlformats.org/officeDocument/2006/relationships/image" Target="../media/image17.wmf"/><Relationship Id="rId11" Type="http://schemas.openxmlformats.org/officeDocument/2006/relationships/image" Target="../media/image16.wmf"/><Relationship Id="rId10" Type="http://schemas.openxmlformats.org/officeDocument/2006/relationships/image" Target="../media/image15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5" Type="http://schemas.openxmlformats.org/officeDocument/2006/relationships/image" Target="../media/image37.wmf"/><Relationship Id="rId14" Type="http://schemas.openxmlformats.org/officeDocument/2006/relationships/image" Target="../media/image36.wmf"/><Relationship Id="rId13" Type="http://schemas.openxmlformats.org/officeDocument/2006/relationships/image" Target="../media/image35.wmf"/><Relationship Id="rId12" Type="http://schemas.openxmlformats.org/officeDocument/2006/relationships/image" Target="../media/image34.wmf"/><Relationship Id="rId11" Type="http://schemas.openxmlformats.org/officeDocument/2006/relationships/image" Target="../media/image33.wmf"/><Relationship Id="rId10" Type="http://schemas.openxmlformats.org/officeDocument/2006/relationships/image" Target="../media/image32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0" Type="http://schemas.openxmlformats.org/officeDocument/2006/relationships/image" Target="../media/image55.wmf"/><Relationship Id="rId1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wmf"/><Relationship Id="rId8" Type="http://schemas.openxmlformats.org/officeDocument/2006/relationships/image" Target="../media/image63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4" Type="http://schemas.openxmlformats.org/officeDocument/2006/relationships/image" Target="../media/image69.wmf"/><Relationship Id="rId13" Type="http://schemas.openxmlformats.org/officeDocument/2006/relationships/image" Target="../media/image68.wmf"/><Relationship Id="rId12" Type="http://schemas.openxmlformats.org/officeDocument/2006/relationships/image" Target="../media/image67.wmf"/><Relationship Id="rId11" Type="http://schemas.openxmlformats.org/officeDocument/2006/relationships/image" Target="../media/image66.wmf"/><Relationship Id="rId10" Type="http://schemas.openxmlformats.org/officeDocument/2006/relationships/image" Target="../media/image65.wmf"/><Relationship Id="rId1" Type="http://schemas.openxmlformats.org/officeDocument/2006/relationships/image" Target="../media/image56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78.wmf"/><Relationship Id="rId8" Type="http://schemas.openxmlformats.org/officeDocument/2006/relationships/image" Target="../media/image77.wmf"/><Relationship Id="rId7" Type="http://schemas.openxmlformats.org/officeDocument/2006/relationships/image" Target="../media/image76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6" Type="http://schemas.openxmlformats.org/officeDocument/2006/relationships/image" Target="../media/image85.wmf"/><Relationship Id="rId15" Type="http://schemas.openxmlformats.org/officeDocument/2006/relationships/image" Target="../media/image84.wmf"/><Relationship Id="rId14" Type="http://schemas.openxmlformats.org/officeDocument/2006/relationships/image" Target="../media/image83.wmf"/><Relationship Id="rId13" Type="http://schemas.openxmlformats.org/officeDocument/2006/relationships/image" Target="../media/image82.wmf"/><Relationship Id="rId12" Type="http://schemas.openxmlformats.org/officeDocument/2006/relationships/image" Target="../media/image81.wmf"/><Relationship Id="rId11" Type="http://schemas.openxmlformats.org/officeDocument/2006/relationships/image" Target="../media/image80.wmf"/><Relationship Id="rId10" Type="http://schemas.openxmlformats.org/officeDocument/2006/relationships/image" Target="../media/image79.wmf"/><Relationship Id="rId1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image" Target="../media/image101.wmf"/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9" Type="http://schemas.openxmlformats.org/officeDocument/2006/relationships/image" Target="../media/image112.wmf"/><Relationship Id="rId18" Type="http://schemas.openxmlformats.org/officeDocument/2006/relationships/image" Target="../media/image111.wmf"/><Relationship Id="rId17" Type="http://schemas.openxmlformats.org/officeDocument/2006/relationships/image" Target="../media/image110.wmf"/><Relationship Id="rId16" Type="http://schemas.openxmlformats.org/officeDocument/2006/relationships/image" Target="../media/image109.wmf"/><Relationship Id="rId15" Type="http://schemas.openxmlformats.org/officeDocument/2006/relationships/image" Target="../media/image108.wmf"/><Relationship Id="rId14" Type="http://schemas.openxmlformats.org/officeDocument/2006/relationships/image" Target="../media/image107.wmf"/><Relationship Id="rId13" Type="http://schemas.openxmlformats.org/officeDocument/2006/relationships/image" Target="../media/image106.wmf"/><Relationship Id="rId12" Type="http://schemas.openxmlformats.org/officeDocument/2006/relationships/image" Target="../media/image105.wmf"/><Relationship Id="rId11" Type="http://schemas.openxmlformats.org/officeDocument/2006/relationships/image" Target="../media/image104.wmf"/><Relationship Id="rId10" Type="http://schemas.openxmlformats.org/officeDocument/2006/relationships/image" Target="../media/image103.wmf"/><Relationship Id="rId1" Type="http://schemas.openxmlformats.org/officeDocument/2006/relationships/image" Target="../media/image94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120.wmf"/><Relationship Id="rId7" Type="http://schemas.openxmlformats.org/officeDocument/2006/relationships/image" Target="../media/image119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2" Type="http://schemas.openxmlformats.org/officeDocument/2006/relationships/image" Target="../media/image124.wmf"/><Relationship Id="rId11" Type="http://schemas.openxmlformats.org/officeDocument/2006/relationships/image" Target="../media/image123.wmf"/><Relationship Id="rId10" Type="http://schemas.openxmlformats.org/officeDocument/2006/relationships/image" Target="../media/image122.wmf"/><Relationship Id="rId1" Type="http://schemas.openxmlformats.org/officeDocument/2006/relationships/image" Target="../media/image11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wmf"/><Relationship Id="rId8" Type="http://schemas.openxmlformats.org/officeDocument/2006/relationships/image" Target="../media/image132.wmf"/><Relationship Id="rId7" Type="http://schemas.openxmlformats.org/officeDocument/2006/relationships/image" Target="../media/image131.wmf"/><Relationship Id="rId6" Type="http://schemas.openxmlformats.org/officeDocument/2006/relationships/image" Target="../media/image130.e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0" Type="http://schemas.openxmlformats.org/officeDocument/2006/relationships/image" Target="../media/image134.wmf"/><Relationship Id="rId1" Type="http://schemas.openxmlformats.org/officeDocument/2006/relationships/image" Target="../media/image125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3" Type="http://schemas.openxmlformats.org/officeDocument/2006/relationships/image" Target="../media/image147.wmf"/><Relationship Id="rId12" Type="http://schemas.openxmlformats.org/officeDocument/2006/relationships/image" Target="../media/image146.wmf"/><Relationship Id="rId11" Type="http://schemas.openxmlformats.org/officeDocument/2006/relationships/image" Target="../media/image145.wmf"/><Relationship Id="rId10" Type="http://schemas.openxmlformats.org/officeDocument/2006/relationships/image" Target="../media/image144.wmf"/><Relationship Id="rId1" Type="http://schemas.openxmlformats.org/officeDocument/2006/relationships/image" Target="../media/image135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wmf"/><Relationship Id="rId8" Type="http://schemas.openxmlformats.org/officeDocument/2006/relationships/image" Target="../media/image155.wmf"/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0" Type="http://schemas.openxmlformats.org/officeDocument/2006/relationships/image" Target="../media/image157.emf"/><Relationship Id="rId1" Type="http://schemas.openxmlformats.org/officeDocument/2006/relationships/image" Target="../media/image148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4.emf"/><Relationship Id="rId6" Type="http://schemas.openxmlformats.org/officeDocument/2006/relationships/image" Target="../media/image163.emf"/><Relationship Id="rId5" Type="http://schemas.openxmlformats.org/officeDocument/2006/relationships/image" Target="../media/image162.emf"/><Relationship Id="rId4" Type="http://schemas.openxmlformats.org/officeDocument/2006/relationships/image" Target="../media/image161.emf"/><Relationship Id="rId3" Type="http://schemas.openxmlformats.org/officeDocument/2006/relationships/image" Target="../media/image160.emf"/><Relationship Id="rId2" Type="http://schemas.openxmlformats.org/officeDocument/2006/relationships/image" Target="../media/image159.emf"/><Relationship Id="rId1" Type="http://schemas.openxmlformats.org/officeDocument/2006/relationships/image" Target="../media/image158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wmf"/><Relationship Id="rId8" Type="http://schemas.openxmlformats.org/officeDocument/2006/relationships/image" Target="../media/image172.wmf"/><Relationship Id="rId7" Type="http://schemas.openxmlformats.org/officeDocument/2006/relationships/image" Target="../media/image171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3" Type="http://schemas.openxmlformats.org/officeDocument/2006/relationships/image" Target="../media/image177.wmf"/><Relationship Id="rId12" Type="http://schemas.openxmlformats.org/officeDocument/2006/relationships/image" Target="../media/image176.wmf"/><Relationship Id="rId11" Type="http://schemas.openxmlformats.org/officeDocument/2006/relationships/image" Target="../media/image175.wmf"/><Relationship Id="rId10" Type="http://schemas.openxmlformats.org/officeDocument/2006/relationships/image" Target="../media/image174.wmf"/><Relationship Id="rId1" Type="http://schemas.openxmlformats.org/officeDocument/2006/relationships/image" Target="../media/image165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wmf"/><Relationship Id="rId8" Type="http://schemas.openxmlformats.org/officeDocument/2006/relationships/image" Target="../media/image185.wmf"/><Relationship Id="rId7" Type="http://schemas.openxmlformats.org/officeDocument/2006/relationships/image" Target="../media/image184.w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3" Type="http://schemas.openxmlformats.org/officeDocument/2006/relationships/image" Target="../media/image190.wmf"/><Relationship Id="rId12" Type="http://schemas.openxmlformats.org/officeDocument/2006/relationships/image" Target="../media/image189.wmf"/><Relationship Id="rId11" Type="http://schemas.openxmlformats.org/officeDocument/2006/relationships/image" Target="../media/image188.wmf"/><Relationship Id="rId10" Type="http://schemas.openxmlformats.org/officeDocument/2006/relationships/image" Target="../media/image187.wmf"/><Relationship Id="rId1" Type="http://schemas.openxmlformats.org/officeDocument/2006/relationships/image" Target="../media/image17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1.wmf"/><Relationship Id="rId8" Type="http://schemas.openxmlformats.org/officeDocument/2006/relationships/image" Target="../media/image200.wmf"/><Relationship Id="rId7" Type="http://schemas.openxmlformats.org/officeDocument/2006/relationships/image" Target="../media/image199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0" Type="http://schemas.openxmlformats.org/officeDocument/2006/relationships/image" Target="../media/image202.wmf"/><Relationship Id="rId1" Type="http://schemas.openxmlformats.org/officeDocument/2006/relationships/image" Target="../media/image19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7" Type="http://schemas.openxmlformats.org/officeDocument/2006/relationships/image" Target="../media/image209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20.vml.rels><?xml version="1.0" encoding="UTF-8" standalone="yes"?>
<Relationships xmlns="http://schemas.openxmlformats.org/package/2006/relationships"><Relationship Id="rId7" Type="http://schemas.openxmlformats.org/officeDocument/2006/relationships/image" Target="../media/image217.wmf"/><Relationship Id="rId6" Type="http://schemas.openxmlformats.org/officeDocument/2006/relationships/image" Target="../media/image216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7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6.wmf"/><Relationship Id="rId8" Type="http://schemas.openxmlformats.org/officeDocument/2006/relationships/image" Target="../media/image235.wmf"/><Relationship Id="rId7" Type="http://schemas.openxmlformats.org/officeDocument/2006/relationships/image" Target="../media/image234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7" Type="http://schemas.openxmlformats.org/officeDocument/2006/relationships/image" Target="../media/image244.wmf"/><Relationship Id="rId16" Type="http://schemas.openxmlformats.org/officeDocument/2006/relationships/image" Target="../media/image243.wmf"/><Relationship Id="rId15" Type="http://schemas.openxmlformats.org/officeDocument/2006/relationships/image" Target="../media/image242.wmf"/><Relationship Id="rId14" Type="http://schemas.openxmlformats.org/officeDocument/2006/relationships/image" Target="../media/image241.wmf"/><Relationship Id="rId13" Type="http://schemas.openxmlformats.org/officeDocument/2006/relationships/image" Target="../media/image240.wmf"/><Relationship Id="rId12" Type="http://schemas.openxmlformats.org/officeDocument/2006/relationships/image" Target="../media/image239.wmf"/><Relationship Id="rId11" Type="http://schemas.openxmlformats.org/officeDocument/2006/relationships/image" Target="../media/image238.wmf"/><Relationship Id="rId10" Type="http://schemas.openxmlformats.org/officeDocument/2006/relationships/image" Target="../media/image237.wmf"/><Relationship Id="rId1" Type="http://schemas.openxmlformats.org/officeDocument/2006/relationships/image" Target="../media/image228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3.wmf"/><Relationship Id="rId8" Type="http://schemas.openxmlformats.org/officeDocument/2006/relationships/image" Target="../media/image252.wmf"/><Relationship Id="rId7" Type="http://schemas.openxmlformats.org/officeDocument/2006/relationships/image" Target="../media/image251.wmf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4" Type="http://schemas.openxmlformats.org/officeDocument/2006/relationships/image" Target="../media/image258.wmf"/><Relationship Id="rId13" Type="http://schemas.openxmlformats.org/officeDocument/2006/relationships/image" Target="../media/image257.wmf"/><Relationship Id="rId12" Type="http://schemas.openxmlformats.org/officeDocument/2006/relationships/image" Target="../media/image256.wmf"/><Relationship Id="rId11" Type="http://schemas.openxmlformats.org/officeDocument/2006/relationships/image" Target="../media/image255.wmf"/><Relationship Id="rId10" Type="http://schemas.openxmlformats.org/officeDocument/2006/relationships/image" Target="../media/image254.wmf"/><Relationship Id="rId1" Type="http://schemas.openxmlformats.org/officeDocument/2006/relationships/image" Target="../media/image245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slide" Target="slide22.xml"/><Relationship Id="rId4" Type="http://schemas.openxmlformats.org/officeDocument/2006/relationships/slide" Target="slide18.xml"/><Relationship Id="rId3" Type="http://schemas.openxmlformats.org/officeDocument/2006/relationships/slide" Target="slide10.xml"/><Relationship Id="rId2" Type="http://schemas.openxmlformats.org/officeDocument/2006/relationships/slide" Target="slide1.xml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Relationship Id="rId36" Type="http://schemas.openxmlformats.org/officeDocument/2006/relationships/vmlDrawing" Target="../drawings/vmlDrawing2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22.wmf"/><Relationship Id="rId33" Type="http://schemas.openxmlformats.org/officeDocument/2006/relationships/oleObject" Target="../embeddings/oleObject22.bin"/><Relationship Id="rId32" Type="http://schemas.openxmlformats.org/officeDocument/2006/relationships/image" Target="../media/image21.wmf"/><Relationship Id="rId31" Type="http://schemas.openxmlformats.org/officeDocument/2006/relationships/oleObject" Target="../embeddings/oleObject21.bin"/><Relationship Id="rId30" Type="http://schemas.openxmlformats.org/officeDocument/2006/relationships/image" Target="../media/image20.wmf"/><Relationship Id="rId3" Type="http://schemas.openxmlformats.org/officeDocument/2006/relationships/oleObject" Target="../embeddings/oleObject7.bin"/><Relationship Id="rId29" Type="http://schemas.openxmlformats.org/officeDocument/2006/relationships/oleObject" Target="../embeddings/oleObject20.bin"/><Relationship Id="rId28" Type="http://schemas.openxmlformats.org/officeDocument/2006/relationships/image" Target="../media/image19.wmf"/><Relationship Id="rId27" Type="http://schemas.openxmlformats.org/officeDocument/2006/relationships/oleObject" Target="../embeddings/oleObject19.bin"/><Relationship Id="rId26" Type="http://schemas.openxmlformats.org/officeDocument/2006/relationships/image" Target="../media/image18.wmf"/><Relationship Id="rId25" Type="http://schemas.openxmlformats.org/officeDocument/2006/relationships/oleObject" Target="../embeddings/oleObject18.bin"/><Relationship Id="rId24" Type="http://schemas.openxmlformats.org/officeDocument/2006/relationships/image" Target="../media/image17.wmf"/><Relationship Id="rId23" Type="http://schemas.openxmlformats.org/officeDocument/2006/relationships/oleObject" Target="../embeddings/oleObject17.bin"/><Relationship Id="rId22" Type="http://schemas.openxmlformats.org/officeDocument/2006/relationships/image" Target="../media/image16.wmf"/><Relationship Id="rId21" Type="http://schemas.openxmlformats.org/officeDocument/2006/relationships/oleObject" Target="../embeddings/oleObject16.bin"/><Relationship Id="rId20" Type="http://schemas.openxmlformats.org/officeDocument/2006/relationships/image" Target="../media/image15.wmf"/><Relationship Id="rId2" Type="http://schemas.openxmlformats.org/officeDocument/2006/relationships/image" Target="../media/image6.wmf"/><Relationship Id="rId19" Type="http://schemas.openxmlformats.org/officeDocument/2006/relationships/oleObject" Target="../embeddings/oleObject15.bin"/><Relationship Id="rId18" Type="http://schemas.openxmlformats.org/officeDocument/2006/relationships/image" Target="../media/image14.wmf"/><Relationship Id="rId17" Type="http://schemas.openxmlformats.org/officeDocument/2006/relationships/oleObject" Target="../embeddings/oleObject14.bin"/><Relationship Id="rId16" Type="http://schemas.openxmlformats.org/officeDocument/2006/relationships/image" Target="../media/image13.w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wmf"/><Relationship Id="rId32" Type="http://schemas.openxmlformats.org/officeDocument/2006/relationships/vmlDrawing" Target="../drawings/vmlDrawing3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37.wmf"/><Relationship Id="rId3" Type="http://schemas.openxmlformats.org/officeDocument/2006/relationships/oleObject" Target="../embeddings/oleObject24.bin"/><Relationship Id="rId29" Type="http://schemas.openxmlformats.org/officeDocument/2006/relationships/oleObject" Target="../embeddings/oleObject37.bin"/><Relationship Id="rId28" Type="http://schemas.openxmlformats.org/officeDocument/2006/relationships/image" Target="../media/image36.wmf"/><Relationship Id="rId27" Type="http://schemas.openxmlformats.org/officeDocument/2006/relationships/oleObject" Target="../embeddings/oleObject36.bin"/><Relationship Id="rId26" Type="http://schemas.openxmlformats.org/officeDocument/2006/relationships/image" Target="../media/image35.wmf"/><Relationship Id="rId25" Type="http://schemas.openxmlformats.org/officeDocument/2006/relationships/oleObject" Target="../embeddings/oleObject35.bin"/><Relationship Id="rId24" Type="http://schemas.openxmlformats.org/officeDocument/2006/relationships/image" Target="../media/image34.wmf"/><Relationship Id="rId23" Type="http://schemas.openxmlformats.org/officeDocument/2006/relationships/oleObject" Target="../embeddings/oleObject34.bin"/><Relationship Id="rId22" Type="http://schemas.openxmlformats.org/officeDocument/2006/relationships/image" Target="../media/image33.wmf"/><Relationship Id="rId21" Type="http://schemas.openxmlformats.org/officeDocument/2006/relationships/oleObject" Target="../embeddings/oleObject33.bin"/><Relationship Id="rId20" Type="http://schemas.openxmlformats.org/officeDocument/2006/relationships/image" Target="../media/image32.wmf"/><Relationship Id="rId2" Type="http://schemas.openxmlformats.org/officeDocument/2006/relationships/image" Target="../media/image23.wmf"/><Relationship Id="rId19" Type="http://schemas.openxmlformats.org/officeDocument/2006/relationships/oleObject" Target="../embeddings/oleObject32.bin"/><Relationship Id="rId18" Type="http://schemas.openxmlformats.org/officeDocument/2006/relationships/image" Target="../media/image31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2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8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43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38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7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5.wmf"/><Relationship Id="rId2" Type="http://schemas.openxmlformats.org/officeDocument/2006/relationships/image" Target="../media/image46.wmf"/><Relationship Id="rId19" Type="http://schemas.openxmlformats.org/officeDocument/2006/relationships/oleObject" Target="../embeddings/oleObject55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54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53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7.wmf"/><Relationship Id="rId30" Type="http://schemas.openxmlformats.org/officeDocument/2006/relationships/vmlDrawing" Target="../drawings/vmlDrawing6.vml"/><Relationship Id="rId3" Type="http://schemas.openxmlformats.org/officeDocument/2006/relationships/oleObject" Target="../embeddings/oleObject57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69.wmf"/><Relationship Id="rId27" Type="http://schemas.openxmlformats.org/officeDocument/2006/relationships/oleObject" Target="../embeddings/oleObject69.bin"/><Relationship Id="rId26" Type="http://schemas.openxmlformats.org/officeDocument/2006/relationships/image" Target="../media/image68.wmf"/><Relationship Id="rId25" Type="http://schemas.openxmlformats.org/officeDocument/2006/relationships/oleObject" Target="../embeddings/oleObject68.bin"/><Relationship Id="rId24" Type="http://schemas.openxmlformats.org/officeDocument/2006/relationships/image" Target="../media/image67.wmf"/><Relationship Id="rId23" Type="http://schemas.openxmlformats.org/officeDocument/2006/relationships/oleObject" Target="../embeddings/oleObject67.bin"/><Relationship Id="rId22" Type="http://schemas.openxmlformats.org/officeDocument/2006/relationships/image" Target="../media/image66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65.wmf"/><Relationship Id="rId2" Type="http://schemas.openxmlformats.org/officeDocument/2006/relationships/image" Target="../media/image56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64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63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62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5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1.wmf"/><Relationship Id="rId34" Type="http://schemas.openxmlformats.org/officeDocument/2006/relationships/vmlDrawing" Target="../drawings/vmlDrawing7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85.wmf"/><Relationship Id="rId31" Type="http://schemas.openxmlformats.org/officeDocument/2006/relationships/oleObject" Target="../embeddings/oleObject85.bin"/><Relationship Id="rId30" Type="http://schemas.openxmlformats.org/officeDocument/2006/relationships/image" Target="../media/image84.wmf"/><Relationship Id="rId3" Type="http://schemas.openxmlformats.org/officeDocument/2006/relationships/oleObject" Target="../embeddings/oleObject71.bin"/><Relationship Id="rId29" Type="http://schemas.openxmlformats.org/officeDocument/2006/relationships/oleObject" Target="../embeddings/oleObject84.bin"/><Relationship Id="rId28" Type="http://schemas.openxmlformats.org/officeDocument/2006/relationships/image" Target="../media/image83.wmf"/><Relationship Id="rId27" Type="http://schemas.openxmlformats.org/officeDocument/2006/relationships/oleObject" Target="../embeddings/oleObject83.bin"/><Relationship Id="rId26" Type="http://schemas.openxmlformats.org/officeDocument/2006/relationships/image" Target="../media/image82.wmf"/><Relationship Id="rId25" Type="http://schemas.openxmlformats.org/officeDocument/2006/relationships/oleObject" Target="../embeddings/oleObject82.bin"/><Relationship Id="rId24" Type="http://schemas.openxmlformats.org/officeDocument/2006/relationships/image" Target="../media/image81.wmf"/><Relationship Id="rId23" Type="http://schemas.openxmlformats.org/officeDocument/2006/relationships/oleObject" Target="../embeddings/oleObject81.bin"/><Relationship Id="rId22" Type="http://schemas.openxmlformats.org/officeDocument/2006/relationships/image" Target="../media/image80.wmf"/><Relationship Id="rId21" Type="http://schemas.openxmlformats.org/officeDocument/2006/relationships/oleObject" Target="../embeddings/oleObject80.bin"/><Relationship Id="rId20" Type="http://schemas.openxmlformats.org/officeDocument/2006/relationships/image" Target="../media/image79.wmf"/><Relationship Id="rId2" Type="http://schemas.openxmlformats.org/officeDocument/2006/relationships/image" Target="../media/image70.wmf"/><Relationship Id="rId19" Type="http://schemas.openxmlformats.org/officeDocument/2006/relationships/oleObject" Target="../embeddings/oleObject79.bin"/><Relationship Id="rId18" Type="http://schemas.openxmlformats.org/officeDocument/2006/relationships/image" Target="../media/image78.wmf"/><Relationship Id="rId17" Type="http://schemas.openxmlformats.org/officeDocument/2006/relationships/oleObject" Target="../embeddings/oleObject78.bin"/><Relationship Id="rId16" Type="http://schemas.openxmlformats.org/officeDocument/2006/relationships/image" Target="../media/image77.wmf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76.w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70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6.wmf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93.w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92.w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8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6.bin"/><Relationship Id="rId40" Type="http://schemas.openxmlformats.org/officeDocument/2006/relationships/vmlDrawing" Target="../drawings/vmlDrawing9.vml"/><Relationship Id="rId4" Type="http://schemas.openxmlformats.org/officeDocument/2006/relationships/image" Target="../media/image95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112.wmf"/><Relationship Id="rId37" Type="http://schemas.openxmlformats.org/officeDocument/2006/relationships/oleObject" Target="../embeddings/oleObject112.bin"/><Relationship Id="rId36" Type="http://schemas.openxmlformats.org/officeDocument/2006/relationships/image" Target="../media/image111.wmf"/><Relationship Id="rId35" Type="http://schemas.openxmlformats.org/officeDocument/2006/relationships/oleObject" Target="../embeddings/oleObject111.bin"/><Relationship Id="rId34" Type="http://schemas.openxmlformats.org/officeDocument/2006/relationships/image" Target="../media/image110.wmf"/><Relationship Id="rId33" Type="http://schemas.openxmlformats.org/officeDocument/2006/relationships/oleObject" Target="../embeddings/oleObject110.bin"/><Relationship Id="rId32" Type="http://schemas.openxmlformats.org/officeDocument/2006/relationships/image" Target="../media/image109.wmf"/><Relationship Id="rId31" Type="http://schemas.openxmlformats.org/officeDocument/2006/relationships/oleObject" Target="../embeddings/oleObject109.bin"/><Relationship Id="rId30" Type="http://schemas.openxmlformats.org/officeDocument/2006/relationships/image" Target="../media/image108.wmf"/><Relationship Id="rId3" Type="http://schemas.openxmlformats.org/officeDocument/2006/relationships/oleObject" Target="../embeddings/oleObject95.bin"/><Relationship Id="rId29" Type="http://schemas.openxmlformats.org/officeDocument/2006/relationships/oleObject" Target="../embeddings/oleObject108.bin"/><Relationship Id="rId28" Type="http://schemas.openxmlformats.org/officeDocument/2006/relationships/image" Target="../media/image107.wmf"/><Relationship Id="rId27" Type="http://schemas.openxmlformats.org/officeDocument/2006/relationships/oleObject" Target="../embeddings/oleObject107.bin"/><Relationship Id="rId26" Type="http://schemas.openxmlformats.org/officeDocument/2006/relationships/image" Target="../media/image106.wmf"/><Relationship Id="rId25" Type="http://schemas.openxmlformats.org/officeDocument/2006/relationships/oleObject" Target="../embeddings/oleObject106.bin"/><Relationship Id="rId24" Type="http://schemas.openxmlformats.org/officeDocument/2006/relationships/image" Target="../media/image105.wmf"/><Relationship Id="rId23" Type="http://schemas.openxmlformats.org/officeDocument/2006/relationships/oleObject" Target="../embeddings/oleObject105.bin"/><Relationship Id="rId22" Type="http://schemas.openxmlformats.org/officeDocument/2006/relationships/image" Target="../media/image104.wmf"/><Relationship Id="rId21" Type="http://schemas.openxmlformats.org/officeDocument/2006/relationships/oleObject" Target="../embeddings/oleObject104.bin"/><Relationship Id="rId20" Type="http://schemas.openxmlformats.org/officeDocument/2006/relationships/image" Target="../media/image103.wmf"/><Relationship Id="rId2" Type="http://schemas.openxmlformats.org/officeDocument/2006/relationships/image" Target="../media/image94.wmf"/><Relationship Id="rId19" Type="http://schemas.openxmlformats.org/officeDocument/2006/relationships/oleObject" Target="../embeddings/oleObject103.bin"/><Relationship Id="rId18" Type="http://schemas.openxmlformats.org/officeDocument/2006/relationships/image" Target="../media/image102.wmf"/><Relationship Id="rId17" Type="http://schemas.openxmlformats.org/officeDocument/2006/relationships/oleObject" Target="../embeddings/oleObject102.bin"/><Relationship Id="rId16" Type="http://schemas.openxmlformats.org/officeDocument/2006/relationships/image" Target="../media/image101.wmf"/><Relationship Id="rId15" Type="http://schemas.openxmlformats.org/officeDocument/2006/relationships/oleObject" Target="../embeddings/oleObject101.bin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00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9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4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24.wmf"/><Relationship Id="rId23" Type="http://schemas.openxmlformats.org/officeDocument/2006/relationships/oleObject" Target="../embeddings/oleObject124.bin"/><Relationship Id="rId22" Type="http://schemas.openxmlformats.org/officeDocument/2006/relationships/image" Target="../media/image123.wmf"/><Relationship Id="rId21" Type="http://schemas.openxmlformats.org/officeDocument/2006/relationships/oleObject" Target="../embeddings/oleObject123.bin"/><Relationship Id="rId20" Type="http://schemas.openxmlformats.org/officeDocument/2006/relationships/image" Target="../media/image122.wmf"/><Relationship Id="rId2" Type="http://schemas.openxmlformats.org/officeDocument/2006/relationships/image" Target="../media/image113.wmf"/><Relationship Id="rId19" Type="http://schemas.openxmlformats.org/officeDocument/2006/relationships/oleObject" Target="../embeddings/oleObject122.bin"/><Relationship Id="rId18" Type="http://schemas.openxmlformats.org/officeDocument/2006/relationships/image" Target="../media/image121.wmf"/><Relationship Id="rId17" Type="http://schemas.openxmlformats.org/officeDocument/2006/relationships/oleObject" Target="../embeddings/oleObject121.bin"/><Relationship Id="rId16" Type="http://schemas.openxmlformats.org/officeDocument/2006/relationships/image" Target="../media/image120.wmf"/><Relationship Id="rId15" Type="http://schemas.openxmlformats.org/officeDocument/2006/relationships/oleObject" Target="../embeddings/oleObject120.bin"/><Relationship Id="rId14" Type="http://schemas.openxmlformats.org/officeDocument/2006/relationships/image" Target="../media/image119.wmf"/><Relationship Id="rId13" Type="http://schemas.openxmlformats.org/officeDocument/2006/relationships/oleObject" Target="../embeddings/oleObject119.bin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1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8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26.bin"/><Relationship Id="rId22" Type="http://schemas.openxmlformats.org/officeDocument/2006/relationships/vmlDrawing" Target="../drawings/vmlDrawing11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34.wmf"/><Relationship Id="rId2" Type="http://schemas.openxmlformats.org/officeDocument/2006/relationships/image" Target="../media/image125.wmf"/><Relationship Id="rId19" Type="http://schemas.openxmlformats.org/officeDocument/2006/relationships/oleObject" Target="../embeddings/oleObject134.bin"/><Relationship Id="rId18" Type="http://schemas.openxmlformats.org/officeDocument/2006/relationships/image" Target="../media/image133.wmf"/><Relationship Id="rId17" Type="http://schemas.openxmlformats.org/officeDocument/2006/relationships/oleObject" Target="../embeddings/oleObject133.bin"/><Relationship Id="rId16" Type="http://schemas.openxmlformats.org/officeDocument/2006/relationships/image" Target="../media/image132.wmf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31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30.emf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29.wmf"/><Relationship Id="rId1" Type="http://schemas.openxmlformats.org/officeDocument/2006/relationships/oleObject" Target="../embeddings/oleObject12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9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36.bin"/><Relationship Id="rId28" Type="http://schemas.openxmlformats.org/officeDocument/2006/relationships/vmlDrawing" Target="../drawings/vmlDrawing1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47.wmf"/><Relationship Id="rId25" Type="http://schemas.openxmlformats.org/officeDocument/2006/relationships/oleObject" Target="../embeddings/oleObject147.bin"/><Relationship Id="rId24" Type="http://schemas.openxmlformats.org/officeDocument/2006/relationships/image" Target="../media/image146.wmf"/><Relationship Id="rId23" Type="http://schemas.openxmlformats.org/officeDocument/2006/relationships/oleObject" Target="../embeddings/oleObject146.bin"/><Relationship Id="rId22" Type="http://schemas.openxmlformats.org/officeDocument/2006/relationships/image" Target="../media/image145.wmf"/><Relationship Id="rId21" Type="http://schemas.openxmlformats.org/officeDocument/2006/relationships/oleObject" Target="../embeddings/oleObject145.bin"/><Relationship Id="rId20" Type="http://schemas.openxmlformats.org/officeDocument/2006/relationships/image" Target="../media/image144.wmf"/><Relationship Id="rId2" Type="http://schemas.openxmlformats.org/officeDocument/2006/relationships/image" Target="../media/image135.wmf"/><Relationship Id="rId19" Type="http://schemas.openxmlformats.org/officeDocument/2006/relationships/oleObject" Target="../embeddings/oleObject144.bin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143.bin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142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141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140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13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49.bin"/><Relationship Id="rId22" Type="http://schemas.openxmlformats.org/officeDocument/2006/relationships/vmlDrawing" Target="../drawings/vmlDrawing13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57.emf"/><Relationship Id="rId2" Type="http://schemas.openxmlformats.org/officeDocument/2006/relationships/image" Target="../media/image148.wmf"/><Relationship Id="rId19" Type="http://schemas.openxmlformats.org/officeDocument/2006/relationships/oleObject" Target="../embeddings/oleObject157.bin"/><Relationship Id="rId18" Type="http://schemas.openxmlformats.org/officeDocument/2006/relationships/image" Target="../media/image156.wmf"/><Relationship Id="rId17" Type="http://schemas.openxmlformats.org/officeDocument/2006/relationships/oleObject" Target="../embeddings/oleObject156.bin"/><Relationship Id="rId16" Type="http://schemas.openxmlformats.org/officeDocument/2006/relationships/image" Target="../media/image155.wmf"/><Relationship Id="rId15" Type="http://schemas.openxmlformats.org/officeDocument/2006/relationships/oleObject" Target="../embeddings/oleObject155.bin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54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4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2.bin"/><Relationship Id="rId8" Type="http://schemas.openxmlformats.org/officeDocument/2006/relationships/image" Target="../media/image161.emf"/><Relationship Id="rId7" Type="http://schemas.openxmlformats.org/officeDocument/2006/relationships/oleObject" Target="../embeddings/oleObject161.bin"/><Relationship Id="rId6" Type="http://schemas.openxmlformats.org/officeDocument/2006/relationships/image" Target="../media/image160.e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59.emf"/><Relationship Id="rId3" Type="http://schemas.openxmlformats.org/officeDocument/2006/relationships/oleObject" Target="../embeddings/oleObject159.bin"/><Relationship Id="rId2" Type="http://schemas.openxmlformats.org/officeDocument/2006/relationships/image" Target="../media/image158.e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64.emf"/><Relationship Id="rId13" Type="http://schemas.openxmlformats.org/officeDocument/2006/relationships/oleObject" Target="../embeddings/oleObject164.bin"/><Relationship Id="rId12" Type="http://schemas.openxmlformats.org/officeDocument/2006/relationships/image" Target="../media/image163.emf"/><Relationship Id="rId11" Type="http://schemas.openxmlformats.org/officeDocument/2006/relationships/oleObject" Target="../embeddings/oleObject163.bin"/><Relationship Id="rId10" Type="http://schemas.openxmlformats.org/officeDocument/2006/relationships/image" Target="../media/image162.emf"/><Relationship Id="rId1" Type="http://schemas.openxmlformats.org/officeDocument/2006/relationships/oleObject" Target="../embeddings/oleObject15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68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66.wmf"/><Relationship Id="rId3" Type="http://schemas.openxmlformats.org/officeDocument/2006/relationships/oleObject" Target="../embeddings/oleObject166.bin"/><Relationship Id="rId28" Type="http://schemas.openxmlformats.org/officeDocument/2006/relationships/vmlDrawing" Target="../drawings/vmlDrawing15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77.wmf"/><Relationship Id="rId25" Type="http://schemas.openxmlformats.org/officeDocument/2006/relationships/oleObject" Target="../embeddings/oleObject177.bin"/><Relationship Id="rId24" Type="http://schemas.openxmlformats.org/officeDocument/2006/relationships/image" Target="../media/image176.wmf"/><Relationship Id="rId23" Type="http://schemas.openxmlformats.org/officeDocument/2006/relationships/oleObject" Target="../embeddings/oleObject176.bin"/><Relationship Id="rId22" Type="http://schemas.openxmlformats.org/officeDocument/2006/relationships/image" Target="../media/image175.wmf"/><Relationship Id="rId21" Type="http://schemas.openxmlformats.org/officeDocument/2006/relationships/oleObject" Target="../embeddings/oleObject175.bin"/><Relationship Id="rId20" Type="http://schemas.openxmlformats.org/officeDocument/2006/relationships/image" Target="../media/image174.wmf"/><Relationship Id="rId2" Type="http://schemas.openxmlformats.org/officeDocument/2006/relationships/image" Target="../media/image165.wmf"/><Relationship Id="rId19" Type="http://schemas.openxmlformats.org/officeDocument/2006/relationships/oleObject" Target="../embeddings/oleObject174.bin"/><Relationship Id="rId18" Type="http://schemas.openxmlformats.org/officeDocument/2006/relationships/image" Target="../media/image173.wmf"/><Relationship Id="rId17" Type="http://schemas.openxmlformats.org/officeDocument/2006/relationships/oleObject" Target="../embeddings/oleObject173.bin"/><Relationship Id="rId16" Type="http://schemas.openxmlformats.org/officeDocument/2006/relationships/image" Target="../media/image172.w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71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70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69.wmf"/><Relationship Id="rId1" Type="http://schemas.openxmlformats.org/officeDocument/2006/relationships/oleObject" Target="../embeddings/oleObject16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81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80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179.bin"/><Relationship Id="rId28" Type="http://schemas.openxmlformats.org/officeDocument/2006/relationships/vmlDrawing" Target="../drawings/vmlDrawing16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90.wmf"/><Relationship Id="rId25" Type="http://schemas.openxmlformats.org/officeDocument/2006/relationships/oleObject" Target="../embeddings/oleObject190.bin"/><Relationship Id="rId24" Type="http://schemas.openxmlformats.org/officeDocument/2006/relationships/image" Target="../media/image189.wmf"/><Relationship Id="rId23" Type="http://schemas.openxmlformats.org/officeDocument/2006/relationships/oleObject" Target="../embeddings/oleObject189.bin"/><Relationship Id="rId22" Type="http://schemas.openxmlformats.org/officeDocument/2006/relationships/image" Target="../media/image188.wmf"/><Relationship Id="rId21" Type="http://schemas.openxmlformats.org/officeDocument/2006/relationships/oleObject" Target="../embeddings/oleObject188.bin"/><Relationship Id="rId20" Type="http://schemas.openxmlformats.org/officeDocument/2006/relationships/image" Target="../media/image187.wmf"/><Relationship Id="rId2" Type="http://schemas.openxmlformats.org/officeDocument/2006/relationships/image" Target="../media/image178.wmf"/><Relationship Id="rId19" Type="http://schemas.openxmlformats.org/officeDocument/2006/relationships/oleObject" Target="../embeddings/oleObject187.bin"/><Relationship Id="rId18" Type="http://schemas.openxmlformats.org/officeDocument/2006/relationships/image" Target="../media/image186.wmf"/><Relationship Id="rId17" Type="http://schemas.openxmlformats.org/officeDocument/2006/relationships/oleObject" Target="../embeddings/oleObject186.bin"/><Relationship Id="rId16" Type="http://schemas.openxmlformats.org/officeDocument/2006/relationships/image" Target="../media/image185.wmf"/><Relationship Id="rId15" Type="http://schemas.openxmlformats.org/officeDocument/2006/relationships/oleObject" Target="../embeddings/oleObject185.bin"/><Relationship Id="rId14" Type="http://schemas.openxmlformats.org/officeDocument/2006/relationships/image" Target="../media/image184.wmf"/><Relationship Id="rId13" Type="http://schemas.openxmlformats.org/officeDocument/2006/relationships/oleObject" Target="../embeddings/oleObject184.bin"/><Relationship Id="rId12" Type="http://schemas.openxmlformats.org/officeDocument/2006/relationships/image" Target="../media/image183.wmf"/><Relationship Id="rId11" Type="http://schemas.openxmlformats.org/officeDocument/2006/relationships/oleObject" Target="../embeddings/oleObject183.bin"/><Relationship Id="rId10" Type="http://schemas.openxmlformats.org/officeDocument/2006/relationships/image" Target="../media/image182.wmf"/><Relationship Id="rId1" Type="http://schemas.openxmlformats.org/officeDocument/2006/relationships/oleObject" Target="../embeddings/oleObject178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92.wmf"/><Relationship Id="rId3" Type="http://schemas.openxmlformats.org/officeDocument/2006/relationships/oleObject" Target="../embeddings/oleObject192.bin"/><Relationship Id="rId2" Type="http://schemas.openxmlformats.org/officeDocument/2006/relationships/image" Target="../media/image191.wmf"/><Relationship Id="rId1" Type="http://schemas.openxmlformats.org/officeDocument/2006/relationships/oleObject" Target="../embeddings/oleObject191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194.bin"/><Relationship Id="rId22" Type="http://schemas.openxmlformats.org/officeDocument/2006/relationships/vmlDrawing" Target="../drawings/vmlDrawing18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02.wmf"/><Relationship Id="rId2" Type="http://schemas.openxmlformats.org/officeDocument/2006/relationships/image" Target="../media/image193.wmf"/><Relationship Id="rId19" Type="http://schemas.openxmlformats.org/officeDocument/2006/relationships/oleObject" Target="../embeddings/oleObject202.bin"/><Relationship Id="rId18" Type="http://schemas.openxmlformats.org/officeDocument/2006/relationships/image" Target="../media/image201.wmf"/><Relationship Id="rId17" Type="http://schemas.openxmlformats.org/officeDocument/2006/relationships/oleObject" Target="../embeddings/oleObject201.bin"/><Relationship Id="rId16" Type="http://schemas.openxmlformats.org/officeDocument/2006/relationships/image" Target="../media/image200.wmf"/><Relationship Id="rId15" Type="http://schemas.openxmlformats.org/officeDocument/2006/relationships/oleObject" Target="../embeddings/oleObject200.bin"/><Relationship Id="rId14" Type="http://schemas.openxmlformats.org/officeDocument/2006/relationships/image" Target="../media/image199.wmf"/><Relationship Id="rId13" Type="http://schemas.openxmlformats.org/officeDocument/2006/relationships/oleObject" Target="../embeddings/oleObject199.bin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93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7.bin"/><Relationship Id="rId8" Type="http://schemas.openxmlformats.org/officeDocument/2006/relationships/image" Target="../media/image206.wmf"/><Relationship Id="rId7" Type="http://schemas.openxmlformats.org/officeDocument/2006/relationships/oleObject" Target="../embeddings/oleObject206.bin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204.wmf"/><Relationship Id="rId3" Type="http://schemas.openxmlformats.org/officeDocument/2006/relationships/oleObject" Target="../embeddings/oleObject204.bin"/><Relationship Id="rId2" Type="http://schemas.openxmlformats.org/officeDocument/2006/relationships/image" Target="../media/image203.wmf"/><Relationship Id="rId19" Type="http://schemas.openxmlformats.org/officeDocument/2006/relationships/vmlDrawing" Target="../drawings/vmlDrawing19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210.wmf"/><Relationship Id="rId16" Type="http://schemas.openxmlformats.org/officeDocument/2006/relationships/oleObject" Target="../embeddings/oleObject211.bin"/><Relationship Id="rId15" Type="http://schemas.openxmlformats.org/officeDocument/2006/relationships/oleObject" Target="../embeddings/oleObject210.bin"/><Relationship Id="rId14" Type="http://schemas.openxmlformats.org/officeDocument/2006/relationships/image" Target="../media/image209.wmf"/><Relationship Id="rId13" Type="http://schemas.openxmlformats.org/officeDocument/2006/relationships/oleObject" Target="../embeddings/oleObject209.bin"/><Relationship Id="rId12" Type="http://schemas.openxmlformats.org/officeDocument/2006/relationships/image" Target="../media/image208.wmf"/><Relationship Id="rId11" Type="http://schemas.openxmlformats.org/officeDocument/2006/relationships/oleObject" Target="../embeddings/oleObject208.bin"/><Relationship Id="rId10" Type="http://schemas.openxmlformats.org/officeDocument/2006/relationships/image" Target="../media/image207.wmf"/><Relationship Id="rId1" Type="http://schemas.openxmlformats.org/officeDocument/2006/relationships/oleObject" Target="../embeddings/oleObject203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6.bin"/><Relationship Id="rId8" Type="http://schemas.openxmlformats.org/officeDocument/2006/relationships/image" Target="../media/image214.wmf"/><Relationship Id="rId7" Type="http://schemas.openxmlformats.org/officeDocument/2006/relationships/oleObject" Target="../embeddings/oleObject215.bin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14.bin"/><Relationship Id="rId4" Type="http://schemas.openxmlformats.org/officeDocument/2006/relationships/image" Target="../media/image212.wmf"/><Relationship Id="rId3" Type="http://schemas.openxmlformats.org/officeDocument/2006/relationships/oleObject" Target="../embeddings/oleObject213.bin"/><Relationship Id="rId2" Type="http://schemas.openxmlformats.org/officeDocument/2006/relationships/image" Target="../media/image211.wmf"/><Relationship Id="rId16" Type="http://schemas.openxmlformats.org/officeDocument/2006/relationships/vmlDrawing" Target="../drawings/vmlDrawing20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17.wmf"/><Relationship Id="rId13" Type="http://schemas.openxmlformats.org/officeDocument/2006/relationships/oleObject" Target="../embeddings/oleObject218.bin"/><Relationship Id="rId12" Type="http://schemas.openxmlformats.org/officeDocument/2006/relationships/image" Target="../media/image216.wmf"/><Relationship Id="rId11" Type="http://schemas.openxmlformats.org/officeDocument/2006/relationships/oleObject" Target="../embeddings/oleObject217.bin"/><Relationship Id="rId10" Type="http://schemas.openxmlformats.org/officeDocument/2006/relationships/image" Target="../media/image215.wmf"/><Relationship Id="rId1" Type="http://schemas.openxmlformats.org/officeDocument/2006/relationships/oleObject" Target="../embeddings/oleObject212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21.wmf"/><Relationship Id="rId7" Type="http://schemas.openxmlformats.org/officeDocument/2006/relationships/oleObject" Target="../embeddings/oleObject222.bin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21.bin"/><Relationship Id="rId4" Type="http://schemas.openxmlformats.org/officeDocument/2006/relationships/image" Target="../media/image219.wmf"/><Relationship Id="rId3" Type="http://schemas.openxmlformats.org/officeDocument/2006/relationships/oleObject" Target="../embeddings/oleObject220.bin"/><Relationship Id="rId2" Type="http://schemas.openxmlformats.org/officeDocument/2006/relationships/image" Target="../media/image218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219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7.bin"/><Relationship Id="rId8" Type="http://schemas.openxmlformats.org/officeDocument/2006/relationships/image" Target="../media/image225.wmf"/><Relationship Id="rId7" Type="http://schemas.openxmlformats.org/officeDocument/2006/relationships/oleObject" Target="../embeddings/oleObject226.bin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23.wmf"/><Relationship Id="rId3" Type="http://schemas.openxmlformats.org/officeDocument/2006/relationships/oleObject" Target="../embeddings/oleObject224.bin"/><Relationship Id="rId2" Type="http://schemas.openxmlformats.org/officeDocument/2006/relationships/image" Target="../media/image222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27.wmf"/><Relationship Id="rId11" Type="http://schemas.openxmlformats.org/officeDocument/2006/relationships/oleObject" Target="../embeddings/oleObject228.bin"/><Relationship Id="rId10" Type="http://schemas.openxmlformats.org/officeDocument/2006/relationships/image" Target="../media/image226.wmf"/><Relationship Id="rId1" Type="http://schemas.openxmlformats.org/officeDocument/2006/relationships/oleObject" Target="../embeddings/oleObject223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3.bin"/><Relationship Id="rId8" Type="http://schemas.openxmlformats.org/officeDocument/2006/relationships/image" Target="../media/image231.wmf"/><Relationship Id="rId7" Type="http://schemas.openxmlformats.org/officeDocument/2006/relationships/oleObject" Target="../embeddings/oleObject232.bin"/><Relationship Id="rId6" Type="http://schemas.openxmlformats.org/officeDocument/2006/relationships/image" Target="../media/image230.w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229.wmf"/><Relationship Id="rId36" Type="http://schemas.openxmlformats.org/officeDocument/2006/relationships/vmlDrawing" Target="../drawings/vmlDrawing23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244.wmf"/><Relationship Id="rId33" Type="http://schemas.openxmlformats.org/officeDocument/2006/relationships/oleObject" Target="../embeddings/oleObject245.bin"/><Relationship Id="rId32" Type="http://schemas.openxmlformats.org/officeDocument/2006/relationships/image" Target="../media/image243.wmf"/><Relationship Id="rId31" Type="http://schemas.openxmlformats.org/officeDocument/2006/relationships/oleObject" Target="../embeddings/oleObject244.bin"/><Relationship Id="rId30" Type="http://schemas.openxmlformats.org/officeDocument/2006/relationships/image" Target="../media/image242.wmf"/><Relationship Id="rId3" Type="http://schemas.openxmlformats.org/officeDocument/2006/relationships/oleObject" Target="../embeddings/oleObject230.bin"/><Relationship Id="rId29" Type="http://schemas.openxmlformats.org/officeDocument/2006/relationships/oleObject" Target="../embeddings/oleObject243.bin"/><Relationship Id="rId28" Type="http://schemas.openxmlformats.org/officeDocument/2006/relationships/image" Target="../media/image241.wmf"/><Relationship Id="rId27" Type="http://schemas.openxmlformats.org/officeDocument/2006/relationships/oleObject" Target="../embeddings/oleObject242.bin"/><Relationship Id="rId26" Type="http://schemas.openxmlformats.org/officeDocument/2006/relationships/image" Target="../media/image240.wmf"/><Relationship Id="rId25" Type="http://schemas.openxmlformats.org/officeDocument/2006/relationships/oleObject" Target="../embeddings/oleObject241.bin"/><Relationship Id="rId24" Type="http://schemas.openxmlformats.org/officeDocument/2006/relationships/image" Target="../media/image239.wmf"/><Relationship Id="rId23" Type="http://schemas.openxmlformats.org/officeDocument/2006/relationships/oleObject" Target="../embeddings/oleObject240.bin"/><Relationship Id="rId22" Type="http://schemas.openxmlformats.org/officeDocument/2006/relationships/image" Target="../media/image238.wmf"/><Relationship Id="rId21" Type="http://schemas.openxmlformats.org/officeDocument/2006/relationships/oleObject" Target="../embeddings/oleObject239.bin"/><Relationship Id="rId20" Type="http://schemas.openxmlformats.org/officeDocument/2006/relationships/image" Target="../media/image237.wmf"/><Relationship Id="rId2" Type="http://schemas.openxmlformats.org/officeDocument/2006/relationships/image" Target="../media/image228.wmf"/><Relationship Id="rId19" Type="http://schemas.openxmlformats.org/officeDocument/2006/relationships/oleObject" Target="../embeddings/oleObject238.bin"/><Relationship Id="rId18" Type="http://schemas.openxmlformats.org/officeDocument/2006/relationships/image" Target="../media/image236.wmf"/><Relationship Id="rId17" Type="http://schemas.openxmlformats.org/officeDocument/2006/relationships/oleObject" Target="../embeddings/oleObject237.bin"/><Relationship Id="rId16" Type="http://schemas.openxmlformats.org/officeDocument/2006/relationships/image" Target="../media/image235.wmf"/><Relationship Id="rId15" Type="http://schemas.openxmlformats.org/officeDocument/2006/relationships/oleObject" Target="../embeddings/oleObject236.bin"/><Relationship Id="rId14" Type="http://schemas.openxmlformats.org/officeDocument/2006/relationships/image" Target="../media/image234.wmf"/><Relationship Id="rId13" Type="http://schemas.openxmlformats.org/officeDocument/2006/relationships/oleObject" Target="../embeddings/oleObject235.bin"/><Relationship Id="rId12" Type="http://schemas.openxmlformats.org/officeDocument/2006/relationships/image" Target="../media/image233.wmf"/><Relationship Id="rId11" Type="http://schemas.openxmlformats.org/officeDocument/2006/relationships/oleObject" Target="../embeddings/oleObject234.bin"/><Relationship Id="rId10" Type="http://schemas.openxmlformats.org/officeDocument/2006/relationships/image" Target="../media/image232.wmf"/><Relationship Id="rId1" Type="http://schemas.openxmlformats.org/officeDocument/2006/relationships/oleObject" Target="../embeddings/oleObject22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0.bin"/><Relationship Id="rId8" Type="http://schemas.openxmlformats.org/officeDocument/2006/relationships/image" Target="../media/image248.wmf"/><Relationship Id="rId7" Type="http://schemas.openxmlformats.org/officeDocument/2006/relationships/oleObject" Target="../embeddings/oleObject249.bin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48.bin"/><Relationship Id="rId4" Type="http://schemas.openxmlformats.org/officeDocument/2006/relationships/image" Target="../media/image246.wmf"/><Relationship Id="rId30" Type="http://schemas.openxmlformats.org/officeDocument/2006/relationships/vmlDrawing" Target="../drawings/vmlDrawing24.vml"/><Relationship Id="rId3" Type="http://schemas.openxmlformats.org/officeDocument/2006/relationships/oleObject" Target="../embeddings/oleObject247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258.wmf"/><Relationship Id="rId27" Type="http://schemas.openxmlformats.org/officeDocument/2006/relationships/oleObject" Target="../embeddings/oleObject259.bin"/><Relationship Id="rId26" Type="http://schemas.openxmlformats.org/officeDocument/2006/relationships/image" Target="../media/image257.wmf"/><Relationship Id="rId25" Type="http://schemas.openxmlformats.org/officeDocument/2006/relationships/oleObject" Target="../embeddings/oleObject258.bin"/><Relationship Id="rId24" Type="http://schemas.openxmlformats.org/officeDocument/2006/relationships/image" Target="../media/image256.wmf"/><Relationship Id="rId23" Type="http://schemas.openxmlformats.org/officeDocument/2006/relationships/oleObject" Target="../embeddings/oleObject257.bin"/><Relationship Id="rId22" Type="http://schemas.openxmlformats.org/officeDocument/2006/relationships/image" Target="../media/image255.wmf"/><Relationship Id="rId21" Type="http://schemas.openxmlformats.org/officeDocument/2006/relationships/oleObject" Target="../embeddings/oleObject256.bin"/><Relationship Id="rId20" Type="http://schemas.openxmlformats.org/officeDocument/2006/relationships/image" Target="../media/image254.wmf"/><Relationship Id="rId2" Type="http://schemas.openxmlformats.org/officeDocument/2006/relationships/image" Target="../media/image245.wmf"/><Relationship Id="rId19" Type="http://schemas.openxmlformats.org/officeDocument/2006/relationships/oleObject" Target="../embeddings/oleObject255.bin"/><Relationship Id="rId18" Type="http://schemas.openxmlformats.org/officeDocument/2006/relationships/image" Target="../media/image253.wmf"/><Relationship Id="rId17" Type="http://schemas.openxmlformats.org/officeDocument/2006/relationships/oleObject" Target="../embeddings/oleObject254.bin"/><Relationship Id="rId16" Type="http://schemas.openxmlformats.org/officeDocument/2006/relationships/image" Target="../media/image252.wmf"/><Relationship Id="rId15" Type="http://schemas.openxmlformats.org/officeDocument/2006/relationships/oleObject" Target="../embeddings/oleObject253.bin"/><Relationship Id="rId14" Type="http://schemas.openxmlformats.org/officeDocument/2006/relationships/image" Target="../media/image251.wmf"/><Relationship Id="rId13" Type="http://schemas.openxmlformats.org/officeDocument/2006/relationships/oleObject" Target="../embeddings/oleObject252.bin"/><Relationship Id="rId12" Type="http://schemas.openxmlformats.org/officeDocument/2006/relationships/image" Target="../media/image250.wmf"/><Relationship Id="rId11" Type="http://schemas.openxmlformats.org/officeDocument/2006/relationships/oleObject" Target="../embeddings/oleObject251.bin"/><Relationship Id="rId10" Type="http://schemas.openxmlformats.org/officeDocument/2006/relationships/image" Target="../media/image249.wmf"/><Relationship Id="rId1" Type="http://schemas.openxmlformats.org/officeDocument/2006/relationships/oleObject" Target="../embeddings/oleObject2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24000" y="1146"/>
            <a:ext cx="9144000" cy="1198880"/>
          </a:xfrm>
          <a:prstGeom prst="rect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>
              <a:buClrTx/>
              <a:buSzTx/>
              <a:buNone/>
            </a:pPr>
            <a:r>
              <a:rPr kumimoji="1" lang="en-US" altLang="zh-CN" sz="72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第4章 不定积分</a:t>
            </a:r>
            <a:endParaRPr kumimoji="1" lang="en-US" altLang="zh-CN" sz="72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7030A0"/>
              </a:solidFill>
              <a:effectLst>
                <a:reflection blurRad="12700" stA="28000" endPos="45000" dist="1000" dir="5400000" sy="-100000" algn="bl" rotWithShape="0"/>
              </a:effectLst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0" name="图示 9"/>
          <p:cNvGraphicFramePr/>
          <p:nvPr/>
        </p:nvGraphicFramePr>
        <p:xfrm>
          <a:off x="1524000" y="1201475"/>
          <a:ext cx="9144000" cy="4963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203892" y="998136"/>
            <a:ext cx="8798675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4.1 不定积分的基本概念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22040" y="1809663"/>
            <a:ext cx="24011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9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2439484"/>
            <a:ext cx="48245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一．不定积分的定义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3069814"/>
            <a:ext cx="324008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二．基本积分表</a:t>
            </a:r>
            <a:endParaRPr lang="zh-CN" altLang="zh-CN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3744654"/>
            <a:ext cx="582372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三．不定积分的线性运算法则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2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4396574"/>
            <a:ext cx="433191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四. 原函数存在的条件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2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5049764"/>
            <a:ext cx="561662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五. 不定积分的“凑系数”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55391" y="623997"/>
            <a:ext cx="48245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不定积分的定义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941515" y="1234916"/>
            <a:ext cx="10804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问题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1775435" y="3338241"/>
            <a:ext cx="86409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4.1.1.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若在区间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上定义的两个函数 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及 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1775189" y="3959271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满足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" name="Object 27"/>
          <p:cNvGraphicFramePr>
            <a:graphicFrameLocks noChangeAspect="1"/>
          </p:cNvGraphicFramePr>
          <p:nvPr/>
        </p:nvGraphicFramePr>
        <p:xfrm>
          <a:off x="2661647" y="4039123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44805600" imgH="9753600" progId="Equation.DSMT4">
                  <p:embed/>
                </p:oleObj>
              </mc:Choice>
              <mc:Fallback>
                <p:oleObj name="Equation" r:id="rId1" imgW="44805600" imgH="97536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1647" y="4039123"/>
                        <a:ext cx="1866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8"/>
          <p:cNvGraphicFramePr>
            <a:graphicFrameLocks noChangeAspect="1"/>
          </p:cNvGraphicFramePr>
          <p:nvPr/>
        </p:nvGraphicFramePr>
        <p:xfrm>
          <a:off x="4619352" y="4039123"/>
          <a:ext cx="284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68275200" imgH="10363200" progId="Equation.DSMT4">
                  <p:embed/>
                </p:oleObj>
              </mc:Choice>
              <mc:Fallback>
                <p:oleObj name="Equation" r:id="rId3" imgW="68275200" imgH="103632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19352" y="4039123"/>
                        <a:ext cx="2844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1775189" y="4579666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在区间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上的一个原函数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30"/>
          <p:cNvSpPr txBox="1">
            <a:spLocks noChangeArrowheads="1"/>
          </p:cNvSpPr>
          <p:nvPr/>
        </p:nvSpPr>
        <p:spPr bwMode="auto">
          <a:xfrm>
            <a:off x="7555230" y="3994150"/>
            <a:ext cx="30105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则称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3022378" y="1668681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微分法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4619721" y="1706146"/>
          <a:ext cx="18859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41148000" imgH="9753600" progId="Equation.DSMT4">
                  <p:embed/>
                </p:oleObj>
              </mc:Choice>
              <mc:Fallback>
                <p:oleObj name="Equation" r:id="rId5" imgW="41148000" imgH="97536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19721" y="1706146"/>
                        <a:ext cx="1885950" cy="446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3022378" y="2538631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积分法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4619403" y="2576096"/>
          <a:ext cx="18573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40538400" imgH="9753600" progId="Equation.DSMT4">
                  <p:embed/>
                </p:oleObj>
              </mc:Choice>
              <mc:Fallback>
                <p:oleObj name="Equation" r:id="rId7" imgW="40538400" imgH="9753600" progId="Equation.DSMT4">
                  <p:embed/>
                  <p:pic>
                    <p:nvPicPr>
                      <p:cNvPr id="0" name="图片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19403" y="2576096"/>
                        <a:ext cx="1857375" cy="447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6984778" y="2096671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互逆运算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Object 8"/>
          <p:cNvGraphicFramePr>
            <a:graphicFrameLocks noChangeAspect="1"/>
          </p:cNvGraphicFramePr>
          <p:nvPr/>
        </p:nvGraphicFramePr>
        <p:xfrm>
          <a:off x="6546628" y="154295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公式" r:id="rId9" imgW="2743200" imgH="5181600" progId="Equation.3">
                  <p:embed/>
                </p:oleObj>
              </mc:Choice>
              <mc:Fallback>
                <p:oleObj name="公式" r:id="rId9" imgW="2743200" imgH="5181600" progId="Equation.3">
                  <p:embed/>
                  <p:pic>
                    <p:nvPicPr>
                      <p:cNvPr id="0" name="图片 10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46628" y="1542951"/>
                        <a:ext cx="112713" cy="214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10"/>
          <p:cNvSpPr/>
          <p:nvPr/>
        </p:nvSpPr>
        <p:spPr bwMode="auto">
          <a:xfrm>
            <a:off x="6679978" y="1756946"/>
            <a:ext cx="193675" cy="1219200"/>
          </a:xfrm>
          <a:prstGeom prst="rightBrace">
            <a:avLst>
              <a:gd name="adj1" fmla="val 52459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8" grpId="0" autoUpdateAnimBg="0" build="p"/>
      <p:bldP spid="19" grpId="0" autoUpdateAnimBg="0" build="p"/>
      <p:bldP spid="22" grpId="0" advAuto="0" autoUpdateAnimBg="0" build="p"/>
      <p:bldP spid="23" grpId="0" autoUpdateAnimBg="0" uiExpand="1" build="p"/>
      <p:bldP spid="29" grpId="0" autoUpdateAnimBg="0"/>
      <p:bldP spid="31" grpId="0" autoUpdateAnimBg="0"/>
      <p:bldP spid="33" grpId="0" autoUpdateAnimBg="0"/>
      <p:bldP spid="3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556922" y="463550"/>
          <a:ext cx="445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06984800" imgH="10668000" progId="Equation.DSMT4">
                  <p:embed/>
                </p:oleObj>
              </mc:Choice>
              <mc:Fallback>
                <p:oleObj name="Equation" r:id="rId1" imgW="106984800" imgH="106680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56922" y="463550"/>
                        <a:ext cx="4457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696720" y="381000"/>
            <a:ext cx="17589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4.1.1. </a:t>
            </a:r>
            <a:endParaRPr lang="en-US" altLang="zh-CN" sz="2800" b="1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115300" y="463550"/>
          <a:ext cx="2146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51511200" imgH="10668000" progId="Equation.DSMT4">
                  <p:embed/>
                </p:oleObj>
              </mc:Choice>
              <mc:Fallback>
                <p:oleObj name="Equation" r:id="rId3" imgW="51511200" imgH="106680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115300" y="463550"/>
                        <a:ext cx="2146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76400" y="990600"/>
            <a:ext cx="3352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原函数都在函数族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743450" y="1073150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31699200" imgH="9448800" progId="Equation.DSMT4">
                  <p:embed/>
                </p:oleObj>
              </mc:Choice>
              <mc:Fallback>
                <p:oleObj name="Equation" r:id="rId5" imgW="31699200" imgH="9448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43450" y="1073150"/>
                        <a:ext cx="132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172200" y="990600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内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14500" y="1683703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863752" y="2204864"/>
          <a:ext cx="39195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94183200" imgH="10668000" progId="Equation.DSMT4">
                  <p:embed/>
                </p:oleObj>
              </mc:Choice>
              <mc:Fallback>
                <p:oleObj name="Equation" r:id="rId7" imgW="94183200" imgH="106680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63752" y="2204864"/>
                        <a:ext cx="3919537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045416" y="1682009"/>
          <a:ext cx="129992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39014400" imgH="9753600" progId="Equation.DSMT4">
                  <p:embed/>
                </p:oleObj>
              </mc:Choice>
              <mc:Fallback>
                <p:oleObj name="Equation" r:id="rId9" imgW="39014400" imgH="97536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45416" y="1682009"/>
                        <a:ext cx="129992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501703" y="1686878"/>
          <a:ext cx="883539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26517600" imgH="9753600" progId="Equation.DSMT4">
                  <p:embed/>
                </p:oleObj>
              </mc:Choice>
              <mc:Fallback>
                <p:oleObj name="Equation" r:id="rId11" imgW="26517600" imgH="97536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01703" y="1686878"/>
                        <a:ext cx="883539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546587" y="1672908"/>
          <a:ext cx="86322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25908000" imgH="9448800" progId="Equation.DSMT4">
                  <p:embed/>
                </p:oleObj>
              </mc:Choice>
              <mc:Fallback>
                <p:oleObj name="Equation" r:id="rId13" imgW="25908000" imgH="94488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46587" y="1672908"/>
                        <a:ext cx="863228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876550" y="2832100"/>
          <a:ext cx="491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117957600" imgH="10668000" progId="Equation.DSMT4">
                  <p:embed/>
                </p:oleObj>
              </mc:Choice>
              <mc:Fallback>
                <p:oleObj name="Equation" r:id="rId15" imgW="117957600" imgH="106680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76550" y="2832100"/>
                        <a:ext cx="4914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540250" y="3473450"/>
          <a:ext cx="194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7" imgW="46634400" imgH="9753600" progId="Equation.DSMT4">
                  <p:embed/>
                </p:oleObj>
              </mc:Choice>
              <mc:Fallback>
                <p:oleObj name="Equation" r:id="rId17" imgW="46634400" imgH="97536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40250" y="3473450"/>
                        <a:ext cx="1943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057400" y="3943350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又知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565650" y="4002088"/>
          <a:ext cx="19446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9" imgW="46329600" imgH="9753600" progId="Equation.DSMT4">
                  <p:embed/>
                </p:oleObj>
              </mc:Choice>
              <mc:Fallback>
                <p:oleObj name="Equation" r:id="rId19" imgW="46329600" imgH="97536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65650" y="4002088"/>
                        <a:ext cx="1944688" cy="407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667384" y="4581128"/>
          <a:ext cx="2043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21" imgW="49072800" imgH="9753600" progId="Equation.DSMT4">
                  <p:embed/>
                </p:oleObj>
              </mc:Choice>
              <mc:Fallback>
                <p:oleObj name="Equation" r:id="rId21" imgW="49072800" imgH="97536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67384" y="4581128"/>
                        <a:ext cx="2043113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845050" y="4616450"/>
          <a:ext cx="219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23" imgW="52730400" imgH="9753600" progId="Equation.DSMT4">
                  <p:embed/>
                </p:oleObj>
              </mc:Choice>
              <mc:Fallback>
                <p:oleObj name="Equation" r:id="rId23" imgW="52730400" imgH="97536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45050" y="4616450"/>
                        <a:ext cx="2197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7251700" y="4622800"/>
          <a:ext cx="25384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25" imgW="60960000" imgH="9448800" progId="Equation.DSMT4">
                  <p:embed/>
                </p:oleObj>
              </mc:Choice>
              <mc:Fallback>
                <p:oleObj name="Equation" r:id="rId25" imgW="60960000" imgH="9448800" progId="Equation.DSMT4">
                  <p:embed/>
                  <p:pic>
                    <p:nvPicPr>
                      <p:cNvPr id="0" name="图片 308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51700" y="4622800"/>
                        <a:ext cx="253841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057400" y="510540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709988" y="5200650"/>
          <a:ext cx="25003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27" imgW="60045600" imgH="10363200" progId="Equation.DSMT4">
                  <p:embed/>
                </p:oleObj>
              </mc:Choice>
              <mc:Fallback>
                <p:oleObj name="Equation" r:id="rId27" imgW="60045600" imgH="10363200" progId="Equation.DSMT4">
                  <p:embed/>
                  <p:pic>
                    <p:nvPicPr>
                      <p:cNvPr id="0" name="图片 308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09988" y="5200650"/>
                        <a:ext cx="2500312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546850" y="5175250"/>
          <a:ext cx="2451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29" imgW="58826400" imgH="10972800" progId="Equation.DSMT4">
                  <p:embed/>
                </p:oleObj>
              </mc:Choice>
              <mc:Fallback>
                <p:oleObj name="Equation" r:id="rId29" imgW="58826400" imgH="10972800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46850" y="5175250"/>
                        <a:ext cx="2451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2057400" y="5681663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2628900" y="5810250"/>
          <a:ext cx="2500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31" imgW="60045600" imgH="10363200" progId="Equation.DSMT4">
                  <p:embed/>
                </p:oleObj>
              </mc:Choice>
              <mc:Fallback>
                <p:oleObj name="Equation" r:id="rId31" imgW="60045600" imgH="10363200" progId="Equation.DSMT4">
                  <p:embed/>
                  <p:pic>
                    <p:nvPicPr>
                      <p:cNvPr id="0" name="图片 308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628900" y="5810250"/>
                        <a:ext cx="25003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181600" y="5711825"/>
            <a:ext cx="228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属于函数族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7181850" y="5827713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3" imgW="34747200" imgH="9448800" progId="Equation.DSMT4">
                  <p:embed/>
                </p:oleObj>
              </mc:Choice>
              <mc:Fallback>
                <p:oleObj name="Equation" r:id="rId33" imgW="34747200" imgH="94488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181850" y="5827713"/>
                        <a:ext cx="1447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3"/>
          <p:cNvSpPr txBox="1">
            <a:spLocks noChangeArrowheads="1"/>
          </p:cNvSpPr>
          <p:nvPr/>
        </p:nvSpPr>
        <p:spPr bwMode="auto">
          <a:xfrm>
            <a:off x="7994650" y="275590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3157840" y="1614487"/>
            <a:ext cx="9555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endParaRPr kumimoji="1" lang="zh-CN" altLang="en-US" sz="2800" b="1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2911725" y="2146082"/>
            <a:ext cx="9555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endParaRPr kumimoji="1"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775453" y="4534136"/>
            <a:ext cx="9555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endParaRPr kumimoji="1"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dvAuto="0" autoUpdateAnimBg="0" build="p"/>
      <p:bldP spid="7" grpId="0" advAuto="0" autoUpdateAnimBg="0" build="p"/>
      <p:bldP spid="8" grpId="0" autoUpdateAnimBg="0"/>
      <p:bldP spid="15" grpId="0" autoUpdateAnimBg="0"/>
      <p:bldP spid="20" grpId="0" autoUpdateAnimBg="0"/>
      <p:bldP spid="23" grpId="0" autoUpdateAnimBg="0"/>
      <p:bldP spid="25" grpId="0" autoUpdateAnimBg="0"/>
      <p:bldP spid="27" grpId="0" autoUpdateAnimBg="0" build="p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5125" y="484505"/>
            <a:ext cx="20764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4.1.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391137" y="541337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91137" y="541337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038600" y="456883"/>
            <a:ext cx="502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在区间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上的原函数全体称为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762816" y="484505"/>
          <a:ext cx="1308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31394400" imgH="10668000" progId="Equation.DSMT4">
                  <p:embed/>
                </p:oleObj>
              </mc:Choice>
              <mc:Fallback>
                <p:oleObj name="Equation" r:id="rId3" imgW="31394400" imgH="10668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762816" y="484505"/>
                        <a:ext cx="1308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600200" y="1066800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上的不定积分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927600" y="1034733"/>
          <a:ext cx="1473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5356800" imgH="14020800" progId="Equation.DSMT4">
                  <p:embed/>
                </p:oleObj>
              </mc:Choice>
              <mc:Fallback>
                <p:oleObj name="Equation" r:id="rId5" imgW="35356800" imgH="140208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27600" y="1034733"/>
                        <a:ext cx="1473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468110" y="1065848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其中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832100" y="1681163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0972800" imgH="14020800" progId="Equation.DSMT4">
                  <p:embed/>
                </p:oleObj>
              </mc:Choice>
              <mc:Fallback>
                <p:oleObj name="Equation" r:id="rId7" imgW="10972800" imgH="14020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32100" y="1681163"/>
                        <a:ext cx="457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073400" y="1676400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积分号;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511800" y="17589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17678400" imgH="9448800" progId="Equation.DSMT4">
                  <p:embed/>
                </p:oleObj>
              </mc:Choice>
              <mc:Fallback>
                <p:oleObj name="Equation" r:id="rId9" imgW="17678400" imgH="94488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11800" y="175895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400800" y="1630363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被积函数;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461000" y="2368550"/>
          <a:ext cx="106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1" imgW="25603200" imgH="9448800" progId="Equation.DSMT4">
                  <p:embed/>
                </p:oleObj>
              </mc:Choice>
              <mc:Fallback>
                <p:oleObj name="Equation" r:id="rId11" imgW="25603200" imgH="94488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61000" y="2368550"/>
                        <a:ext cx="1066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629400" y="2239963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被积表达式.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819400" y="2393950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3" imgW="5486400" imgH="7315200" progId="Equation.DSMT4">
                  <p:embed/>
                </p:oleObj>
              </mc:Choice>
              <mc:Fallback>
                <p:oleObj name="Equation" r:id="rId13" imgW="5486400" imgH="73152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2393950"/>
                        <a:ext cx="2286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073400" y="2286000"/>
            <a:ext cx="228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积分变量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9271635" y="1805305"/>
            <a:ext cx="1219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(P185)</a:t>
            </a:r>
            <a:endParaRPr kumimoji="1" lang="en-US" altLang="zh-CN" sz="2400" b="1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1689100" y="2853055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2247900" y="2901950"/>
          <a:ext cx="201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5" imgW="48463200" imgH="9753600" progId="Equation.DSMT4">
                  <p:embed/>
                </p:oleObj>
              </mc:Choice>
              <mc:Fallback>
                <p:oleObj name="Equation" r:id="rId15" imgW="48463200" imgH="97536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47900" y="2901950"/>
                        <a:ext cx="2019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4412615" y="2844165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390900" y="3484880"/>
          <a:ext cx="2894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7" imgW="69494400" imgH="14020800" progId="Equation.DSMT4">
                  <p:embed/>
                </p:oleObj>
              </mc:Choice>
              <mc:Fallback>
                <p:oleObj name="Equation" r:id="rId17" imgW="69494400" imgH="140208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90900" y="3484880"/>
                        <a:ext cx="28940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6629400" y="3484563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为任意常数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AutoShape 23"/>
          <p:cNvSpPr>
            <a:spLocks noChangeArrowheads="1"/>
          </p:cNvSpPr>
          <p:nvPr/>
        </p:nvSpPr>
        <p:spPr bwMode="auto">
          <a:xfrm>
            <a:off x="7023100" y="4301490"/>
            <a:ext cx="3048000" cy="1066800"/>
          </a:xfrm>
          <a:prstGeom prst="wedgeRectCallout">
            <a:avLst>
              <a:gd name="adj1" fmla="val -68542"/>
              <a:gd name="adj2" fmla="val -79764"/>
            </a:avLst>
          </a:prstGeom>
          <a:noFill/>
          <a:ln w="19050">
            <a:solidFill>
              <a:srgbClr val="7030A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称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  <a:r>
              <a:rPr kumimoji="1" lang="zh-CN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积分常数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不可丢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!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2133600" y="4197033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390900" y="4197350"/>
          <a:ext cx="1155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9" imgW="27736800" imgH="14020800" progId="Equation.DSMT4">
                  <p:embed/>
                </p:oleObj>
              </mc:Choice>
              <mc:Fallback>
                <p:oleObj name="Equation" r:id="rId19" imgW="27736800" imgH="140208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90900" y="4197350"/>
                        <a:ext cx="1155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4690745" y="4248785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21" imgW="21945600" imgH="9144000" progId="Equation.DSMT4">
                  <p:embed/>
                </p:oleObj>
              </mc:Choice>
              <mc:Fallback>
                <p:oleObj name="Equation" r:id="rId21" imgW="21945600" imgH="9144000" progId="Equation.DSMT4">
                  <p:embed/>
                  <p:pic>
                    <p:nvPicPr>
                      <p:cNvPr id="0" name="图片 205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90745" y="4248785"/>
                        <a:ext cx="9144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378200" y="4930775"/>
          <a:ext cx="1193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23" imgW="28651200" imgH="14020800" progId="Equation.DSMT4">
                  <p:embed/>
                </p:oleObj>
              </mc:Choice>
              <mc:Fallback>
                <p:oleObj name="Equation" r:id="rId23" imgW="28651200" imgH="140208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78200" y="4930775"/>
                        <a:ext cx="1193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4690745" y="4839335"/>
          <a:ext cx="1168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5" imgW="28041600" imgH="16459200" progId="Equation.DSMT4">
                  <p:embed/>
                </p:oleObj>
              </mc:Choice>
              <mc:Fallback>
                <p:oleObj name="Equation" r:id="rId25" imgW="28041600" imgH="164592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90745" y="4839335"/>
                        <a:ext cx="1168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3276600" y="5734050"/>
          <a:ext cx="1498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7" imgW="35966400" imgH="14020800" progId="Equation.DSMT4">
                  <p:embed/>
                </p:oleObj>
              </mc:Choice>
              <mc:Fallback>
                <p:oleObj name="Equation" r:id="rId27" imgW="35966400" imgH="140208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76600" y="5734050"/>
                        <a:ext cx="1498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4927600" y="5829300"/>
          <a:ext cx="154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9" imgW="37185600" imgH="9448800" progId="Equation.DSMT4">
                  <p:embed/>
                </p:oleObj>
              </mc:Choice>
              <mc:Fallback>
                <p:oleObj name="Equation" r:id="rId29" imgW="37185600" imgH="9448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927600" y="5829300"/>
                        <a:ext cx="1549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4038600" y="106045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dvAuto="0" autoUpdateAnimBg="0" build="p"/>
      <p:bldP spid="8" grpId="0" autoUpdateAnimBg="0"/>
      <p:bldP spid="10" grpId="0" autoUpdateAnimBg="0"/>
      <p:bldP spid="12" grpId="0" autoUpdateAnimBg="0"/>
      <p:bldP spid="14" grpId="0" autoUpdateAnimBg="0"/>
      <p:bldP spid="16" grpId="0" autoUpdateAnimBg="0"/>
      <p:bldP spid="17" grpId="0" autoUpdateAnimBg="0"/>
      <p:bldP spid="18" grpId="0" autoUpdateAnimBg="0"/>
      <p:bldP spid="20" grpId="0" autoUpdateAnimBg="0"/>
      <p:bldP spid="22" grpId="0" autoUpdateAnimBg="0"/>
      <p:bldP spid="23" grpId="0" bldLvl="0" animBg="1" autoUpdateAnimBg="0"/>
      <p:bldP spid="24" grpId="0" autoUpdateAnimBg="0"/>
      <p:bldP spid="31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452438"/>
            <a:ext cx="4191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不定积分的几何意义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152650" y="1126173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52650" y="1126173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819400" y="1062038"/>
            <a:ext cx="3657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的原函数的图形称为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096000" y="1166813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" name="Equation" r:id="rId3" imgW="17678400" imgH="9448800" progId="Equation.DSMT4">
                  <p:embed/>
                </p:oleObj>
              </mc:Choice>
              <mc:Fallback>
                <p:oleObj name="Equation" r:id="rId3" imgW="17678400" imgH="9448800" progId="Equation.DSMT4">
                  <p:embed/>
                  <p:pic>
                    <p:nvPicPr>
                      <p:cNvPr id="0" name="图片 4210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96000" y="1166813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152650" y="1690688"/>
          <a:ext cx="1308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Equation" r:id="rId5" imgW="31394400" imgH="14020800" progId="Equation.DSMT4">
                  <p:embed/>
                </p:oleObj>
              </mc:Choice>
              <mc:Fallback>
                <p:oleObj name="Equation" r:id="rId5" imgW="31394400" imgH="14020800" progId="Equation.DSMT4">
                  <p:embed/>
                  <p:pic>
                    <p:nvPicPr>
                      <p:cNvPr id="0" name="图片 421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52650" y="1690688"/>
                        <a:ext cx="1308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505200" y="1685925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的图形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800600" y="19764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477000" y="1671638"/>
            <a:ext cx="350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的所有积分曲线组成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784215" y="176180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" name="Equation" r:id="rId7" imgW="17678400" imgH="9448800" progId="Equation.DSMT4">
                  <p:embed/>
                </p:oleObj>
              </mc:Choice>
              <mc:Fallback>
                <p:oleObj name="Equation" r:id="rId7" imgW="17678400" imgH="9448800" progId="Equation.DSMT4">
                  <p:embed/>
                  <p:pic>
                    <p:nvPicPr>
                      <p:cNvPr id="0" name="图片 4212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84215" y="176180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715000" y="2281238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的平行曲线族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Freeform 12"/>
          <p:cNvSpPr/>
          <p:nvPr/>
        </p:nvSpPr>
        <p:spPr bwMode="auto">
          <a:xfrm>
            <a:off x="3717925" y="4527550"/>
            <a:ext cx="3771900" cy="1028700"/>
          </a:xfrm>
          <a:custGeom>
            <a:avLst/>
            <a:gdLst>
              <a:gd name="T0" fmla="*/ 0 w 2640"/>
              <a:gd name="T1" fmla="*/ 720 h 720"/>
              <a:gd name="T2" fmla="*/ 240 w 2640"/>
              <a:gd name="T3" fmla="*/ 432 h 720"/>
              <a:gd name="T4" fmla="*/ 672 w 2640"/>
              <a:gd name="T5" fmla="*/ 432 h 720"/>
              <a:gd name="T6" fmla="*/ 1152 w 2640"/>
              <a:gd name="T7" fmla="*/ 624 h 720"/>
              <a:gd name="T8" fmla="*/ 1728 w 2640"/>
              <a:gd name="T9" fmla="*/ 672 h 720"/>
              <a:gd name="T10" fmla="*/ 2160 w 2640"/>
              <a:gd name="T11" fmla="*/ 528 h 720"/>
              <a:gd name="T12" fmla="*/ 2640 w 2640"/>
              <a:gd name="T1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720">
                <a:moveTo>
                  <a:pt x="0" y="720"/>
                </a:moveTo>
                <a:cubicBezTo>
                  <a:pt x="64" y="600"/>
                  <a:pt x="128" y="480"/>
                  <a:pt x="240" y="432"/>
                </a:cubicBezTo>
                <a:cubicBezTo>
                  <a:pt x="352" y="384"/>
                  <a:pt x="520" y="400"/>
                  <a:pt x="672" y="432"/>
                </a:cubicBezTo>
                <a:cubicBezTo>
                  <a:pt x="824" y="464"/>
                  <a:pt x="976" y="584"/>
                  <a:pt x="1152" y="624"/>
                </a:cubicBezTo>
                <a:cubicBezTo>
                  <a:pt x="1328" y="664"/>
                  <a:pt x="1560" y="688"/>
                  <a:pt x="1728" y="672"/>
                </a:cubicBezTo>
                <a:cubicBezTo>
                  <a:pt x="1896" y="656"/>
                  <a:pt x="2008" y="640"/>
                  <a:pt x="2160" y="528"/>
                </a:cubicBezTo>
                <a:cubicBezTo>
                  <a:pt x="2312" y="416"/>
                  <a:pt x="2560" y="88"/>
                  <a:pt x="2640" y="0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3" name="Freeform 13"/>
          <p:cNvSpPr/>
          <p:nvPr/>
        </p:nvSpPr>
        <p:spPr bwMode="auto">
          <a:xfrm>
            <a:off x="3717925" y="4116388"/>
            <a:ext cx="3771900" cy="1028700"/>
          </a:xfrm>
          <a:custGeom>
            <a:avLst/>
            <a:gdLst>
              <a:gd name="T0" fmla="*/ 0 w 2640"/>
              <a:gd name="T1" fmla="*/ 720 h 720"/>
              <a:gd name="T2" fmla="*/ 240 w 2640"/>
              <a:gd name="T3" fmla="*/ 432 h 720"/>
              <a:gd name="T4" fmla="*/ 672 w 2640"/>
              <a:gd name="T5" fmla="*/ 432 h 720"/>
              <a:gd name="T6" fmla="*/ 1152 w 2640"/>
              <a:gd name="T7" fmla="*/ 624 h 720"/>
              <a:gd name="T8" fmla="*/ 1728 w 2640"/>
              <a:gd name="T9" fmla="*/ 672 h 720"/>
              <a:gd name="T10" fmla="*/ 2160 w 2640"/>
              <a:gd name="T11" fmla="*/ 528 h 720"/>
              <a:gd name="T12" fmla="*/ 2640 w 2640"/>
              <a:gd name="T1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720">
                <a:moveTo>
                  <a:pt x="0" y="720"/>
                </a:moveTo>
                <a:cubicBezTo>
                  <a:pt x="64" y="600"/>
                  <a:pt x="128" y="480"/>
                  <a:pt x="240" y="432"/>
                </a:cubicBezTo>
                <a:cubicBezTo>
                  <a:pt x="352" y="384"/>
                  <a:pt x="520" y="400"/>
                  <a:pt x="672" y="432"/>
                </a:cubicBezTo>
                <a:cubicBezTo>
                  <a:pt x="824" y="464"/>
                  <a:pt x="976" y="584"/>
                  <a:pt x="1152" y="624"/>
                </a:cubicBezTo>
                <a:cubicBezTo>
                  <a:pt x="1328" y="664"/>
                  <a:pt x="1560" y="688"/>
                  <a:pt x="1728" y="672"/>
                </a:cubicBezTo>
                <a:cubicBezTo>
                  <a:pt x="1896" y="656"/>
                  <a:pt x="2008" y="640"/>
                  <a:pt x="2160" y="528"/>
                </a:cubicBezTo>
                <a:cubicBezTo>
                  <a:pt x="2312" y="416"/>
                  <a:pt x="2560" y="88"/>
                  <a:pt x="2640" y="0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4" name="Freeform 14"/>
          <p:cNvSpPr/>
          <p:nvPr/>
        </p:nvSpPr>
        <p:spPr bwMode="auto">
          <a:xfrm>
            <a:off x="3717925" y="3705225"/>
            <a:ext cx="3771900" cy="1028700"/>
          </a:xfrm>
          <a:custGeom>
            <a:avLst/>
            <a:gdLst>
              <a:gd name="T0" fmla="*/ 0 w 2640"/>
              <a:gd name="T1" fmla="*/ 720 h 720"/>
              <a:gd name="T2" fmla="*/ 240 w 2640"/>
              <a:gd name="T3" fmla="*/ 432 h 720"/>
              <a:gd name="T4" fmla="*/ 672 w 2640"/>
              <a:gd name="T5" fmla="*/ 432 h 720"/>
              <a:gd name="T6" fmla="*/ 1152 w 2640"/>
              <a:gd name="T7" fmla="*/ 624 h 720"/>
              <a:gd name="T8" fmla="*/ 1728 w 2640"/>
              <a:gd name="T9" fmla="*/ 672 h 720"/>
              <a:gd name="T10" fmla="*/ 2160 w 2640"/>
              <a:gd name="T11" fmla="*/ 528 h 720"/>
              <a:gd name="T12" fmla="*/ 2640 w 2640"/>
              <a:gd name="T1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720">
                <a:moveTo>
                  <a:pt x="0" y="720"/>
                </a:moveTo>
                <a:cubicBezTo>
                  <a:pt x="64" y="600"/>
                  <a:pt x="128" y="480"/>
                  <a:pt x="240" y="432"/>
                </a:cubicBezTo>
                <a:cubicBezTo>
                  <a:pt x="352" y="384"/>
                  <a:pt x="520" y="400"/>
                  <a:pt x="672" y="432"/>
                </a:cubicBezTo>
                <a:cubicBezTo>
                  <a:pt x="824" y="464"/>
                  <a:pt x="976" y="584"/>
                  <a:pt x="1152" y="624"/>
                </a:cubicBezTo>
                <a:cubicBezTo>
                  <a:pt x="1328" y="664"/>
                  <a:pt x="1560" y="688"/>
                  <a:pt x="1728" y="672"/>
                </a:cubicBezTo>
                <a:cubicBezTo>
                  <a:pt x="1896" y="656"/>
                  <a:pt x="2008" y="640"/>
                  <a:pt x="2160" y="528"/>
                </a:cubicBezTo>
                <a:cubicBezTo>
                  <a:pt x="2312" y="416"/>
                  <a:pt x="2560" y="88"/>
                  <a:pt x="2640" y="0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5" name="Freeform 15"/>
          <p:cNvSpPr/>
          <p:nvPr/>
        </p:nvSpPr>
        <p:spPr bwMode="auto">
          <a:xfrm>
            <a:off x="3717925" y="3225800"/>
            <a:ext cx="3771900" cy="1027113"/>
          </a:xfrm>
          <a:custGeom>
            <a:avLst/>
            <a:gdLst>
              <a:gd name="T0" fmla="*/ 0 w 2640"/>
              <a:gd name="T1" fmla="*/ 720 h 720"/>
              <a:gd name="T2" fmla="*/ 240 w 2640"/>
              <a:gd name="T3" fmla="*/ 432 h 720"/>
              <a:gd name="T4" fmla="*/ 672 w 2640"/>
              <a:gd name="T5" fmla="*/ 432 h 720"/>
              <a:gd name="T6" fmla="*/ 1152 w 2640"/>
              <a:gd name="T7" fmla="*/ 624 h 720"/>
              <a:gd name="T8" fmla="*/ 1728 w 2640"/>
              <a:gd name="T9" fmla="*/ 672 h 720"/>
              <a:gd name="T10" fmla="*/ 2160 w 2640"/>
              <a:gd name="T11" fmla="*/ 528 h 720"/>
              <a:gd name="T12" fmla="*/ 2640 w 2640"/>
              <a:gd name="T1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720">
                <a:moveTo>
                  <a:pt x="0" y="720"/>
                </a:moveTo>
                <a:cubicBezTo>
                  <a:pt x="64" y="600"/>
                  <a:pt x="128" y="480"/>
                  <a:pt x="240" y="432"/>
                </a:cubicBezTo>
                <a:cubicBezTo>
                  <a:pt x="352" y="384"/>
                  <a:pt x="520" y="400"/>
                  <a:pt x="672" y="432"/>
                </a:cubicBezTo>
                <a:cubicBezTo>
                  <a:pt x="824" y="464"/>
                  <a:pt x="976" y="584"/>
                  <a:pt x="1152" y="624"/>
                </a:cubicBezTo>
                <a:cubicBezTo>
                  <a:pt x="1328" y="664"/>
                  <a:pt x="1560" y="688"/>
                  <a:pt x="1728" y="672"/>
                </a:cubicBezTo>
                <a:cubicBezTo>
                  <a:pt x="1896" y="656"/>
                  <a:pt x="2008" y="640"/>
                  <a:pt x="2160" y="528"/>
                </a:cubicBezTo>
                <a:cubicBezTo>
                  <a:pt x="2312" y="416"/>
                  <a:pt x="2560" y="88"/>
                  <a:pt x="2640" y="0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6" name="Freeform 16"/>
          <p:cNvSpPr/>
          <p:nvPr/>
        </p:nvSpPr>
        <p:spPr bwMode="auto">
          <a:xfrm>
            <a:off x="3717925" y="2814638"/>
            <a:ext cx="3771900" cy="1027112"/>
          </a:xfrm>
          <a:custGeom>
            <a:avLst/>
            <a:gdLst>
              <a:gd name="T0" fmla="*/ 0 w 2640"/>
              <a:gd name="T1" fmla="*/ 720 h 720"/>
              <a:gd name="T2" fmla="*/ 240 w 2640"/>
              <a:gd name="T3" fmla="*/ 432 h 720"/>
              <a:gd name="T4" fmla="*/ 672 w 2640"/>
              <a:gd name="T5" fmla="*/ 432 h 720"/>
              <a:gd name="T6" fmla="*/ 1152 w 2640"/>
              <a:gd name="T7" fmla="*/ 624 h 720"/>
              <a:gd name="T8" fmla="*/ 1728 w 2640"/>
              <a:gd name="T9" fmla="*/ 672 h 720"/>
              <a:gd name="T10" fmla="*/ 2160 w 2640"/>
              <a:gd name="T11" fmla="*/ 528 h 720"/>
              <a:gd name="T12" fmla="*/ 2640 w 2640"/>
              <a:gd name="T1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720">
                <a:moveTo>
                  <a:pt x="0" y="720"/>
                </a:moveTo>
                <a:cubicBezTo>
                  <a:pt x="64" y="600"/>
                  <a:pt x="128" y="480"/>
                  <a:pt x="240" y="432"/>
                </a:cubicBezTo>
                <a:cubicBezTo>
                  <a:pt x="352" y="384"/>
                  <a:pt x="520" y="400"/>
                  <a:pt x="672" y="432"/>
                </a:cubicBezTo>
                <a:cubicBezTo>
                  <a:pt x="824" y="464"/>
                  <a:pt x="976" y="584"/>
                  <a:pt x="1152" y="624"/>
                </a:cubicBezTo>
                <a:cubicBezTo>
                  <a:pt x="1328" y="664"/>
                  <a:pt x="1560" y="688"/>
                  <a:pt x="1728" y="672"/>
                </a:cubicBezTo>
                <a:cubicBezTo>
                  <a:pt x="1896" y="656"/>
                  <a:pt x="2008" y="640"/>
                  <a:pt x="2160" y="528"/>
                </a:cubicBezTo>
                <a:cubicBezTo>
                  <a:pt x="2312" y="416"/>
                  <a:pt x="2560" y="88"/>
                  <a:pt x="2640" y="0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V="1">
            <a:off x="6256338" y="4938713"/>
            <a:ext cx="1165225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3581400" y="2611928"/>
            <a:ext cx="4634086" cy="3560272"/>
            <a:chOff x="1296" y="1442"/>
            <a:chExt cx="3244" cy="2494"/>
          </a:xfrm>
        </p:grpSpPr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296" y="3600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1968" y="1632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1563" y="1442"/>
            <a:ext cx="178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4" name="Equation" r:id="rId9" imgW="6096000" imgH="7315200" progId="Equation.DSMT4">
                    <p:embed/>
                  </p:oleObj>
                </mc:Choice>
                <mc:Fallback>
                  <p:oleObj name="Equation" r:id="rId9" imgW="6096000" imgH="7315200" progId="Equation.DSMT4">
                    <p:embed/>
                    <p:pic>
                      <p:nvPicPr>
                        <p:cNvPr id="0" name="图片 42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63" y="1442"/>
                          <a:ext cx="178" cy="2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4380" y="3679"/>
            <a:ext cx="160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" name="Equation" r:id="rId11" imgW="5486400" imgH="7315200" progId="Equation.DSMT4">
                    <p:embed/>
                  </p:oleObj>
                </mc:Choice>
                <mc:Fallback>
                  <p:oleObj name="Equation" r:id="rId11" imgW="5486400" imgH="7315200" progId="Equation.DSMT4">
                    <p:embed/>
                    <p:pic>
                      <p:nvPicPr>
                        <p:cNvPr id="0" name="图片 42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80" y="3679"/>
                          <a:ext cx="160" cy="2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1772" y="3607"/>
            <a:ext cx="204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" name="Equation" r:id="rId13" imgW="7010400" imgH="7620000" progId="Equation.DSMT4">
                    <p:embed/>
                  </p:oleObj>
                </mc:Choice>
                <mc:Fallback>
                  <p:oleObj name="Equation" r:id="rId13" imgW="7010400" imgH="7620000" progId="Equation.DSMT4">
                    <p:embed/>
                    <p:pic>
                      <p:nvPicPr>
                        <p:cNvPr id="0" name="图片 42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72" y="3607"/>
                          <a:ext cx="204" cy="2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4"/>
          <p:cNvGrpSpPr/>
          <p:nvPr/>
        </p:nvGrpSpPr>
        <p:grpSpPr bwMode="auto">
          <a:xfrm>
            <a:off x="6521131" y="3225799"/>
            <a:ext cx="317296" cy="2829343"/>
            <a:chOff x="3354" y="1872"/>
            <a:chExt cx="222" cy="1982"/>
          </a:xfrm>
        </p:grpSpPr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3354" y="3552"/>
            <a:ext cx="22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7" name="Equation" r:id="rId15" imgW="7620000" imgH="10363200" progId="Equation.DSMT4">
                    <p:embed/>
                  </p:oleObj>
                </mc:Choice>
                <mc:Fallback>
                  <p:oleObj name="Equation" r:id="rId15" imgW="7620000" imgH="10363200" progId="Equation.DSMT4">
                    <p:embed/>
                    <p:pic>
                      <p:nvPicPr>
                        <p:cNvPr id="0" name="图片 4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54" y="3552"/>
                          <a:ext cx="222" cy="3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V="1">
              <a:off x="3504" y="187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27" name="Line 27"/>
          <p:cNvSpPr>
            <a:spLocks noChangeShapeType="1"/>
          </p:cNvSpPr>
          <p:nvPr/>
        </p:nvSpPr>
        <p:spPr bwMode="auto">
          <a:xfrm flipV="1">
            <a:off x="6256338" y="4527550"/>
            <a:ext cx="1165225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V="1">
            <a:off x="6256338" y="4116388"/>
            <a:ext cx="1165225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 flipV="1">
            <a:off x="6256338" y="3636963"/>
            <a:ext cx="1165225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 flipV="1">
            <a:off x="6256338" y="3225800"/>
            <a:ext cx="1165225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31" name="Group 31"/>
          <p:cNvGrpSpPr/>
          <p:nvPr/>
        </p:nvGrpSpPr>
        <p:grpSpPr bwMode="auto">
          <a:xfrm>
            <a:off x="3717925" y="2814638"/>
            <a:ext cx="3771900" cy="2741612"/>
            <a:chOff x="1392" y="1584"/>
            <a:chExt cx="2640" cy="1920"/>
          </a:xfrm>
        </p:grpSpPr>
        <p:grpSp>
          <p:nvGrpSpPr>
            <p:cNvPr id="32" name="Group 32"/>
            <p:cNvGrpSpPr/>
            <p:nvPr/>
          </p:nvGrpSpPr>
          <p:grpSpPr bwMode="auto">
            <a:xfrm>
              <a:off x="1392" y="1584"/>
              <a:ext cx="2640" cy="1632"/>
              <a:chOff x="1392" y="1584"/>
              <a:chExt cx="2640" cy="1632"/>
            </a:xfrm>
          </p:grpSpPr>
          <p:sp>
            <p:nvSpPr>
              <p:cNvPr id="34" name="Freeform 33"/>
              <p:cNvSpPr/>
              <p:nvPr/>
            </p:nvSpPr>
            <p:spPr bwMode="auto">
              <a:xfrm>
                <a:off x="1392" y="2496"/>
                <a:ext cx="2640" cy="720"/>
              </a:xfrm>
              <a:custGeom>
                <a:avLst/>
                <a:gdLst>
                  <a:gd name="T0" fmla="*/ 0 w 2640"/>
                  <a:gd name="T1" fmla="*/ 720 h 720"/>
                  <a:gd name="T2" fmla="*/ 240 w 2640"/>
                  <a:gd name="T3" fmla="*/ 432 h 720"/>
                  <a:gd name="T4" fmla="*/ 672 w 2640"/>
                  <a:gd name="T5" fmla="*/ 432 h 720"/>
                  <a:gd name="T6" fmla="*/ 1152 w 2640"/>
                  <a:gd name="T7" fmla="*/ 624 h 720"/>
                  <a:gd name="T8" fmla="*/ 1728 w 2640"/>
                  <a:gd name="T9" fmla="*/ 672 h 720"/>
                  <a:gd name="T10" fmla="*/ 2160 w 2640"/>
                  <a:gd name="T11" fmla="*/ 528 h 720"/>
                  <a:gd name="T12" fmla="*/ 2640 w 2640"/>
                  <a:gd name="T13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40" h="720">
                    <a:moveTo>
                      <a:pt x="0" y="720"/>
                    </a:moveTo>
                    <a:cubicBezTo>
                      <a:pt x="64" y="600"/>
                      <a:pt x="128" y="480"/>
                      <a:pt x="240" y="432"/>
                    </a:cubicBezTo>
                    <a:cubicBezTo>
                      <a:pt x="352" y="384"/>
                      <a:pt x="520" y="400"/>
                      <a:pt x="672" y="432"/>
                    </a:cubicBezTo>
                    <a:cubicBezTo>
                      <a:pt x="824" y="464"/>
                      <a:pt x="976" y="584"/>
                      <a:pt x="1152" y="624"/>
                    </a:cubicBezTo>
                    <a:cubicBezTo>
                      <a:pt x="1328" y="664"/>
                      <a:pt x="1560" y="688"/>
                      <a:pt x="1728" y="672"/>
                    </a:cubicBezTo>
                    <a:cubicBezTo>
                      <a:pt x="1896" y="656"/>
                      <a:pt x="2008" y="640"/>
                      <a:pt x="2160" y="528"/>
                    </a:cubicBezTo>
                    <a:cubicBezTo>
                      <a:pt x="2312" y="416"/>
                      <a:pt x="2560" y="88"/>
                      <a:pt x="2640" y="0"/>
                    </a:cubicBezTo>
                  </a:path>
                </a:pathLst>
              </a:custGeom>
              <a:noFill/>
              <a:ln w="25400" cmpd="sng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35" name="Freeform 34"/>
              <p:cNvSpPr/>
              <p:nvPr/>
            </p:nvSpPr>
            <p:spPr bwMode="auto">
              <a:xfrm>
                <a:off x="1392" y="2208"/>
                <a:ext cx="2640" cy="720"/>
              </a:xfrm>
              <a:custGeom>
                <a:avLst/>
                <a:gdLst>
                  <a:gd name="T0" fmla="*/ 0 w 2640"/>
                  <a:gd name="T1" fmla="*/ 720 h 720"/>
                  <a:gd name="T2" fmla="*/ 240 w 2640"/>
                  <a:gd name="T3" fmla="*/ 432 h 720"/>
                  <a:gd name="T4" fmla="*/ 672 w 2640"/>
                  <a:gd name="T5" fmla="*/ 432 h 720"/>
                  <a:gd name="T6" fmla="*/ 1152 w 2640"/>
                  <a:gd name="T7" fmla="*/ 624 h 720"/>
                  <a:gd name="T8" fmla="*/ 1728 w 2640"/>
                  <a:gd name="T9" fmla="*/ 672 h 720"/>
                  <a:gd name="T10" fmla="*/ 2160 w 2640"/>
                  <a:gd name="T11" fmla="*/ 528 h 720"/>
                  <a:gd name="T12" fmla="*/ 2640 w 2640"/>
                  <a:gd name="T13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40" h="720">
                    <a:moveTo>
                      <a:pt x="0" y="720"/>
                    </a:moveTo>
                    <a:cubicBezTo>
                      <a:pt x="64" y="600"/>
                      <a:pt x="128" y="480"/>
                      <a:pt x="240" y="432"/>
                    </a:cubicBezTo>
                    <a:cubicBezTo>
                      <a:pt x="352" y="384"/>
                      <a:pt x="520" y="400"/>
                      <a:pt x="672" y="432"/>
                    </a:cubicBezTo>
                    <a:cubicBezTo>
                      <a:pt x="824" y="464"/>
                      <a:pt x="976" y="584"/>
                      <a:pt x="1152" y="624"/>
                    </a:cubicBezTo>
                    <a:cubicBezTo>
                      <a:pt x="1328" y="664"/>
                      <a:pt x="1560" y="688"/>
                      <a:pt x="1728" y="672"/>
                    </a:cubicBezTo>
                    <a:cubicBezTo>
                      <a:pt x="1896" y="656"/>
                      <a:pt x="2008" y="640"/>
                      <a:pt x="2160" y="528"/>
                    </a:cubicBezTo>
                    <a:cubicBezTo>
                      <a:pt x="2312" y="416"/>
                      <a:pt x="2560" y="88"/>
                      <a:pt x="2640" y="0"/>
                    </a:cubicBezTo>
                  </a:path>
                </a:pathLst>
              </a:custGeom>
              <a:noFill/>
              <a:ln w="25400" cmpd="sng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36" name="Freeform 35"/>
              <p:cNvSpPr/>
              <p:nvPr/>
            </p:nvSpPr>
            <p:spPr bwMode="auto">
              <a:xfrm>
                <a:off x="1392" y="1872"/>
                <a:ext cx="2640" cy="720"/>
              </a:xfrm>
              <a:custGeom>
                <a:avLst/>
                <a:gdLst>
                  <a:gd name="T0" fmla="*/ 0 w 2640"/>
                  <a:gd name="T1" fmla="*/ 720 h 720"/>
                  <a:gd name="T2" fmla="*/ 240 w 2640"/>
                  <a:gd name="T3" fmla="*/ 432 h 720"/>
                  <a:gd name="T4" fmla="*/ 672 w 2640"/>
                  <a:gd name="T5" fmla="*/ 432 h 720"/>
                  <a:gd name="T6" fmla="*/ 1152 w 2640"/>
                  <a:gd name="T7" fmla="*/ 624 h 720"/>
                  <a:gd name="T8" fmla="*/ 1728 w 2640"/>
                  <a:gd name="T9" fmla="*/ 672 h 720"/>
                  <a:gd name="T10" fmla="*/ 2160 w 2640"/>
                  <a:gd name="T11" fmla="*/ 528 h 720"/>
                  <a:gd name="T12" fmla="*/ 2640 w 2640"/>
                  <a:gd name="T13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40" h="720">
                    <a:moveTo>
                      <a:pt x="0" y="720"/>
                    </a:moveTo>
                    <a:cubicBezTo>
                      <a:pt x="64" y="600"/>
                      <a:pt x="128" y="480"/>
                      <a:pt x="240" y="432"/>
                    </a:cubicBezTo>
                    <a:cubicBezTo>
                      <a:pt x="352" y="384"/>
                      <a:pt x="520" y="400"/>
                      <a:pt x="672" y="432"/>
                    </a:cubicBezTo>
                    <a:cubicBezTo>
                      <a:pt x="824" y="464"/>
                      <a:pt x="976" y="584"/>
                      <a:pt x="1152" y="624"/>
                    </a:cubicBezTo>
                    <a:cubicBezTo>
                      <a:pt x="1328" y="664"/>
                      <a:pt x="1560" y="688"/>
                      <a:pt x="1728" y="672"/>
                    </a:cubicBezTo>
                    <a:cubicBezTo>
                      <a:pt x="1896" y="656"/>
                      <a:pt x="2008" y="640"/>
                      <a:pt x="2160" y="528"/>
                    </a:cubicBezTo>
                    <a:cubicBezTo>
                      <a:pt x="2312" y="416"/>
                      <a:pt x="2560" y="88"/>
                      <a:pt x="2640" y="0"/>
                    </a:cubicBezTo>
                  </a:path>
                </a:pathLst>
              </a:custGeom>
              <a:noFill/>
              <a:ln w="25400" cmpd="sng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37" name="Freeform 36"/>
              <p:cNvSpPr/>
              <p:nvPr/>
            </p:nvSpPr>
            <p:spPr bwMode="auto">
              <a:xfrm>
                <a:off x="1392" y="1584"/>
                <a:ext cx="2640" cy="720"/>
              </a:xfrm>
              <a:custGeom>
                <a:avLst/>
                <a:gdLst>
                  <a:gd name="T0" fmla="*/ 0 w 2640"/>
                  <a:gd name="T1" fmla="*/ 720 h 720"/>
                  <a:gd name="T2" fmla="*/ 240 w 2640"/>
                  <a:gd name="T3" fmla="*/ 432 h 720"/>
                  <a:gd name="T4" fmla="*/ 672 w 2640"/>
                  <a:gd name="T5" fmla="*/ 432 h 720"/>
                  <a:gd name="T6" fmla="*/ 1152 w 2640"/>
                  <a:gd name="T7" fmla="*/ 624 h 720"/>
                  <a:gd name="T8" fmla="*/ 1728 w 2640"/>
                  <a:gd name="T9" fmla="*/ 672 h 720"/>
                  <a:gd name="T10" fmla="*/ 2160 w 2640"/>
                  <a:gd name="T11" fmla="*/ 528 h 720"/>
                  <a:gd name="T12" fmla="*/ 2640 w 2640"/>
                  <a:gd name="T13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40" h="720">
                    <a:moveTo>
                      <a:pt x="0" y="720"/>
                    </a:moveTo>
                    <a:cubicBezTo>
                      <a:pt x="64" y="600"/>
                      <a:pt x="128" y="480"/>
                      <a:pt x="240" y="432"/>
                    </a:cubicBezTo>
                    <a:cubicBezTo>
                      <a:pt x="352" y="384"/>
                      <a:pt x="520" y="400"/>
                      <a:pt x="672" y="432"/>
                    </a:cubicBezTo>
                    <a:cubicBezTo>
                      <a:pt x="824" y="464"/>
                      <a:pt x="976" y="584"/>
                      <a:pt x="1152" y="624"/>
                    </a:cubicBezTo>
                    <a:cubicBezTo>
                      <a:pt x="1328" y="664"/>
                      <a:pt x="1560" y="688"/>
                      <a:pt x="1728" y="672"/>
                    </a:cubicBezTo>
                    <a:cubicBezTo>
                      <a:pt x="1896" y="656"/>
                      <a:pt x="2008" y="640"/>
                      <a:pt x="2160" y="528"/>
                    </a:cubicBezTo>
                    <a:cubicBezTo>
                      <a:pt x="2312" y="416"/>
                      <a:pt x="2560" y="88"/>
                      <a:pt x="2640" y="0"/>
                    </a:cubicBezTo>
                  </a:path>
                </a:pathLst>
              </a:custGeom>
              <a:noFill/>
              <a:ln w="25400" cmpd="sng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  <p:sp>
          <p:nvSpPr>
            <p:cNvPr id="33" name="Freeform 37"/>
            <p:cNvSpPr/>
            <p:nvPr/>
          </p:nvSpPr>
          <p:spPr bwMode="auto">
            <a:xfrm>
              <a:off x="1392" y="2784"/>
              <a:ext cx="2640" cy="720"/>
            </a:xfrm>
            <a:custGeom>
              <a:avLst/>
              <a:gdLst>
                <a:gd name="T0" fmla="*/ 0 w 2640"/>
                <a:gd name="T1" fmla="*/ 720 h 720"/>
                <a:gd name="T2" fmla="*/ 240 w 2640"/>
                <a:gd name="T3" fmla="*/ 432 h 720"/>
                <a:gd name="T4" fmla="*/ 672 w 2640"/>
                <a:gd name="T5" fmla="*/ 432 h 720"/>
                <a:gd name="T6" fmla="*/ 1152 w 2640"/>
                <a:gd name="T7" fmla="*/ 624 h 720"/>
                <a:gd name="T8" fmla="*/ 1728 w 2640"/>
                <a:gd name="T9" fmla="*/ 672 h 720"/>
                <a:gd name="T10" fmla="*/ 2160 w 2640"/>
                <a:gd name="T11" fmla="*/ 528 h 720"/>
                <a:gd name="T12" fmla="*/ 2640 w 2640"/>
                <a:gd name="T13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40" h="720">
                  <a:moveTo>
                    <a:pt x="0" y="720"/>
                  </a:moveTo>
                  <a:cubicBezTo>
                    <a:pt x="64" y="600"/>
                    <a:pt x="128" y="480"/>
                    <a:pt x="240" y="432"/>
                  </a:cubicBezTo>
                  <a:cubicBezTo>
                    <a:pt x="352" y="384"/>
                    <a:pt x="520" y="400"/>
                    <a:pt x="672" y="432"/>
                  </a:cubicBezTo>
                  <a:cubicBezTo>
                    <a:pt x="824" y="464"/>
                    <a:pt x="976" y="584"/>
                    <a:pt x="1152" y="624"/>
                  </a:cubicBezTo>
                  <a:cubicBezTo>
                    <a:pt x="1328" y="664"/>
                    <a:pt x="1560" y="688"/>
                    <a:pt x="1728" y="672"/>
                  </a:cubicBezTo>
                  <a:cubicBezTo>
                    <a:pt x="1896" y="656"/>
                    <a:pt x="2008" y="640"/>
                    <a:pt x="2160" y="528"/>
                  </a:cubicBezTo>
                  <a:cubicBezTo>
                    <a:pt x="2312" y="416"/>
                    <a:pt x="2560" y="88"/>
                    <a:pt x="2640" y="0"/>
                  </a:cubicBezTo>
                </a:path>
              </a:pathLst>
            </a:custGeom>
            <a:noFill/>
            <a:ln w="19050" cmpd="sng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38" name="Freeform 38"/>
          <p:cNvSpPr/>
          <p:nvPr/>
        </p:nvSpPr>
        <p:spPr bwMode="auto">
          <a:xfrm>
            <a:off x="3717925" y="4527550"/>
            <a:ext cx="3771900" cy="1028700"/>
          </a:xfrm>
          <a:custGeom>
            <a:avLst/>
            <a:gdLst>
              <a:gd name="T0" fmla="*/ 0 w 2640"/>
              <a:gd name="T1" fmla="*/ 720 h 720"/>
              <a:gd name="T2" fmla="*/ 240 w 2640"/>
              <a:gd name="T3" fmla="*/ 432 h 720"/>
              <a:gd name="T4" fmla="*/ 672 w 2640"/>
              <a:gd name="T5" fmla="*/ 432 h 720"/>
              <a:gd name="T6" fmla="*/ 1152 w 2640"/>
              <a:gd name="T7" fmla="*/ 624 h 720"/>
              <a:gd name="T8" fmla="*/ 1728 w 2640"/>
              <a:gd name="T9" fmla="*/ 672 h 720"/>
              <a:gd name="T10" fmla="*/ 2160 w 2640"/>
              <a:gd name="T11" fmla="*/ 528 h 720"/>
              <a:gd name="T12" fmla="*/ 2640 w 2640"/>
              <a:gd name="T13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40" h="720">
                <a:moveTo>
                  <a:pt x="0" y="720"/>
                </a:moveTo>
                <a:cubicBezTo>
                  <a:pt x="64" y="600"/>
                  <a:pt x="128" y="480"/>
                  <a:pt x="240" y="432"/>
                </a:cubicBezTo>
                <a:cubicBezTo>
                  <a:pt x="352" y="384"/>
                  <a:pt x="520" y="400"/>
                  <a:pt x="672" y="432"/>
                </a:cubicBezTo>
                <a:cubicBezTo>
                  <a:pt x="824" y="464"/>
                  <a:pt x="976" y="584"/>
                  <a:pt x="1152" y="624"/>
                </a:cubicBezTo>
                <a:cubicBezTo>
                  <a:pt x="1328" y="664"/>
                  <a:pt x="1560" y="688"/>
                  <a:pt x="1728" y="672"/>
                </a:cubicBezTo>
                <a:cubicBezTo>
                  <a:pt x="1896" y="656"/>
                  <a:pt x="2008" y="640"/>
                  <a:pt x="2160" y="528"/>
                </a:cubicBezTo>
                <a:cubicBezTo>
                  <a:pt x="2312" y="416"/>
                  <a:pt x="2560" y="88"/>
                  <a:pt x="2640" y="0"/>
                </a:cubicBezTo>
              </a:path>
            </a:pathLst>
          </a:custGeom>
          <a:noFill/>
          <a:ln w="25400" cmpd="sng">
            <a:solidFill>
              <a:srgbClr val="00B0F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39" name="Text Box 45"/>
          <p:cNvSpPr txBox="1">
            <a:spLocks noChangeArrowheads="1"/>
          </p:cNvSpPr>
          <p:nvPr/>
        </p:nvSpPr>
        <p:spPr bwMode="auto">
          <a:xfrm>
            <a:off x="6781800" y="1076325"/>
            <a:ext cx="22371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积分曲线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 autoUpdateAnimBg="0" build="p"/>
      <p:bldP spid="7" grpId="0" autoUpdateAnimBg="0"/>
      <p:bldP spid="8" grpId="0" bldLvl="0" animBg="1"/>
      <p:bldP spid="9" grpId="0" autoUpdateAnimBg="0"/>
      <p:bldP spid="11" grpId="0" autoUpdateAnimBg="0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8" grpId="0" bldLvl="0" animBg="1"/>
      <p:bldP spid="39" grpId="0" advAuto="0" autoUpdateAnimBg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533400"/>
            <a:ext cx="4565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1.  </a:t>
            </a:r>
            <a:r>
              <a:rPr lang="zh-CN" altLang="en-US" sz="2800" b="1" dirty="0" smtClean="0">
                <a:ea typeface="楷体_GB2312" pitchFamily="49" charset="-122"/>
              </a:rPr>
              <a:t>设曲线通过点</a:t>
            </a:r>
            <a:r>
              <a:rPr lang="en-US" altLang="zh-CN" sz="2800" b="1" dirty="0" smtClean="0">
                <a:ea typeface="楷体_GB2312" pitchFamily="49" charset="-122"/>
              </a:rPr>
              <a:t>( 1 , 2 ) , 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324600" y="563563"/>
            <a:ext cx="3962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且其上任一点处的切线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76400" y="1219200"/>
            <a:ext cx="7467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斜率等于该点横坐标的两倍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求此曲线的方程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63750" y="190500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223792" y="1961356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4079200" imgH="9753600" progId="Equation.DSMT4">
                  <p:embed/>
                </p:oleObj>
              </mc:Choice>
              <mc:Fallback>
                <p:oleObj name="Equation" r:id="rId1" imgW="24079200" imgH="9753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23792" y="1961356"/>
                        <a:ext cx="1003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089400" y="2514600"/>
          <a:ext cx="1473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35356800" imgH="14020800" progId="Equation.DSMT4">
                  <p:embed/>
                </p:oleObj>
              </mc:Choice>
              <mc:Fallback>
                <p:oleObj name="Equation" r:id="rId3" imgW="35356800" imgH="14020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89400" y="2514600"/>
                        <a:ext cx="1473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670550" y="2527300"/>
          <a:ext cx="1231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29565600" imgH="10972800" progId="Equation.DSMT4">
                  <p:embed/>
                </p:oleObj>
              </mc:Choice>
              <mc:Fallback>
                <p:oleObj name="Equation" r:id="rId5" imgW="29565600" imgH="109728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70550" y="2527300"/>
                        <a:ext cx="1231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752600" y="3214688"/>
            <a:ext cx="381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所求曲线过点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( 1 , 2 ) 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334000" y="3214688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549650" y="3784600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33832800" imgH="10972800" progId="Equation.DSMT4">
                  <p:embed/>
                </p:oleObj>
              </mc:Choice>
              <mc:Fallback>
                <p:oleObj name="Equation" r:id="rId7" imgW="33832800" imgH="109728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49650" y="3784600"/>
                        <a:ext cx="1409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759200" y="4514850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20116800" imgH="7924800" progId="Equation.DSMT4">
                  <p:embed/>
                </p:oleObj>
              </mc:Choice>
              <mc:Fallback>
                <p:oleObj name="Equation" r:id="rId9" imgW="20116800" imgH="7924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59200" y="4514850"/>
                        <a:ext cx="8382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676400" y="4943475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因此所求曲线为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337050" y="4978400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35052000" imgH="10972800" progId="Equation.DSMT4">
                  <p:embed/>
                </p:oleObj>
              </mc:Choice>
              <mc:Fallback>
                <p:oleObj name="Equation" r:id="rId11" imgW="35052000" imgH="10972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37050" y="4978400"/>
                        <a:ext cx="1460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15"/>
          <p:cNvSpPr/>
          <p:nvPr/>
        </p:nvSpPr>
        <p:spPr bwMode="auto">
          <a:xfrm>
            <a:off x="7796213" y="2759075"/>
            <a:ext cx="1463675" cy="1096963"/>
          </a:xfrm>
          <a:custGeom>
            <a:avLst/>
            <a:gdLst>
              <a:gd name="T0" fmla="*/ 0 w 1152"/>
              <a:gd name="T1" fmla="*/ 0 h 864"/>
              <a:gd name="T2" fmla="*/ 576 w 1152"/>
              <a:gd name="T3" fmla="*/ 864 h 864"/>
              <a:gd name="T4" fmla="*/ 1152 w 1152"/>
              <a:gd name="T5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864">
                <a:moveTo>
                  <a:pt x="0" y="0"/>
                </a:moveTo>
                <a:cubicBezTo>
                  <a:pt x="192" y="432"/>
                  <a:pt x="384" y="864"/>
                  <a:pt x="576" y="864"/>
                </a:cubicBezTo>
                <a:cubicBezTo>
                  <a:pt x="768" y="864"/>
                  <a:pt x="960" y="432"/>
                  <a:pt x="1152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16" name="Group 22"/>
          <p:cNvGrpSpPr/>
          <p:nvPr/>
        </p:nvGrpSpPr>
        <p:grpSpPr bwMode="auto">
          <a:xfrm>
            <a:off x="7239000" y="2514600"/>
            <a:ext cx="2951163" cy="2117725"/>
            <a:chOff x="1693" y="2630"/>
            <a:chExt cx="1859" cy="1334"/>
          </a:xfrm>
        </p:grpSpPr>
        <p:graphicFrame>
          <p:nvGraphicFramePr>
            <p:cNvPr id="17" name="Object 23"/>
            <p:cNvGraphicFramePr>
              <a:graphicFrameLocks noChangeAspect="1"/>
            </p:cNvGraphicFramePr>
            <p:nvPr/>
          </p:nvGraphicFramePr>
          <p:xfrm>
            <a:off x="2252" y="264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Equation" r:id="rId13" imgW="6096000" imgH="7315200" progId="Equation.DSMT4">
                    <p:embed/>
                  </p:oleObj>
                </mc:Choice>
                <mc:Fallback>
                  <p:oleObj name="Equation" r:id="rId13" imgW="6096000" imgH="73152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52" y="2644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/>
            <p:cNvGraphicFramePr>
              <a:graphicFrameLocks noChangeAspect="1"/>
            </p:cNvGraphicFramePr>
            <p:nvPr/>
          </p:nvGraphicFramePr>
          <p:xfrm>
            <a:off x="3408" y="3772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" name="Equation" r:id="rId15" imgW="5486400" imgH="7315200" progId="Equation.DSMT4">
                    <p:embed/>
                  </p:oleObj>
                </mc:Choice>
                <mc:Fallback>
                  <p:oleObj name="Equation" r:id="rId15" imgW="5486400" imgH="7315200" progId="Equation.DSMT4">
                    <p:embed/>
                    <p:pic>
                      <p:nvPicPr>
                        <p:cNvPr id="0" name="图片 51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08" y="3772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5"/>
            <p:cNvGraphicFramePr>
              <a:graphicFrameLocks noChangeAspect="1"/>
            </p:cNvGraphicFramePr>
            <p:nvPr/>
          </p:nvGraphicFramePr>
          <p:xfrm>
            <a:off x="2376" y="3739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Equation" r:id="rId17" imgW="7010400" imgH="7620000" progId="Equation.DSMT4">
                    <p:embed/>
                  </p:oleObj>
                </mc:Choice>
                <mc:Fallback>
                  <p:oleObj name="Equation" r:id="rId17" imgW="7010400" imgH="7620000" progId="Equation.DSMT4">
                    <p:embed/>
                    <p:pic>
                      <p:nvPicPr>
                        <p:cNvPr id="0" name="图片 51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376" y="3739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1693" y="3744"/>
              <a:ext cx="18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 flipV="1">
              <a:off x="2813" y="3130"/>
              <a:ext cx="0" cy="6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2" name="Line 28"/>
            <p:cNvSpPr>
              <a:spLocks noChangeShapeType="1"/>
            </p:cNvSpPr>
            <p:nvPr/>
          </p:nvSpPr>
          <p:spPr bwMode="auto">
            <a:xfrm flipV="1">
              <a:off x="2505" y="2630"/>
              <a:ext cx="0" cy="1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>
              <a:off x="2505" y="3130"/>
              <a:ext cx="3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4" name="Oval 30"/>
            <p:cNvSpPr>
              <a:spLocks noChangeArrowheads="1"/>
            </p:cNvSpPr>
            <p:nvPr/>
          </p:nvSpPr>
          <p:spPr bwMode="auto">
            <a:xfrm>
              <a:off x="2792" y="3113"/>
              <a:ext cx="33" cy="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5" name="Object 31"/>
            <p:cNvGraphicFramePr>
              <a:graphicFrameLocks noChangeAspect="1"/>
            </p:cNvGraphicFramePr>
            <p:nvPr/>
          </p:nvGraphicFramePr>
          <p:xfrm>
            <a:off x="2905" y="3024"/>
            <a:ext cx="44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0" name="Equation" r:id="rId19" imgW="16764000" imgH="9448800" progId="Equation.DSMT4">
                    <p:embed/>
                  </p:oleObj>
                </mc:Choice>
                <mc:Fallback>
                  <p:oleObj name="Equation" r:id="rId19" imgW="16764000" imgH="9448800" progId="Equation.DSMT4">
                    <p:embed/>
                    <p:pic>
                      <p:nvPicPr>
                        <p:cNvPr id="0" name="图片 51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905" y="3024"/>
                          <a:ext cx="44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Box 25"/>
          <p:cNvSpPr txBox="1"/>
          <p:nvPr/>
        </p:nvSpPr>
        <p:spPr bwMode="auto">
          <a:xfrm>
            <a:off x="3124200" y="1905000"/>
            <a:ext cx="9555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3051175" y="2559368"/>
            <a:ext cx="9555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2835243" y="4419144"/>
            <a:ext cx="7144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4" grpId="0" advAuto="0" autoUpdateAnimBg="0" build="p"/>
      <p:bldP spid="5" grpId="0" autoUpdateAnimBg="0"/>
      <p:bldP spid="9" grpId="0" autoUpdateAnimBg="0"/>
      <p:bldP spid="10" grpId="0" autoUpdateAnimBg="0"/>
      <p:bldP spid="13" grpId="0" autoUpdateAnimBg="0"/>
      <p:bldP spid="15" grpId="0" bldLvl="0" animBg="1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834178" y="251505"/>
            <a:ext cx="324008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基本积分表</a:t>
            </a:r>
            <a:endParaRPr lang="zh-CN" altLang="zh-CN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22"/>
          <p:cNvGraphicFramePr>
            <a:graphicFrameLocks noChangeAspect="1"/>
          </p:cNvGraphicFramePr>
          <p:nvPr/>
        </p:nvGraphicFramePr>
        <p:xfrm>
          <a:off x="2274888" y="1006475"/>
          <a:ext cx="1739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41757600" imgH="14020800" progId="Equation.DSMT4">
                  <p:embed/>
                </p:oleObj>
              </mc:Choice>
              <mc:Fallback>
                <p:oleObj name="Equation" r:id="rId1" imgW="41757600" imgH="14020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4888" y="1006475"/>
                        <a:ext cx="1739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6019800" y="999950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24"/>
          <p:cNvGraphicFramePr>
            <a:graphicFrameLocks noChangeAspect="1"/>
          </p:cNvGraphicFramePr>
          <p:nvPr/>
        </p:nvGraphicFramePr>
        <p:xfrm>
          <a:off x="4203700" y="1112838"/>
          <a:ext cx="97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23469600" imgH="9448800" progId="Equation.DSMT4">
                  <p:embed/>
                </p:oleObj>
              </mc:Choice>
              <mc:Fallback>
                <p:oleObj name="Equation" r:id="rId3" imgW="23469600" imgH="9448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3700" y="1112838"/>
                        <a:ext cx="97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/>
          <p:cNvGraphicFramePr>
            <a:graphicFrameLocks noChangeAspect="1"/>
          </p:cNvGraphicFramePr>
          <p:nvPr/>
        </p:nvGraphicFramePr>
        <p:xfrm>
          <a:off x="2224088" y="1878965"/>
          <a:ext cx="1979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47548800" imgH="14020800" progId="Equation.DSMT4">
                  <p:embed/>
                </p:oleObj>
              </mc:Choice>
              <mc:Fallback>
                <p:oleObj name="Equation" r:id="rId5" imgW="47548800" imgH="14020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4088" y="1878965"/>
                        <a:ext cx="19796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6"/>
          <p:cNvGraphicFramePr>
            <a:graphicFrameLocks noChangeAspect="1"/>
          </p:cNvGraphicFramePr>
          <p:nvPr/>
        </p:nvGraphicFramePr>
        <p:xfrm>
          <a:off x="4365268" y="1841282"/>
          <a:ext cx="2042665" cy="643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38709600" imgH="12192000" progId="Equation.DSMT4">
                  <p:embed/>
                </p:oleObj>
              </mc:Choice>
              <mc:Fallback>
                <p:oleObj name="Equation" r:id="rId7" imgW="38709600" imgH="121920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5268" y="1841282"/>
                        <a:ext cx="2042665" cy="64335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7"/>
          <p:cNvGraphicFramePr>
            <a:graphicFrameLocks noChangeAspect="1"/>
          </p:cNvGraphicFramePr>
          <p:nvPr/>
        </p:nvGraphicFramePr>
        <p:xfrm>
          <a:off x="2280610" y="4816253"/>
          <a:ext cx="17129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41148000" imgH="20116800" progId="Equation.DSMT4">
                  <p:embed/>
                </p:oleObj>
              </mc:Choice>
              <mc:Fallback>
                <p:oleObj name="Equation" r:id="rId9" imgW="41148000" imgH="201168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80610" y="4816253"/>
                        <a:ext cx="1712912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8"/>
          <p:cNvGraphicFramePr>
            <a:graphicFrameLocks noChangeAspect="1"/>
          </p:cNvGraphicFramePr>
          <p:nvPr/>
        </p:nvGraphicFramePr>
        <p:xfrm>
          <a:off x="4128460" y="4992466"/>
          <a:ext cx="1346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32308800" imgH="11582400" progId="Equation.DSMT4">
                  <p:embed/>
                </p:oleObj>
              </mc:Choice>
              <mc:Fallback>
                <p:oleObj name="Equation" r:id="rId11" imgW="32308800" imgH="115824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28460" y="4992466"/>
                        <a:ext cx="1346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9"/>
          <p:cNvGraphicFramePr>
            <a:graphicFrameLocks noChangeAspect="1"/>
          </p:cNvGraphicFramePr>
          <p:nvPr/>
        </p:nvGraphicFramePr>
        <p:xfrm>
          <a:off x="6120772" y="4663853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26822400" imgH="10363200" progId="Equation.DSMT4">
                  <p:embed/>
                </p:oleObj>
              </mc:Choice>
              <mc:Fallback>
                <p:oleObj name="Equation" r:id="rId13" imgW="26822400" imgH="103632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20772" y="4663853"/>
                        <a:ext cx="1117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6"/>
          <p:cNvGraphicFramePr>
            <a:graphicFrameLocks noChangeAspect="1"/>
          </p:cNvGraphicFramePr>
          <p:nvPr/>
        </p:nvGraphicFramePr>
        <p:xfrm>
          <a:off x="6673850" y="1920875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29565600" imgH="9448800" progId="Equation.DSMT4">
                  <p:embed/>
                </p:oleObj>
              </mc:Choice>
              <mc:Fallback>
                <p:oleObj name="Equation" r:id="rId15" imgW="29565600" imgH="94488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73850" y="1920875"/>
                        <a:ext cx="1231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7"/>
          <p:cNvGraphicFramePr>
            <a:graphicFrameLocks noChangeAspect="1"/>
          </p:cNvGraphicFramePr>
          <p:nvPr/>
        </p:nvGraphicFramePr>
        <p:xfrm>
          <a:off x="6158872" y="5184553"/>
          <a:ext cx="27416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65836800" imgH="11582400" progId="Equation.DSMT4">
                  <p:embed/>
                </p:oleObj>
              </mc:Choice>
              <mc:Fallback>
                <p:oleObj name="Equation" r:id="rId17" imgW="65836800" imgH="115824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58872" y="5184553"/>
                        <a:ext cx="2741613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8"/>
          <p:cNvGraphicFramePr>
            <a:graphicFrameLocks noChangeAspect="1"/>
          </p:cNvGraphicFramePr>
          <p:nvPr/>
        </p:nvGraphicFramePr>
        <p:xfrm>
          <a:off x="8997322" y="4968653"/>
          <a:ext cx="55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19" imgW="13411200" imgH="20116800" progId="Equation.DSMT4">
                  <p:embed/>
                </p:oleObj>
              </mc:Choice>
              <mc:Fallback>
                <p:oleObj name="Equation" r:id="rId19" imgW="13411200" imgH="20116800" progId="Equation.DSMT4">
                  <p:embed/>
                  <p:pic>
                    <p:nvPicPr>
                      <p:cNvPr id="0" name="图片 61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97322" y="4968653"/>
                        <a:ext cx="558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9"/>
          <p:cNvSpPr>
            <a:spLocks noChangeArrowheads="1"/>
          </p:cNvSpPr>
          <p:nvPr/>
        </p:nvSpPr>
        <p:spPr bwMode="auto">
          <a:xfrm>
            <a:off x="5962022" y="4581128"/>
            <a:ext cx="3810000" cy="1295400"/>
          </a:xfrm>
          <a:prstGeom prst="rect">
            <a:avLst/>
          </a:prstGeom>
          <a:noFill/>
          <a:ln w="19050">
            <a:solidFill>
              <a:srgbClr val="7030A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 bwMode="auto">
          <a:xfrm>
            <a:off x="1834193" y="2690634"/>
            <a:ext cx="16109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特别地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822700" y="2535633"/>
          <a:ext cx="2120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21" imgW="50901600" imgH="21031200" progId="Equation.DSMT4">
                  <p:embed/>
                </p:oleObj>
              </mc:Choice>
              <mc:Fallback>
                <p:oleObj name="Equation" r:id="rId21" imgW="50901600" imgH="21031200" progId="Equation.DSMT4">
                  <p:embed/>
                  <p:pic>
                    <p:nvPicPr>
                      <p:cNvPr id="0" name="图片 61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22700" y="2535633"/>
                        <a:ext cx="21209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858000" y="2535633"/>
          <a:ext cx="24511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23" imgW="58826400" imgH="20116800" progId="Equation.DSMT4">
                  <p:embed/>
                </p:oleObj>
              </mc:Choice>
              <mc:Fallback>
                <p:oleObj name="Equation" r:id="rId23" imgW="58826400" imgH="20116800" progId="Equation.DSMT4">
                  <p:embed/>
                  <p:pic>
                    <p:nvPicPr>
                      <p:cNvPr id="0" name="图片 61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858000" y="2535633"/>
                        <a:ext cx="24511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791744" y="3429000"/>
          <a:ext cx="2616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25" imgW="62788800" imgH="21640800" progId="Equation.DSMT4">
                  <p:embed/>
                </p:oleObj>
              </mc:Choice>
              <mc:Fallback>
                <p:oleObj name="Equation" r:id="rId25" imgW="62788800" imgH="21640800" progId="Equation.DSMT4">
                  <p:embed/>
                  <p:pic>
                    <p:nvPicPr>
                      <p:cNvPr id="0" name="图片 61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91744" y="3429000"/>
                        <a:ext cx="2616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858000" y="3429000"/>
          <a:ext cx="2743200" cy="889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27" imgW="65836800" imgH="21336000" progId="Equation.DSMT4">
                  <p:embed/>
                </p:oleObj>
              </mc:Choice>
              <mc:Fallback>
                <p:oleObj name="Equation" r:id="rId27" imgW="65836800" imgH="21336000" progId="Equation.DSMT4">
                  <p:embed/>
                  <p:pic>
                    <p:nvPicPr>
                      <p:cNvPr id="0" name="图片 615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58000" y="3429000"/>
                        <a:ext cx="2743200" cy="8890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4" grpId="0" bldLvl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101850" y="482600"/>
          <a:ext cx="210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50596800" imgH="20116800" progId="Equation.DSMT4">
                  <p:embed/>
                </p:oleObj>
              </mc:Choice>
              <mc:Fallback>
                <p:oleObj name="Equation" r:id="rId1" imgW="50596800" imgH="20116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1850" y="482600"/>
                        <a:ext cx="2108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368800" y="685800"/>
          <a:ext cx="1714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41148000" imgH="9448800" progId="Equation.DSMT4">
                  <p:embed/>
                </p:oleObj>
              </mc:Choice>
              <mc:Fallback>
                <p:oleObj name="Equation" r:id="rId3" imgW="41148000" imgH="9448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8800" y="685800"/>
                        <a:ext cx="1714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27250" y="2597150"/>
          <a:ext cx="2298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55168800" imgH="14020800" progId="Equation.DSMT4">
                  <p:embed/>
                </p:oleObj>
              </mc:Choice>
              <mc:Fallback>
                <p:oleObj name="Equation" r:id="rId5" imgW="55168800" imgH="140208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7250" y="2597150"/>
                        <a:ext cx="2298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97400" y="2686050"/>
          <a:ext cx="1257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30175200" imgH="9448800" progId="Equation.DSMT4">
                  <p:embed/>
                </p:oleObj>
              </mc:Choice>
              <mc:Fallback>
                <p:oleObj name="Equation" r:id="rId7" imgW="30175200" imgH="9448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97400" y="2686050"/>
                        <a:ext cx="1257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108200" y="4089400"/>
          <a:ext cx="215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51816000" imgH="20116800" progId="Equation.DSMT4">
                  <p:embed/>
                </p:oleObj>
              </mc:Choice>
              <mc:Fallback>
                <p:oleObj name="Equation" r:id="rId9" imgW="51816000" imgH="20116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08200" y="4089400"/>
                        <a:ext cx="2159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419600" y="4229100"/>
          <a:ext cx="167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40233600" imgH="14020800" progId="Equation.DSMT4">
                  <p:embed/>
                </p:oleObj>
              </mc:Choice>
              <mc:Fallback>
                <p:oleObj name="Equation" r:id="rId11" imgW="40233600" imgH="14020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19600" y="4229100"/>
                        <a:ext cx="1676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330950" y="429260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31089600" imgH="9448800" progId="Equation.DSMT4">
                  <p:embed/>
                </p:oleObj>
              </mc:Choice>
              <mc:Fallback>
                <p:oleObj name="Equation" r:id="rId13" imgW="31089600" imgH="9448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30950" y="429260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426200" y="58420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061200" y="647700"/>
          <a:ext cx="1981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47548800" imgH="9448800" progId="Equation.DSMT4">
                  <p:embed/>
                </p:oleObj>
              </mc:Choice>
              <mc:Fallback>
                <p:oleObj name="Equation" r:id="rId15" imgW="47548800" imgH="9448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61200" y="647700"/>
                        <a:ext cx="1981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101850" y="1479550"/>
          <a:ext cx="2349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56388000" imgH="22250400" progId="Equation.DSMT4">
                  <p:embed/>
                </p:oleObj>
              </mc:Choice>
              <mc:Fallback>
                <p:oleObj name="Equation" r:id="rId17" imgW="56388000" imgH="222504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01850" y="1479550"/>
                        <a:ext cx="23495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610100" y="16764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9" imgW="41452800" imgH="9448800" progId="Equation.DSMT4">
                  <p:embed/>
                </p:oleObj>
              </mc:Choice>
              <mc:Fallback>
                <p:oleObj name="Equation" r:id="rId19" imgW="41452800" imgH="94488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10100" y="1676400"/>
                        <a:ext cx="1727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6502400" y="1589088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156450" y="1701800"/>
          <a:ext cx="196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1" imgW="47244000" imgH="9448800" progId="Equation.DSMT4">
                  <p:embed/>
                </p:oleObj>
              </mc:Choice>
              <mc:Fallback>
                <p:oleObj name="Equation" r:id="rId21" imgW="47244000" imgH="94488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56450" y="1701800"/>
                        <a:ext cx="196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120900" y="3359150"/>
          <a:ext cx="2260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3" imgW="54254400" imgH="14020800" progId="Equation.DSMT4">
                  <p:embed/>
                </p:oleObj>
              </mc:Choice>
              <mc:Fallback>
                <p:oleObj name="Equation" r:id="rId23" imgW="54254400" imgH="140208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20900" y="3359150"/>
                        <a:ext cx="2260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694238" y="3462338"/>
          <a:ext cx="154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25" imgW="37185600" imgH="9448800" progId="Equation.DSMT4">
                  <p:embed/>
                </p:oleObj>
              </mc:Choice>
              <mc:Fallback>
                <p:oleObj name="Equation" r:id="rId25" imgW="37185600" imgH="9448800" progId="Equation.DSMT4">
                  <p:embed/>
                  <p:pic>
                    <p:nvPicPr>
                      <p:cNvPr id="0" name="图片 718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94238" y="3462338"/>
                        <a:ext cx="1549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101850" y="5156200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27" imgW="50901600" imgH="20116800" progId="Equation.DSMT4">
                  <p:embed/>
                </p:oleObj>
              </mc:Choice>
              <mc:Fallback>
                <p:oleObj name="Equation" r:id="rId27" imgW="50901600" imgH="20116800" progId="Equation.DSMT4">
                  <p:embed/>
                  <p:pic>
                    <p:nvPicPr>
                      <p:cNvPr id="0" name="图片 718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01850" y="5156200"/>
                        <a:ext cx="212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413250" y="5276850"/>
          <a:ext cx="1689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29" imgW="40538400" imgH="14020800" progId="Equation.DSMT4">
                  <p:embed/>
                </p:oleObj>
              </mc:Choice>
              <mc:Fallback>
                <p:oleObj name="Equation" r:id="rId29" imgW="40538400" imgH="14020800" progId="Equation.DSMT4">
                  <p:embed/>
                  <p:pic>
                    <p:nvPicPr>
                      <p:cNvPr id="0" name="图片 718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13250" y="5276850"/>
                        <a:ext cx="1689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311900" y="5372100"/>
          <a:ext cx="152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31" imgW="36576000" imgH="9448800" progId="Equation.DSMT4">
                  <p:embed/>
                </p:oleObj>
              </mc:Choice>
              <mc:Fallback>
                <p:oleObj name="Equation" r:id="rId31" imgW="36576000" imgH="9448800" progId="Equation.DSMT4">
                  <p:embed/>
                  <p:pic>
                    <p:nvPicPr>
                      <p:cNvPr id="0" name="图片 718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11900" y="5372100"/>
                        <a:ext cx="1524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97113" y="533400"/>
          <a:ext cx="3136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74980800" imgH="14020800" progId="Equation.DSMT4">
                  <p:embed/>
                </p:oleObj>
              </mc:Choice>
              <mc:Fallback>
                <p:oleObj name="Equation" r:id="rId1" imgW="74980800" imgH="14020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7113" y="533400"/>
                        <a:ext cx="31369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583238" y="584200"/>
          <a:ext cx="12890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3" imgW="30784800" imgH="9448800" progId="Equation.DSMT4">
                  <p:embed/>
                </p:oleObj>
              </mc:Choice>
              <mc:Fallback>
                <p:oleObj name="Equation" r:id="rId3" imgW="30784800" imgH="9448800" progId="Equation.DSMT4">
                  <p:embed/>
                  <p:pic>
                    <p:nvPicPr>
                      <p:cNvPr id="0" name="图片 826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83238" y="584200"/>
                        <a:ext cx="1289050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93938" y="1295400"/>
          <a:ext cx="31051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5" imgW="74371200" imgH="14020800" progId="Equation.DSMT4">
                  <p:embed/>
                </p:oleObj>
              </mc:Choice>
              <mc:Fallback>
                <p:oleObj name="Equation" r:id="rId5" imgW="74371200" imgH="14020800" progId="Equation.DSMT4">
                  <p:embed/>
                  <p:pic>
                    <p:nvPicPr>
                      <p:cNvPr id="0" name="图片 826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93938" y="1295400"/>
                        <a:ext cx="310515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570538" y="1373188"/>
          <a:ext cx="1563687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7" imgW="36576000" imgH="9448800" progId="Equation.DSMT4">
                  <p:embed/>
                </p:oleObj>
              </mc:Choice>
              <mc:Fallback>
                <p:oleObj name="Equation" r:id="rId7" imgW="36576000" imgH="9448800" progId="Equation.DSMT4">
                  <p:embed/>
                  <p:pic>
                    <p:nvPicPr>
                      <p:cNvPr id="0" name="图片 826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70538" y="1373188"/>
                        <a:ext cx="1563687" cy="414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59013" y="2146300"/>
          <a:ext cx="2120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9" imgW="50596800" imgH="14020800" progId="Equation.DSMT4">
                  <p:embed/>
                </p:oleObj>
              </mc:Choice>
              <mc:Fallback>
                <p:oleObj name="Equation" r:id="rId9" imgW="50596800" imgH="14020800" progId="Equation.DSMT4">
                  <p:embed/>
                  <p:pic>
                    <p:nvPicPr>
                      <p:cNvPr id="0" name="图片 826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59013" y="2146300"/>
                        <a:ext cx="21209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33900" y="2174875"/>
          <a:ext cx="922338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Equation" r:id="rId11" imgW="21945600" imgH="9144000" progId="Equation.DSMT4">
                  <p:embed/>
                </p:oleObj>
              </mc:Choice>
              <mc:Fallback>
                <p:oleObj name="Equation" r:id="rId11" imgW="21945600" imgH="9144000" progId="Equation.DSMT4">
                  <p:embed/>
                  <p:pic>
                    <p:nvPicPr>
                      <p:cNvPr id="0" name="图片 827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33900" y="2174875"/>
                        <a:ext cx="922338" cy="385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87588" y="3136900"/>
          <a:ext cx="20891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Equation" r:id="rId13" imgW="49987200" imgH="14020800" progId="Equation.DSMT4">
                  <p:embed/>
                </p:oleObj>
              </mc:Choice>
              <mc:Fallback>
                <p:oleObj name="Equation" r:id="rId13" imgW="49987200" imgH="14020800" progId="Equation.DSMT4">
                  <p:embed/>
                  <p:pic>
                    <p:nvPicPr>
                      <p:cNvPr id="0" name="图片 827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87588" y="3136900"/>
                        <a:ext cx="208915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576763" y="2905125"/>
          <a:ext cx="11938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Equation" r:id="rId15" imgW="28346400" imgH="21336000" progId="Equation.DSMT4">
                  <p:embed/>
                </p:oleObj>
              </mc:Choice>
              <mc:Fallback>
                <p:oleObj name="Equation" r:id="rId15" imgW="28346400" imgH="21336000" progId="Equation.DSMT4">
                  <p:embed/>
                  <p:pic>
                    <p:nvPicPr>
                      <p:cNvPr id="0" name="图片 827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6763" y="2905125"/>
                        <a:ext cx="1193800" cy="893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919655" y="164892"/>
            <a:ext cx="582372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不定积分的线性运算法则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2008302" y="831379"/>
            <a:ext cx="16979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4.1.2.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2"/>
          <p:cNvGraphicFramePr>
            <a:graphicFrameLocks noChangeAspect="1"/>
          </p:cNvGraphicFramePr>
          <p:nvPr/>
        </p:nvGraphicFramePr>
        <p:xfrm>
          <a:off x="2190750" y="1363663"/>
          <a:ext cx="144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34747200" imgH="21945600" progId="Equation.DSMT4">
                  <p:embed/>
                </p:oleObj>
              </mc:Choice>
              <mc:Fallback>
                <p:oleObj name="Equation" r:id="rId1" imgW="34747200" imgH="2194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0750" y="1363663"/>
                        <a:ext cx="14478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/>
          <p:cNvGraphicFramePr>
            <a:graphicFrameLocks noChangeAspect="1"/>
          </p:cNvGraphicFramePr>
          <p:nvPr/>
        </p:nvGraphicFramePr>
        <p:xfrm>
          <a:off x="3536950" y="1490663"/>
          <a:ext cx="1320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31699200" imgH="14020800" progId="Equation.DSMT4">
                  <p:embed/>
                </p:oleObj>
              </mc:Choice>
              <mc:Fallback>
                <p:oleObj name="Equation" r:id="rId3" imgW="31699200" imgH="140208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36950" y="1490663"/>
                        <a:ext cx="1320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4806950" y="1560513"/>
          <a:ext cx="1333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32004000" imgH="11582400" progId="Equation.DSMT4">
                  <p:embed/>
                </p:oleObj>
              </mc:Choice>
              <mc:Fallback>
                <p:oleObj name="Equation" r:id="rId5" imgW="32004000" imgH="115824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06950" y="1560513"/>
                        <a:ext cx="1333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7"/>
          <p:cNvGrpSpPr/>
          <p:nvPr/>
        </p:nvGrpSpPr>
        <p:grpSpPr bwMode="auto">
          <a:xfrm>
            <a:off x="6864350" y="1489357"/>
            <a:ext cx="3384550" cy="584200"/>
            <a:chOff x="3276" y="636"/>
            <a:chExt cx="2132" cy="368"/>
          </a:xfrm>
        </p:grpSpPr>
        <p:graphicFrame>
          <p:nvGraphicFramePr>
            <p:cNvPr id="38" name="Object 8"/>
            <p:cNvGraphicFramePr>
              <a:graphicFrameLocks noChangeAspect="1"/>
            </p:cNvGraphicFramePr>
            <p:nvPr/>
          </p:nvGraphicFramePr>
          <p:xfrm>
            <a:off x="3276" y="671"/>
            <a:ext cx="24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Equation" r:id="rId7" imgW="9448800" imgH="11582400" progId="Equation.DSMT4">
                    <p:embed/>
                  </p:oleObj>
                </mc:Choice>
                <mc:Fallback>
                  <p:oleObj name="Equation" r:id="rId7" imgW="9448800" imgH="11582400" progId="Equation.DSMT4">
                    <p:embed/>
                    <p:pic>
                      <p:nvPicPr>
                        <p:cNvPr id="0" name="图片 92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76" y="671"/>
                          <a:ext cx="248" cy="3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9"/>
            <p:cNvGraphicFramePr>
              <a:graphicFrameLocks noChangeAspect="1"/>
            </p:cNvGraphicFramePr>
            <p:nvPr/>
          </p:nvGraphicFramePr>
          <p:xfrm>
            <a:off x="3556" y="636"/>
            <a:ext cx="80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Equation" r:id="rId9" imgW="30480000" imgH="14020800" progId="Equation.DSMT4">
                    <p:embed/>
                  </p:oleObj>
                </mc:Choice>
                <mc:Fallback>
                  <p:oleObj name="Equation" r:id="rId9" imgW="30480000" imgH="140208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56" y="636"/>
                          <a:ext cx="800" cy="3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0"/>
            <p:cNvGraphicFramePr>
              <a:graphicFrameLocks noChangeAspect="1"/>
            </p:cNvGraphicFramePr>
            <p:nvPr/>
          </p:nvGraphicFramePr>
          <p:xfrm>
            <a:off x="4312" y="672"/>
            <a:ext cx="109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name="Equation" r:id="rId11" imgW="41757600" imgH="11582400" progId="Equation.DSMT4">
                    <p:embed/>
                  </p:oleObj>
                </mc:Choice>
                <mc:Fallback>
                  <p:oleObj name="Equation" r:id="rId11" imgW="41757600" imgH="11582400" progId="Equation.DSMT4">
                    <p:embed/>
                    <p:pic>
                      <p:nvPicPr>
                        <p:cNvPr id="0" name="图片 92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12" y="672"/>
                          <a:ext cx="1096" cy="3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235700" y="1509042"/>
            <a:ext cx="6223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2" name="Group 12"/>
          <p:cNvGrpSpPr/>
          <p:nvPr/>
        </p:nvGrpSpPr>
        <p:grpSpPr bwMode="auto">
          <a:xfrm>
            <a:off x="2173605" y="2452652"/>
            <a:ext cx="3695700" cy="584200"/>
            <a:chOff x="444" y="1204"/>
            <a:chExt cx="2328" cy="368"/>
          </a:xfrm>
        </p:grpSpPr>
        <p:graphicFrame>
          <p:nvGraphicFramePr>
            <p:cNvPr id="43" name="Object 13"/>
            <p:cNvGraphicFramePr>
              <a:graphicFrameLocks noChangeAspect="1"/>
            </p:cNvGraphicFramePr>
            <p:nvPr/>
          </p:nvGraphicFramePr>
          <p:xfrm>
            <a:off x="444" y="1204"/>
            <a:ext cx="232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Equation" r:id="rId13" imgW="88696800" imgH="14020800" progId="Equation.DSMT4">
                    <p:embed/>
                  </p:oleObj>
                </mc:Choice>
                <mc:Fallback>
                  <p:oleObj name="Equation" r:id="rId13" imgW="88696800" imgH="14020800" progId="Equation.DSMT4">
                    <p:embed/>
                    <p:pic>
                      <p:nvPicPr>
                        <p:cNvPr id="0" name="图片 92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4" y="1204"/>
                          <a:ext cx="2328" cy="3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14"/>
            <p:cNvGraphicFramePr>
              <a:graphicFrameLocks noChangeAspect="1"/>
            </p:cNvGraphicFramePr>
            <p:nvPr/>
          </p:nvGraphicFramePr>
          <p:xfrm>
            <a:off x="1018" y="1262"/>
            <a:ext cx="47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name="Equation" r:id="rId15" imgW="9144000" imgH="4876800" progId="Equation.DSMT4">
                    <p:embed/>
                  </p:oleObj>
                </mc:Choice>
                <mc:Fallback>
                  <p:oleObj name="Equation" r:id="rId15" imgW="9144000" imgH="4876800" progId="Equation.DSMT4">
                    <p:embed/>
                    <p:pic>
                      <p:nvPicPr>
                        <p:cNvPr id="0" name="图片 92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18" y="1262"/>
                          <a:ext cx="471" cy="2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15"/>
            <p:cNvGraphicFramePr>
              <a:graphicFrameLocks noChangeAspect="1"/>
            </p:cNvGraphicFramePr>
            <p:nvPr/>
          </p:nvGraphicFramePr>
          <p:xfrm>
            <a:off x="1970" y="1246"/>
            <a:ext cx="45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Equation" r:id="rId17" imgW="8229600" imgH="4876800" progId="Equation.DSMT4">
                    <p:embed/>
                  </p:oleObj>
                </mc:Choice>
                <mc:Fallback>
                  <p:oleObj name="Equation" r:id="rId17" imgW="8229600" imgH="4876800" progId="Equation.DSMT4">
                    <p:embed/>
                    <p:pic>
                      <p:nvPicPr>
                        <p:cNvPr id="0" name="图片 92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970" y="1246"/>
                          <a:ext cx="453" cy="2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6264910" y="2442492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7" name="Group 17"/>
          <p:cNvGrpSpPr/>
          <p:nvPr/>
        </p:nvGrpSpPr>
        <p:grpSpPr bwMode="auto">
          <a:xfrm>
            <a:off x="6927850" y="2442492"/>
            <a:ext cx="2730500" cy="584200"/>
            <a:chOff x="3356" y="1212"/>
            <a:chExt cx="1720" cy="368"/>
          </a:xfrm>
        </p:grpSpPr>
        <p:graphicFrame>
          <p:nvGraphicFramePr>
            <p:cNvPr id="48" name="Object 18"/>
            <p:cNvGraphicFramePr>
              <a:graphicFrameLocks noChangeAspect="1"/>
            </p:cNvGraphicFramePr>
            <p:nvPr/>
          </p:nvGraphicFramePr>
          <p:xfrm>
            <a:off x="3356" y="1212"/>
            <a:ext cx="17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name="Equation" r:id="rId19" imgW="65532000" imgH="14020800" progId="Equation.DSMT4">
                    <p:embed/>
                  </p:oleObj>
                </mc:Choice>
                <mc:Fallback>
                  <p:oleObj name="Equation" r:id="rId19" imgW="65532000" imgH="140208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56" y="1212"/>
                          <a:ext cx="1720" cy="3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19"/>
            <p:cNvGraphicFramePr>
              <a:graphicFrameLocks noChangeAspect="1"/>
            </p:cNvGraphicFramePr>
            <p:nvPr/>
          </p:nvGraphicFramePr>
          <p:xfrm>
            <a:off x="3620" y="1277"/>
            <a:ext cx="47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7" name="Equation" r:id="rId21" imgW="17983200" imgH="9448800" progId="Equation.DSMT4">
                    <p:embed/>
                  </p:oleObj>
                </mc:Choice>
                <mc:Fallback>
                  <p:oleObj name="Equation" r:id="rId21" imgW="17983200" imgH="9448800" progId="Equation.DSMT4">
                    <p:embed/>
                    <p:pic>
                      <p:nvPicPr>
                        <p:cNvPr id="0" name="图片 92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620" y="1277"/>
                          <a:ext cx="472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20"/>
            <p:cNvGraphicFramePr>
              <a:graphicFrameLocks noChangeAspect="1"/>
            </p:cNvGraphicFramePr>
            <p:nvPr/>
          </p:nvGraphicFramePr>
          <p:xfrm>
            <a:off x="4238" y="1244"/>
            <a:ext cx="49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8" name="Equation" r:id="rId23" imgW="8229600" imgH="4876800" progId="Equation.DSMT4">
                    <p:embed/>
                  </p:oleObj>
                </mc:Choice>
                <mc:Fallback>
                  <p:oleObj name="Equation" r:id="rId23" imgW="8229600" imgH="4876800" progId="Equation.DSMT4">
                    <p:embed/>
                    <p:pic>
                      <p:nvPicPr>
                        <p:cNvPr id="0" name="图片 92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238" y="1244"/>
                          <a:ext cx="495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41"/>
          <p:cNvSpPr txBox="1">
            <a:spLocks noChangeArrowheads="1"/>
          </p:cNvSpPr>
          <p:nvPr/>
        </p:nvSpPr>
        <p:spPr bwMode="auto">
          <a:xfrm>
            <a:off x="3536950" y="837212"/>
            <a:ext cx="42481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（积分与微分的关系）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2" name="TextBox 51"/>
          <p:cNvSpPr txBox="1"/>
          <p:nvPr/>
        </p:nvSpPr>
        <p:spPr bwMode="auto">
          <a:xfrm>
            <a:off x="1919779" y="3213611"/>
            <a:ext cx="2672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线性运算法则：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2368550" y="3749675"/>
          <a:ext cx="2181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25" imgW="52120800" imgH="14020800" progId="Equation.DSMT4">
                  <p:embed/>
                </p:oleObj>
              </mc:Choice>
              <mc:Fallback>
                <p:oleObj name="Equation" r:id="rId25" imgW="52120800" imgH="14020800" progId="Equation.DSMT4">
                  <p:embed/>
                  <p:pic>
                    <p:nvPicPr>
                      <p:cNvPr id="0" name="图片 922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368550" y="3749675"/>
                        <a:ext cx="2181225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/>
        </p:nvGraphicFramePr>
        <p:xfrm>
          <a:off x="2368233" y="4511675"/>
          <a:ext cx="293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27" imgW="70104000" imgH="14020800" progId="Equation.DSMT4">
                  <p:embed/>
                </p:oleObj>
              </mc:Choice>
              <mc:Fallback>
                <p:oleObj name="Equation" r:id="rId27" imgW="70104000" imgH="14020800" progId="Equation.DSMT4">
                  <p:embed/>
                  <p:pic>
                    <p:nvPicPr>
                      <p:cNvPr id="0" name="图片 922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368233" y="4511675"/>
                        <a:ext cx="29337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>
            <a:graphicFrameLocks noChangeAspect="1"/>
          </p:cNvGraphicFramePr>
          <p:nvPr/>
        </p:nvGraphicFramePr>
        <p:xfrm>
          <a:off x="4692650" y="3749675"/>
          <a:ext cx="14557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29" imgW="34747200" imgH="14020800" progId="Equation.DSMT4">
                  <p:embed/>
                </p:oleObj>
              </mc:Choice>
              <mc:Fallback>
                <p:oleObj name="Equation" r:id="rId29" imgW="34747200" imgH="14020800" progId="Equation.DSMT4">
                  <p:embed/>
                  <p:pic>
                    <p:nvPicPr>
                      <p:cNvPr id="0" name="图片 923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692650" y="3749675"/>
                        <a:ext cx="1455738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/>
          <p:cNvGraphicFramePr>
            <a:graphicFrameLocks noChangeAspect="1"/>
          </p:cNvGraphicFramePr>
          <p:nvPr/>
        </p:nvGraphicFramePr>
        <p:xfrm>
          <a:off x="5403533" y="4511675"/>
          <a:ext cx="3175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31" imgW="75895200" imgH="14020800" progId="Equation.DSMT4">
                  <p:embed/>
                </p:oleObj>
              </mc:Choice>
              <mc:Fallback>
                <p:oleObj name="Equation" r:id="rId31" imgW="75895200" imgH="14020800" progId="Equation.DSMT4">
                  <p:embed/>
                  <p:pic>
                    <p:nvPicPr>
                      <p:cNvPr id="0" name="图片 923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03533" y="4511675"/>
                        <a:ext cx="3175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/>
          <p:cNvGraphicFramePr>
            <a:graphicFrameLocks noChangeAspect="1"/>
          </p:cNvGraphicFramePr>
          <p:nvPr/>
        </p:nvGraphicFramePr>
        <p:xfrm>
          <a:off x="6502400" y="3843338"/>
          <a:ext cx="936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33" imgW="22250400" imgH="9448800" progId="Equation.DSMT4">
                  <p:embed/>
                </p:oleObj>
              </mc:Choice>
              <mc:Fallback>
                <p:oleObj name="Equation" r:id="rId33" imgW="22250400" imgH="9448800" progId="Equation.DSMT4">
                  <p:embed/>
                  <p:pic>
                    <p:nvPicPr>
                      <p:cNvPr id="0" name="图片 9232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502400" y="3843338"/>
                        <a:ext cx="936625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Rectangle 2"/>
          <p:cNvSpPr>
            <a:spLocks noChangeArrowheads="1"/>
          </p:cNvSpPr>
          <p:nvPr/>
        </p:nvSpPr>
        <p:spPr bwMode="auto">
          <a:xfrm>
            <a:off x="5892991" y="5172567"/>
            <a:ext cx="4493262" cy="892918"/>
          </a:xfrm>
          <a:prstGeom prst="rect">
            <a:avLst/>
          </a:prstGeom>
          <a:noFill/>
          <a:ln w="19050">
            <a:solidFill>
              <a:srgbClr val="7030A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Text Box 6"/>
          <p:cNvSpPr txBox="1">
            <a:spLocks noChangeArrowheads="1"/>
          </p:cNvSpPr>
          <p:nvPr/>
        </p:nvSpPr>
        <p:spPr bwMode="auto">
          <a:xfrm>
            <a:off x="1505585" y="5344795"/>
            <a:ext cx="25190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一般地：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0" name="Object 7"/>
          <p:cNvGraphicFramePr>
            <a:graphicFrameLocks noChangeAspect="1"/>
          </p:cNvGraphicFramePr>
          <p:nvPr/>
        </p:nvGraphicFramePr>
        <p:xfrm>
          <a:off x="3391726" y="5148437"/>
          <a:ext cx="260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35" imgW="62484000" imgH="21945600" progId="Equation.DSMT4">
                  <p:embed/>
                </p:oleObj>
              </mc:Choice>
              <mc:Fallback>
                <p:oleObj name="Equation" r:id="rId35" imgW="62484000" imgH="21945600" progId="Equation.DSMT4">
                  <p:embed/>
                  <p:pic>
                    <p:nvPicPr>
                      <p:cNvPr id="0" name="图片 9233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91726" y="5148437"/>
                        <a:ext cx="26035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8"/>
          <p:cNvSpPr txBox="1">
            <a:spLocks noChangeArrowheads="1"/>
          </p:cNvSpPr>
          <p:nvPr/>
        </p:nvSpPr>
        <p:spPr bwMode="auto">
          <a:xfrm>
            <a:off x="5892800" y="5348143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2" name="Object 9"/>
          <p:cNvGraphicFramePr>
            <a:graphicFrameLocks noChangeAspect="1"/>
          </p:cNvGraphicFramePr>
          <p:nvPr/>
        </p:nvGraphicFramePr>
        <p:xfrm>
          <a:off x="6651308" y="5147945"/>
          <a:ext cx="35972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37" imgW="86258400" imgH="21945600" progId="Equation.DSMT4">
                  <p:embed/>
                </p:oleObj>
              </mc:Choice>
              <mc:Fallback>
                <p:oleObj name="Equation" r:id="rId37" imgW="86258400" imgH="21945600" progId="Equation.DSMT4">
                  <p:embed/>
                  <p:pic>
                    <p:nvPicPr>
                      <p:cNvPr id="0" name="图片 9234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651308" y="5147945"/>
                        <a:ext cx="3597275" cy="917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 build="p"/>
      <p:bldP spid="46" grpId="0" autoUpdateAnimBg="0" build="p"/>
      <p:bldP spid="52" grpId="0"/>
      <p:bldP spid="68" grpId="0" bldLvl="0" animBg="1"/>
      <p:bldP spid="69" grpId="0" autoUpdateAnimBg="0"/>
      <p:bldP spid="7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2063750" y="375289"/>
            <a:ext cx="295213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求不定积分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2889250" y="908050"/>
          <a:ext cx="1854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44500800" imgH="22555200" progId="Equation.DSMT4">
                  <p:embed/>
                </p:oleObj>
              </mc:Choice>
              <mc:Fallback>
                <p:oleObj name="Equation" r:id="rId1" imgW="44500800" imgH="225552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89250" y="908050"/>
                        <a:ext cx="18542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847528" y="3116498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/>
        </p:nvGraphicFramePr>
        <p:xfrm>
          <a:off x="4490686" y="2947253"/>
          <a:ext cx="12827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0784800" imgH="26822400" progId="Equation.DSMT4">
                  <p:embed/>
                </p:oleObj>
              </mc:Choice>
              <mc:Fallback>
                <p:oleObj name="Equation" r:id="rId3" imgW="30784800" imgH="268224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0686" y="2947253"/>
                        <a:ext cx="1282700" cy="1117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/>
          <p:cNvGraphicFramePr>
            <a:graphicFrameLocks noChangeAspect="1"/>
          </p:cNvGraphicFramePr>
          <p:nvPr/>
        </p:nvGraphicFramePr>
        <p:xfrm>
          <a:off x="6467421" y="3014096"/>
          <a:ext cx="1714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41148000" imgH="12496800" progId="Equation.DSMT4">
                  <p:embed/>
                </p:oleObj>
              </mc:Choice>
              <mc:Fallback>
                <p:oleObj name="Equation" r:id="rId5" imgW="41148000" imgH="12496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67421" y="3014096"/>
                        <a:ext cx="17145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/>
          <p:cNvGraphicFramePr>
            <a:graphicFrameLocks noChangeAspect="1"/>
          </p:cNvGraphicFramePr>
          <p:nvPr/>
        </p:nvGraphicFramePr>
        <p:xfrm>
          <a:off x="6357938" y="1001713"/>
          <a:ext cx="2921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70104000" imgH="16459200" progId="Equation.DSMT4">
                  <p:embed/>
                </p:oleObj>
              </mc:Choice>
              <mc:Fallback>
                <p:oleObj name="Equation" r:id="rId7" imgW="70104000" imgH="164592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7938" y="1001713"/>
                        <a:ext cx="29210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/>
          <p:cNvGraphicFramePr>
            <a:graphicFrameLocks noChangeAspect="1"/>
          </p:cNvGraphicFramePr>
          <p:nvPr/>
        </p:nvGraphicFramePr>
        <p:xfrm>
          <a:off x="5795690" y="4122092"/>
          <a:ext cx="153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36880800" imgH="16459200" progId="Equation.DSMT4">
                  <p:embed/>
                </p:oleObj>
              </mc:Choice>
              <mc:Fallback>
                <p:oleObj name="Equation" r:id="rId9" imgW="36880800" imgH="164592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95690" y="4122092"/>
                        <a:ext cx="1536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/>
          <p:cNvGraphicFramePr>
            <a:graphicFrameLocks noChangeAspect="1"/>
          </p:cNvGraphicFramePr>
          <p:nvPr/>
        </p:nvGraphicFramePr>
        <p:xfrm>
          <a:off x="7464152" y="4149080"/>
          <a:ext cx="208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49987200" imgH="16459200" progId="Equation.DSMT4">
                  <p:embed/>
                </p:oleObj>
              </mc:Choice>
              <mc:Fallback>
                <p:oleObj name="Equation" r:id="rId11" imgW="49987200" imgH="164592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64152" y="4149080"/>
                        <a:ext cx="2082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/>
          <p:cNvGraphicFramePr>
            <a:graphicFrameLocks noChangeAspect="1"/>
          </p:cNvGraphicFramePr>
          <p:nvPr/>
        </p:nvGraphicFramePr>
        <p:xfrm>
          <a:off x="4870099" y="2690078"/>
          <a:ext cx="723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17373600" imgH="14935200" progId="Equation.DSMT4">
                  <p:embed/>
                </p:oleObj>
              </mc:Choice>
              <mc:Fallback>
                <p:oleObj name="Equation" r:id="rId13" imgW="17373600" imgH="14935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70099" y="2690078"/>
                        <a:ext cx="7239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/>
          <p:cNvGraphicFramePr>
            <a:graphicFrameLocks noChangeAspect="1"/>
          </p:cNvGraphicFramePr>
          <p:nvPr/>
        </p:nvGraphicFramePr>
        <p:xfrm>
          <a:off x="5819349" y="3181258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12192000" imgH="9448800" progId="Equation.DSMT4">
                  <p:embed/>
                </p:oleObj>
              </mc:Choice>
              <mc:Fallback>
                <p:oleObj name="Equation" r:id="rId15" imgW="12192000" imgH="94488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19349" y="3181258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797175" y="2001838"/>
          <a:ext cx="27717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66141600" imgH="14020800" progId="Equation.DSMT4">
                  <p:embed/>
                </p:oleObj>
              </mc:Choice>
              <mc:Fallback>
                <p:oleObj name="Equation" r:id="rId17" imgW="66141600" imgH="140208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97175" y="2001838"/>
                        <a:ext cx="2771775" cy="595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6357938" y="1844824"/>
          <a:ext cx="2260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9" imgW="53949600" imgH="14020800" progId="Equation.DSMT4">
                  <p:embed/>
                </p:oleObj>
              </mc:Choice>
              <mc:Fallback>
                <p:oleObj name="Equation" r:id="rId19" imgW="53949600" imgH="140208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7938" y="1844824"/>
                        <a:ext cx="2260600" cy="595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565049" y="3036153"/>
          <a:ext cx="1701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21" imgW="40843200" imgH="22555200" progId="Equation.DSMT4">
                  <p:embed/>
                </p:oleObj>
              </mc:Choice>
              <mc:Fallback>
                <p:oleObj name="Equation" r:id="rId21" imgW="40843200" imgH="22555200" progId="Equation.DSMT4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5049" y="3036153"/>
                        <a:ext cx="17018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617515" y="4153842"/>
          <a:ext cx="3086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3" imgW="74066400" imgH="16459200" progId="Equation.DSMT4">
                  <p:embed/>
                </p:oleObj>
              </mc:Choice>
              <mc:Fallback>
                <p:oleObj name="Equation" r:id="rId23" imgW="74066400" imgH="164592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17515" y="4153842"/>
                        <a:ext cx="3086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5327650" y="495300"/>
          <a:ext cx="25050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60045600" imgH="14020800" progId="Equation.DSMT4">
                  <p:embed/>
                </p:oleObj>
              </mc:Choice>
              <mc:Fallback>
                <p:oleObj name="Equation" r:id="rId1" imgW="60045600" imgH="14020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27650" y="495300"/>
                        <a:ext cx="2505075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2566988" y="1300163"/>
          <a:ext cx="1231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29565600" imgH="22860000" progId="Equation.DSMT4">
                  <p:embed/>
                </p:oleObj>
              </mc:Choice>
              <mc:Fallback>
                <p:oleObj name="Equation" r:id="rId3" imgW="29565600" imgH="228600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1300163"/>
                        <a:ext cx="12319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/>
        </p:nvGraphicFramePr>
        <p:xfrm>
          <a:off x="3895725" y="1373188"/>
          <a:ext cx="1003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24079200" imgH="21031200" progId="Equation.DSMT4">
                  <p:embed/>
                </p:oleObj>
              </mc:Choice>
              <mc:Fallback>
                <p:oleObj name="Equation" r:id="rId5" imgW="24079200" imgH="210312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95725" y="1373188"/>
                        <a:ext cx="10033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/>
        </p:nvGraphicFramePr>
        <p:xfrm>
          <a:off x="5702300" y="1379538"/>
          <a:ext cx="3429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82296000" imgH="24384000" progId="Equation.DSMT4">
                  <p:embed/>
                </p:oleObj>
              </mc:Choice>
              <mc:Fallback>
                <p:oleObj name="Equation" r:id="rId7" imgW="82296000" imgH="243840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02300" y="1379538"/>
                        <a:ext cx="34290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9"/>
          <p:cNvGraphicFramePr>
            <a:graphicFrameLocks noChangeAspect="1"/>
          </p:cNvGraphicFramePr>
          <p:nvPr/>
        </p:nvGraphicFramePr>
        <p:xfrm>
          <a:off x="5048250" y="1662113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12192000" imgH="9448800" progId="Equation.DSMT4">
                  <p:embed/>
                </p:oleObj>
              </mc:Choice>
              <mc:Fallback>
                <p:oleObj name="Equation" r:id="rId9" imgW="12192000" imgH="9448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48250" y="1662113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279576" y="476672"/>
          <a:ext cx="292576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3401060" imgH="680085" progId="Equation.DSMT4">
                  <p:embed/>
                </p:oleObj>
              </mc:Choice>
              <mc:Fallback>
                <p:oleObj name="Equation" r:id="rId11" imgW="3401060" imgH="680085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79576" y="476672"/>
                        <a:ext cx="2925762" cy="595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347913" y="2852738"/>
          <a:ext cx="2414587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57607200" imgH="14020800" progId="Equation.DSMT4">
                  <p:embed/>
                </p:oleObj>
              </mc:Choice>
              <mc:Fallback>
                <p:oleObj name="Equation" r:id="rId13" imgW="57607200" imgH="140208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47913" y="2852738"/>
                        <a:ext cx="2414587" cy="595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799856" y="2852936"/>
          <a:ext cx="20113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48158400" imgH="14020800" progId="Equation.DSMT4">
                  <p:embed/>
                </p:oleObj>
              </mc:Choice>
              <mc:Fallback>
                <p:oleObj name="Equation" r:id="rId15" imgW="48158400" imgH="140208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99856" y="2852936"/>
                        <a:ext cx="2011363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568825" y="3586163"/>
          <a:ext cx="2489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59436000" imgH="14020800" progId="Equation.DSMT4">
                  <p:embed/>
                </p:oleObj>
              </mc:Choice>
              <mc:Fallback>
                <p:oleObj name="Equation" r:id="rId17" imgW="59436000" imgH="14020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68825" y="3586163"/>
                        <a:ext cx="24892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7104112" y="3645024"/>
          <a:ext cx="20828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49682400" imgH="9448800" progId="Equation.DSMT4">
                  <p:embed/>
                </p:oleObj>
              </mc:Choice>
              <mc:Fallback>
                <p:oleObj name="Equation" r:id="rId19" imgW="49682400" imgH="94488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04112" y="3645024"/>
                        <a:ext cx="2082800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941617" y="260648"/>
            <a:ext cx="300225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求不定积分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9"/>
          <p:cNvGraphicFramePr>
            <a:graphicFrameLocks noChangeAspect="1"/>
          </p:cNvGraphicFramePr>
          <p:nvPr/>
        </p:nvGraphicFramePr>
        <p:xfrm>
          <a:off x="2137170" y="836712"/>
          <a:ext cx="2806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67360800" imgH="23164800" progId="Equation.DSMT4">
                  <p:embed/>
                </p:oleObj>
              </mc:Choice>
              <mc:Fallback>
                <p:oleObj name="Equation" r:id="rId1" imgW="67360800" imgH="23164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37170" y="836712"/>
                        <a:ext cx="28067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1919664" y="2108548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5498211" y="1885380"/>
          <a:ext cx="2209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53035200" imgH="23164800" progId="Equation.DSMT4">
                  <p:embed/>
                </p:oleObj>
              </mc:Choice>
              <mc:Fallback>
                <p:oleObj name="Equation" r:id="rId3" imgW="53035200" imgH="23164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98211" y="1885380"/>
                        <a:ext cx="22098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3310636" y="2950593"/>
          <a:ext cx="175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42062400" imgH="21945600" progId="Equation.DSMT4">
                  <p:embed/>
                </p:oleObj>
              </mc:Choice>
              <mc:Fallback>
                <p:oleObj name="Equation" r:id="rId5" imgW="42062400" imgH="219456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10636" y="2950593"/>
                        <a:ext cx="1752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5160024" y="2963739"/>
          <a:ext cx="11096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26517600" imgH="21945600" progId="Equation.DSMT4">
                  <p:embed/>
                </p:oleObj>
              </mc:Choice>
              <mc:Fallback>
                <p:oleObj name="Equation" r:id="rId7" imgW="26517600" imgH="219456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60024" y="2963739"/>
                        <a:ext cx="1109663" cy="917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6409436" y="3214118"/>
          <a:ext cx="140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33832800" imgH="8839200" progId="Equation.DSMT4">
                  <p:embed/>
                </p:oleObj>
              </mc:Choice>
              <mc:Fallback>
                <p:oleObj name="Equation" r:id="rId9" imgW="33832800" imgH="88392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09436" y="3214118"/>
                        <a:ext cx="14097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7824320" y="3179763"/>
          <a:ext cx="158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38100000" imgH="11582400" progId="Equation.DSMT4">
                  <p:embed/>
                </p:oleObj>
              </mc:Choice>
              <mc:Fallback>
                <p:oleObj name="Equation" r:id="rId11" imgW="38100000" imgH="115824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24320" y="3179763"/>
                        <a:ext cx="1587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456040" y="836712"/>
          <a:ext cx="23812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56692800" imgH="21336000" progId="Equation.DSMT4">
                  <p:embed/>
                </p:oleObj>
              </mc:Choice>
              <mc:Fallback>
                <p:oleObj name="Equation" r:id="rId13" imgW="56692800" imgH="213360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56040" y="836712"/>
                        <a:ext cx="2381250" cy="893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39744" y="1885504"/>
          <a:ext cx="2870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68884800" imgH="23164800" progId="Equation.DSMT4">
                  <p:embed/>
                </p:oleObj>
              </mc:Choice>
              <mc:Fallback>
                <p:oleObj name="Equation" r:id="rId15" imgW="68884800" imgH="23164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39744" y="1885504"/>
                        <a:ext cx="28702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02611" y="3899918"/>
          <a:ext cx="24701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58826400" imgH="21336000" progId="Equation.DSMT4">
                  <p:embed/>
                </p:oleObj>
              </mc:Choice>
              <mc:Fallback>
                <p:oleObj name="Equation" r:id="rId17" imgW="58826400" imgH="213360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02611" y="3899918"/>
                        <a:ext cx="2470150" cy="893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088016" y="3899843"/>
          <a:ext cx="214471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19" imgW="51206400" imgH="21336000" progId="Equation.DSMT4">
                  <p:embed/>
                </p:oleObj>
              </mc:Choice>
              <mc:Fallback>
                <p:oleObj name="Equation" r:id="rId19" imgW="51206400" imgH="21336000" progId="Equation.DSMT4">
                  <p:embed/>
                  <p:pic>
                    <p:nvPicPr>
                      <p:cNvPr id="0" name="图片 1229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88016" y="3899843"/>
                        <a:ext cx="2144712" cy="893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176248" y="3899843"/>
          <a:ext cx="3421063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21" imgW="81991200" imgH="21336000" progId="Equation.DSMT4">
                  <p:embed/>
                </p:oleObj>
              </mc:Choice>
              <mc:Fallback>
                <p:oleObj name="Equation" r:id="rId21" imgW="81991200" imgH="21336000" progId="Equation.DSMT4">
                  <p:embed/>
                  <p:pic>
                    <p:nvPicPr>
                      <p:cNvPr id="0" name="图片 1229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76248" y="3899843"/>
                        <a:ext cx="3421063" cy="890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Oval 9"/>
          <p:cNvSpPr>
            <a:spLocks noChangeArrowheads="1"/>
          </p:cNvSpPr>
          <p:nvPr/>
        </p:nvSpPr>
        <p:spPr bwMode="auto">
          <a:xfrm>
            <a:off x="8664033" y="3797990"/>
            <a:ext cx="1143000" cy="64135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09538" y="4941168"/>
          <a:ext cx="32686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23" imgW="78333600" imgH="20116800" progId="Equation.DSMT4">
                  <p:embed/>
                </p:oleObj>
              </mc:Choice>
              <mc:Fallback>
                <p:oleObj name="Equation" r:id="rId23" imgW="78333600" imgH="20116800" progId="Equation.DSMT4">
                  <p:embed/>
                  <p:pic>
                    <p:nvPicPr>
                      <p:cNvPr id="0" name="图片 1229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09538" y="4941168"/>
                        <a:ext cx="3268663" cy="849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744072" y="4941168"/>
          <a:ext cx="33893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25" imgW="81076800" imgH="20116800" progId="Equation.DSMT4">
                  <p:embed/>
                </p:oleObj>
              </mc:Choice>
              <mc:Fallback>
                <p:oleObj name="Equation" r:id="rId25" imgW="81076800" imgH="20116800" progId="Equation.DSMT4">
                  <p:embed/>
                  <p:pic>
                    <p:nvPicPr>
                      <p:cNvPr id="0" name="图片 1230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44072" y="4941168"/>
                        <a:ext cx="3389312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847528" y="342064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4.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2567608" y="402695"/>
          <a:ext cx="394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94792800" imgH="10972800" progId="Equation.DSMT4">
                  <p:embed/>
                </p:oleObj>
              </mc:Choice>
              <mc:Fallback>
                <p:oleObj name="Equation" r:id="rId1" imgW="94792800" imgH="109728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7608" y="402695"/>
                        <a:ext cx="3949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6449888" y="309520"/>
          <a:ext cx="4038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96926400" imgH="14020800" progId="Equation.DSMT4">
                  <p:embed/>
                </p:oleObj>
              </mc:Choice>
              <mc:Fallback>
                <p:oleObj name="Equation" r:id="rId3" imgW="96926400" imgH="14020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9888" y="309520"/>
                        <a:ext cx="4038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871403" y="1267143"/>
          <a:ext cx="92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22250400" imgH="9144000" progId="Equation.DSMT4">
                  <p:embed/>
                </p:oleObj>
              </mc:Choice>
              <mc:Fallback>
                <p:oleObj name="Equation" r:id="rId5" imgW="22250400" imgH="91440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1403" y="1267143"/>
                        <a:ext cx="9271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925763" y="1230313"/>
          <a:ext cx="182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43891200" imgH="10972800" progId="Equation.DSMT4">
                  <p:embed/>
                </p:oleObj>
              </mc:Choice>
              <mc:Fallback>
                <p:oleObj name="Equation" r:id="rId7" imgW="43891200" imgH="109728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25763" y="1230313"/>
                        <a:ext cx="1828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149725" y="1947863"/>
          <a:ext cx="111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26822400" imgH="9144000" progId="Equation.DSMT4">
                  <p:embed/>
                </p:oleObj>
              </mc:Choice>
              <mc:Fallback>
                <p:oleObj name="Equation" r:id="rId9" imgW="26822400" imgH="91440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49725" y="1947863"/>
                        <a:ext cx="11176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2989263" y="1995488"/>
          <a:ext cx="104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24993600" imgH="9448800" progId="Equation.DSMT4">
                  <p:embed/>
                </p:oleObj>
              </mc:Choice>
              <mc:Fallback>
                <p:oleObj name="Equation" r:id="rId11" imgW="24993600" imgH="94488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89263" y="1995488"/>
                        <a:ext cx="1041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278438" y="1693863"/>
          <a:ext cx="85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20421600" imgH="20116800" progId="Equation.DSMT4">
                  <p:embed/>
                </p:oleObj>
              </mc:Choice>
              <mc:Fallback>
                <p:oleObj name="Equation" r:id="rId13" imgW="20421600" imgH="201168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78438" y="1693863"/>
                        <a:ext cx="85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4871864" y="3573016"/>
          <a:ext cx="1778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42672000" imgH="19812000" progId="Equation.DSMT4">
                  <p:embed/>
                </p:oleObj>
              </mc:Choice>
              <mc:Fallback>
                <p:oleObj name="Equation" r:id="rId15" imgW="42672000" imgH="198120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71864" y="3573016"/>
                        <a:ext cx="1778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2063552" y="119675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881313" y="2530475"/>
          <a:ext cx="4216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101193600" imgH="22555200" progId="Equation.DSMT4">
                  <p:embed/>
                </p:oleObj>
              </mc:Choice>
              <mc:Fallback>
                <p:oleObj name="Equation" r:id="rId17" imgW="101193600" imgH="225552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81313" y="2530475"/>
                        <a:ext cx="42164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812748" y="34474"/>
          <a:ext cx="1498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1750695" imgH="970280" progId="Equation.DSMT4">
                  <p:embed/>
                </p:oleObj>
              </mc:Choice>
              <mc:Fallback>
                <p:oleObj name="Equation" r:id="rId19" imgW="1750695" imgH="97028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812748" y="34474"/>
                        <a:ext cx="1498600" cy="8255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75520" y="609600"/>
            <a:ext cx="178048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已知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413125" y="419100"/>
          <a:ext cx="5635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6601460" imgH="1204595" progId="Equation.3">
                  <p:embed/>
                </p:oleObj>
              </mc:Choice>
              <mc:Fallback>
                <p:oleObj name="Equation" r:id="rId1" imgW="6601460" imgH="1204595" progId="Equation.3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3125" y="419100"/>
                        <a:ext cx="5635625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76400" y="1484313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求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.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063750" y="2147888"/>
            <a:ext cx="496835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等式两边对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求导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得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425700" y="2752725"/>
          <a:ext cx="1435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1684020" imgH="1204595" progId="Equation.3">
                  <p:embed/>
                </p:oleObj>
              </mc:Choice>
              <mc:Fallback>
                <p:oleObj name="Equation" r:id="rId3" imgW="1684020" imgH="1204595" progId="Equation.3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5700" y="2752725"/>
                        <a:ext cx="14351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962400" y="2752725"/>
          <a:ext cx="2832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3312160" imgH="1204595" progId="Equation.3">
                  <p:embed/>
                </p:oleObj>
              </mc:Choice>
              <mc:Fallback>
                <p:oleObj name="Equation" r:id="rId5" imgW="3312160" imgH="1204595" progId="Equation.3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2752725"/>
                        <a:ext cx="28321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858000" y="2857500"/>
          <a:ext cx="1422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1661795" imgH="1104265" progId="Equation.3">
                  <p:embed/>
                </p:oleObj>
              </mc:Choice>
              <mc:Fallback>
                <p:oleObj name="Equation" r:id="rId7" imgW="1661795" imgH="1104265" progId="Equation.3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0" y="2857500"/>
                        <a:ext cx="1422400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657600" y="3924300"/>
          <a:ext cx="2489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2910205" imgH="1204595" progId="Equation.3">
                  <p:embed/>
                </p:oleObj>
              </mc:Choice>
              <mc:Fallback>
                <p:oleObj name="Equation" r:id="rId9" imgW="2910205" imgH="1204595" progId="Equation.3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57600" y="3924300"/>
                        <a:ext cx="24892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611438" y="5118100"/>
          <a:ext cx="2159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2531110" imgH="1059180" progId="Equation.3">
                  <p:embed/>
                </p:oleObj>
              </mc:Choice>
              <mc:Fallback>
                <p:oleObj name="Equation" r:id="rId11" imgW="2531110" imgH="1059180" progId="Equation.3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11438" y="5118100"/>
                        <a:ext cx="21590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4846638" y="5486400"/>
            <a:ext cx="1439862" cy="179388"/>
          </a:xfrm>
          <a:prstGeom prst="rightArrow">
            <a:avLst>
              <a:gd name="adj1" fmla="val 50000"/>
              <a:gd name="adj2" fmla="val 200663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92D050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438900" y="5029200"/>
          <a:ext cx="12573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1471930" imgH="1282700" progId="Equation.3">
                  <p:embed/>
                </p:oleObj>
              </mc:Choice>
              <mc:Fallback>
                <p:oleObj name="Equation" r:id="rId13" imgW="1471930" imgH="1282700" progId="Equation.3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38900" y="5029200"/>
                        <a:ext cx="12573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4629645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练习4.1.1（1）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925" y="984962"/>
            <a:ext cx="1452937" cy="47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ea typeface="楷体_GB2312" pitchFamily="49" charset="-122"/>
              </a:rPr>
              <a:t>1. </a:t>
            </a:r>
            <a:r>
              <a:rPr lang="zh-CN" altLang="en-US" sz="2800" b="1" dirty="0" smtClean="0">
                <a:ea typeface="楷体_GB2312" pitchFamily="49" charset="-122"/>
              </a:rPr>
              <a:t>若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889250" y="10477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89250" y="104775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59496" y="2223020"/>
          <a:ext cx="205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49377600" imgH="9448800" progId="Equation.DSMT4">
                  <p:embed/>
                </p:oleObj>
              </mc:Choice>
              <mc:Fallback>
                <p:oleObj name="Equation" r:id="rId3" imgW="49377600" imgH="9448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9496" y="2223020"/>
                        <a:ext cx="2057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987118" y="2223020"/>
          <a:ext cx="204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49072800" imgH="9448800" progId="Equation.DSMT4">
                  <p:embed/>
                </p:oleObj>
              </mc:Choice>
              <mc:Fallback>
                <p:oleObj name="Equation" r:id="rId5" imgW="49072800" imgH="9448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7118" y="2223020"/>
                        <a:ext cx="2044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657600" y="984962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的导函数为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676900" y="1085215"/>
          <a:ext cx="800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19202400" imgH="9448800" progId="Equation.DSMT4">
                  <p:embed/>
                </p:oleObj>
              </mc:Choice>
              <mc:Fallback>
                <p:oleObj name="Equation" r:id="rId7" imgW="19202400" imgH="94488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76900" y="1085215"/>
                        <a:ext cx="800100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477000" y="984962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004050" y="10477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17678400" imgH="9448800" progId="Equation.DSMT4">
                  <p:embed/>
                </p:oleObj>
              </mc:Choice>
              <mc:Fallback>
                <p:oleObj name="Equation" r:id="rId9" imgW="17678400" imgH="94488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04050" y="104775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7772400" y="984962"/>
            <a:ext cx="2667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的一个原函数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676400" y="1579481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            ) 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202040" y="2223020"/>
          <a:ext cx="212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50901600" imgH="9448800" progId="Equation.DSMT4">
                  <p:embed/>
                </p:oleObj>
              </mc:Choice>
              <mc:Fallback>
                <p:oleObj name="Equation" r:id="rId11" imgW="50901600" imgH="94488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02040" y="2223020"/>
                        <a:ext cx="212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8493162" y="2223020"/>
          <a:ext cx="214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51511200" imgH="9448800" progId="Equation.DSMT4">
                  <p:embed/>
                </p:oleObj>
              </mc:Choice>
              <mc:Fallback>
                <p:oleObj name="Equation" r:id="rId13" imgW="51511200" imgH="94488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493162" y="2223020"/>
                        <a:ext cx="2146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057400" y="2812969"/>
            <a:ext cx="152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提示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124200" y="2782806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4228465" y="2843848"/>
          <a:ext cx="180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43281600" imgH="9753600" progId="Equation.DSMT4">
                  <p:embed/>
                </p:oleObj>
              </mc:Choice>
              <mc:Fallback>
                <p:oleObj name="Equation" r:id="rId15" imgW="43281600" imgH="97536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8465" y="2843848"/>
                        <a:ext cx="180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3276600" y="3362244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566073" y="3386056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2590800" y="1549318"/>
            <a:ext cx="83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kumimoji="1" lang="en-US" altLang="zh-CN" sz="3200" b="1" i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4343400" y="3490913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7" imgW="42976800" imgH="9753600" progId="Equation.DSMT4">
                  <p:embed/>
                </p:oleObj>
              </mc:Choice>
              <mc:Fallback>
                <p:oleObj name="Equation" r:id="rId17" imgW="42976800" imgH="97536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43400" y="3490913"/>
                        <a:ext cx="1790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7626350" y="3468688"/>
          <a:ext cx="172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9" imgW="41452800" imgH="9753600" progId="Equation.DSMT4">
                  <p:embed/>
                </p:oleObj>
              </mc:Choice>
              <mc:Fallback>
                <p:oleObj name="Equation" r:id="rId19" imgW="41452800" imgH="9753600" progId="Equation.DSMT4">
                  <p:embed/>
                  <p:pic>
                    <p:nvPicPr>
                      <p:cNvPr id="0" name="图片 1536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626350" y="3468688"/>
                        <a:ext cx="1727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4470400" y="3408281"/>
            <a:ext cx="76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?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7705898" y="3386056"/>
            <a:ext cx="76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?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1727200" y="4232194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或由题意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3409950" y="4327525"/>
          <a:ext cx="281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21" imgW="67665600" imgH="10363200" progId="Equation.DSMT4">
                  <p:embed/>
                </p:oleObj>
              </mc:Choice>
              <mc:Fallback>
                <p:oleObj name="Equation" r:id="rId21" imgW="67665600" imgH="10363200" progId="Equation.DSMT4">
                  <p:embed/>
                  <p:pic>
                    <p:nvPicPr>
                      <p:cNvPr id="0" name="图片 153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09950" y="4327525"/>
                        <a:ext cx="2819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6375400" y="4232194"/>
            <a:ext cx="251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其原函数为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3200400" y="4968875"/>
          <a:ext cx="1371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23" imgW="32918400" imgH="14020800" progId="Equation.DSMT4">
                  <p:embed/>
                </p:oleObj>
              </mc:Choice>
              <mc:Fallback>
                <p:oleObj name="Equation" r:id="rId23" imgW="32918400" imgH="14020800" progId="Equation.DSMT4">
                  <p:embed/>
                  <p:pic>
                    <p:nvPicPr>
                      <p:cNvPr id="0" name="图片 153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00400" y="4968875"/>
                        <a:ext cx="1371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4743450" y="5076825"/>
          <a:ext cx="270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25" imgW="64922400" imgH="10363200" progId="Equation.DSMT4">
                  <p:embed/>
                </p:oleObj>
              </mc:Choice>
              <mc:Fallback>
                <p:oleObj name="Equation" r:id="rId25" imgW="64922400" imgH="10363200" progId="Equation.DSMT4">
                  <p:embed/>
                  <p:pic>
                    <p:nvPicPr>
                      <p:cNvPr id="0" name="图片 153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743450" y="5076825"/>
                        <a:ext cx="2705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 autoUpdateAnimBg="0"/>
      <p:bldP spid="16" grpId="0" bldLvl="0" animBg="1" autoUpdateAnimBg="0"/>
      <p:bldP spid="18" grpId="0" bldLvl="0" animBg="1" autoUpdateAnimBg="0"/>
      <p:bldP spid="19" grpId="0" bldLvl="0" animBg="1" autoUpdateAnimBg="0"/>
      <p:bldP spid="20" grpId="0" autoUpdateAnimBg="0" build="p"/>
      <p:bldP spid="23" grpId="0" bldLvl="0" animBg="1" autoUpdateAnimBg="0"/>
      <p:bldP spid="24" grpId="0" bldLvl="0" animBg="1" autoUpdateAnimBg="0"/>
      <p:bldP spid="25" grpId="0" bldLvl="0" animBg="1" autoUpdateAnimBg="0"/>
      <p:bldP spid="27" grpId="0" bldLvl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164960"/>
            <a:ext cx="31242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ea typeface="楷体_GB2312" pitchFamily="49" charset="-122"/>
              </a:rPr>
              <a:t>2. </a:t>
            </a:r>
            <a:r>
              <a:rPr lang="zh-CN" altLang="en-US" sz="2800" b="1" dirty="0" smtClean="0">
                <a:ea typeface="楷体_GB2312" pitchFamily="49" charset="-122"/>
              </a:rPr>
              <a:t>求下列积分</a:t>
            </a:r>
            <a:r>
              <a:rPr lang="en-US" altLang="zh-CN" sz="2800" b="1" dirty="0" smtClean="0">
                <a:ea typeface="楷体_GB2312" pitchFamily="49" charset="-122"/>
              </a:rPr>
              <a:t>:</a:t>
            </a:r>
            <a:endParaRPr lang="en-US" altLang="zh-CN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238375" y="692150"/>
          <a:ext cx="59674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143256000" imgH="21640800" progId="Equation.DSMT4">
                  <p:embed/>
                </p:oleObj>
              </mc:Choice>
              <mc:Fallback>
                <p:oleObj name="Equation" r:id="rId1" imgW="143256000" imgH="216408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38375" y="692150"/>
                        <a:ext cx="5967413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68696" y="2636912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42443" y="3305900"/>
          <a:ext cx="42910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103022400" imgH="21945600" progId="Equation.DSMT4">
                  <p:embed/>
                </p:oleObj>
              </mc:Choice>
              <mc:Fallback>
                <p:oleObj name="Equation" r:id="rId3" imgW="103022400" imgH="219456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2443" y="3305900"/>
                        <a:ext cx="4291013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220913" y="4341738"/>
          <a:ext cx="4989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119786400" imgH="21945600" progId="Equation.DSMT4">
                  <p:embed/>
                </p:oleObj>
              </mc:Choice>
              <mc:Fallback>
                <p:oleObj name="Equation" r:id="rId5" imgW="119786400" imgH="219456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0913" y="4341738"/>
                        <a:ext cx="4989512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322294" y="4545434"/>
          <a:ext cx="22717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54559200" imgH="10972800" progId="Equation.DSMT4">
                  <p:embed/>
                </p:oleObj>
              </mc:Choice>
              <mc:Fallback>
                <p:oleObj name="Equation" r:id="rId7" imgW="54559200" imgH="109728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22294" y="4545434"/>
                        <a:ext cx="2271712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187950" y="4221088"/>
          <a:ext cx="1992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47853600" imgH="10972800" progId="Equation.DSMT4">
                  <p:embed/>
                </p:oleObj>
              </mc:Choice>
              <mc:Fallback>
                <p:oleObj name="Equation" r:id="rId9" imgW="47853600" imgH="109728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87950" y="4221088"/>
                        <a:ext cx="19923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627143" y="3280500"/>
          <a:ext cx="185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44500800" imgH="20116800" progId="Equation.DSMT4">
                  <p:embed/>
                </p:oleObj>
              </mc:Choice>
              <mc:Fallback>
                <p:oleObj name="Equation" r:id="rId11" imgW="44500800" imgH="201168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27143" y="3280500"/>
                        <a:ext cx="1854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531643" y="3223350"/>
          <a:ext cx="1155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27736800" imgH="10972800" progId="Equation.DSMT4">
                  <p:embed/>
                </p:oleObj>
              </mc:Choice>
              <mc:Fallback>
                <p:oleObj name="Equation" r:id="rId13" imgW="27736800" imgH="109728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31643" y="3223350"/>
                        <a:ext cx="1155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871493" y="3185250"/>
          <a:ext cx="584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14020800" imgH="10972800" progId="Equation.DSMT4">
                  <p:embed/>
                </p:oleObj>
              </mc:Choice>
              <mc:Fallback>
                <p:oleObj name="Equation" r:id="rId15" imgW="14020800" imgH="109728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71493" y="3185250"/>
                        <a:ext cx="584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991544" y="3185312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提示</a:t>
            </a:r>
            <a:r>
              <a:rPr kumimoji="1"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116263" y="2478088"/>
          <a:ext cx="294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70713600" imgH="20116800" progId="Equation.DSMT4">
                  <p:embed/>
                </p:oleObj>
              </mc:Choice>
              <mc:Fallback>
                <p:oleObj name="Equation" r:id="rId17" imgW="70713600" imgH="201168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16263" y="2478088"/>
                        <a:ext cx="2946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622876" y="2699618"/>
          <a:ext cx="285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68580000" imgH="9448800" progId="Equation.DSMT4">
                  <p:embed/>
                </p:oleObj>
              </mc:Choice>
              <mc:Fallback>
                <p:oleObj name="Equation" r:id="rId19" imgW="68580000" imgH="9448800" progId="Equation.DSMT4">
                  <p:embed/>
                  <p:pic>
                    <p:nvPicPr>
                      <p:cNvPr id="0" name="图片 1639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22876" y="2699618"/>
                        <a:ext cx="2857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39963" y="1700213"/>
          <a:ext cx="322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77419200" imgH="18592800" progId="Equation.DSMT4">
                  <p:embed/>
                </p:oleObj>
              </mc:Choice>
              <mc:Fallback>
                <p:oleObj name="Equation" r:id="rId21" imgW="77419200" imgH="185928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39963" y="1700213"/>
                        <a:ext cx="32258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279576" y="5373216"/>
          <a:ext cx="5575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133807200" imgH="18592800" progId="Equation.DSMT4">
                  <p:embed/>
                </p:oleObj>
              </mc:Choice>
              <mc:Fallback>
                <p:oleObj name="Equation" r:id="rId23" imgW="133807200" imgH="185928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79576" y="5373216"/>
                        <a:ext cx="55753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600056" y="1916832"/>
          <a:ext cx="326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78333600" imgH="9448800" progId="Equation.DSMT4">
                  <p:embed/>
                </p:oleObj>
              </mc:Choice>
              <mc:Fallback>
                <p:oleObj name="Equation" r:id="rId25" imgW="78333600" imgH="94488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00056" y="1916832"/>
                        <a:ext cx="326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929304" y="506775"/>
            <a:ext cx="433191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原函数存在的条件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073399" y="2794992"/>
            <a:ext cx="5791200" cy="2362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854200" y="1198962"/>
            <a:ext cx="19113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4.1.1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3650615" y="1226108"/>
          <a:ext cx="463654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104546400" imgH="10668000" progId="Equation.DSMT4">
                  <p:embed/>
                </p:oleObj>
              </mc:Choice>
              <mc:Fallback>
                <p:oleObj name="Equation" r:id="rId1" imgW="104546400" imgH="106680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50615" y="1226108"/>
                        <a:ext cx="4636543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8287385" y="1226108"/>
          <a:ext cx="217285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49072800" imgH="10668000" progId="Equation.DSMT4">
                  <p:embed/>
                </p:oleObj>
              </mc:Choice>
              <mc:Fallback>
                <p:oleObj name="Equation" r:id="rId3" imgW="49072800" imgH="106680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87385" y="1226108"/>
                        <a:ext cx="2172857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854200" y="1830070"/>
            <a:ext cx="358838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存在原函数 </a:t>
            </a:r>
            <a:r>
              <a:rPr kumimoji="1"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8459469" y="1891747"/>
            <a:ext cx="1828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下章证明</a:t>
            </a:r>
            <a:r>
              <a:rPr kumimoji="1"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400" b="1">
              <a:solidFill>
                <a:srgbClr val="0070C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530599" y="2969907"/>
            <a:ext cx="48164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初等函数在定义区间上连续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5664199" y="3655707"/>
            <a:ext cx="304800" cy="762000"/>
          </a:xfrm>
          <a:prstGeom prst="downArrow">
            <a:avLst>
              <a:gd name="adj1" fmla="val 50000"/>
              <a:gd name="adj2" fmla="val 625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endParaRPr lang="zh-CN" altLang="en-US" b="1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301999" y="4447870"/>
            <a:ext cx="541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初等函数在定义区间上有原函数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utoUpdateAnimBg="0" build="p"/>
      <p:bldP spid="7" grpId="0" autoUpdateAnimBg="0"/>
      <p:bldP spid="8" grpId="0" autoUpdateAnimBg="0"/>
      <p:bldP spid="9" grpId="0" autoUpdateAnimBg="0"/>
      <p:bldP spid="10" grpId="0" bldLvl="0" animBg="1"/>
      <p:bldP spid="1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36900" y="2649677"/>
            <a:ext cx="60826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已经证明以下不定积分都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“积不出”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24855" y="3155103"/>
          <a:ext cx="11350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27432000" imgH="14325600" progId="Equation.DSMT4">
                  <p:embed/>
                </p:oleObj>
              </mc:Choice>
              <mc:Fallback>
                <p:oleObj name="Equation" r:id="rId1" imgW="27432000" imgH="143256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24855" y="3155103"/>
                        <a:ext cx="1135063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598374" y="3054138"/>
          <a:ext cx="1028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24688800" imgH="21336000" progId="Equation.DSMT4">
                  <p:embed/>
                </p:oleObj>
              </mc:Choice>
              <mc:Fallback>
                <p:oleObj name="Equation" r:id="rId3" imgW="24688800" imgH="213360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98374" y="3054138"/>
                        <a:ext cx="10287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089076" y="3082713"/>
          <a:ext cx="13589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32613600" imgH="20116800" progId="Equation.DSMT4">
                  <p:embed/>
                </p:oleObj>
              </mc:Choice>
              <mc:Fallback>
                <p:oleObj name="Equation" r:id="rId5" imgW="32613600" imgH="20116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89076" y="3082713"/>
                        <a:ext cx="13589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25334" y="3904863"/>
          <a:ext cx="1930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46329600" imgH="21640800" progId="Equation.DSMT4">
                  <p:embed/>
                </p:oleObj>
              </mc:Choice>
              <mc:Fallback>
                <p:oleObj name="Equation" r:id="rId7" imgW="46329600" imgH="21640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5334" y="3904863"/>
                        <a:ext cx="1930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598377" y="4066788"/>
          <a:ext cx="1727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41452800" imgH="14020800" progId="Equation.DSMT4">
                  <p:embed/>
                </p:oleObj>
              </mc:Choice>
              <mc:Fallback>
                <p:oleObj name="Equation" r:id="rId9" imgW="41452800" imgH="140208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98377" y="4066788"/>
                        <a:ext cx="17272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089554" y="3896608"/>
          <a:ext cx="12128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29260800" imgH="20116800" progId="Equation.DSMT4">
                  <p:embed/>
                </p:oleObj>
              </mc:Choice>
              <mc:Fallback>
                <p:oleObj name="Equation" r:id="rId11" imgW="29260800" imgH="20116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89554" y="3896608"/>
                        <a:ext cx="12128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25122" y="5053533"/>
          <a:ext cx="1455738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34747200" imgH="14020800" progId="Equation.DSMT4">
                  <p:embed/>
                </p:oleObj>
              </mc:Choice>
              <mc:Fallback>
                <p:oleObj name="Equation" r:id="rId13" imgW="34747200" imgH="140208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25122" y="5053533"/>
                        <a:ext cx="1455738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601374" y="4996383"/>
          <a:ext cx="40322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96926400" imgH="15240000" progId="Equation.DSMT4">
                  <p:embed/>
                </p:oleObj>
              </mc:Choice>
              <mc:Fallback>
                <p:oleObj name="Equation" r:id="rId15" imgW="96926400" imgH="152400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01374" y="4996383"/>
                        <a:ext cx="403225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17042" y="1472034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9089343" y="4797152"/>
          <a:ext cx="17526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7" imgW="42062400" imgH="22250400" progId="Equation.DSMT4">
                  <p:embed/>
                </p:oleObj>
              </mc:Choice>
              <mc:Fallback>
                <p:oleObj name="Equation" r:id="rId17" imgW="42062400" imgH="222504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089343" y="4797152"/>
                        <a:ext cx="1752600" cy="919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1827210" y="117902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endParaRPr kumimoji="1"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1650045" y="639852"/>
            <a:ext cx="8183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）任何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有第一类间断的函数都是不存在原函数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2019008" y="1394901"/>
            <a:ext cx="33889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（命题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3.1.1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  <a:endParaRPr kumimoji="1"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408065" y="1134001"/>
          <a:ext cx="24177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9" imgW="58216800" imgH="24384000" progId="Equation.DSMT4">
                  <p:embed/>
                </p:oleObj>
              </mc:Choice>
              <mc:Fallback>
                <p:oleObj name="Equation" r:id="rId19" imgW="58216800" imgH="243840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08065" y="1134001"/>
                        <a:ext cx="2417763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 bwMode="auto">
          <a:xfrm>
            <a:off x="1583239" y="2150001"/>
            <a:ext cx="8539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）连续函数的原函数虽然存在，但可能“积不出”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26950" y="5785455"/>
            <a:ext cx="7531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任何函数的原函数都是连续的（因为可导）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24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063552" y="601620"/>
            <a:ext cx="151216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6.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87688" y="126630"/>
          <a:ext cx="303053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72542400" imgH="35356800" progId="Equation.DSMT4">
                  <p:embed/>
                </p:oleObj>
              </mc:Choice>
              <mc:Fallback>
                <p:oleObj name="Equation" r:id="rId1" imgW="72542400" imgH="35356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688" y="126630"/>
                        <a:ext cx="3030537" cy="1473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6456040" y="601620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88088" y="574304"/>
          <a:ext cx="1320800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31699200" imgH="14020800" progId="Equation.DSMT4">
                  <p:embed/>
                </p:oleObj>
              </mc:Choice>
              <mc:Fallback>
                <p:oleObj name="Equation" r:id="rId3" imgW="31699200" imgH="14020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8088" y="574304"/>
                        <a:ext cx="1320800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361109" y="184457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3359696" y="1844824"/>
            <a:ext cx="54267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是一个连续函数，它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1991544" y="2368044"/>
            <a:ext cx="3027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上存在不定积分．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760296" y="1888315"/>
          <a:ext cx="13335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2004000" imgH="11582400" progId="Equation.DSMT4">
                  <p:embed/>
                </p:oleObj>
              </mc:Choice>
              <mc:Fallback>
                <p:oleObj name="Equation" r:id="rId5" imgW="32004000" imgH="115824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60296" y="1888315"/>
                        <a:ext cx="13335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423592" y="2891264"/>
            <a:ext cx="18078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418707" y="3573016"/>
          <a:ext cx="15367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36880800" imgH="14020800" progId="Equation.DSMT4">
                  <p:embed/>
                </p:oleObj>
              </mc:Choice>
              <mc:Fallback>
                <p:oleObj name="Equation" r:id="rId7" imgW="36880800" imgH="140208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8707" y="3573016"/>
                        <a:ext cx="1536700" cy="579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957440" y="3573016"/>
          <a:ext cx="1498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35966400" imgH="14020800" progId="Equation.DSMT4">
                  <p:embed/>
                </p:oleObj>
              </mc:Choice>
              <mc:Fallback>
                <p:oleObj name="Equation" r:id="rId9" imgW="35966400" imgH="140208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57440" y="3573016"/>
                        <a:ext cx="1498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459379" y="3414484"/>
          <a:ext cx="2120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50901600" imgH="19812000" progId="Equation.DSMT4">
                  <p:embed/>
                </p:oleObj>
              </mc:Choice>
              <mc:Fallback>
                <p:oleObj name="Equation" r:id="rId11" imgW="50901600" imgH="198120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59379" y="3414484"/>
                        <a:ext cx="2120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423592" y="4221088"/>
            <a:ext cx="18078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066624" y="4581128"/>
          <a:ext cx="111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26822400" imgH="21336000" progId="Equation.DSMT4">
                  <p:embed/>
                </p:oleObj>
              </mc:Choice>
              <mc:Fallback>
                <p:oleObj name="Equation" r:id="rId13" imgW="26822400" imgH="213360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66624" y="4581128"/>
                        <a:ext cx="1117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438741" y="4771894"/>
          <a:ext cx="15367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36880800" imgH="14020800" progId="Equation.DSMT4">
                  <p:embed/>
                </p:oleObj>
              </mc:Choice>
              <mc:Fallback>
                <p:oleObj name="Equation" r:id="rId15" imgW="36880800" imgH="140208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8741" y="4771894"/>
                        <a:ext cx="1536700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202363" y="4745038"/>
          <a:ext cx="1689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6" imgW="40538400" imgH="12192000" progId="Equation.DSMT4">
                  <p:embed/>
                </p:oleObj>
              </mc:Choice>
              <mc:Fallback>
                <p:oleObj name="Equation" r:id="rId16" imgW="40538400" imgH="121920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02363" y="4745038"/>
                        <a:ext cx="16891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279576" y="260648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87688" y="476672"/>
          <a:ext cx="47117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113080800" imgH="35966400" progId="Equation.DSMT4">
                  <p:embed/>
                </p:oleObj>
              </mc:Choice>
              <mc:Fallback>
                <p:oleObj name="Equation" r:id="rId1" imgW="113080800" imgH="359664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688" y="476672"/>
                        <a:ext cx="4711700" cy="149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2279576" y="2132856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77401" y="2155911"/>
          <a:ext cx="1257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30175200" imgH="14020800" progId="Equation.DSMT4">
                  <p:embed/>
                </p:oleObj>
              </mc:Choice>
              <mc:Fallback>
                <p:oleObj name="Equation" r:id="rId3" imgW="30175200" imgH="14020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7401" y="2155911"/>
                        <a:ext cx="12573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511824" y="2132856"/>
            <a:ext cx="28746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处连续，故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308985" y="2730183"/>
          <a:ext cx="260508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62484000" imgH="19812000" progId="Equation.DSMT4">
                  <p:embed/>
                </p:oleObj>
              </mc:Choice>
              <mc:Fallback>
                <p:oleObj name="Equation" r:id="rId5" imgW="62484000" imgH="198120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8985" y="2730183"/>
                        <a:ext cx="2605088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043295" y="2881313"/>
          <a:ext cx="1955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46939200" imgH="15240000" progId="Equation.DSMT4">
                  <p:embed/>
                </p:oleObj>
              </mc:Choice>
              <mc:Fallback>
                <p:oleObj name="Equation" r:id="rId7" imgW="46939200" imgH="152400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3295" y="2881313"/>
                        <a:ext cx="19558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351584" y="3717032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999656" y="3569067"/>
          <a:ext cx="22050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52730400" imgH="19812000" progId="Equation.DSMT4">
                  <p:embed/>
                </p:oleObj>
              </mc:Choice>
              <mc:Fallback>
                <p:oleObj name="Equation" r:id="rId9" imgW="52730400" imgH="198120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9656" y="3569067"/>
                        <a:ext cx="2205038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5375920" y="3718049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968312" y="3569066"/>
          <a:ext cx="1701800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40843200" imgH="19812000" progId="Equation.DSMT4">
                  <p:embed/>
                </p:oleObj>
              </mc:Choice>
              <mc:Fallback>
                <p:oleObj name="Equation" r:id="rId11" imgW="40843200" imgH="198120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68312" y="3569066"/>
                        <a:ext cx="1701800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2351494" y="4863135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368780" y="4489120"/>
          <a:ext cx="5199063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124968000" imgH="35966400" progId="Equation.DSMT4">
                  <p:embed/>
                </p:oleObj>
              </mc:Choice>
              <mc:Fallback>
                <p:oleObj name="Equation" r:id="rId13" imgW="124968000" imgH="359664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68780" y="4489120"/>
                        <a:ext cx="5199063" cy="149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12" grpId="0"/>
      <p:bldP spid="15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2140893" y="361866"/>
            <a:ext cx="561662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不定积分的“凑系数”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140893" y="1150412"/>
            <a:ext cx="16979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4.1.3.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3921499" y="1150526"/>
            <a:ext cx="51892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的一个原函数是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906520" y="1954793"/>
          <a:ext cx="3793846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83820000" imgH="20116800" progId="Equation.DSMT4">
                  <p:embed/>
                </p:oleObj>
              </mc:Choice>
              <mc:Fallback>
                <p:oleObj name="Equation" r:id="rId1" imgW="83820000" imgH="20116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6520" y="1954793"/>
                        <a:ext cx="3793846" cy="90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 bwMode="auto">
          <a:xfrm>
            <a:off x="2351584" y="3383414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431704" y="3645024"/>
          <a:ext cx="19065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45720000" imgH="26212800" progId="Equation.DSMT4">
                  <p:embed/>
                </p:oleObj>
              </mc:Choice>
              <mc:Fallback>
                <p:oleObj name="Equation" r:id="rId3" imgW="45720000" imgH="26212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1704" y="3645024"/>
                        <a:ext cx="1906588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375920" y="3861048"/>
          <a:ext cx="2044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49072800" imgH="20116800" progId="Equation.DSMT4">
                  <p:embed/>
                </p:oleObj>
              </mc:Choice>
              <mc:Fallback>
                <p:oleObj name="Equation" r:id="rId5" imgW="49072800" imgH="201168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5920" y="3861048"/>
                        <a:ext cx="2044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386042" y="4077072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21031200" imgH="9448800" progId="Equation.DSMT4">
                  <p:embed/>
                </p:oleObj>
              </mc:Choice>
              <mc:Fallback>
                <p:oleObj name="Equation" r:id="rId7" imgW="21031200" imgH="94488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86042" y="4077072"/>
                        <a:ext cx="876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174166" y="343451"/>
            <a:ext cx="26720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这个命题表明：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67493" y="980440"/>
          <a:ext cx="336998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67056000" imgH="9448800" progId="Equation.DSMT4">
                  <p:embed/>
                </p:oleObj>
              </mc:Choice>
              <mc:Fallback>
                <p:oleObj name="Equation" r:id="rId1" imgW="67056000" imgH="9448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7493" y="980440"/>
                        <a:ext cx="3369983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2174088" y="1544474"/>
            <a:ext cx="1960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积分表示式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2952160" y="925091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184804" y="1598439"/>
          <a:ext cx="1607311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32004000" imgH="9448800" progId="Equation.DSMT4">
                  <p:embed/>
                </p:oleObj>
              </mc:Choice>
              <mc:Fallback>
                <p:oleObj name="Equation" r:id="rId3" imgW="32004000" imgH="94488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4804" y="1598439"/>
                        <a:ext cx="1607311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5841499" y="1563524"/>
            <a:ext cx="4094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可以看作一个微分形式，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74088" y="2163645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34137600" imgH="14020800" progId="Equation.DSMT4">
                  <p:embed/>
                </p:oleObj>
              </mc:Choice>
              <mc:Fallback>
                <p:oleObj name="Equation" r:id="rId5" imgW="34137600" imgH="140208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74088" y="2163645"/>
                        <a:ext cx="1422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3702188" y="2163645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可以看作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12740" y="2404428"/>
          <a:ext cx="187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45110400" imgH="20116800" progId="Equation.DSMT4">
                  <p:embed/>
                </p:oleObj>
              </mc:Choice>
              <mc:Fallback>
                <p:oleObj name="Equation" r:id="rId7" imgW="45110400" imgH="201168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2740" y="2404428"/>
                        <a:ext cx="1879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79576" y="4139798"/>
          <a:ext cx="52673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126492000" imgH="20116800" progId="Equation.DSMT4">
                  <p:embed/>
                </p:oleObj>
              </mc:Choice>
              <mc:Fallback>
                <p:oleObj name="Equation" r:id="rId9" imgW="126492000" imgH="201168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9576" y="4139798"/>
                        <a:ext cx="5267325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174166" y="3566413"/>
            <a:ext cx="3027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这个命题的拓展：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279576" y="4969743"/>
          <a:ext cx="43148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103632000" imgH="19812000" progId="Equation.DSMT4">
                  <p:embed/>
                </p:oleObj>
              </mc:Choice>
              <mc:Fallback>
                <p:oleObj name="Equation" r:id="rId11" imgW="103632000" imgH="198120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79576" y="4969743"/>
                        <a:ext cx="4314825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5" grpId="0"/>
      <p:bldP spid="6" grpId="0"/>
      <p:bldP spid="8" grpId="0"/>
      <p:bldP spid="10" grpId="0"/>
      <p:bldP spid="1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744395" y="448355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75520" y="970062"/>
          <a:ext cx="2347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56388000" imgH="19812000" progId="Equation.DSMT4">
                  <p:embed/>
                </p:oleObj>
              </mc:Choice>
              <mc:Fallback>
                <p:oleObj name="Equation" r:id="rId1" imgW="56388000" imgH="198120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5520" y="970062"/>
                        <a:ext cx="23479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23792" y="912912"/>
          <a:ext cx="2438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58521600" imgH="22555200" progId="Equation.DSMT4">
                  <p:embed/>
                </p:oleObj>
              </mc:Choice>
              <mc:Fallback>
                <p:oleObj name="Equation" r:id="rId3" imgW="58521600" imgH="225552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3792" y="912912"/>
                        <a:ext cx="24384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672064" y="836712"/>
          <a:ext cx="2209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53035200" imgH="26212800" progId="Equation.DSMT4">
                  <p:embed/>
                </p:oleObj>
              </mc:Choice>
              <mc:Fallback>
                <p:oleObj name="Equation" r:id="rId5" imgW="53035200" imgH="262128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72064" y="836712"/>
                        <a:ext cx="22098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996005" y="1027212"/>
          <a:ext cx="151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36271200" imgH="19812000" progId="Equation.DSMT4">
                  <p:embed/>
                </p:oleObj>
              </mc:Choice>
              <mc:Fallback>
                <p:oleObj name="Equation" r:id="rId7" imgW="36271200" imgH="198120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96005" y="1027212"/>
                        <a:ext cx="1511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713519" y="2058437"/>
          <a:ext cx="20431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49072800" imgH="14020800" progId="Equation.DSMT4">
                  <p:embed/>
                </p:oleObj>
              </mc:Choice>
              <mc:Fallback>
                <p:oleObj name="Equation" r:id="rId9" imgW="49072800" imgH="140208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13519" y="2058437"/>
                        <a:ext cx="20431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045835" y="1897782"/>
          <a:ext cx="190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1" imgW="45720000" imgH="17678400" progId="Equation.DSMT4">
                  <p:embed/>
                </p:oleObj>
              </mc:Choice>
              <mc:Fallback>
                <p:oleObj name="Equation" r:id="rId11" imgW="45720000" imgH="176784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45835" y="1897782"/>
                        <a:ext cx="1905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923289" y="2050817"/>
          <a:ext cx="2006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3" imgW="48158400" imgH="14020800" progId="Equation.DSMT4">
                  <p:embed/>
                </p:oleObj>
              </mc:Choice>
              <mc:Fallback>
                <p:oleObj name="Equation" r:id="rId13" imgW="48158400" imgH="140208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23289" y="2050817"/>
                        <a:ext cx="2006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067115" y="2151147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5" imgW="31394400" imgH="9144000" progId="Equation.DSMT4">
                  <p:embed/>
                </p:oleObj>
              </mc:Choice>
              <mc:Fallback>
                <p:oleObj name="Equation" r:id="rId15" imgW="31394400" imgH="91440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67115" y="2151147"/>
                        <a:ext cx="13081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744405" y="2905994"/>
          <a:ext cx="20113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48158400" imgH="14020800" progId="Equation.DSMT4">
                  <p:embed/>
                </p:oleObj>
              </mc:Choice>
              <mc:Fallback>
                <p:oleObj name="Equation" r:id="rId17" imgW="48158400" imgH="140208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44405" y="2905994"/>
                        <a:ext cx="2011362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962554" y="2776612"/>
          <a:ext cx="166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39928800" imgH="20116800" progId="Equation.DSMT4">
                  <p:embed/>
                </p:oleObj>
              </mc:Choice>
              <mc:Fallback>
                <p:oleObj name="Equation" r:id="rId19" imgW="39928800" imgH="201168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62554" y="2776612"/>
                        <a:ext cx="1663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831969" y="2747402"/>
          <a:ext cx="193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46329600" imgH="20421600" progId="Equation.DSMT4">
                  <p:embed/>
                </p:oleObj>
              </mc:Choice>
              <mc:Fallback>
                <p:oleObj name="Equation" r:id="rId21" imgW="46329600" imgH="20421600" progId="Equation.DSMT4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31969" y="2747402"/>
                        <a:ext cx="19304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968208" y="2754387"/>
          <a:ext cx="1270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23" imgW="30480000" imgH="20116800" progId="Equation.DSMT4">
                  <p:embed/>
                </p:oleObj>
              </mc:Choice>
              <mc:Fallback>
                <p:oleObj name="Equation" r:id="rId23" imgW="30480000" imgH="201168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968208" y="2754387"/>
                        <a:ext cx="1270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755835" y="3814157"/>
          <a:ext cx="26193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25" imgW="62788800" imgH="14020800" progId="Equation.DSMT4">
                  <p:embed/>
                </p:oleObj>
              </mc:Choice>
              <mc:Fallback>
                <p:oleObj name="Equation" r:id="rId25" imgW="62788800" imgH="14020800" progId="Equation.DSMT4">
                  <p:embed/>
                  <p:pic>
                    <p:nvPicPr>
                      <p:cNvPr id="0" name="图片 2356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755835" y="3814157"/>
                        <a:ext cx="2619375" cy="579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375150" y="3683000"/>
          <a:ext cx="3238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27" imgW="6400800" imgH="19812000" progId="Equation.DSMT4">
                  <p:embed/>
                </p:oleObj>
              </mc:Choice>
              <mc:Fallback>
                <p:oleObj name="Equation" r:id="rId27" imgW="6400800" imgH="198120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75150" y="3683000"/>
                        <a:ext cx="32385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698891" y="3814445"/>
          <a:ext cx="1778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29" imgW="42672000" imgH="14020800" progId="Equation.DSMT4">
                  <p:embed/>
                </p:oleObj>
              </mc:Choice>
              <mc:Fallback>
                <p:oleObj name="Equation" r:id="rId29" imgW="42672000" imgH="14020800" progId="Equation.DSMT4">
                  <p:embed/>
                  <p:pic>
                    <p:nvPicPr>
                      <p:cNvPr id="0" name="图片 2356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698891" y="3814445"/>
                        <a:ext cx="17780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151630" y="4518660"/>
          <a:ext cx="2006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31" imgW="48158400" imgH="19812000" progId="Equation.DSMT4">
                  <p:embed/>
                </p:oleObj>
              </mc:Choice>
              <mc:Fallback>
                <p:oleObj name="Equation" r:id="rId31" imgW="48158400" imgH="19812000" progId="Equation.DSMT4">
                  <p:embed/>
                  <p:pic>
                    <p:nvPicPr>
                      <p:cNvPr id="0" name="图片 2356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151630" y="4518660"/>
                        <a:ext cx="2006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477119" y="3693160"/>
          <a:ext cx="2324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33" imgW="55778400" imgH="19812000" progId="Equation.DSMT4">
                  <p:embed/>
                </p:oleObj>
              </mc:Choice>
              <mc:Fallback>
                <p:oleObj name="Equation" r:id="rId33" imgW="55778400" imgH="19812000" progId="Equation.DSMT4">
                  <p:embed/>
                  <p:pic>
                    <p:nvPicPr>
                      <p:cNvPr id="0" name="图片 2356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477119" y="3693160"/>
                        <a:ext cx="2324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833823" y="137821"/>
            <a:ext cx="4629645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练习4.1.1（2）</a:t>
            </a:r>
            <a:endParaRPr lang="zh-CN" altLang="en-US" b="1" dirty="0" smtClean="0">
              <a:solidFill>
                <a:srgbClr val="00B05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227911" y="908720"/>
            <a:ext cx="47167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试用凑系数法计算不定积分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056755" y="915353"/>
          <a:ext cx="21082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50596800" imgH="14020800" progId="Equation.DSMT4">
                  <p:embed/>
                </p:oleObj>
              </mc:Choice>
              <mc:Fallback>
                <p:oleObj name="Equation" r:id="rId1" imgW="50596800" imgH="14020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56755" y="915353"/>
                        <a:ext cx="2108200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88778" y="1506220"/>
          <a:ext cx="264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63398400" imgH="20116800" progId="Equation.DSMT4">
                  <p:embed/>
                </p:oleObj>
              </mc:Choice>
              <mc:Fallback>
                <p:oleObj name="Equation" r:id="rId3" imgW="63398400" imgH="201168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8778" y="1506220"/>
                        <a:ext cx="2641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 bwMode="auto">
          <a:xfrm>
            <a:off x="2619306" y="1695222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TextBox 16"/>
          <p:cNvSpPr txBox="1"/>
          <p:nvPr/>
        </p:nvSpPr>
        <p:spPr bwMode="auto">
          <a:xfrm>
            <a:off x="2227911" y="2410093"/>
            <a:ext cx="4450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试在下列微分式中凑系数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976063" y="2996952"/>
          <a:ext cx="151755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33528000" imgH="10363200" progId="Equation.DSMT4">
                  <p:embed/>
                </p:oleObj>
              </mc:Choice>
              <mc:Fallback>
                <p:oleObj name="Equation" r:id="rId5" imgW="33528000" imgH="103632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6063" y="2996952"/>
                        <a:ext cx="1517559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493681" y="2997380"/>
          <a:ext cx="215665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49072800" imgH="9753600" progId="Equation.DSMT4">
                  <p:embed/>
                </p:oleObj>
              </mc:Choice>
              <mc:Fallback>
                <p:oleObj name="Equation" r:id="rId7" imgW="49072800" imgH="97536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3681" y="2997380"/>
                        <a:ext cx="2156651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796876" y="2852936"/>
          <a:ext cx="1720977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38709600" imgH="15544800" progId="Equation.DSMT4">
                  <p:embed/>
                </p:oleObj>
              </mc:Choice>
              <mc:Fallback>
                <p:oleObj name="Equation" r:id="rId9" imgW="38709600" imgH="155448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96876" y="2852936"/>
                        <a:ext cx="1720977" cy="68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517492" y="2858016"/>
          <a:ext cx="2052000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46329600" imgH="14630400" progId="Equation.DSMT4">
                  <p:embed/>
                </p:oleObj>
              </mc:Choice>
              <mc:Fallback>
                <p:oleObj name="Equation" r:id="rId11" imgW="46329600" imgH="146304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17492" y="2858016"/>
                        <a:ext cx="2052000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46"/>
          <p:cNvSpPr>
            <a:spLocks noChangeArrowheads="1"/>
          </p:cNvSpPr>
          <p:nvPr/>
        </p:nvSpPr>
        <p:spPr bwMode="auto">
          <a:xfrm>
            <a:off x="1524000" y="1517968"/>
            <a:ext cx="203835" cy="18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Rectangle 48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976063" y="3573016"/>
          <a:ext cx="12700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30480000" imgH="17678400" progId="Equation.DSMT4">
                  <p:embed/>
                </p:oleObj>
              </mc:Choice>
              <mc:Fallback>
                <p:oleObj name="Equation" r:id="rId13" imgW="30480000" imgH="176784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76063" y="3573016"/>
                        <a:ext cx="1270000" cy="733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50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287688" y="3789040"/>
          <a:ext cx="2247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5" imgW="53949600" imgH="8839200" progId="Equation.DSMT4">
                  <p:embed/>
                </p:oleObj>
              </mc:Choice>
              <mc:Fallback>
                <p:oleObj name="Equation" r:id="rId15" imgW="53949600" imgH="88392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7688" y="3789040"/>
                        <a:ext cx="22479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5796876" y="3645024"/>
          <a:ext cx="17843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7" imgW="42976800" imgH="17678400" progId="Equation.DSMT4">
                  <p:embed/>
                </p:oleObj>
              </mc:Choice>
              <mc:Fallback>
                <p:oleObj name="Equation" r:id="rId17" imgW="42976800" imgH="176784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96876" y="3645024"/>
                        <a:ext cx="1784350" cy="733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7608168" y="3861048"/>
          <a:ext cx="2400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9" imgW="57607200" imgH="8839200" progId="Equation.DSMT4">
                  <p:embed/>
                </p:oleObj>
              </mc:Choice>
              <mc:Fallback>
                <p:oleObj name="Equation" r:id="rId19" imgW="57607200" imgH="88392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608168" y="3861048"/>
                        <a:ext cx="24003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7" name="Rectangle 55"/>
          <p:cNvSpPr>
            <a:spLocks noChangeArrowheads="1"/>
          </p:cNvSpPr>
          <p:nvPr/>
        </p:nvSpPr>
        <p:spPr bwMode="auto">
          <a:xfrm>
            <a:off x="1524000" y="1441768"/>
            <a:ext cx="203835" cy="18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1983035" y="4450829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3340100" y="4349750"/>
          <a:ext cx="10699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21" imgW="25603200" imgH="17373600" progId="Equation.DSMT4">
                  <p:embed/>
                </p:oleObj>
              </mc:Choice>
              <mc:Fallback>
                <p:oleObj name="Equation" r:id="rId21" imgW="25603200" imgH="17373600" progId="Equation.DSMT4">
                  <p:embed/>
                  <p:pic>
                    <p:nvPicPr>
                      <p:cNvPr id="0" name="图片 2458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340100" y="4349750"/>
                        <a:ext cx="1069975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970886" y="4517390"/>
          <a:ext cx="1082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23" imgW="25908000" imgH="10363200" progId="Equation.DSMT4">
                  <p:embed/>
                </p:oleObj>
              </mc:Choice>
              <mc:Fallback>
                <p:oleObj name="Equation" r:id="rId23" imgW="25908000" imgH="103632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70886" y="4517390"/>
                        <a:ext cx="108267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6614372" y="4349750"/>
          <a:ext cx="10953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25" imgW="26212800" imgH="17678400" progId="Equation.DSMT4">
                  <p:embed/>
                </p:oleObj>
              </mc:Choice>
              <mc:Fallback>
                <p:oleObj name="Equation" r:id="rId25" imgW="26212800" imgH="176784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14372" y="4349750"/>
                        <a:ext cx="109537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8272463" y="4308475"/>
          <a:ext cx="8921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27" imgW="21336000" imgH="17678400" progId="Equation.DSMT4">
                  <p:embed/>
                </p:oleObj>
              </mc:Choice>
              <mc:Fallback>
                <p:oleObj name="Equation" r:id="rId27" imgW="21336000" imgH="17678400" progId="Equation.DSMT4">
                  <p:embed/>
                  <p:pic>
                    <p:nvPicPr>
                      <p:cNvPr id="0" name="图片 245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272463" y="4308475"/>
                        <a:ext cx="89217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8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61deca80-d7bc-4e9b-ba09-2a7681efa6f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WPS 演示</Application>
  <PresentationFormat>宽屏</PresentationFormat>
  <Paragraphs>287</Paragraphs>
  <Slides>26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259</vt:i4>
      </vt:variant>
      <vt:variant>
        <vt:lpstr>幻灯片标题</vt:lpstr>
      </vt:variant>
      <vt:variant>
        <vt:i4>26</vt:i4>
      </vt:variant>
    </vt:vector>
  </HeadingPairs>
  <TitlesOfParts>
    <vt:vector size="301" baseType="lpstr">
      <vt:lpstr>Arial</vt:lpstr>
      <vt:lpstr>宋体</vt:lpstr>
      <vt:lpstr>Wingdings</vt:lpstr>
      <vt:lpstr>Wingdings</vt:lpstr>
      <vt:lpstr>黑体</vt:lpstr>
      <vt:lpstr>微软雅黑</vt:lpstr>
      <vt:lpstr>华文琥珀</vt:lpstr>
      <vt:lpstr>Times New Roman</vt:lpstr>
      <vt:lpstr>楷体_GB2312</vt:lpstr>
      <vt:lpstr>新宋体</vt:lpstr>
      <vt:lpstr>Calibri</vt:lpstr>
      <vt:lpstr>Arial Unicode MS</vt:lpstr>
      <vt:lpstr>隶书</vt:lpstr>
      <vt:lpstr>楷体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181</cp:revision>
  <dcterms:created xsi:type="dcterms:W3CDTF">2019-06-19T02:08:00Z</dcterms:created>
  <dcterms:modified xsi:type="dcterms:W3CDTF">2022-11-27T12:06:27Z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F678FDBCDA14407FB148472EDEDD2483</vt:lpwstr>
  </property>
</Properties>
</file>